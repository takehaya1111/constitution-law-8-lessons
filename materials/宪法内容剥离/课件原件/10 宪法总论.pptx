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33.svg" ContentType="image/svg+xml"/>
  <Override PartName="/ppt/media/image34.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8.svg" ContentType="image/svg+xml"/>
  <Override PartName="/ppt/media/image49.svg" ContentType="image/svg+xml"/>
  <Override PartName="/ppt/media/image51.svg" ContentType="image/svg+xml"/>
  <Override PartName="/ppt/media/image52.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4.svg" ContentType="image/svg+xml"/>
  <Override PartName="/ppt/media/image6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9"/>
  </p:notesMasterIdLst>
  <p:handoutMasterIdLst>
    <p:handoutMasterId r:id="rId88"/>
  </p:handoutMasterIdLst>
  <p:sldIdLst>
    <p:sldId id="676" r:id="rId6"/>
    <p:sldId id="259" r:id="rId7"/>
    <p:sldId id="461" r:id="rId8"/>
    <p:sldId id="465" r:id="rId10"/>
    <p:sldId id="468" r:id="rId11"/>
    <p:sldId id="472" r:id="rId12"/>
    <p:sldId id="473" r:id="rId13"/>
    <p:sldId id="476" r:id="rId14"/>
    <p:sldId id="477" r:id="rId15"/>
    <p:sldId id="478" r:id="rId16"/>
    <p:sldId id="480" r:id="rId17"/>
    <p:sldId id="482" r:id="rId18"/>
    <p:sldId id="486" r:id="rId19"/>
    <p:sldId id="488" r:id="rId20"/>
    <p:sldId id="490" r:id="rId21"/>
    <p:sldId id="492" r:id="rId22"/>
    <p:sldId id="494" r:id="rId23"/>
    <p:sldId id="497" r:id="rId24"/>
    <p:sldId id="500" r:id="rId25"/>
    <p:sldId id="658" r:id="rId26"/>
    <p:sldId id="505" r:id="rId27"/>
    <p:sldId id="503" r:id="rId28"/>
    <p:sldId id="507" r:id="rId29"/>
    <p:sldId id="525" r:id="rId30"/>
    <p:sldId id="524" r:id="rId31"/>
    <p:sldId id="513" r:id="rId32"/>
    <p:sldId id="516" r:id="rId33"/>
    <p:sldId id="518" r:id="rId34"/>
    <p:sldId id="528" r:id="rId35"/>
    <p:sldId id="532" r:id="rId36"/>
    <p:sldId id="534" r:id="rId37"/>
    <p:sldId id="537" r:id="rId38"/>
    <p:sldId id="544" r:id="rId39"/>
    <p:sldId id="541" r:id="rId40"/>
    <p:sldId id="550" r:id="rId41"/>
    <p:sldId id="539" r:id="rId42"/>
    <p:sldId id="551" r:id="rId43"/>
    <p:sldId id="553" r:id="rId44"/>
    <p:sldId id="557" r:id="rId45"/>
    <p:sldId id="561" r:id="rId46"/>
    <p:sldId id="562" r:id="rId47"/>
    <p:sldId id="567" r:id="rId48"/>
    <p:sldId id="571" r:id="rId49"/>
    <p:sldId id="575" r:id="rId50"/>
    <p:sldId id="577" r:id="rId51"/>
    <p:sldId id="580" r:id="rId52"/>
    <p:sldId id="583" r:id="rId53"/>
    <p:sldId id="585" r:id="rId54"/>
    <p:sldId id="588" r:id="rId55"/>
    <p:sldId id="592" r:id="rId56"/>
    <p:sldId id="596" r:id="rId57"/>
    <p:sldId id="598" r:id="rId58"/>
    <p:sldId id="600" r:id="rId59"/>
    <p:sldId id="603" r:id="rId60"/>
    <p:sldId id="666" r:id="rId61"/>
    <p:sldId id="670" r:id="rId62"/>
    <p:sldId id="605" r:id="rId63"/>
    <p:sldId id="606" r:id="rId64"/>
    <p:sldId id="609" r:id="rId65"/>
    <p:sldId id="612" r:id="rId66"/>
    <p:sldId id="663" r:id="rId67"/>
    <p:sldId id="673" r:id="rId68"/>
    <p:sldId id="617" r:id="rId69"/>
    <p:sldId id="620" r:id="rId70"/>
    <p:sldId id="661" r:id="rId71"/>
    <p:sldId id="674" r:id="rId72"/>
    <p:sldId id="623" r:id="rId73"/>
    <p:sldId id="626" r:id="rId74"/>
    <p:sldId id="630" r:id="rId75"/>
    <p:sldId id="631" r:id="rId76"/>
    <p:sldId id="632" r:id="rId77"/>
    <p:sldId id="634" r:id="rId78"/>
    <p:sldId id="638" r:id="rId79"/>
    <p:sldId id="641" r:id="rId80"/>
    <p:sldId id="643" r:id="rId81"/>
    <p:sldId id="645" r:id="rId82"/>
    <p:sldId id="648" r:id="rId83"/>
    <p:sldId id="651" r:id="rId84"/>
    <p:sldId id="654" r:id="rId85"/>
    <p:sldId id="657" r:id="rId86"/>
    <p:sldId id="433" r:id="rId87"/>
  </p:sldIdLst>
  <p:sldSz cx="12192000" cy="6858000"/>
  <p:notesSz cx="6858000" cy="9144000"/>
  <p:custDataLst>
    <p:tags r:id="rId9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0" clrIdx="0"/>
  <p:cmAuthor id="2" name="WPS_1679281038" initials="W" lastIdx="0" clrIdx="1"/>
  <p:cmAuthor id="3" name="123" initials="1" lastIdx="0" clrIdx="2"/>
  <p:cmAuthor id="4" name="作者" initials="A" lastIdx="0" clrIdx="3"/>
  <p:cmAuthor id="5" name="幸全" initials="幸全" lastIdx="0" clrIdx="4"/>
  <p:cmAuthor id="6" name="熊仪_aYju7RJj" initials="熊" lastIdx="0" clrIdx="5"/>
  <p:cmAuthor id="7" name="yifei" initials="y" lastIdx="0" clrIdx="6"/>
  <p:cmAuthor id="8" name="ADMIN" initials="A" lastIdx="0" clrIdx="7"/>
  <p:cmAuthor id="9" name="zhouzean" initials="z" lastIdx="0" clrIdx="8"/>
  <p:cmAuthor id="10" name="李鹏飞_6bQfzI3a" initials="李" lastIdx="0" clrIdx="9"/>
  <p:cmAuthor id="11" name="李晓菲_MZFnUzi6" initials="李" lastIdx="0" clrIdx="10"/>
  <p:cmAuthor id="12" name="小珞_QjMfU7FR" initials="小" lastIdx="0" clrIdx="11"/>
  <p:cmAuthor id="13" name="骆倩怡_Znauj26B" initials="authorId_382814100" lastIdx="0" clrIdx="1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1D41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086C55-06C0-4ABC-BF56-AE7265383BFA}"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alpha val="25000"/>
              <a:lumMod val="40000"/>
              <a:lumOff val="60000"/>
            </a:schemeClr>
          </a:solidFill>
        </a:fill>
      </a:tcStyle>
    </a:band2H>
    <a:band1V>
      <a:tcStyle>
        <a:tcBdr/>
        <a:fill>
          <a:solidFill>
            <a:schemeClr val="accent1">
              <a:alpha val="25000"/>
              <a:lumMod val="40000"/>
              <a:lumOff val="60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 styleId="{0DF9E7FF-96B8-41BA-A8E0-7790FE702456}"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 styleId="{38AC24E1-AC11-4891-B194-4D01ABB567AB}"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alpha val="25000"/>
              <a:lumMod val="40000"/>
              <a:lumOff val="60000"/>
            </a:schemeClr>
          </a:solidFill>
        </a:fill>
      </a:tcStyle>
    </a:band2H>
    <a:band1V>
      <a:tcStyle>
        <a:tcBdr/>
        <a:fill>
          <a:solidFill>
            <a:schemeClr val="accent1">
              <a:alpha val="25000"/>
              <a:lumMod val="40000"/>
              <a:lumOff val="60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 styleId="{42C85A0E-EC14-4E10-82B5-822EC3F31B64}"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alpha val="25000"/>
              <a:lumMod val="40000"/>
              <a:lumOff val="60000"/>
            </a:schemeClr>
          </a:solidFill>
        </a:fill>
      </a:tcStyle>
    </a:band2H>
    <a:band1V>
      <a:tcStyle>
        <a:tcBdr/>
        <a:fill>
          <a:solidFill>
            <a:schemeClr val="accent1">
              <a:alpha val="25000"/>
              <a:lumMod val="40000"/>
              <a:lumOff val="60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82" d="100"/>
          <a:sy n="82" d="100"/>
        </p:scale>
        <p:origin x="79" y="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3" Type="http://schemas.openxmlformats.org/officeDocument/2006/relationships/tags" Target="tags/tag833.xml"/><Relationship Id="rId92" Type="http://schemas.openxmlformats.org/officeDocument/2006/relationships/commentAuthors" Target="commentAuthors.xml"/><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notesMaster" Target="notesMasters/notesMaster1.xml"/><Relationship Id="rId89" Type="http://schemas.openxmlformats.org/officeDocument/2006/relationships/presProps" Target="presProps.xml"/><Relationship Id="rId88" Type="http://schemas.openxmlformats.org/officeDocument/2006/relationships/handoutMaster" Target="handoutMasters/handoutMaster1.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3.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2.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FD4A259-30FE-4777-9310-389A0BAFC6BD}" type="doc">
      <dgm:prSet loTypeId="hierarchy" loCatId="hierarchy" qsTypeId="urn:microsoft.com/office/officeart/2005/8/quickstyle/simple3" qsCatId="simple" csTypeId="urn:microsoft.com/office/officeart/2005/8/colors/colorful4" csCatId="colorful" phldr="1"/>
      <dgm:spPr/>
      <dgm:t>
        <a:bodyPr/>
        <a:lstStyle/>
        <a:p>
          <a:endParaRPr lang="zh-CN" altLang="en-US"/>
        </a:p>
      </dgm:t>
    </dgm:pt>
    <dgm:pt modelId="{50BAC5C4-1D44-449B-BB4F-5FF958210B61}">
      <dgm:prSet phldrT="[文本]" phldr="0" custT="1"/>
      <dgm:spPr/>
      <dgm:t>
        <a:bodyPr vert="vert" wrap="square"/>
        <a:p>
          <a:pPr>
            <a:lnSpc>
              <a:spcPct val="100000"/>
            </a:lnSpc>
            <a:spcBef>
              <a:spcPct val="0"/>
            </a:spcBef>
            <a:spcAft>
              <a:spcPct val="35000"/>
            </a:spcAft>
          </a:pPr>
          <a:r>
            <a:rPr lang="zh-CN" altLang="en-US" sz="4800" b="1" dirty="0" smtClean="0">
              <a:solidFill>
                <a:srgbClr val="0070C0"/>
              </a:solidFill>
              <a:latin typeface="微软雅黑" panose="020B0503020204020204" charset="-122"/>
              <a:ea typeface="微软雅黑" panose="020B0503020204020204" charset="-122"/>
            </a:rPr>
            <a:t>宪</a:t>
          </a:r>
          <a:endParaRPr lang="zh-CN" altLang="en-US" sz="4800" b="1" dirty="0" smtClean="0">
            <a:solidFill>
              <a:srgbClr val="0070C0"/>
            </a:solidFill>
            <a:latin typeface="微软雅黑" panose="020B0503020204020204" charset="-122"/>
            <a:ea typeface="微软雅黑" panose="020B0503020204020204" charset="-122"/>
          </a:endParaRPr>
        </a:p>
        <a:p>
          <a:pPr>
            <a:lnSpc>
              <a:spcPct val="100000"/>
            </a:lnSpc>
            <a:spcBef>
              <a:spcPct val="0"/>
            </a:spcBef>
            <a:spcAft>
              <a:spcPct val="35000"/>
            </a:spcAft>
          </a:pPr>
          <a:r>
            <a:rPr lang="zh-CN" altLang="en-US" sz="4800" b="1" dirty="0" smtClean="0">
              <a:solidFill>
                <a:srgbClr val="0070C0"/>
              </a:solidFill>
              <a:latin typeface="微软雅黑" panose="020B0503020204020204" charset="-122"/>
              <a:ea typeface="微软雅黑" panose="020B0503020204020204" charset="-122"/>
            </a:rPr>
            <a:t>法</a:t>
          </a:r>
          <a:endParaRPr lang="zh-CN" altLang="en-US" sz="4800" b="1" dirty="0" smtClean="0">
            <a:solidFill>
              <a:srgbClr val="0070C0"/>
            </a:solidFill>
            <a:latin typeface="微软雅黑" panose="020B0503020204020204" charset="-122"/>
            <a:ea typeface="微软雅黑" panose="020B0503020204020204" charset="-122"/>
          </a:endParaRPr>
        </a:p>
        <a:p>
          <a:pPr>
            <a:lnSpc>
              <a:spcPct val="100000"/>
            </a:lnSpc>
            <a:spcBef>
              <a:spcPct val="0"/>
            </a:spcBef>
            <a:spcAft>
              <a:spcPct val="35000"/>
            </a:spcAft>
          </a:pPr>
          <a:r>
            <a:rPr lang="zh-CN" altLang="en-US" sz="4800" b="1" dirty="0" smtClean="0">
              <a:solidFill>
                <a:srgbClr val="0070C0"/>
              </a:solidFill>
              <a:latin typeface="微软雅黑" panose="020B0503020204020204" charset="-122"/>
              <a:ea typeface="微软雅黑" panose="020B0503020204020204" charset="-122"/>
            </a:rPr>
            <a:t>学</a:t>
          </a:r>
          <a:r>
            <a:rPr lang="zh-CN" altLang="en-US" sz="4800" b="1" dirty="0" smtClean="0">
              <a:solidFill>
                <a:srgbClr val="0070C0"/>
              </a:solidFill>
              <a:latin typeface="微软雅黑" panose="020B0503020204020204" charset="-122"/>
              <a:ea typeface="微软雅黑" panose="020B0503020204020204" charset="-122"/>
            </a:rPr>
            <a:t/>
          </a:r>
          <a:endParaRPr lang="zh-CN" altLang="en-US" sz="4800" b="1" dirty="0" smtClean="0">
            <a:solidFill>
              <a:srgbClr val="0070C0"/>
            </a:solidFill>
            <a:latin typeface="微软雅黑" panose="020B0503020204020204" charset="-122"/>
            <a:ea typeface="微软雅黑" panose="020B0503020204020204" charset="-122"/>
          </a:endParaRPr>
        </a:p>
      </dgm:t>
    </dgm:pt>
    <dgm:pt modelId="{293336F1-B9FA-4483-A96B-ED43F92A1122}" cxnId="{1D1D9528-DDC5-4CFB-8422-83A56E2E4ED3}" type="parTrans">
      <dgm:prSet/>
      <dgm:spPr/>
      <dgm:t>
        <a:bodyPr/>
        <a:lstStyle/>
        <a:p>
          <a:endParaRPr lang="zh-CN" altLang="en-US"/>
        </a:p>
      </dgm:t>
    </dgm:pt>
    <dgm:pt modelId="{65852FDD-A349-42F3-98FC-B81047C0E687}" cxnId="{1D1D9528-DDC5-4CFB-8422-83A56E2E4ED3}" type="sibTrans">
      <dgm:prSet/>
      <dgm:spPr/>
      <dgm:t>
        <a:bodyPr/>
        <a:lstStyle/>
        <a:p>
          <a:endParaRPr lang="zh-CN" altLang="en-US"/>
        </a:p>
      </dgm:t>
    </dgm:pt>
    <dgm:pt modelId="{C241310D-9BC7-49D1-8568-71E944F71395}">
      <dgm:prSet phldrT="[文本]" phldr="0" custT="1"/>
      <dgm:spPr/>
      <dgm:t>
        <a:bodyPr vert="horz" wrap="square"/>
        <a:p>
          <a:pPr>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第一章 宪法总论</a:t>
          </a: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
          </a:r>
          <a:endPar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endParaRPr>
        </a:p>
      </dgm:t>
    </dgm:pt>
    <dgm:pt modelId="{BF2A93B7-5071-433A-BB92-F8FD9B2D5DE6}" cxnId="{B20159E9-CB2C-40F3-A24D-3EEB3F0DC7FD}" type="parTrans">
      <dgm:prSet custT="1"/>
      <dgm:spPr/>
      <dgm:t>
        <a:bodyPr/>
        <a:lstStyle/>
        <a:p>
          <a:endParaRPr lang="zh-CN" altLang="en-US" sz="1100"/>
        </a:p>
      </dgm:t>
    </dgm:pt>
    <dgm:pt modelId="{94C08783-3E8E-40D8-8812-E8BE430F26DB}" cxnId="{B20159E9-CB2C-40F3-A24D-3EEB3F0DC7FD}" type="sibTrans">
      <dgm:prSet/>
      <dgm:spPr/>
      <dgm:t>
        <a:bodyPr/>
        <a:lstStyle/>
        <a:p>
          <a:endParaRPr lang="zh-CN" altLang="en-US"/>
        </a:p>
      </dgm:t>
    </dgm:pt>
    <dgm:pt modelId="{DEDD1828-E7FB-4C37-9E8A-7E913E5271CD}">
      <dgm:prSet phldr="0" custT="1"/>
      <dgm:spPr/>
      <dgm:t>
        <a:bodyPr vert="horz" wrap="square"/>
        <a:p>
          <a:pPr>
            <a:lnSpc>
              <a:spcPct val="100000"/>
            </a:lnSpc>
            <a:spcBef>
              <a:spcPct val="0"/>
            </a:spcBef>
            <a:spcAft>
              <a:spcPct val="35000"/>
            </a:spcAft>
          </a:pPr>
          <a:r>
            <a:rPr lang="zh-CN" altLang="en-US" sz="2000" dirty="0"/>
            <a:t>概念、本质、分类、渊源、效力、作用</a:t>
          </a:r>
          <a:r>
            <a:rPr lang="zh-CN" altLang="en-US" sz="2000" dirty="0"/>
            <a:t/>
          </a:r>
          <a:endParaRPr lang="zh-CN" altLang="en-US" sz="2000" dirty="0"/>
        </a:p>
      </dgm:t>
    </dgm:pt>
    <dgm:pt modelId="{7A0E7E8A-7AB6-41E2-AE2A-5DF8D634EDC8}" cxnId="{78FE299E-AFE5-4C08-ADC4-C726DAB4EF46}" type="parTrans">
      <dgm:prSet custT="1"/>
      <dgm:spPr/>
      <dgm:t>
        <a:bodyPr/>
        <a:lstStyle/>
        <a:p>
          <a:endParaRPr lang="zh-CN" altLang="en-US" sz="700"/>
        </a:p>
      </dgm:t>
    </dgm:pt>
    <dgm:pt modelId="{46B2BAC2-8CE4-4F41-8780-97FE039A03D2}" cxnId="{78FE299E-AFE5-4C08-ADC4-C726DAB4EF46}" type="sibTrans">
      <dgm:prSet/>
      <dgm:spPr/>
      <dgm:t>
        <a:bodyPr/>
        <a:lstStyle/>
        <a:p>
          <a:endParaRPr lang="zh-CN" altLang="en-US"/>
        </a:p>
      </dgm:t>
    </dgm:pt>
    <dgm:pt modelId="{6DAA72C8-21F2-47E0-B493-F26BC706B47A}">
      <dgm:prSet phldrT="[文本]" phldr="0" custT="1"/>
      <dgm:spPr/>
      <dgm:t>
        <a:bodyPr vert="horz" wrap="square"/>
        <a:p>
          <a:pPr>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第二章  </a:t>
          </a: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宪法的历史发展</a:t>
          </a: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
          </a:r>
          <a:endPar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endParaRPr>
        </a:p>
      </dgm:t>
    </dgm:pt>
    <dgm:pt modelId="{B497DCEF-BE5D-44D3-B7BE-6D4534F56E57}" cxnId="{5C762035-4A36-4CAF-8C2A-E39E75A8780C}" type="parTrans">
      <dgm:prSet custT="1"/>
      <dgm:spPr/>
      <dgm:t>
        <a:bodyPr/>
        <a:lstStyle/>
        <a:p>
          <a:endParaRPr lang="zh-CN" altLang="en-US" sz="800"/>
        </a:p>
      </dgm:t>
    </dgm:pt>
    <dgm:pt modelId="{8FC23474-D0D3-4022-9D14-2B950BEE36E4}" cxnId="{5C762035-4A36-4CAF-8C2A-E39E75A8780C}" type="sibTrans">
      <dgm:prSet/>
      <dgm:spPr/>
      <dgm:t>
        <a:bodyPr/>
        <a:lstStyle/>
        <a:p>
          <a:endParaRPr lang="zh-CN" altLang="en-US"/>
        </a:p>
      </dgm:t>
    </dgm:pt>
    <dgm:pt modelId="{D4BC5402-1C6B-4BEE-9B44-835A02146009}">
      <dgm:prSet phldr="0" custT="1"/>
      <dgm:spPr/>
      <dgm:t>
        <a:bodyPr vert="horz" wrap="square"/>
        <a:p>
          <a:pPr>
            <a:lnSpc>
              <a:spcPct val="100000"/>
            </a:lnSpc>
            <a:spcBef>
              <a:spcPct val="0"/>
            </a:spcBef>
            <a:spcAft>
              <a:spcPct val="35000"/>
            </a:spcAft>
          </a:pPr>
          <a:r>
            <a:rPr lang="zh-CN" altLang="en-US" sz="2000" dirty="0"/>
            <a:t>宪法的五次修改</a:t>
          </a:r>
          <a:r>
            <a:rPr lang="zh-CN" altLang="en-US" sz="2000" dirty="0"/>
            <a:t/>
          </a:r>
          <a:endParaRPr lang="zh-CN" altLang="en-US" sz="2000" dirty="0"/>
        </a:p>
      </dgm:t>
    </dgm:pt>
    <dgm:pt modelId="{4B68239F-B57B-4A40-BE22-B9E8DDCC5CE1}" cxnId="{850C9DD8-78A3-4F46-9CF3-9F984AEBB550}" type="parTrans">
      <dgm:prSet custT="1"/>
      <dgm:spPr/>
      <dgm:t>
        <a:bodyPr/>
        <a:lstStyle/>
        <a:p>
          <a:endParaRPr lang="zh-CN" altLang="en-US" sz="700"/>
        </a:p>
      </dgm:t>
    </dgm:pt>
    <dgm:pt modelId="{695CDC45-C828-4576-B5B7-C5B2C7470579}" cxnId="{850C9DD8-78A3-4F46-9CF3-9F984AEBB550}" type="sibTrans">
      <dgm:prSet/>
      <dgm:spPr/>
      <dgm:t>
        <a:bodyPr/>
        <a:lstStyle/>
        <a:p>
          <a:endParaRPr lang="zh-CN" altLang="en-US"/>
        </a:p>
      </dgm:t>
    </dgm:pt>
    <dgm:pt modelId="{9314F840-0628-41C5-A48D-0C76DEBB3604}">
      <dgm:prSet phldrT="[文本]" phldr="0" custT="1"/>
      <dgm:spPr/>
      <dgm:t>
        <a:bodyPr vert="horz" wrap="square"/>
        <a:p>
          <a:pPr>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第三章  </a:t>
          </a: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国家性质与国家形式</a:t>
          </a: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
          </a:r>
          <a:endPar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endParaRPr>
        </a:p>
      </dgm:t>
    </dgm:pt>
    <dgm:pt modelId="{DD1B2920-500E-4270-80EC-E5DA62F14EF8}" cxnId="{1AF8A164-EAED-4BB8-B953-3EC53B3633B8}" type="parTrans">
      <dgm:prSet custT="1"/>
      <dgm:spPr/>
      <dgm:t>
        <a:bodyPr/>
        <a:lstStyle/>
        <a:p>
          <a:endParaRPr lang="zh-CN" altLang="en-US" sz="700"/>
        </a:p>
      </dgm:t>
    </dgm:pt>
    <dgm:pt modelId="{FBF256CB-76C0-474E-B095-C51A144E5432}" cxnId="{1AF8A164-EAED-4BB8-B953-3EC53B3633B8}" type="sibTrans">
      <dgm:prSet/>
      <dgm:spPr/>
      <dgm:t>
        <a:bodyPr/>
        <a:lstStyle/>
        <a:p>
          <a:endParaRPr lang="zh-CN" altLang="en-US"/>
        </a:p>
      </dgm:t>
    </dgm:pt>
    <dgm:pt modelId="{831742E8-4C9A-4B8F-BC85-AACAA3458CA7}">
      <dgm:prSet phldr="0" custT="1"/>
      <dgm:spPr/>
      <dgm:t>
        <a:bodyPr vert="horz" wrap="square"/>
        <a:p>
          <a:pPr>
            <a:lnSpc>
              <a:spcPct val="100000"/>
            </a:lnSpc>
            <a:spcBef>
              <a:spcPct val="0"/>
            </a:spcBef>
            <a:spcAft>
              <a:spcPct val="35000"/>
            </a:spcAft>
          </a:pPr>
          <a:r>
            <a:rPr lang="zh-CN" altLang="en-US" sz="2000" dirty="0" smtClean="0"/>
            <a:t>国家性质、</a:t>
          </a:r>
          <a:r>
            <a:rPr lang="zh-CN" altLang="en-US" sz="2000" dirty="0" smtClean="0"/>
            <a:t>国家结构形式、国家标志</a:t>
          </a:r>
          <a:r>
            <a:rPr lang="zh-CN" altLang="en-US" sz="2000" dirty="0"/>
            <a:t/>
          </a:r>
          <a:endParaRPr lang="zh-CN" altLang="en-US" sz="2000" dirty="0"/>
        </a:p>
      </dgm:t>
    </dgm:pt>
    <dgm:pt modelId="{86B5DA9D-1E05-4CD0-88EB-1B8DD689F7BB}" cxnId="{686ED515-3A19-446C-9D74-5903E7EC34DC}" type="parTrans">
      <dgm:prSet custT="1"/>
      <dgm:spPr/>
      <dgm:t>
        <a:bodyPr/>
        <a:lstStyle/>
        <a:p>
          <a:endParaRPr lang="zh-CN" altLang="en-US" sz="700"/>
        </a:p>
      </dgm:t>
    </dgm:pt>
    <dgm:pt modelId="{5D026D2D-80D7-4B87-8DE5-1E2351E9512C}" cxnId="{686ED515-3A19-446C-9D74-5903E7EC34DC}" type="sibTrans">
      <dgm:prSet/>
      <dgm:spPr/>
      <dgm:t>
        <a:bodyPr/>
        <a:lstStyle/>
        <a:p>
          <a:endParaRPr lang="zh-CN" altLang="en-US"/>
        </a:p>
      </dgm:t>
    </dgm:pt>
    <dgm:pt modelId="{721FEAD7-A991-4A62-9156-00AD382568E4}">
      <dgm:prSet phldr="0" custT="1"/>
      <dgm:spPr/>
      <dgm:t>
        <a:bodyPr vert="horz" wrap="square"/>
        <a:p>
          <a:pPr>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rPr>
            <a:t>第四章  </a:t>
          </a:r>
          <a:r>
            <a:rPr lang="zh-CN" altLang="en-US" sz="2000" b="1" dirty="0" smtClean="0">
              <a:solidFill>
                <a:srgbClr val="002060"/>
              </a:solidFill>
              <a:latin typeface="微软雅黑" panose="020B0503020204020204" charset="-122"/>
              <a:ea typeface="微软雅黑" panose="020B0503020204020204" charset="-122"/>
            </a:rPr>
            <a:t>国家基本制度</a:t>
          </a:r>
          <a:r>
            <a:rPr lang="zh-CN" altLang="en-US" sz="2000" b="1" dirty="0" smtClean="0">
              <a:solidFill>
                <a:srgbClr val="002060"/>
              </a:solidFill>
              <a:latin typeface="微软雅黑" panose="020B0503020204020204" charset="-122"/>
              <a:ea typeface="微软雅黑" panose="020B0503020204020204" charset="-122"/>
            </a:rPr>
            <a:t/>
          </a:r>
          <a:endParaRPr lang="zh-CN" altLang="en-US" sz="2000" b="1" dirty="0" smtClean="0">
            <a:solidFill>
              <a:srgbClr val="002060"/>
            </a:solidFill>
            <a:latin typeface="微软雅黑" panose="020B0503020204020204" charset="-122"/>
            <a:ea typeface="微软雅黑" panose="020B0503020204020204" charset="-122"/>
          </a:endParaRPr>
        </a:p>
      </dgm:t>
    </dgm:pt>
    <dgm:pt modelId="{1EE9E4C9-89CD-426D-AF22-D16DCA116E7E}" cxnId="{48C73A4E-557D-49B5-BAB7-EA1041F223D7}" type="parTrans">
      <dgm:prSet custT="1"/>
      <dgm:spPr/>
      <dgm:t>
        <a:bodyPr/>
        <a:lstStyle/>
        <a:p>
          <a:endParaRPr lang="zh-CN" altLang="en-US" sz="700"/>
        </a:p>
      </dgm:t>
    </dgm:pt>
    <dgm:pt modelId="{CFE3E9B5-1C44-4105-BDD9-38E9A1FF5FD0}" cxnId="{48C73A4E-557D-49B5-BAB7-EA1041F223D7}" type="sibTrans">
      <dgm:prSet/>
      <dgm:spPr/>
      <dgm:t>
        <a:bodyPr/>
        <a:lstStyle/>
        <a:p>
          <a:endParaRPr lang="zh-CN" altLang="en-US"/>
        </a:p>
      </dgm:t>
    </dgm:pt>
    <dgm:pt modelId="{84D5C77E-2227-4022-B97F-5A0BE14914A0}">
      <dgm:prSet phldr="0" custT="1"/>
      <dgm:spPr/>
      <dgm:t>
        <a:bodyPr vert="horz" wrap="square"/>
        <a:p>
          <a:pPr>
            <a:lnSpc>
              <a:spcPct val="100000"/>
            </a:lnSpc>
            <a:spcBef>
              <a:spcPct val="0"/>
            </a:spcBef>
            <a:spcAft>
              <a:spcPct val="35000"/>
            </a:spcAft>
          </a:pPr>
          <a:r>
            <a:rPr lang="zh-CN" altLang="en-US" sz="2000" dirty="0" smtClean="0"/>
            <a:t>经济</a:t>
          </a:r>
          <a:r>
            <a:rPr lang="zh-CN" altLang="en-US" sz="2000" dirty="0" smtClean="0"/>
            <a:t>制度、政治制度、文化制度、社会制度、生态文明制度</a:t>
          </a:r>
          <a:r>
            <a:rPr lang="zh-CN" altLang="en-US" sz="2000" dirty="0"/>
            <a:t/>
          </a:r>
          <a:endParaRPr lang="zh-CN" altLang="en-US" sz="2000" dirty="0"/>
        </a:p>
      </dgm:t>
    </dgm:pt>
    <dgm:pt modelId="{5C0D96EF-93E4-4606-BB38-E9C4DC0F443C}" cxnId="{C3358400-AA3D-4095-8472-1C07C30E0700}" type="parTrans">
      <dgm:prSet custT="1"/>
      <dgm:spPr/>
      <dgm:t>
        <a:bodyPr/>
        <a:lstStyle/>
        <a:p>
          <a:endParaRPr lang="zh-CN" altLang="en-US" sz="700"/>
        </a:p>
      </dgm:t>
    </dgm:pt>
    <dgm:pt modelId="{883A9A24-D443-4F90-99B2-A5E182014A6F}" cxnId="{C3358400-AA3D-4095-8472-1C07C30E0700}" type="sibTrans">
      <dgm:prSet/>
      <dgm:spPr/>
      <dgm:t>
        <a:bodyPr/>
        <a:lstStyle/>
        <a:p>
          <a:endParaRPr lang="zh-CN" altLang="en-US"/>
        </a:p>
      </dgm:t>
    </dgm:pt>
    <dgm:pt modelId="{F4632920-BCA8-4526-8142-77E8D58A94BA}">
      <dgm:prSet phldr="0" custT="1"/>
      <dgm:spPr/>
      <dgm:t>
        <a:bodyPr vert="horz" wrap="square"/>
        <a:p>
          <a:pPr>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rPr>
            <a:t>第五章  </a:t>
          </a:r>
          <a:r>
            <a:rPr lang="zh-CN" altLang="en-US" sz="2000" b="1" dirty="0" smtClean="0">
              <a:solidFill>
                <a:srgbClr val="002060"/>
              </a:solidFill>
              <a:latin typeface="微软雅黑" panose="020B0503020204020204" charset="-122"/>
              <a:ea typeface="微软雅黑" panose="020B0503020204020204" charset="-122"/>
            </a:rPr>
            <a:t>公民的基本权利和义务</a:t>
          </a:r>
          <a:r>
            <a:rPr lang="zh-CN" altLang="en-US" sz="2000" b="1" dirty="0" smtClean="0">
              <a:solidFill>
                <a:srgbClr val="002060"/>
              </a:solidFill>
              <a:latin typeface="微软雅黑" panose="020B0503020204020204" charset="-122"/>
              <a:ea typeface="微软雅黑" panose="020B0503020204020204" charset="-122"/>
            </a:rPr>
            <a:t/>
          </a:r>
          <a:endParaRPr lang="zh-CN" altLang="en-US" sz="2000" b="1" dirty="0" smtClean="0">
            <a:solidFill>
              <a:srgbClr val="002060"/>
            </a:solidFill>
            <a:latin typeface="微软雅黑" panose="020B0503020204020204" charset="-122"/>
            <a:ea typeface="微软雅黑" panose="020B0503020204020204" charset="-122"/>
          </a:endParaRPr>
        </a:p>
      </dgm:t>
    </dgm:pt>
    <dgm:pt modelId="{C3FDE9C7-4EA7-4A2D-8768-BBBEB92DCBE9}" cxnId="{AE176B58-582D-4FD3-B8D1-C5F98751DDD2}" type="parTrans">
      <dgm:prSet custT="1"/>
      <dgm:spPr/>
      <dgm:t>
        <a:bodyPr/>
        <a:lstStyle/>
        <a:p>
          <a:endParaRPr lang="zh-CN" altLang="en-US" sz="800"/>
        </a:p>
      </dgm:t>
    </dgm:pt>
    <dgm:pt modelId="{97CB2B52-57C2-4E28-9624-E1BCE66FDBFA}" cxnId="{AE176B58-582D-4FD3-B8D1-C5F98751DDD2}" type="sibTrans">
      <dgm:prSet/>
      <dgm:spPr/>
      <dgm:t>
        <a:bodyPr/>
        <a:lstStyle/>
        <a:p>
          <a:endParaRPr lang="zh-CN" altLang="en-US"/>
        </a:p>
      </dgm:t>
    </dgm:pt>
    <dgm:pt modelId="{EDC7068E-5BF4-4471-B91F-B169C85DFE95}">
      <dgm:prSet custT="1"/>
      <dgm:spPr/>
      <dgm:t>
        <a:bodyPr/>
        <a:lstStyle/>
        <a:p>
          <a:r>
            <a:rPr lang="zh-CN" altLang="en-US" sz="2000" dirty="0" smtClean="0"/>
            <a:t>基本权利、基本义务、特点及其行使原则</a:t>
          </a:r>
          <a:endParaRPr lang="zh-CN" altLang="en-US" sz="2000" dirty="0"/>
        </a:p>
      </dgm:t>
    </dgm:pt>
    <dgm:pt modelId="{6DF88EEF-521E-4E4D-9CD0-F1F8CD5B4792}" cxnId="{BD6689B2-AB75-40F0-B1F7-2E16A2EBA547}" type="parTrans">
      <dgm:prSet custT="1"/>
      <dgm:spPr/>
      <dgm:t>
        <a:bodyPr/>
        <a:lstStyle/>
        <a:p>
          <a:endParaRPr lang="zh-CN" altLang="en-US" sz="700"/>
        </a:p>
      </dgm:t>
    </dgm:pt>
    <dgm:pt modelId="{4958244C-8A18-4FBB-8812-CFA6C53166B7}" cxnId="{BD6689B2-AB75-40F0-B1F7-2E16A2EBA547}" type="sibTrans">
      <dgm:prSet/>
      <dgm:spPr/>
      <dgm:t>
        <a:bodyPr/>
        <a:lstStyle/>
        <a:p>
          <a:endParaRPr lang="zh-CN" altLang="en-US"/>
        </a:p>
      </dgm:t>
    </dgm:pt>
    <dgm:pt modelId="{008423B9-0473-4C7E-9E54-0B27AA8A5C96}">
      <dgm:prSet phldr="0" custT="1"/>
      <dgm:spPr/>
      <dgm:t>
        <a:bodyPr vert="horz" wrap="square"/>
        <a:p>
          <a:pPr>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rPr>
            <a:t>第六章  </a:t>
          </a:r>
          <a:r>
            <a:rPr lang="zh-CN" altLang="en-US" sz="2000" b="1" dirty="0" smtClean="0">
              <a:solidFill>
                <a:srgbClr val="002060"/>
              </a:solidFill>
              <a:latin typeface="微软雅黑" panose="020B0503020204020204" charset="-122"/>
              <a:ea typeface="微软雅黑" panose="020B0503020204020204" charset="-122"/>
            </a:rPr>
            <a:t>国家机构</a:t>
          </a:r>
          <a:r>
            <a:rPr lang="zh-CN" altLang="en-US" sz="2000" b="1" dirty="0" smtClean="0">
              <a:solidFill>
                <a:srgbClr val="002060"/>
              </a:solidFill>
              <a:latin typeface="微软雅黑" panose="020B0503020204020204" charset="-122"/>
              <a:ea typeface="微软雅黑" panose="020B0503020204020204" charset="-122"/>
            </a:rPr>
            <a:t/>
          </a:r>
          <a:endParaRPr lang="zh-CN" altLang="en-US" sz="2000" b="1" dirty="0" smtClean="0">
            <a:solidFill>
              <a:srgbClr val="002060"/>
            </a:solidFill>
            <a:latin typeface="微软雅黑" panose="020B0503020204020204" charset="-122"/>
            <a:ea typeface="微软雅黑" panose="020B0503020204020204" charset="-122"/>
          </a:endParaRPr>
        </a:p>
      </dgm:t>
    </dgm:pt>
    <dgm:pt modelId="{35E7EE7A-58E7-4312-9C42-0CB2869C84F4}" cxnId="{3732BDB9-4035-4336-B372-6D80D03AF9EF}" type="parTrans">
      <dgm:prSet custT="1"/>
      <dgm:spPr/>
      <dgm:t>
        <a:bodyPr/>
        <a:lstStyle/>
        <a:p>
          <a:endParaRPr lang="zh-CN" altLang="en-US" sz="1100"/>
        </a:p>
      </dgm:t>
    </dgm:pt>
    <dgm:pt modelId="{8DE07635-11B2-48C8-950F-FEA67523B2D0}" cxnId="{3732BDB9-4035-4336-B372-6D80D03AF9EF}" type="sibTrans">
      <dgm:prSet/>
      <dgm:spPr/>
      <dgm:t>
        <a:bodyPr/>
        <a:lstStyle/>
        <a:p>
          <a:endParaRPr lang="zh-CN" altLang="en-US"/>
        </a:p>
      </dgm:t>
    </dgm:pt>
    <dgm:pt modelId="{78782E0D-A930-449B-B5C6-FC5067E12EA4}">
      <dgm:prSet custT="1"/>
      <dgm:spPr/>
      <dgm:t>
        <a:bodyPr/>
        <a:lstStyle/>
        <a:p>
          <a:r>
            <a:rPr lang="zh-CN" altLang="en-US" sz="2000" dirty="0" smtClean="0"/>
            <a:t>全国人大及其常委会、国家主席、国务院、中央军委、地方各级人大与地方各级政府、民族自治地方的自治机关、法院和检察院</a:t>
          </a:r>
          <a:endParaRPr lang="zh-CN" altLang="en-US" sz="2000" dirty="0"/>
        </a:p>
      </dgm:t>
    </dgm:pt>
    <dgm:pt modelId="{36913CED-E9B4-4996-A1F2-809C5A66BDCF}" cxnId="{28383648-DA35-4F55-9B2F-0C620A124504}" type="parTrans">
      <dgm:prSet custT="1"/>
      <dgm:spPr/>
      <dgm:t>
        <a:bodyPr/>
        <a:lstStyle/>
        <a:p>
          <a:endParaRPr lang="zh-CN" altLang="en-US" sz="700"/>
        </a:p>
      </dgm:t>
    </dgm:pt>
    <dgm:pt modelId="{00F0AC91-6F7F-4AF2-A66C-E3618018EE3C}" cxnId="{28383648-DA35-4F55-9B2F-0C620A124504}" type="sibTrans">
      <dgm:prSet/>
      <dgm:spPr/>
      <dgm:t>
        <a:bodyPr/>
        <a:lstStyle/>
        <a:p>
          <a:endParaRPr lang="zh-CN" altLang="en-US"/>
        </a:p>
      </dgm:t>
    </dgm:pt>
    <dgm:pt modelId="{4D16300C-057A-4FFF-9583-019DE0A394E8}" type="pres">
      <dgm:prSet presAssocID="{CFD4A259-30FE-4777-9310-389A0BAFC6BD}" presName="Name0" presStyleCnt="0">
        <dgm:presLayoutVars>
          <dgm:chPref val="1"/>
          <dgm:dir/>
          <dgm:animOne val="branch"/>
          <dgm:animLvl val="lvl"/>
          <dgm:resizeHandles val="exact"/>
        </dgm:presLayoutVars>
      </dgm:prSet>
      <dgm:spPr/>
      <dgm:t>
        <a:bodyPr/>
        <a:lstStyle/>
        <a:p>
          <a:endParaRPr lang="zh-CN" altLang="en-US"/>
        </a:p>
      </dgm:t>
    </dgm:pt>
    <dgm:pt modelId="{FB21F98A-B0B3-40F1-A7A5-1C33E469A1D5}" type="pres">
      <dgm:prSet presAssocID="{50BAC5C4-1D44-449B-BB4F-5FF958210B61}" presName="root1" presStyleCnt="0"/>
      <dgm:spPr/>
    </dgm:pt>
    <dgm:pt modelId="{284380F2-33E5-4D69-9789-9658F2E83806}" type="pres">
      <dgm:prSet presAssocID="{50BAC5C4-1D44-449B-BB4F-5FF958210B61}" presName="LevelOneTextNode" presStyleLbl="node0" presStyleIdx="0" presStyleCnt="1" custScaleY="116731">
        <dgm:presLayoutVars>
          <dgm:chPref val="3"/>
        </dgm:presLayoutVars>
      </dgm:prSet>
      <dgm:spPr/>
      <dgm:t>
        <a:bodyPr/>
        <a:lstStyle/>
        <a:p>
          <a:endParaRPr lang="zh-CN" altLang="en-US"/>
        </a:p>
      </dgm:t>
    </dgm:pt>
    <dgm:pt modelId="{13F3238C-40E9-4744-B1E0-B9173BA885D4}" type="pres">
      <dgm:prSet presAssocID="{50BAC5C4-1D44-449B-BB4F-5FF958210B61}" presName="level2hierChild" presStyleCnt="0"/>
      <dgm:spPr/>
    </dgm:pt>
    <dgm:pt modelId="{8465E24E-53E5-4E45-A9EF-999D6C95FCF3}" type="pres">
      <dgm:prSet presAssocID="{BF2A93B7-5071-433A-BB92-F8FD9B2D5DE6}" presName="conn2-1" presStyleLbl="parChTrans1D2" presStyleIdx="0" presStyleCnt="6"/>
      <dgm:spPr/>
      <dgm:t>
        <a:bodyPr/>
        <a:lstStyle/>
        <a:p>
          <a:endParaRPr lang="zh-CN" altLang="en-US"/>
        </a:p>
      </dgm:t>
    </dgm:pt>
    <dgm:pt modelId="{18E2BAE4-AA20-4072-8EF5-B945474874AC}" type="pres">
      <dgm:prSet presAssocID="{BF2A93B7-5071-433A-BB92-F8FD9B2D5DE6}" presName="connTx" presStyleCnt="0"/>
      <dgm:spPr/>
      <dgm:t>
        <a:bodyPr/>
        <a:lstStyle/>
        <a:p>
          <a:endParaRPr lang="zh-CN" altLang="en-US"/>
        </a:p>
      </dgm:t>
    </dgm:pt>
    <dgm:pt modelId="{3BE0DB44-E37D-43D3-AE86-C036BBBBA890}" type="pres">
      <dgm:prSet presAssocID="{C241310D-9BC7-49D1-8568-71E944F71395}" presName="root2" presStyleCnt="0"/>
      <dgm:spPr/>
    </dgm:pt>
    <dgm:pt modelId="{59A21320-2666-43E6-B2BC-1C482E65861E}" type="pres">
      <dgm:prSet presAssocID="{C241310D-9BC7-49D1-8568-71E944F71395}" presName="LevelTwoTextNode" presStyleLbl="node2" presStyleIdx="0" presStyleCnt="6">
        <dgm:presLayoutVars>
          <dgm:chPref val="3"/>
        </dgm:presLayoutVars>
      </dgm:prSet>
      <dgm:spPr/>
      <dgm:t>
        <a:bodyPr/>
        <a:lstStyle/>
        <a:p>
          <a:endParaRPr lang="zh-CN" altLang="en-US"/>
        </a:p>
      </dgm:t>
    </dgm:pt>
    <dgm:pt modelId="{3BD5F838-DE0C-4760-867E-DD9EB5C249CB}" type="pres">
      <dgm:prSet presAssocID="{C241310D-9BC7-49D1-8568-71E944F71395}" presName="level3hierChild" presStyleCnt="0"/>
      <dgm:spPr/>
    </dgm:pt>
    <dgm:pt modelId="{7206D555-478D-438C-858C-8AF4542AD7DC}" type="pres">
      <dgm:prSet presAssocID="{7A0E7E8A-7AB6-41E2-AE2A-5DF8D634EDC8}" presName="conn2-1" presStyleLbl="parChTrans1D3" presStyleIdx="0" presStyleCnt="6"/>
      <dgm:spPr/>
      <dgm:t>
        <a:bodyPr/>
        <a:lstStyle/>
        <a:p>
          <a:endParaRPr lang="zh-CN" altLang="en-US"/>
        </a:p>
      </dgm:t>
    </dgm:pt>
    <dgm:pt modelId="{68F7883C-707A-461F-9E1F-908E2C108758}" type="pres">
      <dgm:prSet presAssocID="{7A0E7E8A-7AB6-41E2-AE2A-5DF8D634EDC8}" presName="connTx" presStyleCnt="0"/>
      <dgm:spPr/>
      <dgm:t>
        <a:bodyPr/>
        <a:lstStyle/>
        <a:p>
          <a:endParaRPr lang="zh-CN" altLang="en-US"/>
        </a:p>
      </dgm:t>
    </dgm:pt>
    <dgm:pt modelId="{9BC0E491-55C9-40B0-8150-717B682561DB}" type="pres">
      <dgm:prSet presAssocID="{DEDD1828-E7FB-4C37-9E8A-7E913E5271CD}" presName="root2" presStyleCnt="0"/>
      <dgm:spPr/>
    </dgm:pt>
    <dgm:pt modelId="{C905D1E8-E634-417A-BFF4-01DE8E49C3FB}" type="pres">
      <dgm:prSet presAssocID="{DEDD1828-E7FB-4C37-9E8A-7E913E5271CD}" presName="LevelTwoTextNode" presStyleLbl="node3" presStyleIdx="0" presStyleCnt="6" custScaleX="182595">
        <dgm:presLayoutVars>
          <dgm:chPref val="3"/>
        </dgm:presLayoutVars>
      </dgm:prSet>
      <dgm:spPr/>
      <dgm:t>
        <a:bodyPr/>
        <a:lstStyle/>
        <a:p>
          <a:endParaRPr lang="zh-CN" altLang="en-US"/>
        </a:p>
      </dgm:t>
    </dgm:pt>
    <dgm:pt modelId="{E0CDC3E4-0735-4408-BFC3-7B59419A1797}" type="pres">
      <dgm:prSet presAssocID="{DEDD1828-E7FB-4C37-9E8A-7E913E5271CD}" presName="level3hierChild" presStyleCnt="0"/>
      <dgm:spPr/>
    </dgm:pt>
    <dgm:pt modelId="{7DC786D1-A7DD-4084-A6D4-A51736FA5B6F}" type="pres">
      <dgm:prSet presAssocID="{B497DCEF-BE5D-44D3-B7BE-6D4534F56E57}" presName="conn2-1" presStyleLbl="parChTrans1D2" presStyleIdx="1" presStyleCnt="6"/>
      <dgm:spPr/>
      <dgm:t>
        <a:bodyPr/>
        <a:lstStyle/>
        <a:p>
          <a:endParaRPr lang="zh-CN" altLang="en-US"/>
        </a:p>
      </dgm:t>
    </dgm:pt>
    <dgm:pt modelId="{7D99D67C-4513-46C1-A9BC-15E09219505D}" type="pres">
      <dgm:prSet presAssocID="{B497DCEF-BE5D-44D3-B7BE-6D4534F56E57}" presName="connTx" presStyleCnt="0"/>
      <dgm:spPr/>
      <dgm:t>
        <a:bodyPr/>
        <a:lstStyle/>
        <a:p>
          <a:endParaRPr lang="zh-CN" altLang="en-US"/>
        </a:p>
      </dgm:t>
    </dgm:pt>
    <dgm:pt modelId="{F61DAC3F-A6F6-4307-B642-3D351F141B1E}" type="pres">
      <dgm:prSet presAssocID="{6DAA72C8-21F2-47E0-B493-F26BC706B47A}" presName="root2" presStyleCnt="0"/>
      <dgm:spPr/>
    </dgm:pt>
    <dgm:pt modelId="{180ABAE4-7EAF-4416-A18D-FF14BAF8BD7E}" type="pres">
      <dgm:prSet presAssocID="{6DAA72C8-21F2-47E0-B493-F26BC706B47A}" presName="LevelTwoTextNode" presStyleLbl="node2" presStyleIdx="1" presStyleCnt="6">
        <dgm:presLayoutVars>
          <dgm:chPref val="3"/>
        </dgm:presLayoutVars>
      </dgm:prSet>
      <dgm:spPr/>
      <dgm:t>
        <a:bodyPr/>
        <a:lstStyle/>
        <a:p>
          <a:endParaRPr lang="zh-CN" altLang="en-US"/>
        </a:p>
      </dgm:t>
    </dgm:pt>
    <dgm:pt modelId="{53F8B838-6B6E-460A-BABD-166492D1D28D}" type="pres">
      <dgm:prSet presAssocID="{6DAA72C8-21F2-47E0-B493-F26BC706B47A}" presName="level3hierChild" presStyleCnt="0"/>
      <dgm:spPr/>
    </dgm:pt>
    <dgm:pt modelId="{E83E9936-BEE5-4DCC-B056-CDCF499D2505}" type="pres">
      <dgm:prSet presAssocID="{4B68239F-B57B-4A40-BE22-B9E8DDCC5CE1}" presName="conn2-1" presStyleLbl="parChTrans1D3" presStyleIdx="1" presStyleCnt="6"/>
      <dgm:spPr/>
      <dgm:t>
        <a:bodyPr/>
        <a:lstStyle/>
        <a:p>
          <a:endParaRPr lang="zh-CN" altLang="en-US"/>
        </a:p>
      </dgm:t>
    </dgm:pt>
    <dgm:pt modelId="{12A38F56-0DCC-421B-9645-5D527AE15226}" type="pres">
      <dgm:prSet presAssocID="{4B68239F-B57B-4A40-BE22-B9E8DDCC5CE1}" presName="connTx" presStyleCnt="0"/>
      <dgm:spPr/>
      <dgm:t>
        <a:bodyPr/>
        <a:lstStyle/>
        <a:p>
          <a:endParaRPr lang="zh-CN" altLang="en-US"/>
        </a:p>
      </dgm:t>
    </dgm:pt>
    <dgm:pt modelId="{DB26ACF2-E4B1-4FF7-9F6E-0916EF550FD9}" type="pres">
      <dgm:prSet presAssocID="{D4BC5402-1C6B-4BEE-9B44-835A02146009}" presName="root2" presStyleCnt="0"/>
      <dgm:spPr/>
    </dgm:pt>
    <dgm:pt modelId="{4E91E97F-9DA7-482C-A248-A5F5F9BA2A6D}" type="pres">
      <dgm:prSet presAssocID="{D4BC5402-1C6B-4BEE-9B44-835A02146009}" presName="LevelTwoTextNode" presStyleLbl="node3" presStyleIdx="1" presStyleCnt="6" custScaleX="182595">
        <dgm:presLayoutVars>
          <dgm:chPref val="3"/>
        </dgm:presLayoutVars>
      </dgm:prSet>
      <dgm:spPr/>
      <dgm:t>
        <a:bodyPr/>
        <a:lstStyle/>
        <a:p>
          <a:endParaRPr lang="zh-CN" altLang="en-US"/>
        </a:p>
      </dgm:t>
    </dgm:pt>
    <dgm:pt modelId="{B4D3800C-3FB5-409B-90D3-6361E5836286}" type="pres">
      <dgm:prSet presAssocID="{D4BC5402-1C6B-4BEE-9B44-835A02146009}" presName="level3hierChild" presStyleCnt="0"/>
      <dgm:spPr/>
    </dgm:pt>
    <dgm:pt modelId="{9345E32D-032F-43F7-A0A1-C80A304A6F2D}" type="pres">
      <dgm:prSet presAssocID="{DD1B2920-500E-4270-80EC-E5DA62F14EF8}" presName="conn2-1" presStyleLbl="parChTrans1D2" presStyleIdx="2" presStyleCnt="6"/>
      <dgm:spPr/>
      <dgm:t>
        <a:bodyPr/>
        <a:lstStyle/>
        <a:p>
          <a:endParaRPr lang="zh-CN" altLang="en-US"/>
        </a:p>
      </dgm:t>
    </dgm:pt>
    <dgm:pt modelId="{24C67625-C4D4-4B41-91DB-531BF38253D9}" type="pres">
      <dgm:prSet presAssocID="{DD1B2920-500E-4270-80EC-E5DA62F14EF8}" presName="connTx" presStyleCnt="0"/>
      <dgm:spPr/>
      <dgm:t>
        <a:bodyPr/>
        <a:lstStyle/>
        <a:p>
          <a:endParaRPr lang="zh-CN" altLang="en-US"/>
        </a:p>
      </dgm:t>
    </dgm:pt>
    <dgm:pt modelId="{AA7871E4-B183-49A3-BC7B-97DA79CE844D}" type="pres">
      <dgm:prSet presAssocID="{9314F840-0628-41C5-A48D-0C76DEBB3604}" presName="root2" presStyleCnt="0"/>
      <dgm:spPr/>
    </dgm:pt>
    <dgm:pt modelId="{467744DC-184A-41DC-ACDB-56884E952046}" type="pres">
      <dgm:prSet presAssocID="{9314F840-0628-41C5-A48D-0C76DEBB3604}" presName="LevelTwoTextNode" presStyleLbl="node2" presStyleIdx="2" presStyleCnt="6">
        <dgm:presLayoutVars>
          <dgm:chPref val="3"/>
        </dgm:presLayoutVars>
      </dgm:prSet>
      <dgm:spPr/>
      <dgm:t>
        <a:bodyPr/>
        <a:lstStyle/>
        <a:p>
          <a:endParaRPr lang="zh-CN" altLang="en-US"/>
        </a:p>
      </dgm:t>
    </dgm:pt>
    <dgm:pt modelId="{02F9DCFA-5F9C-4891-BF7B-BB726901A2B2}" type="pres">
      <dgm:prSet presAssocID="{9314F840-0628-41C5-A48D-0C76DEBB3604}" presName="level3hierChild" presStyleCnt="0"/>
      <dgm:spPr/>
    </dgm:pt>
    <dgm:pt modelId="{73DD595B-2860-4293-9A12-C9A2BBBC2430}" type="pres">
      <dgm:prSet presAssocID="{86B5DA9D-1E05-4CD0-88EB-1B8DD689F7BB}" presName="conn2-1" presStyleLbl="parChTrans1D3" presStyleIdx="2" presStyleCnt="6"/>
      <dgm:spPr/>
      <dgm:t>
        <a:bodyPr/>
        <a:lstStyle/>
        <a:p>
          <a:endParaRPr lang="zh-CN" altLang="en-US"/>
        </a:p>
      </dgm:t>
    </dgm:pt>
    <dgm:pt modelId="{DCE173A3-96C2-4014-851D-FCB41F57E815}" type="pres">
      <dgm:prSet presAssocID="{86B5DA9D-1E05-4CD0-88EB-1B8DD689F7BB}" presName="connTx" presStyleCnt="0"/>
      <dgm:spPr/>
      <dgm:t>
        <a:bodyPr/>
        <a:lstStyle/>
        <a:p>
          <a:endParaRPr lang="zh-CN" altLang="en-US"/>
        </a:p>
      </dgm:t>
    </dgm:pt>
    <dgm:pt modelId="{2BCA394A-6D63-4126-97FE-F97ABEFC258A}" type="pres">
      <dgm:prSet presAssocID="{831742E8-4C9A-4B8F-BC85-AACAA3458CA7}" presName="root2" presStyleCnt="0"/>
      <dgm:spPr/>
    </dgm:pt>
    <dgm:pt modelId="{15B8FB49-AAE8-4358-9A29-64BDD7F492F1}" type="pres">
      <dgm:prSet presAssocID="{831742E8-4C9A-4B8F-BC85-AACAA3458CA7}" presName="LevelTwoTextNode" presStyleLbl="node3" presStyleIdx="2" presStyleCnt="6" custScaleX="182595">
        <dgm:presLayoutVars>
          <dgm:chPref val="3"/>
        </dgm:presLayoutVars>
      </dgm:prSet>
      <dgm:spPr/>
      <dgm:t>
        <a:bodyPr/>
        <a:lstStyle/>
        <a:p>
          <a:endParaRPr lang="zh-CN" altLang="en-US"/>
        </a:p>
      </dgm:t>
    </dgm:pt>
    <dgm:pt modelId="{D4B2EF04-9F04-4FC4-8346-893F233449E3}" type="pres">
      <dgm:prSet presAssocID="{831742E8-4C9A-4B8F-BC85-AACAA3458CA7}" presName="level3hierChild" presStyleCnt="0"/>
      <dgm:spPr/>
    </dgm:pt>
    <dgm:pt modelId="{07F1224B-40AE-4D1B-ADDF-BFC42F1C90E8}" type="pres">
      <dgm:prSet presAssocID="{1EE9E4C9-89CD-426D-AF22-D16DCA116E7E}" presName="conn2-1" presStyleLbl="parChTrans1D2" presStyleIdx="3" presStyleCnt="6"/>
      <dgm:spPr/>
      <dgm:t>
        <a:bodyPr/>
        <a:lstStyle/>
        <a:p>
          <a:endParaRPr lang="zh-CN" altLang="en-US"/>
        </a:p>
      </dgm:t>
    </dgm:pt>
    <dgm:pt modelId="{7AB5DD8F-2983-4CD0-B82D-592AC2EB285F}" type="pres">
      <dgm:prSet presAssocID="{1EE9E4C9-89CD-426D-AF22-D16DCA116E7E}" presName="connTx" presStyleCnt="0"/>
      <dgm:spPr/>
      <dgm:t>
        <a:bodyPr/>
        <a:lstStyle/>
        <a:p>
          <a:endParaRPr lang="zh-CN" altLang="en-US"/>
        </a:p>
      </dgm:t>
    </dgm:pt>
    <dgm:pt modelId="{C701AA34-CCB6-4BF2-9E72-CFFE2006826A}" type="pres">
      <dgm:prSet presAssocID="{721FEAD7-A991-4A62-9156-00AD382568E4}" presName="root2" presStyleCnt="0"/>
      <dgm:spPr/>
    </dgm:pt>
    <dgm:pt modelId="{053BB8D5-F063-4CC5-8A3D-6B3BDAC92BF3}" type="pres">
      <dgm:prSet presAssocID="{721FEAD7-A991-4A62-9156-00AD382568E4}" presName="LevelTwoTextNode" presStyleLbl="node2" presStyleIdx="3" presStyleCnt="6">
        <dgm:presLayoutVars>
          <dgm:chPref val="3"/>
        </dgm:presLayoutVars>
      </dgm:prSet>
      <dgm:spPr/>
      <dgm:t>
        <a:bodyPr/>
        <a:lstStyle/>
        <a:p>
          <a:endParaRPr lang="zh-CN" altLang="en-US"/>
        </a:p>
      </dgm:t>
    </dgm:pt>
    <dgm:pt modelId="{A8A1CE1E-E902-4355-A823-E60465824615}" type="pres">
      <dgm:prSet presAssocID="{721FEAD7-A991-4A62-9156-00AD382568E4}" presName="level3hierChild" presStyleCnt="0"/>
      <dgm:spPr/>
    </dgm:pt>
    <dgm:pt modelId="{E1B5A8B3-6C3B-4165-879F-10F9D96A3275}" type="pres">
      <dgm:prSet presAssocID="{5C0D96EF-93E4-4606-BB38-E9C4DC0F443C}" presName="conn2-1" presStyleLbl="parChTrans1D3" presStyleIdx="3" presStyleCnt="6"/>
      <dgm:spPr/>
      <dgm:t>
        <a:bodyPr/>
        <a:lstStyle/>
        <a:p>
          <a:endParaRPr lang="zh-CN" altLang="en-US"/>
        </a:p>
      </dgm:t>
    </dgm:pt>
    <dgm:pt modelId="{EBA75027-4BC9-4F58-AE77-8EBB51305175}" type="pres">
      <dgm:prSet presAssocID="{5C0D96EF-93E4-4606-BB38-E9C4DC0F443C}" presName="connTx" presStyleCnt="0"/>
      <dgm:spPr/>
      <dgm:t>
        <a:bodyPr/>
        <a:lstStyle/>
        <a:p>
          <a:endParaRPr lang="zh-CN" altLang="en-US"/>
        </a:p>
      </dgm:t>
    </dgm:pt>
    <dgm:pt modelId="{95A30D32-CE65-41C6-A17E-E058E3BE6145}" type="pres">
      <dgm:prSet presAssocID="{84D5C77E-2227-4022-B97F-5A0BE14914A0}" presName="root2" presStyleCnt="0"/>
      <dgm:spPr/>
    </dgm:pt>
    <dgm:pt modelId="{43890F1A-6D44-44A7-AD5C-392A4C65957F}" type="pres">
      <dgm:prSet presAssocID="{84D5C77E-2227-4022-B97F-5A0BE14914A0}" presName="LevelTwoTextNode" presStyleLbl="node3" presStyleIdx="3" presStyleCnt="6" custScaleX="182595">
        <dgm:presLayoutVars>
          <dgm:chPref val="3"/>
        </dgm:presLayoutVars>
      </dgm:prSet>
      <dgm:spPr/>
      <dgm:t>
        <a:bodyPr/>
        <a:lstStyle/>
        <a:p>
          <a:endParaRPr lang="zh-CN" altLang="en-US"/>
        </a:p>
      </dgm:t>
    </dgm:pt>
    <dgm:pt modelId="{D8BA8339-71F7-4B22-984D-BFDDA04CF0E4}" type="pres">
      <dgm:prSet presAssocID="{84D5C77E-2227-4022-B97F-5A0BE14914A0}" presName="level3hierChild" presStyleCnt="0"/>
      <dgm:spPr/>
    </dgm:pt>
    <dgm:pt modelId="{1D64C6E9-EF06-4F3F-B01F-371FD22B0AD8}" type="pres">
      <dgm:prSet presAssocID="{C3FDE9C7-4EA7-4A2D-8768-BBBEB92DCBE9}" presName="conn2-1" presStyleLbl="parChTrans1D2" presStyleIdx="4" presStyleCnt="6"/>
      <dgm:spPr/>
      <dgm:t>
        <a:bodyPr/>
        <a:lstStyle/>
        <a:p>
          <a:endParaRPr lang="zh-CN" altLang="en-US"/>
        </a:p>
      </dgm:t>
    </dgm:pt>
    <dgm:pt modelId="{BAC6D9DD-FBF4-4F11-8BC9-A64E0095A8E5}" type="pres">
      <dgm:prSet presAssocID="{C3FDE9C7-4EA7-4A2D-8768-BBBEB92DCBE9}" presName="connTx" presStyleCnt="0"/>
      <dgm:spPr/>
      <dgm:t>
        <a:bodyPr/>
        <a:lstStyle/>
        <a:p>
          <a:endParaRPr lang="zh-CN" altLang="en-US"/>
        </a:p>
      </dgm:t>
    </dgm:pt>
    <dgm:pt modelId="{2454650B-B3F2-498B-8C0E-1C934BB18D20}" type="pres">
      <dgm:prSet presAssocID="{F4632920-BCA8-4526-8142-77E8D58A94BA}" presName="root2" presStyleCnt="0"/>
      <dgm:spPr/>
    </dgm:pt>
    <dgm:pt modelId="{1978A7A7-593F-412D-9AC9-AF6375ED9241}" type="pres">
      <dgm:prSet presAssocID="{F4632920-BCA8-4526-8142-77E8D58A94BA}" presName="LevelTwoTextNode" presStyleLbl="node2" presStyleIdx="4" presStyleCnt="6">
        <dgm:presLayoutVars>
          <dgm:chPref val="3"/>
        </dgm:presLayoutVars>
      </dgm:prSet>
      <dgm:spPr/>
      <dgm:t>
        <a:bodyPr/>
        <a:lstStyle/>
        <a:p>
          <a:endParaRPr lang="zh-CN" altLang="en-US"/>
        </a:p>
      </dgm:t>
    </dgm:pt>
    <dgm:pt modelId="{B12E89EB-FE45-4C4E-8987-7935A088DFD3}" type="pres">
      <dgm:prSet presAssocID="{F4632920-BCA8-4526-8142-77E8D58A94BA}" presName="level3hierChild" presStyleCnt="0"/>
      <dgm:spPr/>
    </dgm:pt>
    <dgm:pt modelId="{4AA83C7D-133C-4630-990F-AB4C63C5216B}" type="pres">
      <dgm:prSet presAssocID="{6DF88EEF-521E-4E4D-9CD0-F1F8CD5B4792}" presName="conn2-1" presStyleLbl="parChTrans1D3" presStyleIdx="4" presStyleCnt="6"/>
      <dgm:spPr/>
      <dgm:t>
        <a:bodyPr/>
        <a:lstStyle/>
        <a:p>
          <a:endParaRPr lang="zh-CN" altLang="en-US"/>
        </a:p>
      </dgm:t>
    </dgm:pt>
    <dgm:pt modelId="{0B5A0809-D47C-468C-8E79-E633AB450766}" type="pres">
      <dgm:prSet presAssocID="{6DF88EEF-521E-4E4D-9CD0-F1F8CD5B4792}" presName="connTx" presStyleCnt="0"/>
      <dgm:spPr/>
      <dgm:t>
        <a:bodyPr/>
        <a:lstStyle/>
        <a:p>
          <a:endParaRPr lang="zh-CN" altLang="en-US"/>
        </a:p>
      </dgm:t>
    </dgm:pt>
    <dgm:pt modelId="{C0756C01-51A4-4A5C-A7A9-30519F9FE9EC}" type="pres">
      <dgm:prSet presAssocID="{EDC7068E-5BF4-4471-B91F-B169C85DFE95}" presName="root2" presStyleCnt="0"/>
      <dgm:spPr/>
    </dgm:pt>
    <dgm:pt modelId="{9C1D3FB7-347B-4A58-98F3-03E2EF69B0C5}" type="pres">
      <dgm:prSet presAssocID="{EDC7068E-5BF4-4471-B91F-B169C85DFE95}" presName="LevelTwoTextNode" presStyleLbl="node3" presStyleIdx="4" presStyleCnt="6" custScaleX="182595">
        <dgm:presLayoutVars>
          <dgm:chPref val="3"/>
        </dgm:presLayoutVars>
      </dgm:prSet>
      <dgm:spPr/>
      <dgm:t>
        <a:bodyPr/>
        <a:lstStyle/>
        <a:p>
          <a:endParaRPr lang="zh-CN" altLang="en-US"/>
        </a:p>
      </dgm:t>
    </dgm:pt>
    <dgm:pt modelId="{BBDB0FFA-74DE-4FCA-8325-5E9F18FF870B}" type="pres">
      <dgm:prSet presAssocID="{EDC7068E-5BF4-4471-B91F-B169C85DFE95}" presName="level3hierChild" presStyleCnt="0"/>
      <dgm:spPr/>
    </dgm:pt>
    <dgm:pt modelId="{47140028-505E-466C-859B-4CA2E382F4CD}" type="pres">
      <dgm:prSet presAssocID="{35E7EE7A-58E7-4312-9C42-0CB2869C84F4}" presName="conn2-1" presStyleLbl="parChTrans1D2" presStyleIdx="5" presStyleCnt="6"/>
      <dgm:spPr/>
      <dgm:t>
        <a:bodyPr/>
        <a:lstStyle/>
        <a:p>
          <a:endParaRPr lang="zh-CN" altLang="en-US"/>
        </a:p>
      </dgm:t>
    </dgm:pt>
    <dgm:pt modelId="{F0530BEF-988D-43D2-8BCC-1C5544E445EA}" type="pres">
      <dgm:prSet presAssocID="{35E7EE7A-58E7-4312-9C42-0CB2869C84F4}" presName="connTx" presStyleCnt="0"/>
      <dgm:spPr/>
      <dgm:t>
        <a:bodyPr/>
        <a:lstStyle/>
        <a:p>
          <a:endParaRPr lang="zh-CN" altLang="en-US"/>
        </a:p>
      </dgm:t>
    </dgm:pt>
    <dgm:pt modelId="{E10E1A87-993F-4103-861E-59017F375F57}" type="pres">
      <dgm:prSet presAssocID="{008423B9-0473-4C7E-9E54-0B27AA8A5C96}" presName="root2" presStyleCnt="0"/>
      <dgm:spPr/>
    </dgm:pt>
    <dgm:pt modelId="{4D9DE9F5-1790-476B-A7DF-94AD519A4044}" type="pres">
      <dgm:prSet presAssocID="{008423B9-0473-4C7E-9E54-0B27AA8A5C96}" presName="LevelTwoTextNode" presStyleLbl="node2" presStyleIdx="5" presStyleCnt="6">
        <dgm:presLayoutVars>
          <dgm:chPref val="3"/>
        </dgm:presLayoutVars>
      </dgm:prSet>
      <dgm:spPr/>
      <dgm:t>
        <a:bodyPr/>
        <a:lstStyle/>
        <a:p>
          <a:endParaRPr lang="zh-CN" altLang="en-US"/>
        </a:p>
      </dgm:t>
    </dgm:pt>
    <dgm:pt modelId="{CBDD7690-9441-41B8-9F49-011458887BAB}" type="pres">
      <dgm:prSet presAssocID="{008423B9-0473-4C7E-9E54-0B27AA8A5C96}" presName="level3hierChild" presStyleCnt="0"/>
      <dgm:spPr/>
    </dgm:pt>
    <dgm:pt modelId="{31F9424D-894F-49E3-9DC9-8EA14C80E9ED}" type="pres">
      <dgm:prSet presAssocID="{36913CED-E9B4-4996-A1F2-809C5A66BDCF}" presName="conn2-1" presStyleLbl="parChTrans1D3" presStyleIdx="5" presStyleCnt="6"/>
      <dgm:spPr/>
      <dgm:t>
        <a:bodyPr/>
        <a:lstStyle/>
        <a:p>
          <a:endParaRPr lang="zh-CN" altLang="en-US"/>
        </a:p>
      </dgm:t>
    </dgm:pt>
    <dgm:pt modelId="{09BDB37A-05F7-441A-9D72-A7F75092FEEB}" type="pres">
      <dgm:prSet presAssocID="{36913CED-E9B4-4996-A1F2-809C5A66BDCF}" presName="connTx" presStyleCnt="0"/>
      <dgm:spPr/>
      <dgm:t>
        <a:bodyPr/>
        <a:lstStyle/>
        <a:p>
          <a:endParaRPr lang="zh-CN" altLang="en-US"/>
        </a:p>
      </dgm:t>
    </dgm:pt>
    <dgm:pt modelId="{C4CA8278-5048-46F1-8517-B808714AD71E}" type="pres">
      <dgm:prSet presAssocID="{78782E0D-A930-449B-B5C6-FC5067E12EA4}" presName="root2" presStyleCnt="0"/>
      <dgm:spPr/>
    </dgm:pt>
    <dgm:pt modelId="{67B67F68-8C95-48A1-B37F-BF40920B2983}" type="pres">
      <dgm:prSet presAssocID="{78782E0D-A930-449B-B5C6-FC5067E12EA4}" presName="LevelTwoTextNode" presStyleLbl="node3" presStyleIdx="5" presStyleCnt="6" custScaleX="182595">
        <dgm:presLayoutVars>
          <dgm:chPref val="3"/>
        </dgm:presLayoutVars>
      </dgm:prSet>
      <dgm:spPr/>
      <dgm:t>
        <a:bodyPr/>
        <a:lstStyle/>
        <a:p>
          <a:endParaRPr lang="zh-CN" altLang="en-US"/>
        </a:p>
      </dgm:t>
    </dgm:pt>
    <dgm:pt modelId="{BBA52124-3F3D-42B7-86CC-32567FCCEF67}" type="pres">
      <dgm:prSet presAssocID="{78782E0D-A930-449B-B5C6-FC5067E12EA4}" presName="level3hierChild" presStyleCnt="0"/>
      <dgm:spPr/>
    </dgm:pt>
  </dgm:ptLst>
  <dgm:cxnLst>
    <dgm:cxn modelId="{1D1D9528-DDC5-4CFB-8422-83A56E2E4ED3}" srcId="{CFD4A259-30FE-4777-9310-389A0BAFC6BD}" destId="{50BAC5C4-1D44-449B-BB4F-5FF958210B61}" srcOrd="0" destOrd="0" parTransId="{293336F1-B9FA-4483-A96B-ED43F92A1122}" sibTransId="{65852FDD-A349-42F3-98FC-B81047C0E687}"/>
    <dgm:cxn modelId="{B20159E9-CB2C-40F3-A24D-3EEB3F0DC7FD}" srcId="{50BAC5C4-1D44-449B-BB4F-5FF958210B61}" destId="{C241310D-9BC7-49D1-8568-71E944F71395}" srcOrd="0" destOrd="0" parTransId="{BF2A93B7-5071-433A-BB92-F8FD9B2D5DE6}" sibTransId="{94C08783-3E8E-40D8-8812-E8BE430F26DB}"/>
    <dgm:cxn modelId="{78FE299E-AFE5-4C08-ADC4-C726DAB4EF46}" srcId="{C241310D-9BC7-49D1-8568-71E944F71395}" destId="{DEDD1828-E7FB-4C37-9E8A-7E913E5271CD}" srcOrd="0" destOrd="0" parTransId="{7A0E7E8A-7AB6-41E2-AE2A-5DF8D634EDC8}" sibTransId="{46B2BAC2-8CE4-4F41-8780-97FE039A03D2}"/>
    <dgm:cxn modelId="{5C762035-4A36-4CAF-8C2A-E39E75A8780C}" srcId="{50BAC5C4-1D44-449B-BB4F-5FF958210B61}" destId="{6DAA72C8-21F2-47E0-B493-F26BC706B47A}" srcOrd="1" destOrd="0" parTransId="{B497DCEF-BE5D-44D3-B7BE-6D4534F56E57}" sibTransId="{8FC23474-D0D3-4022-9D14-2B950BEE36E4}"/>
    <dgm:cxn modelId="{850C9DD8-78A3-4F46-9CF3-9F984AEBB550}" srcId="{6DAA72C8-21F2-47E0-B493-F26BC706B47A}" destId="{D4BC5402-1C6B-4BEE-9B44-835A02146009}" srcOrd="0" destOrd="1" parTransId="{4B68239F-B57B-4A40-BE22-B9E8DDCC5CE1}" sibTransId="{695CDC45-C828-4576-B5B7-C5B2C7470579}"/>
    <dgm:cxn modelId="{1AF8A164-EAED-4BB8-B953-3EC53B3633B8}" srcId="{50BAC5C4-1D44-449B-BB4F-5FF958210B61}" destId="{9314F840-0628-41C5-A48D-0C76DEBB3604}" srcOrd="2" destOrd="0" parTransId="{DD1B2920-500E-4270-80EC-E5DA62F14EF8}" sibTransId="{FBF256CB-76C0-474E-B095-C51A144E5432}"/>
    <dgm:cxn modelId="{686ED515-3A19-446C-9D74-5903E7EC34DC}" srcId="{9314F840-0628-41C5-A48D-0C76DEBB3604}" destId="{831742E8-4C9A-4B8F-BC85-AACAA3458CA7}" srcOrd="0" destOrd="2" parTransId="{86B5DA9D-1E05-4CD0-88EB-1B8DD689F7BB}" sibTransId="{5D026D2D-80D7-4B87-8DE5-1E2351E9512C}"/>
    <dgm:cxn modelId="{48C73A4E-557D-49B5-BAB7-EA1041F223D7}" srcId="{50BAC5C4-1D44-449B-BB4F-5FF958210B61}" destId="{721FEAD7-A991-4A62-9156-00AD382568E4}" srcOrd="3" destOrd="0" parTransId="{1EE9E4C9-89CD-426D-AF22-D16DCA116E7E}" sibTransId="{CFE3E9B5-1C44-4105-BDD9-38E9A1FF5FD0}"/>
    <dgm:cxn modelId="{C3358400-AA3D-4095-8472-1C07C30E0700}" srcId="{721FEAD7-A991-4A62-9156-00AD382568E4}" destId="{84D5C77E-2227-4022-B97F-5A0BE14914A0}" srcOrd="0" destOrd="3" parTransId="{5C0D96EF-93E4-4606-BB38-E9C4DC0F443C}" sibTransId="{883A9A24-D443-4F90-99B2-A5E182014A6F}"/>
    <dgm:cxn modelId="{AE176B58-582D-4FD3-B8D1-C5F98751DDD2}" srcId="{50BAC5C4-1D44-449B-BB4F-5FF958210B61}" destId="{F4632920-BCA8-4526-8142-77E8D58A94BA}" srcOrd="4" destOrd="0" parTransId="{C3FDE9C7-4EA7-4A2D-8768-BBBEB92DCBE9}" sibTransId="{97CB2B52-57C2-4E28-9624-E1BCE66FDBFA}"/>
    <dgm:cxn modelId="{BD6689B2-AB75-40F0-B1F7-2E16A2EBA547}" srcId="{F4632920-BCA8-4526-8142-77E8D58A94BA}" destId="{EDC7068E-5BF4-4471-B91F-B169C85DFE95}" srcOrd="0" destOrd="4" parTransId="{6DF88EEF-521E-4E4D-9CD0-F1F8CD5B4792}" sibTransId="{4958244C-8A18-4FBB-8812-CFA6C53166B7}"/>
    <dgm:cxn modelId="{3732BDB9-4035-4336-B372-6D80D03AF9EF}" srcId="{50BAC5C4-1D44-449B-BB4F-5FF958210B61}" destId="{008423B9-0473-4C7E-9E54-0B27AA8A5C96}" srcOrd="5" destOrd="0" parTransId="{35E7EE7A-58E7-4312-9C42-0CB2869C84F4}" sibTransId="{8DE07635-11B2-48C8-950F-FEA67523B2D0}"/>
    <dgm:cxn modelId="{28383648-DA35-4F55-9B2F-0C620A124504}" srcId="{008423B9-0473-4C7E-9E54-0B27AA8A5C96}" destId="{78782E0D-A930-449B-B5C6-FC5067E12EA4}" srcOrd="0" destOrd="5" parTransId="{36913CED-E9B4-4996-A1F2-809C5A66BDCF}" sibTransId="{00F0AC91-6F7F-4AF2-A66C-E3618018EE3C}"/>
    <dgm:cxn modelId="{943AFA05-BD4F-4264-B556-1FBC3ACCF499}" type="presOf" srcId="{CFD4A259-30FE-4777-9310-389A0BAFC6BD}" destId="{4D16300C-057A-4FFF-9583-019DE0A394E8}" srcOrd="0" destOrd="0" presId="urn:microsoft.com/office/officeart/2008/layout/HorizontalMultiLevelHierarchy"/>
    <dgm:cxn modelId="{3AB284F3-922B-4695-87AB-64634CC2AD25}" type="presParOf" srcId="{4D16300C-057A-4FFF-9583-019DE0A394E8}" destId="{FB21F98A-B0B3-40F1-A7A5-1C33E469A1D5}" srcOrd="0" destOrd="0" presId="urn:microsoft.com/office/officeart/2008/layout/HorizontalMultiLevelHierarchy"/>
    <dgm:cxn modelId="{875CCFE3-730B-45E7-86F1-4CD4B45C5C9E}" type="presParOf" srcId="{FB21F98A-B0B3-40F1-A7A5-1C33E469A1D5}" destId="{284380F2-33E5-4D69-9789-9658F2E83806}" srcOrd="0" destOrd="0" presId="urn:microsoft.com/office/officeart/2008/layout/HorizontalMultiLevelHierarchy"/>
    <dgm:cxn modelId="{C2F32529-A0E3-4294-8163-39ACC145AE4E}" type="presOf" srcId="{50BAC5C4-1D44-449B-BB4F-5FF958210B61}" destId="{284380F2-33E5-4D69-9789-9658F2E83806}" srcOrd="0" destOrd="0" presId="urn:microsoft.com/office/officeart/2008/layout/HorizontalMultiLevelHierarchy"/>
    <dgm:cxn modelId="{B8F35610-E607-4AA7-BCAA-D32A5DC356E6}" type="presParOf" srcId="{FB21F98A-B0B3-40F1-A7A5-1C33E469A1D5}" destId="{13F3238C-40E9-4744-B1E0-B9173BA885D4}" srcOrd="1" destOrd="0" presId="urn:microsoft.com/office/officeart/2008/layout/HorizontalMultiLevelHierarchy"/>
    <dgm:cxn modelId="{68F87882-730A-4D33-8358-5FB8683AC453}" type="presParOf" srcId="{13F3238C-40E9-4744-B1E0-B9173BA885D4}" destId="{8465E24E-53E5-4E45-A9EF-999D6C95FCF3}" srcOrd="0" destOrd="1" presId="urn:microsoft.com/office/officeart/2008/layout/HorizontalMultiLevelHierarchy"/>
    <dgm:cxn modelId="{1A9FE80B-A45C-4F11-A390-04C15DA17A66}" type="presOf" srcId="{BF2A93B7-5071-433A-BB92-F8FD9B2D5DE6}" destId="{8465E24E-53E5-4E45-A9EF-999D6C95FCF3}" srcOrd="0" destOrd="0" presId="urn:microsoft.com/office/officeart/2008/layout/HorizontalMultiLevelHierarchy"/>
    <dgm:cxn modelId="{5768E122-E1C1-4F05-A893-B6A27B445B0E}" type="presParOf" srcId="{8465E24E-53E5-4E45-A9EF-999D6C95FCF3}" destId="{18E2BAE4-AA20-4072-8EF5-B945474874AC}" srcOrd="0" destOrd="0" presId="urn:microsoft.com/office/officeart/2008/layout/HorizontalMultiLevelHierarchy"/>
    <dgm:cxn modelId="{F10AA375-28B7-414E-8F32-6C9FCA241048}" type="presOf" srcId="{BF2A93B7-5071-433A-BB92-F8FD9B2D5DE6}" destId="{18E2BAE4-AA20-4072-8EF5-B945474874AC}" srcOrd="1" destOrd="0" presId="urn:microsoft.com/office/officeart/2008/layout/HorizontalMultiLevelHierarchy"/>
    <dgm:cxn modelId="{4B2CE2DF-98AF-483D-9A09-D6F6F21E9DAF}" type="presParOf" srcId="{13F3238C-40E9-4744-B1E0-B9173BA885D4}" destId="{3BE0DB44-E37D-43D3-AE86-C036BBBBA890}" srcOrd="1" destOrd="1" presId="urn:microsoft.com/office/officeart/2008/layout/HorizontalMultiLevelHierarchy"/>
    <dgm:cxn modelId="{6BE99B23-5E8D-4D9C-B5FB-F9E133276058}" type="presParOf" srcId="{3BE0DB44-E37D-43D3-AE86-C036BBBBA890}" destId="{59A21320-2666-43E6-B2BC-1C482E65861E}" srcOrd="0" destOrd="1" presId="urn:microsoft.com/office/officeart/2008/layout/HorizontalMultiLevelHierarchy"/>
    <dgm:cxn modelId="{D00B1B94-36CB-4B76-9819-17AA56B3E203}" type="presOf" srcId="{C241310D-9BC7-49D1-8568-71E944F71395}" destId="{59A21320-2666-43E6-B2BC-1C482E65861E}" srcOrd="0" destOrd="0" presId="urn:microsoft.com/office/officeart/2008/layout/HorizontalMultiLevelHierarchy"/>
    <dgm:cxn modelId="{B5FD8810-E729-4EBC-A93A-0C34F2D1F46F}" type="presParOf" srcId="{3BE0DB44-E37D-43D3-AE86-C036BBBBA890}" destId="{3BD5F838-DE0C-4760-867E-DD9EB5C249CB}" srcOrd="1" destOrd="1" presId="urn:microsoft.com/office/officeart/2008/layout/HorizontalMultiLevelHierarchy"/>
    <dgm:cxn modelId="{EAA5F01A-F0F2-4F3B-8669-C47CE945B265}" type="presParOf" srcId="{3BD5F838-DE0C-4760-867E-DD9EB5C249CB}" destId="{7206D555-478D-438C-858C-8AF4542AD7DC}" srcOrd="0" destOrd="1" presId="urn:microsoft.com/office/officeart/2008/layout/HorizontalMultiLevelHierarchy"/>
    <dgm:cxn modelId="{7CCCE848-EE2C-4132-8D1C-FA2E201849C3}" type="presOf" srcId="{7A0E7E8A-7AB6-41E2-AE2A-5DF8D634EDC8}" destId="{7206D555-478D-438C-858C-8AF4542AD7DC}" srcOrd="0" destOrd="0" presId="urn:microsoft.com/office/officeart/2008/layout/HorizontalMultiLevelHierarchy"/>
    <dgm:cxn modelId="{2CFAE672-373F-4213-B8AE-1A8A5B013E72}" type="presParOf" srcId="{7206D555-478D-438C-858C-8AF4542AD7DC}" destId="{68F7883C-707A-461F-9E1F-908E2C108758}" srcOrd="0" destOrd="0" presId="urn:microsoft.com/office/officeart/2008/layout/HorizontalMultiLevelHierarchy"/>
    <dgm:cxn modelId="{DFCC55A5-72E7-40E3-8F2D-7E694FB0303C}" type="presOf" srcId="{7A0E7E8A-7AB6-41E2-AE2A-5DF8D634EDC8}" destId="{68F7883C-707A-461F-9E1F-908E2C108758}" srcOrd="1" destOrd="0" presId="urn:microsoft.com/office/officeart/2008/layout/HorizontalMultiLevelHierarchy"/>
    <dgm:cxn modelId="{2AF1A416-69A9-4C59-82A3-68ABEF51B0F8}" type="presParOf" srcId="{3BD5F838-DE0C-4760-867E-DD9EB5C249CB}" destId="{9BC0E491-55C9-40B0-8150-717B682561DB}" srcOrd="1" destOrd="1" presId="urn:microsoft.com/office/officeart/2008/layout/HorizontalMultiLevelHierarchy"/>
    <dgm:cxn modelId="{105D298C-D314-4A2D-B6CD-597543EA690F}" type="presParOf" srcId="{9BC0E491-55C9-40B0-8150-717B682561DB}" destId="{C905D1E8-E634-417A-BFF4-01DE8E49C3FB}" srcOrd="0" destOrd="1" presId="urn:microsoft.com/office/officeart/2008/layout/HorizontalMultiLevelHierarchy"/>
    <dgm:cxn modelId="{56B9D1B0-EDBA-4401-9D5B-E44E79AC96D6}" type="presOf" srcId="{DEDD1828-E7FB-4C37-9E8A-7E913E5271CD}" destId="{C905D1E8-E634-417A-BFF4-01DE8E49C3FB}" srcOrd="0" destOrd="0" presId="urn:microsoft.com/office/officeart/2008/layout/HorizontalMultiLevelHierarchy"/>
    <dgm:cxn modelId="{085174EA-84FE-42DD-B8DE-4B830AAD0175}" type="presParOf" srcId="{9BC0E491-55C9-40B0-8150-717B682561DB}" destId="{E0CDC3E4-0735-4408-BFC3-7B59419A1797}" srcOrd="1" destOrd="1" presId="urn:microsoft.com/office/officeart/2008/layout/HorizontalMultiLevelHierarchy"/>
    <dgm:cxn modelId="{4760C9F8-A0E5-4AB4-A83B-8F4112F16158}" type="presParOf" srcId="{13F3238C-40E9-4744-B1E0-B9173BA885D4}" destId="{7DC786D1-A7DD-4084-A6D4-A51736FA5B6F}" srcOrd="2" destOrd="1" presId="urn:microsoft.com/office/officeart/2008/layout/HorizontalMultiLevelHierarchy"/>
    <dgm:cxn modelId="{87AF5201-81B4-4005-B318-6C3DE92D55C5}" type="presOf" srcId="{B497DCEF-BE5D-44D3-B7BE-6D4534F56E57}" destId="{7DC786D1-A7DD-4084-A6D4-A51736FA5B6F}" srcOrd="0" destOrd="0" presId="urn:microsoft.com/office/officeart/2008/layout/HorizontalMultiLevelHierarchy"/>
    <dgm:cxn modelId="{07B16BE1-E576-4491-A6E1-17A49B3C51F7}" type="presParOf" srcId="{7DC786D1-A7DD-4084-A6D4-A51736FA5B6F}" destId="{7D99D67C-4513-46C1-A9BC-15E09219505D}" srcOrd="0" destOrd="2" presId="urn:microsoft.com/office/officeart/2008/layout/HorizontalMultiLevelHierarchy"/>
    <dgm:cxn modelId="{EB9D9E34-5A16-4169-8AB8-B791B7DD4526}" type="presOf" srcId="{B497DCEF-BE5D-44D3-B7BE-6D4534F56E57}" destId="{7D99D67C-4513-46C1-A9BC-15E09219505D}" srcOrd="1" destOrd="0" presId="urn:microsoft.com/office/officeart/2008/layout/HorizontalMultiLevelHierarchy"/>
    <dgm:cxn modelId="{097B4A1B-A07B-4179-9295-54B33B62B064}" type="presParOf" srcId="{13F3238C-40E9-4744-B1E0-B9173BA885D4}" destId="{F61DAC3F-A6F6-4307-B642-3D351F141B1E}" srcOrd="3" destOrd="1" presId="urn:microsoft.com/office/officeart/2008/layout/HorizontalMultiLevelHierarchy"/>
    <dgm:cxn modelId="{7DD025B5-BCFE-4176-BB22-043D360A556D}" type="presParOf" srcId="{F61DAC3F-A6F6-4307-B642-3D351F141B1E}" destId="{180ABAE4-7EAF-4416-A18D-FF14BAF8BD7E}" srcOrd="0" destOrd="3" presId="urn:microsoft.com/office/officeart/2008/layout/HorizontalMultiLevelHierarchy"/>
    <dgm:cxn modelId="{C9356D95-59B1-414D-906D-6A82741D93F8}" type="presOf" srcId="{6DAA72C8-21F2-47E0-B493-F26BC706B47A}" destId="{180ABAE4-7EAF-4416-A18D-FF14BAF8BD7E}" srcOrd="0" destOrd="0" presId="urn:microsoft.com/office/officeart/2008/layout/HorizontalMultiLevelHierarchy"/>
    <dgm:cxn modelId="{688C1C8B-4419-427F-9B73-AE2AE35FE5C5}" type="presParOf" srcId="{F61DAC3F-A6F6-4307-B642-3D351F141B1E}" destId="{53F8B838-6B6E-460A-BABD-166492D1D28D}" srcOrd="1" destOrd="3" presId="urn:microsoft.com/office/officeart/2008/layout/HorizontalMultiLevelHierarchy"/>
    <dgm:cxn modelId="{64DCD090-2431-49BE-A60D-4A9616B35D07}" type="presParOf" srcId="{53F8B838-6B6E-460A-BABD-166492D1D28D}" destId="{E83E9936-BEE5-4DCC-B056-CDCF499D2505}" srcOrd="0" destOrd="1" presId="urn:microsoft.com/office/officeart/2008/layout/HorizontalMultiLevelHierarchy"/>
    <dgm:cxn modelId="{C80231F9-6A98-4596-A2B8-8A4A4B1729F1}" type="presOf" srcId="{4B68239F-B57B-4A40-BE22-B9E8DDCC5CE1}" destId="{E83E9936-BEE5-4DCC-B056-CDCF499D2505}" srcOrd="0" destOrd="0" presId="urn:microsoft.com/office/officeart/2008/layout/HorizontalMultiLevelHierarchy"/>
    <dgm:cxn modelId="{926277FA-5B71-4D61-9D56-F6C41F60B92A}" type="presParOf" srcId="{E83E9936-BEE5-4DCC-B056-CDCF499D2505}" destId="{12A38F56-0DCC-421B-9645-5D527AE15226}" srcOrd="0" destOrd="0" presId="urn:microsoft.com/office/officeart/2008/layout/HorizontalMultiLevelHierarchy"/>
    <dgm:cxn modelId="{575C458A-A3BB-4138-AA84-65BE0EBC694E}" type="presOf" srcId="{4B68239F-B57B-4A40-BE22-B9E8DDCC5CE1}" destId="{12A38F56-0DCC-421B-9645-5D527AE15226}" srcOrd="1" destOrd="0" presId="urn:microsoft.com/office/officeart/2008/layout/HorizontalMultiLevelHierarchy"/>
    <dgm:cxn modelId="{74E71F59-AD39-4B39-A7F2-3537E1CEA94E}" type="presParOf" srcId="{53F8B838-6B6E-460A-BABD-166492D1D28D}" destId="{DB26ACF2-E4B1-4FF7-9F6E-0916EF550FD9}" srcOrd="1" destOrd="1" presId="urn:microsoft.com/office/officeart/2008/layout/HorizontalMultiLevelHierarchy"/>
    <dgm:cxn modelId="{DB22B4C7-3B51-4A70-86E6-E825177BEE2F}" type="presParOf" srcId="{DB26ACF2-E4B1-4FF7-9F6E-0916EF550FD9}" destId="{4E91E97F-9DA7-482C-A248-A5F5F9BA2A6D}" srcOrd="0" destOrd="1" presId="urn:microsoft.com/office/officeart/2008/layout/HorizontalMultiLevelHierarchy"/>
    <dgm:cxn modelId="{EE3143C9-FEDB-4545-9611-E021028211A7}" type="presOf" srcId="{D4BC5402-1C6B-4BEE-9B44-835A02146009}" destId="{4E91E97F-9DA7-482C-A248-A5F5F9BA2A6D}" srcOrd="0" destOrd="0" presId="urn:microsoft.com/office/officeart/2008/layout/HorizontalMultiLevelHierarchy"/>
    <dgm:cxn modelId="{12D9E83A-7914-475E-AFEA-8819C8C59CC4}" type="presParOf" srcId="{DB26ACF2-E4B1-4FF7-9F6E-0916EF550FD9}" destId="{B4D3800C-3FB5-409B-90D3-6361E5836286}" srcOrd="1" destOrd="1" presId="urn:microsoft.com/office/officeart/2008/layout/HorizontalMultiLevelHierarchy"/>
    <dgm:cxn modelId="{F4623BD2-58D1-4A86-A87B-1B93E7249EDA}" type="presParOf" srcId="{13F3238C-40E9-4744-B1E0-B9173BA885D4}" destId="{9345E32D-032F-43F7-A0A1-C80A304A6F2D}" srcOrd="4" destOrd="1" presId="urn:microsoft.com/office/officeart/2008/layout/HorizontalMultiLevelHierarchy"/>
    <dgm:cxn modelId="{8FF19D3E-3A0D-4CBE-8152-2FD4627A86EA}" type="presOf" srcId="{DD1B2920-500E-4270-80EC-E5DA62F14EF8}" destId="{9345E32D-032F-43F7-A0A1-C80A304A6F2D}" srcOrd="0" destOrd="0" presId="urn:microsoft.com/office/officeart/2008/layout/HorizontalMultiLevelHierarchy"/>
    <dgm:cxn modelId="{E90567EB-A09D-4A53-A980-ECCDDAAC852A}" type="presParOf" srcId="{9345E32D-032F-43F7-A0A1-C80A304A6F2D}" destId="{24C67625-C4D4-4B41-91DB-531BF38253D9}" srcOrd="0" destOrd="4" presId="urn:microsoft.com/office/officeart/2008/layout/HorizontalMultiLevelHierarchy"/>
    <dgm:cxn modelId="{A42D9D07-7CC2-4D51-BFB8-4680E139898C}" type="presOf" srcId="{DD1B2920-500E-4270-80EC-E5DA62F14EF8}" destId="{24C67625-C4D4-4B41-91DB-531BF38253D9}" srcOrd="1" destOrd="0" presId="urn:microsoft.com/office/officeart/2008/layout/HorizontalMultiLevelHierarchy"/>
    <dgm:cxn modelId="{165A5200-3B95-440C-8063-16240C05C1FE}" type="presParOf" srcId="{13F3238C-40E9-4744-B1E0-B9173BA885D4}" destId="{AA7871E4-B183-49A3-BC7B-97DA79CE844D}" srcOrd="5" destOrd="1" presId="urn:microsoft.com/office/officeart/2008/layout/HorizontalMultiLevelHierarchy"/>
    <dgm:cxn modelId="{1DDF19A7-4E09-4F37-B219-C44BAD0976B6}" type="presParOf" srcId="{AA7871E4-B183-49A3-BC7B-97DA79CE844D}" destId="{467744DC-184A-41DC-ACDB-56884E952046}" srcOrd="0" destOrd="5" presId="urn:microsoft.com/office/officeart/2008/layout/HorizontalMultiLevelHierarchy"/>
    <dgm:cxn modelId="{0A697D67-B3E0-4F06-8946-3D74B4D697EC}" type="presOf" srcId="{9314F840-0628-41C5-A48D-0C76DEBB3604}" destId="{467744DC-184A-41DC-ACDB-56884E952046}" srcOrd="0" destOrd="0" presId="urn:microsoft.com/office/officeart/2008/layout/HorizontalMultiLevelHierarchy"/>
    <dgm:cxn modelId="{0E79BA1D-CAFC-43D5-A6F9-2D2C00ECDC4B}" type="presParOf" srcId="{AA7871E4-B183-49A3-BC7B-97DA79CE844D}" destId="{02F9DCFA-5F9C-4891-BF7B-BB726901A2B2}" srcOrd="1" destOrd="5" presId="urn:microsoft.com/office/officeart/2008/layout/HorizontalMultiLevelHierarchy"/>
    <dgm:cxn modelId="{8AE490D3-5A77-44AD-B4DE-AB26B66EE71D}" type="presParOf" srcId="{02F9DCFA-5F9C-4891-BF7B-BB726901A2B2}" destId="{73DD595B-2860-4293-9A12-C9A2BBBC2430}" srcOrd="0" destOrd="1" presId="urn:microsoft.com/office/officeart/2008/layout/HorizontalMultiLevelHierarchy"/>
    <dgm:cxn modelId="{5AE8DA1F-48A7-4FF5-8C3E-C251EC0FE53D}" type="presOf" srcId="{86B5DA9D-1E05-4CD0-88EB-1B8DD689F7BB}" destId="{73DD595B-2860-4293-9A12-C9A2BBBC2430}" srcOrd="0" destOrd="0" presId="urn:microsoft.com/office/officeart/2008/layout/HorizontalMultiLevelHierarchy"/>
    <dgm:cxn modelId="{F12278AE-5A99-4818-AC9C-79FD5802A143}" type="presParOf" srcId="{73DD595B-2860-4293-9A12-C9A2BBBC2430}" destId="{DCE173A3-96C2-4014-851D-FCB41F57E815}" srcOrd="0" destOrd="0" presId="urn:microsoft.com/office/officeart/2008/layout/HorizontalMultiLevelHierarchy"/>
    <dgm:cxn modelId="{06D897C8-1B57-4009-A169-74D90AE3602C}" type="presOf" srcId="{86B5DA9D-1E05-4CD0-88EB-1B8DD689F7BB}" destId="{DCE173A3-96C2-4014-851D-FCB41F57E815}" srcOrd="1" destOrd="0" presId="urn:microsoft.com/office/officeart/2008/layout/HorizontalMultiLevelHierarchy"/>
    <dgm:cxn modelId="{C32A274F-751A-4107-8BE5-61E18829D529}" type="presParOf" srcId="{02F9DCFA-5F9C-4891-BF7B-BB726901A2B2}" destId="{2BCA394A-6D63-4126-97FE-F97ABEFC258A}" srcOrd="1" destOrd="1" presId="urn:microsoft.com/office/officeart/2008/layout/HorizontalMultiLevelHierarchy"/>
    <dgm:cxn modelId="{2BD540C4-AC20-4C3D-870A-F202D559C672}" type="presParOf" srcId="{2BCA394A-6D63-4126-97FE-F97ABEFC258A}" destId="{15B8FB49-AAE8-4358-9A29-64BDD7F492F1}" srcOrd="0" destOrd="1" presId="urn:microsoft.com/office/officeart/2008/layout/HorizontalMultiLevelHierarchy"/>
    <dgm:cxn modelId="{90FDDD57-09DC-4A41-928F-F4FF81D8D4E3}" type="presOf" srcId="{831742E8-4C9A-4B8F-BC85-AACAA3458CA7}" destId="{15B8FB49-AAE8-4358-9A29-64BDD7F492F1}" srcOrd="0" destOrd="0" presId="urn:microsoft.com/office/officeart/2008/layout/HorizontalMultiLevelHierarchy"/>
    <dgm:cxn modelId="{4557AE13-0C31-45C4-80FF-148637B19A58}" type="presParOf" srcId="{2BCA394A-6D63-4126-97FE-F97ABEFC258A}" destId="{D4B2EF04-9F04-4FC4-8346-893F233449E3}" srcOrd="1" destOrd="1" presId="urn:microsoft.com/office/officeart/2008/layout/HorizontalMultiLevelHierarchy"/>
    <dgm:cxn modelId="{8C665375-19ED-4308-9441-43B486D6D196}" type="presParOf" srcId="{13F3238C-40E9-4744-B1E0-B9173BA885D4}" destId="{07F1224B-40AE-4D1B-ADDF-BFC42F1C90E8}" srcOrd="6" destOrd="1" presId="urn:microsoft.com/office/officeart/2008/layout/HorizontalMultiLevelHierarchy"/>
    <dgm:cxn modelId="{A63245DB-28DE-4B54-AE7D-B447F1CA161F}" type="presOf" srcId="{1EE9E4C9-89CD-426D-AF22-D16DCA116E7E}" destId="{07F1224B-40AE-4D1B-ADDF-BFC42F1C90E8}" srcOrd="0" destOrd="0" presId="urn:microsoft.com/office/officeart/2008/layout/HorizontalMultiLevelHierarchy"/>
    <dgm:cxn modelId="{422C30BD-8316-4A6C-9309-EF0B09C9CD3A}" type="presParOf" srcId="{07F1224B-40AE-4D1B-ADDF-BFC42F1C90E8}" destId="{7AB5DD8F-2983-4CD0-B82D-592AC2EB285F}" srcOrd="0" destOrd="6" presId="urn:microsoft.com/office/officeart/2008/layout/HorizontalMultiLevelHierarchy"/>
    <dgm:cxn modelId="{576FC457-4911-48B4-8CEE-E98524C0BBCD}" type="presOf" srcId="{1EE9E4C9-89CD-426D-AF22-D16DCA116E7E}" destId="{7AB5DD8F-2983-4CD0-B82D-592AC2EB285F}" srcOrd="1" destOrd="0" presId="urn:microsoft.com/office/officeart/2008/layout/HorizontalMultiLevelHierarchy"/>
    <dgm:cxn modelId="{7FE8E17B-35DD-45CD-AC51-87733E35A4DD}" type="presParOf" srcId="{13F3238C-40E9-4744-B1E0-B9173BA885D4}" destId="{C701AA34-CCB6-4BF2-9E72-CFFE2006826A}" srcOrd="7" destOrd="1" presId="urn:microsoft.com/office/officeart/2008/layout/HorizontalMultiLevelHierarchy"/>
    <dgm:cxn modelId="{8F3A3196-F050-4A09-9001-D0A12F5A0BD3}" type="presParOf" srcId="{C701AA34-CCB6-4BF2-9E72-CFFE2006826A}" destId="{053BB8D5-F063-4CC5-8A3D-6B3BDAC92BF3}" srcOrd="0" destOrd="7" presId="urn:microsoft.com/office/officeart/2008/layout/HorizontalMultiLevelHierarchy"/>
    <dgm:cxn modelId="{764E2E19-7F90-4685-92B5-116CB2ABD681}" type="presOf" srcId="{721FEAD7-A991-4A62-9156-00AD382568E4}" destId="{053BB8D5-F063-4CC5-8A3D-6B3BDAC92BF3}" srcOrd="0" destOrd="0" presId="urn:microsoft.com/office/officeart/2008/layout/HorizontalMultiLevelHierarchy"/>
    <dgm:cxn modelId="{E459BF5A-B824-498C-B5ED-0053AD647A9A}" type="presParOf" srcId="{C701AA34-CCB6-4BF2-9E72-CFFE2006826A}" destId="{A8A1CE1E-E902-4355-A823-E60465824615}" srcOrd="1" destOrd="7" presId="urn:microsoft.com/office/officeart/2008/layout/HorizontalMultiLevelHierarchy"/>
    <dgm:cxn modelId="{BA5D2FB0-0C18-4B62-8091-3831AB39E62D}" type="presParOf" srcId="{A8A1CE1E-E902-4355-A823-E60465824615}" destId="{E1B5A8B3-6C3B-4165-879F-10F9D96A3275}" srcOrd="0" destOrd="1" presId="urn:microsoft.com/office/officeart/2008/layout/HorizontalMultiLevelHierarchy"/>
    <dgm:cxn modelId="{D286451A-D79F-4E22-A9E0-A0AB4A42AE1E}" type="presOf" srcId="{5C0D96EF-93E4-4606-BB38-E9C4DC0F443C}" destId="{E1B5A8B3-6C3B-4165-879F-10F9D96A3275}" srcOrd="0" destOrd="0" presId="urn:microsoft.com/office/officeart/2008/layout/HorizontalMultiLevelHierarchy"/>
    <dgm:cxn modelId="{8E949361-2A87-4727-8632-C6B49328D8FF}" type="presParOf" srcId="{E1B5A8B3-6C3B-4165-879F-10F9D96A3275}" destId="{EBA75027-4BC9-4F58-AE77-8EBB51305175}" srcOrd="0" destOrd="0" presId="urn:microsoft.com/office/officeart/2008/layout/HorizontalMultiLevelHierarchy"/>
    <dgm:cxn modelId="{1AF47A54-E3E8-4D4B-ADDA-5A3B28C6545E}" type="presOf" srcId="{5C0D96EF-93E4-4606-BB38-E9C4DC0F443C}" destId="{EBA75027-4BC9-4F58-AE77-8EBB51305175}" srcOrd="1" destOrd="0" presId="urn:microsoft.com/office/officeart/2008/layout/HorizontalMultiLevelHierarchy"/>
    <dgm:cxn modelId="{DDD2B246-3178-4450-B44E-FE71D5FB4125}" type="presParOf" srcId="{A8A1CE1E-E902-4355-A823-E60465824615}" destId="{95A30D32-CE65-41C6-A17E-E058E3BE6145}" srcOrd="1" destOrd="1" presId="urn:microsoft.com/office/officeart/2008/layout/HorizontalMultiLevelHierarchy"/>
    <dgm:cxn modelId="{62B6241D-43A3-4D0C-8BE8-DB56D2911EAA}" type="presParOf" srcId="{95A30D32-CE65-41C6-A17E-E058E3BE6145}" destId="{43890F1A-6D44-44A7-AD5C-392A4C65957F}" srcOrd="0" destOrd="1" presId="urn:microsoft.com/office/officeart/2008/layout/HorizontalMultiLevelHierarchy"/>
    <dgm:cxn modelId="{766C12FE-BE5A-4E5C-B979-790A0AB2CFA0}" type="presOf" srcId="{84D5C77E-2227-4022-B97F-5A0BE14914A0}" destId="{43890F1A-6D44-44A7-AD5C-392A4C65957F}" srcOrd="0" destOrd="0" presId="urn:microsoft.com/office/officeart/2008/layout/HorizontalMultiLevelHierarchy"/>
    <dgm:cxn modelId="{6B76187C-F019-4615-9C75-1320D449A34E}" type="presParOf" srcId="{95A30D32-CE65-41C6-A17E-E058E3BE6145}" destId="{D8BA8339-71F7-4B22-984D-BFDDA04CF0E4}" srcOrd="1" destOrd="1" presId="urn:microsoft.com/office/officeart/2008/layout/HorizontalMultiLevelHierarchy"/>
    <dgm:cxn modelId="{4B1A65C6-8F4D-4BA7-8AFC-33F0A986D095}" type="presParOf" srcId="{13F3238C-40E9-4744-B1E0-B9173BA885D4}" destId="{1D64C6E9-EF06-4F3F-B01F-371FD22B0AD8}" srcOrd="8" destOrd="1" presId="urn:microsoft.com/office/officeart/2008/layout/HorizontalMultiLevelHierarchy"/>
    <dgm:cxn modelId="{C4A05202-0124-4634-B0FC-E942E84AD215}" type="presOf" srcId="{C3FDE9C7-4EA7-4A2D-8768-BBBEB92DCBE9}" destId="{1D64C6E9-EF06-4F3F-B01F-371FD22B0AD8}" srcOrd="0" destOrd="0" presId="urn:microsoft.com/office/officeart/2008/layout/HorizontalMultiLevelHierarchy"/>
    <dgm:cxn modelId="{C3A604B0-A2CC-45CB-92A8-931DCCF8973A}" type="presParOf" srcId="{1D64C6E9-EF06-4F3F-B01F-371FD22B0AD8}" destId="{BAC6D9DD-FBF4-4F11-8BC9-A64E0095A8E5}" srcOrd="0" destOrd="8" presId="urn:microsoft.com/office/officeart/2008/layout/HorizontalMultiLevelHierarchy"/>
    <dgm:cxn modelId="{837BBFEA-DAAA-44A6-8DEB-C1E781ED3EBB}" type="presOf" srcId="{C3FDE9C7-4EA7-4A2D-8768-BBBEB92DCBE9}" destId="{BAC6D9DD-FBF4-4F11-8BC9-A64E0095A8E5}" srcOrd="1" destOrd="0" presId="urn:microsoft.com/office/officeart/2008/layout/HorizontalMultiLevelHierarchy"/>
    <dgm:cxn modelId="{BAE1936D-E316-413A-85E5-ABDD18B644A4}" type="presParOf" srcId="{13F3238C-40E9-4744-B1E0-B9173BA885D4}" destId="{2454650B-B3F2-498B-8C0E-1C934BB18D20}" srcOrd="9" destOrd="1" presId="urn:microsoft.com/office/officeart/2008/layout/HorizontalMultiLevelHierarchy"/>
    <dgm:cxn modelId="{102E5FFA-72B8-419B-83F5-93A159A3AB33}" type="presParOf" srcId="{2454650B-B3F2-498B-8C0E-1C934BB18D20}" destId="{1978A7A7-593F-412D-9AC9-AF6375ED9241}" srcOrd="0" destOrd="9" presId="urn:microsoft.com/office/officeart/2008/layout/HorizontalMultiLevelHierarchy"/>
    <dgm:cxn modelId="{34D2B2A6-F661-4C91-AC05-CAE55AA68ED3}" type="presOf" srcId="{F4632920-BCA8-4526-8142-77E8D58A94BA}" destId="{1978A7A7-593F-412D-9AC9-AF6375ED9241}" srcOrd="0" destOrd="0" presId="urn:microsoft.com/office/officeart/2008/layout/HorizontalMultiLevelHierarchy"/>
    <dgm:cxn modelId="{244BD07D-205F-49CC-AD67-54DA109D8E15}" type="presParOf" srcId="{2454650B-B3F2-498B-8C0E-1C934BB18D20}" destId="{B12E89EB-FE45-4C4E-8987-7935A088DFD3}" srcOrd="1" destOrd="9" presId="urn:microsoft.com/office/officeart/2008/layout/HorizontalMultiLevelHierarchy"/>
    <dgm:cxn modelId="{D49EC145-8238-497D-8F62-FB49E46EAF2F}" type="presParOf" srcId="{B12E89EB-FE45-4C4E-8987-7935A088DFD3}" destId="{4AA83C7D-133C-4630-990F-AB4C63C5216B}" srcOrd="0" destOrd="1" presId="urn:microsoft.com/office/officeart/2008/layout/HorizontalMultiLevelHierarchy"/>
    <dgm:cxn modelId="{957936E3-C2C3-4809-A8A5-381D4ECAFC0B}" type="presOf" srcId="{6DF88EEF-521E-4E4D-9CD0-F1F8CD5B4792}" destId="{4AA83C7D-133C-4630-990F-AB4C63C5216B}" srcOrd="0" destOrd="0" presId="urn:microsoft.com/office/officeart/2008/layout/HorizontalMultiLevelHierarchy"/>
    <dgm:cxn modelId="{932F8830-2927-42B6-A461-63D1E09E0158}" type="presParOf" srcId="{4AA83C7D-133C-4630-990F-AB4C63C5216B}" destId="{0B5A0809-D47C-468C-8E79-E633AB450766}" srcOrd="0" destOrd="0" presId="urn:microsoft.com/office/officeart/2008/layout/HorizontalMultiLevelHierarchy"/>
    <dgm:cxn modelId="{6EEF1F6D-8E6E-4DE1-AF93-F2511CC4D421}" type="presOf" srcId="{6DF88EEF-521E-4E4D-9CD0-F1F8CD5B4792}" destId="{0B5A0809-D47C-468C-8E79-E633AB450766}" srcOrd="1" destOrd="0" presId="urn:microsoft.com/office/officeart/2008/layout/HorizontalMultiLevelHierarchy"/>
    <dgm:cxn modelId="{B203048F-19BC-473E-901F-475093D05135}" type="presParOf" srcId="{B12E89EB-FE45-4C4E-8987-7935A088DFD3}" destId="{C0756C01-51A4-4A5C-A7A9-30519F9FE9EC}" srcOrd="1" destOrd="1" presId="urn:microsoft.com/office/officeart/2008/layout/HorizontalMultiLevelHierarchy"/>
    <dgm:cxn modelId="{36D767E5-BE70-4004-8F7A-110528E6DCD3}" type="presParOf" srcId="{C0756C01-51A4-4A5C-A7A9-30519F9FE9EC}" destId="{9C1D3FB7-347B-4A58-98F3-03E2EF69B0C5}" srcOrd="0" destOrd="1" presId="urn:microsoft.com/office/officeart/2008/layout/HorizontalMultiLevelHierarchy"/>
    <dgm:cxn modelId="{BDB6A6CF-16B1-45A1-8A8F-E028F84235BA}" type="presOf" srcId="{EDC7068E-5BF4-4471-B91F-B169C85DFE95}" destId="{9C1D3FB7-347B-4A58-98F3-03E2EF69B0C5}" srcOrd="0" destOrd="0" presId="urn:microsoft.com/office/officeart/2008/layout/HorizontalMultiLevelHierarchy"/>
    <dgm:cxn modelId="{0470C679-0EDD-4EE2-8A02-9A8607915BF1}" type="presParOf" srcId="{C0756C01-51A4-4A5C-A7A9-30519F9FE9EC}" destId="{BBDB0FFA-74DE-4FCA-8325-5E9F18FF870B}" srcOrd="1" destOrd="1" presId="urn:microsoft.com/office/officeart/2008/layout/HorizontalMultiLevelHierarchy"/>
    <dgm:cxn modelId="{07D8F997-719D-4AD8-BDCE-B7FD0E1445C4}" type="presParOf" srcId="{13F3238C-40E9-4744-B1E0-B9173BA885D4}" destId="{47140028-505E-466C-859B-4CA2E382F4CD}" srcOrd="10" destOrd="1" presId="urn:microsoft.com/office/officeart/2008/layout/HorizontalMultiLevelHierarchy"/>
    <dgm:cxn modelId="{22F6DA6C-F768-4D86-A008-FB92AE87B3DE}" type="presOf" srcId="{35E7EE7A-58E7-4312-9C42-0CB2869C84F4}" destId="{47140028-505E-466C-859B-4CA2E382F4CD}" srcOrd="0" destOrd="0" presId="urn:microsoft.com/office/officeart/2008/layout/HorizontalMultiLevelHierarchy"/>
    <dgm:cxn modelId="{95585E42-CD71-4FDA-B0D8-B4FAAB73CEAC}" type="presParOf" srcId="{47140028-505E-466C-859B-4CA2E382F4CD}" destId="{F0530BEF-988D-43D2-8BCC-1C5544E445EA}" srcOrd="0" destOrd="10" presId="urn:microsoft.com/office/officeart/2008/layout/HorizontalMultiLevelHierarchy"/>
    <dgm:cxn modelId="{2B82F8B8-2421-4A01-AE09-EF892330CEA2}" type="presOf" srcId="{35E7EE7A-58E7-4312-9C42-0CB2869C84F4}" destId="{F0530BEF-988D-43D2-8BCC-1C5544E445EA}" srcOrd="1" destOrd="0" presId="urn:microsoft.com/office/officeart/2008/layout/HorizontalMultiLevelHierarchy"/>
    <dgm:cxn modelId="{94B7EE68-D5A9-4C76-9EE6-B09800CA3B9D}" type="presParOf" srcId="{13F3238C-40E9-4744-B1E0-B9173BA885D4}" destId="{E10E1A87-993F-4103-861E-59017F375F57}" srcOrd="11" destOrd="1" presId="urn:microsoft.com/office/officeart/2008/layout/HorizontalMultiLevelHierarchy"/>
    <dgm:cxn modelId="{240056A9-47E2-4675-BE14-031B79FBD0CC}" type="presParOf" srcId="{E10E1A87-993F-4103-861E-59017F375F57}" destId="{4D9DE9F5-1790-476B-A7DF-94AD519A4044}" srcOrd="0" destOrd="11" presId="urn:microsoft.com/office/officeart/2008/layout/HorizontalMultiLevelHierarchy"/>
    <dgm:cxn modelId="{A803D89A-9037-4C4A-9B74-2FD92FEFCCB2}" type="presOf" srcId="{008423B9-0473-4C7E-9E54-0B27AA8A5C96}" destId="{4D9DE9F5-1790-476B-A7DF-94AD519A4044}" srcOrd="0" destOrd="0" presId="urn:microsoft.com/office/officeart/2008/layout/HorizontalMultiLevelHierarchy"/>
    <dgm:cxn modelId="{AECC7439-4910-4B94-A7FC-15ED976ECEE9}" type="presParOf" srcId="{E10E1A87-993F-4103-861E-59017F375F57}" destId="{CBDD7690-9441-41B8-9F49-011458887BAB}" srcOrd="1" destOrd="11" presId="urn:microsoft.com/office/officeart/2008/layout/HorizontalMultiLevelHierarchy"/>
    <dgm:cxn modelId="{0E0A8944-87D5-4F5F-B07B-6EC28FD79E02}" type="presParOf" srcId="{CBDD7690-9441-41B8-9F49-011458887BAB}" destId="{31F9424D-894F-49E3-9DC9-8EA14C80E9ED}" srcOrd="0" destOrd="1" presId="urn:microsoft.com/office/officeart/2008/layout/HorizontalMultiLevelHierarchy"/>
    <dgm:cxn modelId="{7527A146-A0EC-4558-A06B-E914BC48DE23}" type="presOf" srcId="{36913CED-E9B4-4996-A1F2-809C5A66BDCF}" destId="{31F9424D-894F-49E3-9DC9-8EA14C80E9ED}" srcOrd="0" destOrd="0" presId="urn:microsoft.com/office/officeart/2008/layout/HorizontalMultiLevelHierarchy"/>
    <dgm:cxn modelId="{EACCA292-7033-4F07-AB17-D68671C8DE97}" type="presParOf" srcId="{31F9424D-894F-49E3-9DC9-8EA14C80E9ED}" destId="{09BDB37A-05F7-441A-9D72-A7F75092FEEB}" srcOrd="0" destOrd="0" presId="urn:microsoft.com/office/officeart/2008/layout/HorizontalMultiLevelHierarchy"/>
    <dgm:cxn modelId="{EB11FD9D-E301-4BA1-9331-8BBEBD0E0333}" type="presOf" srcId="{36913CED-E9B4-4996-A1F2-809C5A66BDCF}" destId="{09BDB37A-05F7-441A-9D72-A7F75092FEEB}" srcOrd="1" destOrd="0" presId="urn:microsoft.com/office/officeart/2008/layout/HorizontalMultiLevelHierarchy"/>
    <dgm:cxn modelId="{066016EB-C839-448E-AF67-5CA11B9E3C35}" type="presParOf" srcId="{CBDD7690-9441-41B8-9F49-011458887BAB}" destId="{C4CA8278-5048-46F1-8517-B808714AD71E}" srcOrd="1" destOrd="1" presId="urn:microsoft.com/office/officeart/2008/layout/HorizontalMultiLevelHierarchy"/>
    <dgm:cxn modelId="{DA356572-024C-476E-A87D-EDC267DC738D}" type="presParOf" srcId="{C4CA8278-5048-46F1-8517-B808714AD71E}" destId="{67B67F68-8C95-48A1-B37F-BF40920B2983}" srcOrd="0" destOrd="1" presId="urn:microsoft.com/office/officeart/2008/layout/HorizontalMultiLevelHierarchy"/>
    <dgm:cxn modelId="{2D4BEFD8-6538-4E52-8713-4E781422A078}" type="presOf" srcId="{78782E0D-A930-449B-B5C6-FC5067E12EA4}" destId="{67B67F68-8C95-48A1-B37F-BF40920B2983}" srcOrd="0" destOrd="0" presId="urn:microsoft.com/office/officeart/2008/layout/HorizontalMultiLevelHierarchy"/>
    <dgm:cxn modelId="{DCB895C5-5816-4D56-B79A-57A66469EC8F}" type="presParOf" srcId="{C4CA8278-5048-46F1-8517-B808714AD71E}" destId="{BBA52124-3F3D-42B7-86CC-32567FCCEF67}" srcOrd="1" destOrd="1"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880573" cy="6546574"/>
        <a:chOff x="0" y="0"/>
        <a:chExt cx="11880573" cy="6546574"/>
      </a:xfrm>
    </dsp:grpSpPr>
    <dsp:sp modelId="{8465E24E-53E5-4E45-A9EF-999D6C95FCF3}">
      <dsp:nvSpPr>
        <dsp:cNvPr id="4" name="任意多边形 3"/>
        <dsp:cNvSpPr/>
      </dsp:nvSpPr>
      <dsp:spPr bwMode="white">
        <a:xfrm>
          <a:off x="1614529" y="451488"/>
          <a:ext cx="592352" cy="2821799"/>
        </a:xfrm>
        <a:custGeom>
          <a:avLst/>
          <a:gdLst/>
          <a:ahLst/>
          <a:cxnLst/>
          <a:pathLst>
            <a:path w="933" h="4444">
              <a:moveTo>
                <a:pt x="0" y="4444"/>
              </a:moveTo>
              <a:lnTo>
                <a:pt x="466" y="4444"/>
              </a:lnTo>
              <a:lnTo>
                <a:pt x="466" y="0"/>
              </a:lnTo>
              <a:lnTo>
                <a:pt x="933" y="0"/>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100"/>
        </a:p>
      </dsp:txBody>
      <dsp:txXfrm>
        <a:off x="1614529" y="451488"/>
        <a:ext cx="592352" cy="2821799"/>
      </dsp:txXfrm>
    </dsp:sp>
    <dsp:sp modelId="{7206D555-478D-438C-858C-8AF4542AD7DC}">
      <dsp:nvSpPr>
        <dsp:cNvPr id="6" name="任意多边形 5"/>
        <dsp:cNvSpPr/>
      </dsp:nvSpPr>
      <dsp:spPr bwMode="white">
        <a:xfrm>
          <a:off x="5168641" y="451488"/>
          <a:ext cx="592352" cy="0"/>
        </a:xfrm>
        <a:custGeom>
          <a:avLst/>
          <a:gdLst/>
          <a:ahLst/>
          <a:cxnLst/>
          <a:pathLst>
            <a:path w="933">
              <a:moveTo>
                <a:pt x="0" y="0"/>
              </a:moveTo>
              <a:lnTo>
                <a:pt x="933" y="0"/>
              </a:lnTo>
            </a:path>
          </a:pathLst>
        </a:custGeom>
      </dsp:spPr>
      <dsp:style>
        <a:lnRef idx="2">
          <a:schemeClr val="accent6"/>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700"/>
        </a:p>
      </dsp:txBody>
      <dsp:txXfrm>
        <a:off x="5168641" y="451488"/>
        <a:ext cx="592352" cy="0"/>
      </dsp:txXfrm>
    </dsp:sp>
    <dsp:sp modelId="{7DC786D1-A7DD-4084-A6D4-A51736FA5B6F}">
      <dsp:nvSpPr>
        <dsp:cNvPr id="8" name="任意多边形 7"/>
        <dsp:cNvSpPr/>
      </dsp:nvSpPr>
      <dsp:spPr bwMode="white">
        <a:xfrm>
          <a:off x="1614529" y="1580208"/>
          <a:ext cx="592352" cy="1693079"/>
        </a:xfrm>
        <a:custGeom>
          <a:avLst/>
          <a:gdLst/>
          <a:ahLst/>
          <a:cxnLst/>
          <a:pathLst>
            <a:path w="933" h="2666">
              <a:moveTo>
                <a:pt x="0" y="2666"/>
              </a:moveTo>
              <a:lnTo>
                <a:pt x="466" y="2666"/>
              </a:lnTo>
              <a:lnTo>
                <a:pt x="466" y="0"/>
              </a:lnTo>
              <a:lnTo>
                <a:pt x="933" y="0"/>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800"/>
        </a:p>
      </dsp:txBody>
      <dsp:txXfrm>
        <a:off x="1614529" y="1580208"/>
        <a:ext cx="592352" cy="1693079"/>
      </dsp:txXfrm>
    </dsp:sp>
    <dsp:sp modelId="{E83E9936-BEE5-4DCC-B056-CDCF499D2505}">
      <dsp:nvSpPr>
        <dsp:cNvPr id="10" name="任意多边形 9"/>
        <dsp:cNvSpPr/>
      </dsp:nvSpPr>
      <dsp:spPr bwMode="white">
        <a:xfrm>
          <a:off x="5168641" y="1580208"/>
          <a:ext cx="592352" cy="0"/>
        </a:xfrm>
        <a:custGeom>
          <a:avLst/>
          <a:gdLst/>
          <a:ahLst/>
          <a:cxnLst/>
          <a:pathLst>
            <a:path w="933">
              <a:moveTo>
                <a:pt x="0" y="0"/>
              </a:moveTo>
              <a:lnTo>
                <a:pt x="933" y="0"/>
              </a:lnTo>
            </a:path>
          </a:pathLst>
        </a:custGeom>
      </dsp:spPr>
      <dsp:style>
        <a:lnRef idx="2">
          <a:schemeClr val="accent6"/>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700"/>
        </a:p>
      </dsp:txBody>
      <dsp:txXfrm>
        <a:off x="5168641" y="1580208"/>
        <a:ext cx="592352" cy="0"/>
      </dsp:txXfrm>
    </dsp:sp>
    <dsp:sp modelId="{9345E32D-032F-43F7-A0A1-C80A304A6F2D}">
      <dsp:nvSpPr>
        <dsp:cNvPr id="12" name="任意多边形 11"/>
        <dsp:cNvSpPr/>
      </dsp:nvSpPr>
      <dsp:spPr bwMode="white">
        <a:xfrm>
          <a:off x="1614529" y="2708927"/>
          <a:ext cx="592352" cy="564360"/>
        </a:xfrm>
        <a:custGeom>
          <a:avLst/>
          <a:gdLst/>
          <a:ahLst/>
          <a:cxnLst/>
          <a:pathLst>
            <a:path w="933" h="889">
              <a:moveTo>
                <a:pt x="0" y="889"/>
              </a:moveTo>
              <a:lnTo>
                <a:pt x="466" y="889"/>
              </a:lnTo>
              <a:lnTo>
                <a:pt x="466" y="0"/>
              </a:lnTo>
              <a:lnTo>
                <a:pt x="933" y="0"/>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700"/>
        </a:p>
      </dsp:txBody>
      <dsp:txXfrm>
        <a:off x="1614529" y="2708927"/>
        <a:ext cx="592352" cy="564360"/>
      </dsp:txXfrm>
    </dsp:sp>
    <dsp:sp modelId="{73DD595B-2860-4293-9A12-C9A2BBBC2430}">
      <dsp:nvSpPr>
        <dsp:cNvPr id="14" name="任意多边形 13"/>
        <dsp:cNvSpPr/>
      </dsp:nvSpPr>
      <dsp:spPr bwMode="white">
        <a:xfrm>
          <a:off x="5168641" y="2708927"/>
          <a:ext cx="592352" cy="0"/>
        </a:xfrm>
        <a:custGeom>
          <a:avLst/>
          <a:gdLst/>
          <a:ahLst/>
          <a:cxnLst/>
          <a:pathLst>
            <a:path w="933">
              <a:moveTo>
                <a:pt x="0" y="0"/>
              </a:moveTo>
              <a:lnTo>
                <a:pt x="933" y="0"/>
              </a:lnTo>
            </a:path>
          </a:pathLst>
        </a:custGeom>
      </dsp:spPr>
      <dsp:style>
        <a:lnRef idx="2">
          <a:schemeClr val="accent6"/>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700"/>
        </a:p>
      </dsp:txBody>
      <dsp:txXfrm>
        <a:off x="5168641" y="2708927"/>
        <a:ext cx="592352" cy="0"/>
      </dsp:txXfrm>
    </dsp:sp>
    <dsp:sp modelId="{07F1224B-40AE-4D1B-ADDF-BFC42F1C90E8}">
      <dsp:nvSpPr>
        <dsp:cNvPr id="16" name="任意多边形 15"/>
        <dsp:cNvSpPr/>
      </dsp:nvSpPr>
      <dsp:spPr bwMode="white">
        <a:xfrm>
          <a:off x="1614529" y="3273287"/>
          <a:ext cx="592352" cy="564360"/>
        </a:xfrm>
        <a:custGeom>
          <a:avLst/>
          <a:gdLst/>
          <a:ahLst/>
          <a:cxnLst/>
          <a:pathLst>
            <a:path w="933" h="889">
              <a:moveTo>
                <a:pt x="0" y="0"/>
              </a:moveTo>
              <a:lnTo>
                <a:pt x="466" y="0"/>
              </a:lnTo>
              <a:lnTo>
                <a:pt x="466" y="889"/>
              </a:lnTo>
              <a:lnTo>
                <a:pt x="933" y="889"/>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700"/>
        </a:p>
      </dsp:txBody>
      <dsp:txXfrm>
        <a:off x="1614529" y="3273287"/>
        <a:ext cx="592352" cy="564360"/>
      </dsp:txXfrm>
    </dsp:sp>
    <dsp:sp modelId="{E1B5A8B3-6C3B-4165-879F-10F9D96A3275}">
      <dsp:nvSpPr>
        <dsp:cNvPr id="18" name="任意多边形 17"/>
        <dsp:cNvSpPr/>
      </dsp:nvSpPr>
      <dsp:spPr bwMode="white">
        <a:xfrm>
          <a:off x="5168641" y="3837647"/>
          <a:ext cx="592352" cy="0"/>
        </a:xfrm>
        <a:custGeom>
          <a:avLst/>
          <a:gdLst/>
          <a:ahLst/>
          <a:cxnLst/>
          <a:pathLst>
            <a:path w="933">
              <a:moveTo>
                <a:pt x="0" y="0"/>
              </a:moveTo>
              <a:lnTo>
                <a:pt x="933" y="0"/>
              </a:lnTo>
            </a:path>
          </a:pathLst>
        </a:custGeom>
      </dsp:spPr>
      <dsp:style>
        <a:lnRef idx="2">
          <a:schemeClr val="accent6"/>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700"/>
        </a:p>
      </dsp:txBody>
      <dsp:txXfrm>
        <a:off x="5168641" y="3837647"/>
        <a:ext cx="592352" cy="0"/>
      </dsp:txXfrm>
    </dsp:sp>
    <dsp:sp modelId="{1D64C6E9-EF06-4F3F-B01F-371FD22B0AD8}">
      <dsp:nvSpPr>
        <dsp:cNvPr id="20" name="任意多边形 19"/>
        <dsp:cNvSpPr/>
      </dsp:nvSpPr>
      <dsp:spPr bwMode="white">
        <a:xfrm>
          <a:off x="1614529" y="3273287"/>
          <a:ext cx="592352" cy="1693079"/>
        </a:xfrm>
        <a:custGeom>
          <a:avLst/>
          <a:gdLst/>
          <a:ahLst/>
          <a:cxnLst/>
          <a:pathLst>
            <a:path w="933" h="2666">
              <a:moveTo>
                <a:pt x="0" y="0"/>
              </a:moveTo>
              <a:lnTo>
                <a:pt x="466" y="0"/>
              </a:lnTo>
              <a:lnTo>
                <a:pt x="466" y="2666"/>
              </a:lnTo>
              <a:lnTo>
                <a:pt x="933" y="2666"/>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800"/>
        </a:p>
      </dsp:txBody>
      <dsp:txXfrm>
        <a:off x="1614529" y="3273287"/>
        <a:ext cx="592352" cy="1693079"/>
      </dsp:txXfrm>
    </dsp:sp>
    <dsp:sp modelId="{4AA83C7D-133C-4630-990F-AB4C63C5216B}">
      <dsp:nvSpPr>
        <dsp:cNvPr id="22" name="任意多边形 21"/>
        <dsp:cNvSpPr/>
      </dsp:nvSpPr>
      <dsp:spPr bwMode="white">
        <a:xfrm>
          <a:off x="5168641" y="4966366"/>
          <a:ext cx="592352" cy="0"/>
        </a:xfrm>
        <a:custGeom>
          <a:avLst/>
          <a:gdLst/>
          <a:ahLst/>
          <a:cxnLst/>
          <a:pathLst>
            <a:path w="933">
              <a:moveTo>
                <a:pt x="0" y="0"/>
              </a:moveTo>
              <a:lnTo>
                <a:pt x="933" y="0"/>
              </a:lnTo>
            </a:path>
          </a:pathLst>
        </a:custGeom>
      </dsp:spPr>
      <dsp:style>
        <a:lnRef idx="2">
          <a:schemeClr val="accent6"/>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700"/>
        </a:p>
      </dsp:txBody>
      <dsp:txXfrm>
        <a:off x="5168641" y="4966366"/>
        <a:ext cx="592352" cy="0"/>
      </dsp:txXfrm>
    </dsp:sp>
    <dsp:sp modelId="{47140028-505E-466C-859B-4CA2E382F4CD}">
      <dsp:nvSpPr>
        <dsp:cNvPr id="24" name="任意多边形 23"/>
        <dsp:cNvSpPr/>
      </dsp:nvSpPr>
      <dsp:spPr bwMode="white">
        <a:xfrm>
          <a:off x="1614529" y="3273287"/>
          <a:ext cx="592352" cy="2821799"/>
        </a:xfrm>
        <a:custGeom>
          <a:avLst/>
          <a:gdLst/>
          <a:ahLst/>
          <a:cxnLst/>
          <a:pathLst>
            <a:path w="933" h="4444">
              <a:moveTo>
                <a:pt x="0" y="0"/>
              </a:moveTo>
              <a:lnTo>
                <a:pt x="466" y="0"/>
              </a:lnTo>
              <a:lnTo>
                <a:pt x="466" y="4444"/>
              </a:lnTo>
              <a:lnTo>
                <a:pt x="933" y="4444"/>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100"/>
        </a:p>
      </dsp:txBody>
      <dsp:txXfrm>
        <a:off x="1614529" y="3273287"/>
        <a:ext cx="592352" cy="2821799"/>
      </dsp:txXfrm>
    </dsp:sp>
    <dsp:sp modelId="{31F9424D-894F-49E3-9DC9-8EA14C80E9ED}">
      <dsp:nvSpPr>
        <dsp:cNvPr id="26" name="任意多边形 25"/>
        <dsp:cNvSpPr/>
      </dsp:nvSpPr>
      <dsp:spPr bwMode="white">
        <a:xfrm>
          <a:off x="5168641" y="6095086"/>
          <a:ext cx="592352" cy="0"/>
        </a:xfrm>
        <a:custGeom>
          <a:avLst/>
          <a:gdLst/>
          <a:ahLst/>
          <a:cxnLst/>
          <a:pathLst>
            <a:path w="933">
              <a:moveTo>
                <a:pt x="0" y="0"/>
              </a:moveTo>
              <a:lnTo>
                <a:pt x="933" y="0"/>
              </a:lnTo>
            </a:path>
          </a:pathLst>
        </a:custGeom>
      </dsp:spPr>
      <dsp:style>
        <a:lnRef idx="2">
          <a:schemeClr val="accent6"/>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700"/>
        </a:p>
      </dsp:txBody>
      <dsp:txXfrm>
        <a:off x="5168641" y="6095086"/>
        <a:ext cx="592352" cy="0"/>
      </dsp:txXfrm>
    </dsp:sp>
    <dsp:sp modelId="{284380F2-33E5-4D69-9789-9658F2E83806}">
      <dsp:nvSpPr>
        <dsp:cNvPr id="3" name="矩形 2"/>
        <dsp:cNvSpPr/>
      </dsp:nvSpPr>
      <dsp:spPr bwMode="white">
        <a:xfrm rot="16200000">
          <a:off x="-1610782" y="2821799"/>
          <a:ext cx="5547645" cy="902976"/>
        </a:xfrm>
        <a:prstGeom prst="rect">
          <a:avLst/>
        </a:prstGeom>
        <a:sp3d prstMaterial="dkEdge">
          <a:bevelT w="8200" h="38100"/>
        </a:sp3d>
      </dsp:spPr>
      <dsp:style>
        <a:lnRef idx="0">
          <a:schemeClr val="lt1"/>
        </a:lnRef>
        <a:fillRef idx="2">
          <a:schemeClr val="accent3"/>
        </a:fillRef>
        <a:effectRef idx="1">
          <a:scrgbClr r="0" g="0" b="0"/>
        </a:effectRef>
        <a:fontRef idx="minor">
          <a:schemeClr val="dk1"/>
        </a:fontRef>
      </dsp:style>
      <dsp:txBody>
        <a:bodyPr vert="vert" wrap="square" lIns="30480" tIns="30480" rIns="30480" bIns="304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4800" b="1" dirty="0" smtClean="0">
              <a:solidFill>
                <a:srgbClr val="0070C0"/>
              </a:solidFill>
              <a:latin typeface="微软雅黑" panose="020B0503020204020204" charset="-122"/>
              <a:ea typeface="微软雅黑" panose="020B0503020204020204" charset="-122"/>
            </a:rPr>
            <a:t>宪</a:t>
          </a:r>
          <a:endParaRPr lang="zh-CN" altLang="en-US" sz="4800" b="1" dirty="0" smtClean="0">
            <a:solidFill>
              <a:srgbClr val="0070C0"/>
            </a:solidFill>
            <a:latin typeface="微软雅黑" panose="020B0503020204020204" charset="-122"/>
            <a:ea typeface="微软雅黑" panose="020B0503020204020204" charset="-122"/>
          </a:endParaRPr>
        </a:p>
        <a:p>
          <a:pPr lvl="0">
            <a:lnSpc>
              <a:spcPct val="100000"/>
            </a:lnSpc>
            <a:spcBef>
              <a:spcPct val="0"/>
            </a:spcBef>
            <a:spcAft>
              <a:spcPct val="35000"/>
            </a:spcAft>
          </a:pPr>
          <a:r>
            <a:rPr lang="zh-CN" altLang="en-US" sz="4800" b="1" dirty="0" smtClean="0">
              <a:solidFill>
                <a:srgbClr val="0070C0"/>
              </a:solidFill>
              <a:latin typeface="微软雅黑" panose="020B0503020204020204" charset="-122"/>
              <a:ea typeface="微软雅黑" panose="020B0503020204020204" charset="-122"/>
            </a:rPr>
            <a:t>法</a:t>
          </a:r>
          <a:endParaRPr lang="zh-CN" altLang="en-US" sz="4800" b="1" dirty="0" smtClean="0">
            <a:solidFill>
              <a:srgbClr val="0070C0"/>
            </a:solidFill>
            <a:latin typeface="微软雅黑" panose="020B0503020204020204" charset="-122"/>
            <a:ea typeface="微软雅黑" panose="020B0503020204020204" charset="-122"/>
          </a:endParaRPr>
        </a:p>
        <a:p>
          <a:pPr lvl="0">
            <a:lnSpc>
              <a:spcPct val="100000"/>
            </a:lnSpc>
            <a:spcBef>
              <a:spcPct val="0"/>
            </a:spcBef>
            <a:spcAft>
              <a:spcPct val="35000"/>
            </a:spcAft>
          </a:pPr>
          <a:r>
            <a:rPr lang="zh-CN" altLang="en-US" sz="4800" b="1" dirty="0" smtClean="0">
              <a:solidFill>
                <a:srgbClr val="0070C0"/>
              </a:solidFill>
              <a:latin typeface="微软雅黑" panose="020B0503020204020204" charset="-122"/>
              <a:ea typeface="微软雅黑" panose="020B0503020204020204" charset="-122"/>
            </a:rPr>
            <a:t>学</a:t>
          </a:r>
          <a:endParaRPr lang="zh-CN" altLang="en-US" sz="4800" b="1" dirty="0" smtClean="0">
            <a:solidFill>
              <a:srgbClr val="0070C0"/>
            </a:solidFill>
            <a:latin typeface="微软雅黑" panose="020B0503020204020204" charset="-122"/>
            <a:ea typeface="微软雅黑" panose="020B0503020204020204" charset="-122"/>
          </a:endParaRPr>
        </a:p>
      </dsp:txBody>
      <dsp:txXfrm rot="16200000">
        <a:off x="-1610782" y="2821799"/>
        <a:ext cx="5547645" cy="902976"/>
      </dsp:txXfrm>
    </dsp:sp>
    <dsp:sp modelId="{59A21320-2666-43E6-B2BC-1C482E65861E}">
      <dsp:nvSpPr>
        <dsp:cNvPr id="5" name="矩形 4"/>
        <dsp:cNvSpPr/>
      </dsp:nvSpPr>
      <dsp:spPr bwMode="white">
        <a:xfrm>
          <a:off x="2206881" y="0"/>
          <a:ext cx="2961760" cy="902976"/>
        </a:xfrm>
        <a:prstGeom prst="rect">
          <a:avLst/>
        </a:prstGeom>
        <a:sp3d prstMaterial="dkEdge">
          <a:bevelT w="8200" h="38100"/>
        </a:sp3d>
      </dsp:spPr>
      <dsp:style>
        <a:lnRef idx="0">
          <a:schemeClr val="lt1"/>
        </a:lnRef>
        <a:fillRef idx="2">
          <a:schemeClr val="accent5">
            <a:hueOff val="0"/>
            <a:satOff val="0"/>
            <a:lumOff val="0"/>
            <a:alpha val="100000"/>
          </a:schemeClr>
        </a:fillRef>
        <a:effectRef idx="1">
          <a:scrgbClr r="0" g="0" b="0"/>
        </a:effectRef>
        <a:fontRef idx="minor">
          <a:schemeClr val="dk1"/>
        </a:fontRef>
      </dsp:style>
      <dsp:txBody>
        <a:bodyPr vert="horz" wrap="square"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第一章 宪法总论</a:t>
          </a:r>
          <a:endPar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endParaRPr>
        </a:p>
      </dsp:txBody>
      <dsp:txXfrm>
        <a:off x="2206881" y="0"/>
        <a:ext cx="2961760" cy="902976"/>
      </dsp:txXfrm>
    </dsp:sp>
    <dsp:sp modelId="{C905D1E8-E634-417A-BFF4-01DE8E49C3FB}">
      <dsp:nvSpPr>
        <dsp:cNvPr id="7" name="矩形 6"/>
        <dsp:cNvSpPr/>
      </dsp:nvSpPr>
      <dsp:spPr bwMode="white">
        <a:xfrm>
          <a:off x="5760993" y="0"/>
          <a:ext cx="5408026" cy="902976"/>
        </a:xfrm>
        <a:prstGeom prst="rect">
          <a:avLst/>
        </a:prstGeom>
        <a:sp3d prstMaterial="dkEdge">
          <a:bevelT w="8200" h="38100"/>
        </a:sp3d>
      </dsp:spPr>
      <dsp:style>
        <a:lnRef idx="0">
          <a:schemeClr val="lt1"/>
        </a:lnRef>
        <a:fillRef idx="2">
          <a:schemeClr val="accent6">
            <a:hueOff val="0"/>
            <a:satOff val="0"/>
            <a:lumOff val="0"/>
            <a:alpha val="100000"/>
          </a:schemeClr>
        </a:fillRef>
        <a:effectRef idx="1">
          <a:scrgbClr r="0" g="0" b="0"/>
        </a:effectRef>
        <a:fontRef idx="minor">
          <a:schemeClr val="dk1"/>
        </a:fontRef>
      </dsp:style>
      <dsp:txBody>
        <a:bodyPr vert="horz" wrap="square"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a:t>概念、本质、分类、渊源、效力、作用</a:t>
          </a:r>
          <a:endParaRPr lang="zh-CN" altLang="en-US" sz="2000" dirty="0"/>
        </a:p>
      </dsp:txBody>
      <dsp:txXfrm>
        <a:off x="5760993" y="0"/>
        <a:ext cx="5408026" cy="902976"/>
      </dsp:txXfrm>
    </dsp:sp>
    <dsp:sp modelId="{180ABAE4-7EAF-4416-A18D-FF14BAF8BD7E}">
      <dsp:nvSpPr>
        <dsp:cNvPr id="9" name="矩形 8"/>
        <dsp:cNvSpPr/>
      </dsp:nvSpPr>
      <dsp:spPr bwMode="white">
        <a:xfrm>
          <a:off x="2206881" y="1128720"/>
          <a:ext cx="2961760" cy="902976"/>
        </a:xfrm>
        <a:prstGeom prst="rect">
          <a:avLst/>
        </a:prstGeom>
        <a:sp3d prstMaterial="dkEdge">
          <a:bevelT w="8200" h="38100"/>
        </a:sp3d>
      </dsp:spPr>
      <dsp:style>
        <a:lnRef idx="0">
          <a:schemeClr val="lt1"/>
        </a:lnRef>
        <a:fillRef idx="2">
          <a:schemeClr val="accent5">
            <a:hueOff val="0"/>
            <a:satOff val="0"/>
            <a:lumOff val="0"/>
            <a:alpha val="100000"/>
          </a:schemeClr>
        </a:fillRef>
        <a:effectRef idx="1">
          <a:scrgbClr r="0" g="0" b="0"/>
        </a:effectRef>
        <a:fontRef idx="minor">
          <a:schemeClr val="dk1"/>
        </a:fontRef>
      </dsp:style>
      <dsp:txBody>
        <a:bodyPr vert="horz" wrap="square"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第二章  </a:t>
          </a: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宪法的历史发展</a:t>
          </a:r>
          <a:endPar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endParaRPr>
        </a:p>
      </dsp:txBody>
      <dsp:txXfrm>
        <a:off x="2206881" y="1128720"/>
        <a:ext cx="2961760" cy="902976"/>
      </dsp:txXfrm>
    </dsp:sp>
    <dsp:sp modelId="{4E91E97F-9DA7-482C-A248-A5F5F9BA2A6D}">
      <dsp:nvSpPr>
        <dsp:cNvPr id="11" name="矩形 10"/>
        <dsp:cNvSpPr/>
      </dsp:nvSpPr>
      <dsp:spPr bwMode="white">
        <a:xfrm>
          <a:off x="5760993" y="1128720"/>
          <a:ext cx="5408026" cy="902976"/>
        </a:xfrm>
        <a:prstGeom prst="rect">
          <a:avLst/>
        </a:prstGeom>
        <a:sp3d prstMaterial="dkEdge">
          <a:bevelT w="8200" h="38100"/>
        </a:sp3d>
      </dsp:spPr>
      <dsp:style>
        <a:lnRef idx="0">
          <a:schemeClr val="lt1"/>
        </a:lnRef>
        <a:fillRef idx="2">
          <a:schemeClr val="accent6">
            <a:hueOff val="0"/>
            <a:satOff val="0"/>
            <a:lumOff val="0"/>
            <a:alpha val="100000"/>
          </a:schemeClr>
        </a:fillRef>
        <a:effectRef idx="1">
          <a:scrgbClr r="0" g="0" b="0"/>
        </a:effectRef>
        <a:fontRef idx="minor">
          <a:schemeClr val="dk1"/>
        </a:fontRef>
      </dsp:style>
      <dsp:txBody>
        <a:bodyPr vert="horz" wrap="square"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a:t>宪法的五次修改</a:t>
          </a:r>
          <a:endParaRPr lang="zh-CN" altLang="en-US" sz="2000" dirty="0"/>
        </a:p>
      </dsp:txBody>
      <dsp:txXfrm>
        <a:off x="5760993" y="1128720"/>
        <a:ext cx="5408026" cy="902976"/>
      </dsp:txXfrm>
    </dsp:sp>
    <dsp:sp modelId="{467744DC-184A-41DC-ACDB-56884E952046}">
      <dsp:nvSpPr>
        <dsp:cNvPr id="13" name="矩形 12"/>
        <dsp:cNvSpPr/>
      </dsp:nvSpPr>
      <dsp:spPr bwMode="white">
        <a:xfrm>
          <a:off x="2206881" y="2257439"/>
          <a:ext cx="2961760" cy="902976"/>
        </a:xfrm>
        <a:prstGeom prst="rect">
          <a:avLst/>
        </a:prstGeom>
        <a:sp3d prstMaterial="dkEdge">
          <a:bevelT w="8200" h="38100"/>
        </a:sp3d>
      </dsp:spPr>
      <dsp:style>
        <a:lnRef idx="0">
          <a:schemeClr val="lt1"/>
        </a:lnRef>
        <a:fillRef idx="2">
          <a:schemeClr val="accent5">
            <a:hueOff val="0"/>
            <a:satOff val="0"/>
            <a:lumOff val="0"/>
            <a:alpha val="100000"/>
          </a:schemeClr>
        </a:fillRef>
        <a:effectRef idx="1">
          <a:scrgbClr r="0" g="0" b="0"/>
        </a:effectRef>
        <a:fontRef idx="minor">
          <a:schemeClr val="dk1"/>
        </a:fontRef>
      </dsp:style>
      <dsp:txBody>
        <a:bodyPr vert="horz" wrap="square"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第三章  </a:t>
          </a:r>
          <a:r>
            <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rPr>
            <a:t>国家性质与国家形式</a:t>
          </a:r>
          <a:endParaRPr lang="zh-CN" altLang="en-US" sz="2000" b="1" dirty="0" smtClean="0">
            <a:solidFill>
              <a:srgbClr val="002060"/>
            </a:solidFill>
            <a:latin typeface="微软雅黑" panose="020B0503020204020204" charset="-122"/>
            <a:ea typeface="微软雅黑" panose="020B0503020204020204" charset="-122"/>
            <a:cs typeface="微软雅黑" panose="020B0503020204020204" charset="-122"/>
          </a:endParaRPr>
        </a:p>
      </dsp:txBody>
      <dsp:txXfrm>
        <a:off x="2206881" y="2257439"/>
        <a:ext cx="2961760" cy="902976"/>
      </dsp:txXfrm>
    </dsp:sp>
    <dsp:sp modelId="{15B8FB49-AAE8-4358-9A29-64BDD7F492F1}">
      <dsp:nvSpPr>
        <dsp:cNvPr id="15" name="矩形 14"/>
        <dsp:cNvSpPr/>
      </dsp:nvSpPr>
      <dsp:spPr bwMode="white">
        <a:xfrm>
          <a:off x="5760993" y="2257439"/>
          <a:ext cx="5408026" cy="902976"/>
        </a:xfrm>
        <a:prstGeom prst="rect">
          <a:avLst/>
        </a:prstGeom>
        <a:sp3d prstMaterial="dkEdge">
          <a:bevelT w="8200" h="38100"/>
        </a:sp3d>
      </dsp:spPr>
      <dsp:style>
        <a:lnRef idx="0">
          <a:schemeClr val="lt1"/>
        </a:lnRef>
        <a:fillRef idx="2">
          <a:schemeClr val="accent6">
            <a:hueOff val="0"/>
            <a:satOff val="0"/>
            <a:lumOff val="0"/>
            <a:alpha val="100000"/>
          </a:schemeClr>
        </a:fillRef>
        <a:effectRef idx="1">
          <a:scrgbClr r="0" g="0" b="0"/>
        </a:effectRef>
        <a:fontRef idx="minor">
          <a:schemeClr val="dk1"/>
        </a:fontRef>
      </dsp:style>
      <dsp:txBody>
        <a:bodyPr vert="horz" wrap="square"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smtClean="0"/>
            <a:t>国家性质、</a:t>
          </a:r>
          <a:r>
            <a:rPr lang="zh-CN" altLang="en-US" sz="2000" dirty="0" smtClean="0"/>
            <a:t>国家结构形式、国家标志</a:t>
          </a:r>
          <a:endParaRPr lang="zh-CN" altLang="en-US" sz="2000" dirty="0"/>
        </a:p>
      </dsp:txBody>
      <dsp:txXfrm>
        <a:off x="5760993" y="2257439"/>
        <a:ext cx="5408026" cy="902976"/>
      </dsp:txXfrm>
    </dsp:sp>
    <dsp:sp modelId="{053BB8D5-F063-4CC5-8A3D-6B3BDAC92BF3}">
      <dsp:nvSpPr>
        <dsp:cNvPr id="17" name="矩形 16"/>
        <dsp:cNvSpPr/>
      </dsp:nvSpPr>
      <dsp:spPr bwMode="white">
        <a:xfrm>
          <a:off x="2206881" y="3386159"/>
          <a:ext cx="2961760" cy="902976"/>
        </a:xfrm>
        <a:prstGeom prst="rect">
          <a:avLst/>
        </a:prstGeom>
        <a:sp3d prstMaterial="dkEdge">
          <a:bevelT w="8200" h="38100"/>
        </a:sp3d>
      </dsp:spPr>
      <dsp:style>
        <a:lnRef idx="0">
          <a:schemeClr val="lt1"/>
        </a:lnRef>
        <a:fillRef idx="2">
          <a:schemeClr val="accent5">
            <a:hueOff val="0"/>
            <a:satOff val="0"/>
            <a:lumOff val="0"/>
            <a:alpha val="100000"/>
          </a:schemeClr>
        </a:fillRef>
        <a:effectRef idx="1">
          <a:scrgbClr r="0" g="0" b="0"/>
        </a:effectRef>
        <a:fontRef idx="minor">
          <a:schemeClr val="dk1"/>
        </a:fontRef>
      </dsp:style>
      <dsp:txBody>
        <a:bodyPr vert="horz" wrap="square"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rPr>
            <a:t>第四章  </a:t>
          </a:r>
          <a:r>
            <a:rPr lang="zh-CN" altLang="en-US" sz="2000" b="1" dirty="0" smtClean="0">
              <a:solidFill>
                <a:srgbClr val="002060"/>
              </a:solidFill>
              <a:latin typeface="微软雅黑" panose="020B0503020204020204" charset="-122"/>
              <a:ea typeface="微软雅黑" panose="020B0503020204020204" charset="-122"/>
            </a:rPr>
            <a:t>国家基本制度</a:t>
          </a:r>
          <a:endParaRPr lang="zh-CN" altLang="en-US" sz="2000" b="1" dirty="0" smtClean="0">
            <a:solidFill>
              <a:srgbClr val="002060"/>
            </a:solidFill>
            <a:latin typeface="微软雅黑" panose="020B0503020204020204" charset="-122"/>
            <a:ea typeface="微软雅黑" panose="020B0503020204020204" charset="-122"/>
          </a:endParaRPr>
        </a:p>
      </dsp:txBody>
      <dsp:txXfrm>
        <a:off x="2206881" y="3386159"/>
        <a:ext cx="2961760" cy="902976"/>
      </dsp:txXfrm>
    </dsp:sp>
    <dsp:sp modelId="{43890F1A-6D44-44A7-AD5C-392A4C65957F}">
      <dsp:nvSpPr>
        <dsp:cNvPr id="19" name="矩形 18"/>
        <dsp:cNvSpPr/>
      </dsp:nvSpPr>
      <dsp:spPr bwMode="white">
        <a:xfrm>
          <a:off x="5760993" y="3386159"/>
          <a:ext cx="5408026" cy="902976"/>
        </a:xfrm>
        <a:prstGeom prst="rect">
          <a:avLst/>
        </a:prstGeom>
        <a:sp3d prstMaterial="dkEdge">
          <a:bevelT w="8200" h="38100"/>
        </a:sp3d>
      </dsp:spPr>
      <dsp:style>
        <a:lnRef idx="0">
          <a:schemeClr val="lt1"/>
        </a:lnRef>
        <a:fillRef idx="2">
          <a:schemeClr val="accent6">
            <a:hueOff val="0"/>
            <a:satOff val="0"/>
            <a:lumOff val="0"/>
            <a:alpha val="100000"/>
          </a:schemeClr>
        </a:fillRef>
        <a:effectRef idx="1">
          <a:scrgbClr r="0" g="0" b="0"/>
        </a:effectRef>
        <a:fontRef idx="minor">
          <a:schemeClr val="dk1"/>
        </a:fontRef>
      </dsp:style>
      <dsp:txBody>
        <a:bodyPr vert="horz" wrap="square"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smtClean="0"/>
            <a:t>经济</a:t>
          </a:r>
          <a:r>
            <a:rPr lang="zh-CN" altLang="en-US" sz="2000" dirty="0" smtClean="0"/>
            <a:t>制度、政治制度、文化制度、社会制度、生态文明制度</a:t>
          </a:r>
          <a:endParaRPr lang="zh-CN" altLang="en-US" sz="2000" dirty="0"/>
        </a:p>
      </dsp:txBody>
      <dsp:txXfrm>
        <a:off x="5760993" y="3386159"/>
        <a:ext cx="5408026" cy="902976"/>
      </dsp:txXfrm>
    </dsp:sp>
    <dsp:sp modelId="{1978A7A7-593F-412D-9AC9-AF6375ED9241}">
      <dsp:nvSpPr>
        <dsp:cNvPr id="21" name="矩形 20"/>
        <dsp:cNvSpPr/>
      </dsp:nvSpPr>
      <dsp:spPr bwMode="white">
        <a:xfrm>
          <a:off x="2206881" y="4514879"/>
          <a:ext cx="2961760" cy="902976"/>
        </a:xfrm>
        <a:prstGeom prst="rect">
          <a:avLst/>
        </a:prstGeom>
        <a:sp3d prstMaterial="dkEdge">
          <a:bevelT w="8200" h="38100"/>
        </a:sp3d>
      </dsp:spPr>
      <dsp:style>
        <a:lnRef idx="0">
          <a:schemeClr val="lt1"/>
        </a:lnRef>
        <a:fillRef idx="2">
          <a:schemeClr val="accent5">
            <a:hueOff val="0"/>
            <a:satOff val="0"/>
            <a:lumOff val="0"/>
            <a:alpha val="100000"/>
          </a:schemeClr>
        </a:fillRef>
        <a:effectRef idx="1">
          <a:scrgbClr r="0" g="0" b="0"/>
        </a:effectRef>
        <a:fontRef idx="minor">
          <a:schemeClr val="dk1"/>
        </a:fontRef>
      </dsp:style>
      <dsp:txBody>
        <a:bodyPr vert="horz" wrap="square"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rPr>
            <a:t>第五章  </a:t>
          </a:r>
          <a:r>
            <a:rPr lang="zh-CN" altLang="en-US" sz="2000" b="1" dirty="0" smtClean="0">
              <a:solidFill>
                <a:srgbClr val="002060"/>
              </a:solidFill>
              <a:latin typeface="微软雅黑" panose="020B0503020204020204" charset="-122"/>
              <a:ea typeface="微软雅黑" panose="020B0503020204020204" charset="-122"/>
            </a:rPr>
            <a:t>公民的基本权利和义务</a:t>
          </a:r>
          <a:endParaRPr lang="zh-CN" altLang="en-US" sz="2000" b="1" dirty="0" smtClean="0">
            <a:solidFill>
              <a:srgbClr val="002060"/>
            </a:solidFill>
            <a:latin typeface="微软雅黑" panose="020B0503020204020204" charset="-122"/>
            <a:ea typeface="微软雅黑" panose="020B0503020204020204" charset="-122"/>
          </a:endParaRPr>
        </a:p>
      </dsp:txBody>
      <dsp:txXfrm>
        <a:off x="2206881" y="4514879"/>
        <a:ext cx="2961760" cy="902976"/>
      </dsp:txXfrm>
    </dsp:sp>
    <dsp:sp modelId="{9C1D3FB7-347B-4A58-98F3-03E2EF69B0C5}">
      <dsp:nvSpPr>
        <dsp:cNvPr id="23" name="矩形 22"/>
        <dsp:cNvSpPr/>
      </dsp:nvSpPr>
      <dsp:spPr bwMode="white">
        <a:xfrm>
          <a:off x="5760993" y="4514879"/>
          <a:ext cx="5408026" cy="902976"/>
        </a:xfrm>
        <a:prstGeom prst="rect">
          <a:avLst/>
        </a:prstGeom>
        <a:sp3d prstMaterial="dkEdge">
          <a:bevelT w="8200" h="38100"/>
        </a:sp3d>
      </dsp:spPr>
      <dsp:style>
        <a:lnRef idx="0">
          <a:schemeClr val="lt1"/>
        </a:lnRef>
        <a:fillRef idx="2">
          <a:schemeClr val="accent6">
            <a:hueOff val="0"/>
            <a:satOff val="0"/>
            <a:lumOff val="0"/>
            <a:alpha val="100000"/>
          </a:schemeClr>
        </a:fillRef>
        <a:effectRef idx="1">
          <a:scrgbClr r="0" g="0" b="0"/>
        </a:effectRef>
        <a:fontRef idx="minor">
          <a:schemeClr val="dk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smtClean="0"/>
            <a:t>基本权利、基本义务、特点及其行使原则</a:t>
          </a:r>
          <a:endParaRPr lang="zh-CN" altLang="en-US" sz="2000" dirty="0"/>
        </a:p>
      </dsp:txBody>
      <dsp:txXfrm>
        <a:off x="5760993" y="4514879"/>
        <a:ext cx="5408026" cy="902976"/>
      </dsp:txXfrm>
    </dsp:sp>
    <dsp:sp modelId="{4D9DE9F5-1790-476B-A7DF-94AD519A4044}">
      <dsp:nvSpPr>
        <dsp:cNvPr id="25" name="矩形 24"/>
        <dsp:cNvSpPr/>
      </dsp:nvSpPr>
      <dsp:spPr bwMode="white">
        <a:xfrm>
          <a:off x="2206881" y="5643598"/>
          <a:ext cx="2961760" cy="902976"/>
        </a:xfrm>
        <a:prstGeom prst="rect">
          <a:avLst/>
        </a:prstGeom>
        <a:sp3d prstMaterial="dkEdge">
          <a:bevelT w="8200" h="38100"/>
        </a:sp3d>
      </dsp:spPr>
      <dsp:style>
        <a:lnRef idx="0">
          <a:schemeClr val="lt1"/>
        </a:lnRef>
        <a:fillRef idx="2">
          <a:schemeClr val="accent5">
            <a:hueOff val="0"/>
            <a:satOff val="0"/>
            <a:lumOff val="0"/>
            <a:alpha val="100000"/>
          </a:schemeClr>
        </a:fillRef>
        <a:effectRef idx="1">
          <a:scrgbClr r="0" g="0" b="0"/>
        </a:effectRef>
        <a:fontRef idx="minor">
          <a:schemeClr val="dk1"/>
        </a:fontRef>
      </dsp:style>
      <dsp:txBody>
        <a:bodyPr vert="horz" wrap="square"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2060"/>
              </a:solidFill>
              <a:latin typeface="微软雅黑" panose="020B0503020204020204" charset="-122"/>
              <a:ea typeface="微软雅黑" panose="020B0503020204020204" charset="-122"/>
            </a:rPr>
            <a:t>第六章  </a:t>
          </a:r>
          <a:r>
            <a:rPr lang="zh-CN" altLang="en-US" sz="2000" b="1" dirty="0" smtClean="0">
              <a:solidFill>
                <a:srgbClr val="002060"/>
              </a:solidFill>
              <a:latin typeface="微软雅黑" panose="020B0503020204020204" charset="-122"/>
              <a:ea typeface="微软雅黑" panose="020B0503020204020204" charset="-122"/>
            </a:rPr>
            <a:t>国家机构</a:t>
          </a:r>
          <a:endParaRPr lang="zh-CN" altLang="en-US" sz="2000" b="1" dirty="0" smtClean="0">
            <a:solidFill>
              <a:srgbClr val="002060"/>
            </a:solidFill>
            <a:latin typeface="微软雅黑" panose="020B0503020204020204" charset="-122"/>
            <a:ea typeface="微软雅黑" panose="020B0503020204020204" charset="-122"/>
          </a:endParaRPr>
        </a:p>
      </dsp:txBody>
      <dsp:txXfrm>
        <a:off x="2206881" y="5643598"/>
        <a:ext cx="2961760" cy="902976"/>
      </dsp:txXfrm>
    </dsp:sp>
    <dsp:sp modelId="{67B67F68-8C95-48A1-B37F-BF40920B2983}">
      <dsp:nvSpPr>
        <dsp:cNvPr id="27" name="矩形 26"/>
        <dsp:cNvSpPr/>
      </dsp:nvSpPr>
      <dsp:spPr bwMode="white">
        <a:xfrm>
          <a:off x="5760993" y="5643598"/>
          <a:ext cx="5408026" cy="902976"/>
        </a:xfrm>
        <a:prstGeom prst="rect">
          <a:avLst/>
        </a:prstGeom>
        <a:sp3d prstMaterial="dkEdge">
          <a:bevelT w="8200" h="38100"/>
        </a:sp3d>
      </dsp:spPr>
      <dsp:style>
        <a:lnRef idx="0">
          <a:schemeClr val="lt1"/>
        </a:lnRef>
        <a:fillRef idx="2">
          <a:schemeClr val="accent6">
            <a:hueOff val="0"/>
            <a:satOff val="0"/>
            <a:lumOff val="0"/>
            <a:alpha val="100000"/>
          </a:schemeClr>
        </a:fillRef>
        <a:effectRef idx="1">
          <a:scrgbClr r="0" g="0" b="0"/>
        </a:effectRef>
        <a:fontRef idx="minor">
          <a:schemeClr val="dk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smtClean="0"/>
            <a:t>全国人大及其常委会、国家主席、国务院、中央军委、地方各级人大与地方各级政府、民族自治地方的自治机关、法院和检察院</a:t>
          </a:r>
          <a:endParaRPr lang="zh-CN" altLang="en-US" sz="2000" dirty="0"/>
        </a:p>
      </dsp:txBody>
      <dsp:txXfrm>
        <a:off x="5760993" y="5643598"/>
        <a:ext cx="5408026" cy="902976"/>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type="rect" r:blip="" rot="270">
                  <dgm:adjLst/>
                </dgm:shape>
              </dgm:if>
              <dgm:else name="Name11">
                <dgm:shape xmlns:r="http://schemas.openxmlformats.org/officeDocument/2006/relationships" type="rect" r:blip="" rot="90">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a:fld id="{9A0DB2DC-4C9A-4742-B13C-FB6460FD3503}" type="slidenum">
              <a:rPr lang="zh-CN" altLang="en-US" sz="1200" dirty="0"/>
            </a:fld>
            <a:endParaRPr lang="zh-CN" altLang="en-US" sz="1200" dirty="0"/>
          </a:p>
        </p:txBody>
      </p:sp>
      <p:sp>
        <p:nvSpPr>
          <p:cNvPr id="278530" name="幻灯片图像占位符 278529"/>
          <p:cNvSpPr>
            <a:spLocks noRot="1" noTextEdit="1"/>
          </p:cNvSpPr>
          <p:nvPr>
            <p:ph type="sldImg"/>
          </p:nvPr>
        </p:nvSpPr>
        <p:spPr/>
      </p:sp>
      <p:sp>
        <p:nvSpPr>
          <p:cNvPr id="278531" name="文本占位符 278530"/>
          <p:cNvSpPr>
            <a:spLocks noGrp="1"/>
          </p:cNvSpPr>
          <p:nvPr>
            <p:ph type="body" idx="1"/>
          </p:nvPr>
        </p:nvSpPr>
        <p:spPr/>
        <p:txBody>
          <a:bodyPr/>
          <a:p>
            <a:pPr lvl="0"/>
            <a:r>
              <a:rPr lang="zh-CN" altLang="en-US" sz="1600" dirty="0"/>
              <a:t>亚里士多德特指基本法，古代城邦法律众多，宪法是指国家机关成立、运行、工作人员即人民怎样治理国家。</a:t>
            </a:r>
            <a:endParaRPr lang="zh-CN" altLang="en-US" sz="1600" dirty="0"/>
          </a:p>
          <a:p>
            <a:pPr lvl="0"/>
            <a:r>
              <a:rPr lang="zh-CN" altLang="en-US" sz="1600" dirty="0"/>
              <a:t>与现代组织法比较接近，而非国家的根本大法。</a:t>
            </a:r>
            <a:endParaRPr lang="en-US" altLang="zh-CN" sz="1600"/>
          </a:p>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a:fld id="{9A0DB2DC-4C9A-4742-B13C-FB6460FD3503}" type="slidenum">
              <a:rPr lang="zh-CN" altLang="en-US" sz="1200" dirty="0"/>
            </a:fld>
            <a:endParaRPr lang="zh-CN" altLang="en-US" sz="1200" dirty="0"/>
          </a:p>
        </p:txBody>
      </p:sp>
      <p:sp>
        <p:nvSpPr>
          <p:cNvPr id="276482" name="幻灯片图像占位符 276481"/>
          <p:cNvSpPr>
            <a:spLocks noRot="1" noTextEdit="1"/>
          </p:cNvSpPr>
          <p:nvPr>
            <p:ph type="sldImg"/>
          </p:nvPr>
        </p:nvSpPr>
        <p:spPr/>
      </p:sp>
      <p:sp>
        <p:nvSpPr>
          <p:cNvPr id="276483" name="文本占位符 276482"/>
          <p:cNvSpPr>
            <a:spLocks noGrp="1"/>
          </p:cNvSpPr>
          <p:nvPr>
            <p:ph type="body" idx="1"/>
          </p:nvPr>
        </p:nvSpPr>
        <p:spPr/>
        <p:txBody>
          <a:bodyPr/>
          <a:p>
            <a:pPr lvl="0"/>
            <a:r>
              <a:rPr lang="en-US" altLang="zh-CN"/>
              <a:t>5</a:t>
            </a:r>
            <a:r>
              <a:rPr lang="zh-CN" altLang="en-US" dirty="0"/>
              <a:t>世纪西罗马灭亡</a:t>
            </a:r>
            <a:r>
              <a:rPr lang="en-US" altLang="zh-CN"/>
              <a:t>---16</a:t>
            </a:r>
            <a:r>
              <a:rPr lang="zh-CN" altLang="en-US" dirty="0"/>
              <a:t>世纪宗教改革，封建时代，近代宪法之萌芽时代。</a:t>
            </a:r>
            <a:endParaRPr lang="zh-CN" altLang="en-US" dirty="0"/>
          </a:p>
          <a:p>
            <a:pPr lvl="0"/>
            <a:r>
              <a:rPr lang="zh-CN" altLang="en-US" dirty="0"/>
              <a:t>封建：君主</a:t>
            </a:r>
            <a:r>
              <a:rPr lang="en-US" altLang="zh-CN"/>
              <a:t>-</a:t>
            </a:r>
            <a:r>
              <a:rPr lang="zh-CN" altLang="en-US" dirty="0"/>
              <a:t>封建诸侯</a:t>
            </a:r>
            <a:r>
              <a:rPr lang="en-US" altLang="zh-CN"/>
              <a:t>-</a:t>
            </a:r>
            <a:r>
              <a:rPr lang="zh-CN" altLang="en-US" dirty="0"/>
              <a:t>各城市团体</a:t>
            </a:r>
            <a:r>
              <a:rPr lang="en-US" altLang="zh-CN"/>
              <a:t>(</a:t>
            </a:r>
            <a:r>
              <a:rPr lang="zh-CN" altLang="en-US" dirty="0"/>
              <a:t>城市共和国</a:t>
            </a:r>
            <a:r>
              <a:rPr lang="en-US" altLang="zh-CN"/>
              <a:t>)</a:t>
            </a:r>
            <a:r>
              <a:rPr lang="zh-CN" altLang="en-US" dirty="0"/>
              <a:t>，君主承认诸侯和城市的特权。</a:t>
            </a:r>
            <a:endParaRPr lang="zh-CN" altLang="en-US" dirty="0"/>
          </a:p>
          <a:p>
            <a:pPr lvl="0"/>
            <a:r>
              <a:rPr lang="zh-CN" altLang="en-US" dirty="0"/>
              <a:t>中世纪的立法举例：</a:t>
            </a:r>
            <a:endParaRPr lang="zh-CN" altLang="en-US" dirty="0"/>
          </a:p>
          <a:p>
            <a:pPr lvl="0"/>
            <a:r>
              <a:rPr lang="zh-CN" altLang="en-US" dirty="0"/>
              <a:t>1215年英国《自由大宪章》对王权进行限制。英王约翰与当时的大小贵族和僧侣签订契约，目的限制国王的征税权和其他权力。</a:t>
            </a:r>
            <a:endParaRPr lang="zh-CN" altLang="en-US" dirty="0"/>
          </a:p>
          <a:p>
            <a:pPr lvl="0"/>
            <a:r>
              <a:rPr lang="zh-CN" altLang="en-US" dirty="0"/>
              <a:t>意大利城市共和国之宪法；</a:t>
            </a:r>
            <a:endParaRPr lang="zh-CN" altLang="en-US" dirty="0"/>
          </a:p>
          <a:p>
            <a:pPr lvl="0"/>
            <a:r>
              <a:rPr lang="zh-CN" altLang="en-US" dirty="0"/>
              <a:t>形式和观念接近近现代宪法</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8" Type="http://schemas.openxmlformats.org/officeDocument/2006/relationships/tags" Target="../tags/tag50.xml"/><Relationship Id="rId17" Type="http://schemas.openxmlformats.org/officeDocument/2006/relationships/tags" Target="../tags/tag49.xml"/><Relationship Id="rId16" Type="http://schemas.openxmlformats.org/officeDocument/2006/relationships/tags" Target="../tags/tag48.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image" Target="../media/image1.jpeg"/><Relationship Id="rId3" Type="http://schemas.openxmlformats.org/officeDocument/2006/relationships/tags" Target="../tags/tag112.xml"/><Relationship Id="rId2" Type="http://schemas.openxmlformats.org/officeDocument/2006/relationships/tags" Target="../tags/tag111.xml"/><Relationship Id="rId15" Type="http://schemas.openxmlformats.org/officeDocument/2006/relationships/tags" Target="../tags/tag123.xml"/><Relationship Id="rId14" Type="http://schemas.openxmlformats.org/officeDocument/2006/relationships/tags" Target="../tags/tag122.xml"/><Relationship Id="rId13" Type="http://schemas.openxmlformats.org/officeDocument/2006/relationships/tags" Target="../tags/tag121.xml"/><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33" name="矩形 32"/>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p:custDataLst>
              <p:tags r:id="rId3"/>
            </p:custDataLst>
          </p:nvPr>
        </p:nvSpPr>
        <p:spPr>
          <a:xfrm>
            <a:off x="6919595" y="0"/>
            <a:ext cx="5272405" cy="48736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p:custDataLst>
              <p:tags r:id="rId4"/>
            </p:custDataLst>
          </p:nvPr>
        </p:nvSpPr>
        <p:spPr>
          <a:xfrm>
            <a:off x="8441055" y="0"/>
            <a:ext cx="3750945" cy="36417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bg1">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5" name="直接连接符 14"/>
          <p:cNvCxnSpPr/>
          <p:nvPr>
            <p:custDataLst>
              <p:tags r:id="rId5"/>
            </p:custDataLst>
          </p:nvPr>
        </p:nvCxnSpPr>
        <p:spPr>
          <a:xfrm>
            <a:off x="1069698"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6"/>
            </p:custDataLst>
          </p:nvPr>
        </p:nvCxnSpPr>
        <p:spPr>
          <a:xfrm>
            <a:off x="1069698"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a:off x="1069698"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3" name="椭圆 22"/>
          <p:cNvSpPr/>
          <p:nvPr>
            <p:custDataLst>
              <p:tags r:id="rId8"/>
            </p:custDataLst>
          </p:nvPr>
        </p:nvSpPr>
        <p:spPr>
          <a:xfrm>
            <a:off x="6892945" y="969581"/>
            <a:ext cx="288925" cy="288925"/>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5" name="椭圆 24"/>
          <p:cNvSpPr/>
          <p:nvPr>
            <p:custDataLst>
              <p:tags r:id="rId9"/>
            </p:custDataLst>
          </p:nvPr>
        </p:nvSpPr>
        <p:spPr>
          <a:xfrm>
            <a:off x="9102739" y="4021926"/>
            <a:ext cx="808355" cy="808355"/>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6" name="任意多边形: 形状 25"/>
          <p:cNvSpPr/>
          <p:nvPr>
            <p:custDataLst>
              <p:tags r:id="rId10"/>
            </p:custDataLst>
          </p:nvPr>
        </p:nvSpPr>
        <p:spPr>
          <a:xfrm>
            <a:off x="9963150" y="0"/>
            <a:ext cx="2228850" cy="2164080"/>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60000"/>
              <a:lumOff val="40000"/>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图形 24"/>
          <p:cNvSpPr/>
          <p:nvPr>
            <p:custDataLst>
              <p:tags r:id="rId11"/>
            </p:custDataLst>
          </p:nvPr>
        </p:nvSpPr>
        <p:spPr>
          <a:xfrm>
            <a:off x="9963150" y="589915"/>
            <a:ext cx="2228850" cy="1643380"/>
          </a:xfrm>
          <a:custGeom>
            <a:avLst/>
            <a:gdLst>
              <a:gd name="connsiteX0" fmla="*/ 305151 w 1622268"/>
              <a:gd name="connsiteY0" fmla="*/ 689 h 1196098"/>
              <a:gd name="connsiteX1" fmla="*/ 532418 w 1622268"/>
              <a:gd name="connsiteY1" fmla="*/ 142707 h 1196098"/>
              <a:gd name="connsiteX2" fmla="*/ 1579882 w 1622268"/>
              <a:gd name="connsiteY2" fmla="*/ 601241 h 1196098"/>
              <a:gd name="connsiteX3" fmla="*/ 1622269 w 1622268"/>
              <a:gd name="connsiteY3" fmla="*/ 589430 h 1196098"/>
              <a:gd name="connsiteX4" fmla="*/ 1622269 w 1622268"/>
              <a:gd name="connsiteY4" fmla="*/ 1173217 h 1196098"/>
              <a:gd name="connsiteX5" fmla="*/ 1567976 w 1622268"/>
              <a:gd name="connsiteY5" fmla="*/ 1183123 h 1196098"/>
              <a:gd name="connsiteX6" fmla="*/ 970282 w 1622268"/>
              <a:gd name="connsiteY6" fmla="*/ 1143118 h 1196098"/>
              <a:gd name="connsiteX7" fmla="*/ 38261 w 1622268"/>
              <a:gd name="connsiteY7" fmla="*/ 427981 h 1196098"/>
              <a:gd name="connsiteX8" fmla="*/ 142655 w 1622268"/>
              <a:gd name="connsiteY8" fmla="*/ 38313 h 1196098"/>
              <a:gd name="connsiteX9" fmla="*/ 305151 w 1622268"/>
              <a:gd name="connsiteY9" fmla="*/ 689 h 1196098"/>
              <a:gd name="connsiteX10" fmla="*/ 305151 w 1622268"/>
              <a:gd name="connsiteY10" fmla="*/ 689 h 11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2268" h="1196098">
                <a:moveTo>
                  <a:pt x="305151" y="689"/>
                </a:moveTo>
                <a:cubicBezTo>
                  <a:pt x="396496" y="7166"/>
                  <a:pt x="483174" y="57363"/>
                  <a:pt x="532418" y="142707"/>
                </a:cubicBezTo>
                <a:cubicBezTo>
                  <a:pt x="748445" y="516849"/>
                  <a:pt x="1178975" y="691538"/>
                  <a:pt x="1579882" y="601241"/>
                </a:cubicBezTo>
                <a:lnTo>
                  <a:pt x="1622269" y="589430"/>
                </a:lnTo>
                <a:lnTo>
                  <a:pt x="1622269" y="1173217"/>
                </a:lnTo>
                <a:cubicBezTo>
                  <a:pt x="1622269" y="1173217"/>
                  <a:pt x="1567976" y="1183123"/>
                  <a:pt x="1567976" y="1183123"/>
                </a:cubicBezTo>
                <a:cubicBezTo>
                  <a:pt x="1370713" y="1209126"/>
                  <a:pt x="1168307" y="1196172"/>
                  <a:pt x="970282" y="1143118"/>
                </a:cubicBezTo>
                <a:cubicBezTo>
                  <a:pt x="574233" y="1037009"/>
                  <a:pt x="243239" y="783073"/>
                  <a:pt x="38261" y="427981"/>
                </a:cubicBezTo>
                <a:cubicBezTo>
                  <a:pt x="-40511" y="291583"/>
                  <a:pt x="6257" y="117085"/>
                  <a:pt x="142655" y="38313"/>
                </a:cubicBezTo>
                <a:cubicBezTo>
                  <a:pt x="193804" y="8786"/>
                  <a:pt x="250287" y="-3121"/>
                  <a:pt x="305151" y="689"/>
                </a:cubicBezTo>
                <a:lnTo>
                  <a:pt x="305151" y="68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29" name="图形 16"/>
          <p:cNvSpPr/>
          <p:nvPr>
            <p:custDataLst>
              <p:tags r:id="rId12"/>
            </p:custDataLst>
          </p:nvPr>
        </p:nvSpPr>
        <p:spPr>
          <a:xfrm>
            <a:off x="7713345" y="0"/>
            <a:ext cx="3648710" cy="3936365"/>
          </a:xfrm>
          <a:custGeom>
            <a:avLst/>
            <a:gdLst>
              <a:gd name="connsiteX0" fmla="*/ 4671 w 2738556"/>
              <a:gd name="connsiteY0" fmla="*/ 0 h 2954675"/>
              <a:gd name="connsiteX1" fmla="*/ 1087663 w 2738556"/>
              <a:gd name="connsiteY1" fmla="*/ 0 h 2954675"/>
              <a:gd name="connsiteX2" fmla="*/ 1079662 w 2738556"/>
              <a:gd name="connsiteY2" fmla="*/ 159068 h 2954675"/>
              <a:gd name="connsiteX3" fmla="*/ 2359727 w 2738556"/>
              <a:gd name="connsiteY3" fmla="*/ 1900523 h 2954675"/>
              <a:gd name="connsiteX4" fmla="*/ 2713962 w 2738556"/>
              <a:gd name="connsiteY4" fmla="*/ 2575846 h 2954675"/>
              <a:gd name="connsiteX5" fmla="*/ 2038639 w 2738556"/>
              <a:gd name="connsiteY5" fmla="*/ 2930081 h 2954675"/>
              <a:gd name="connsiteX6" fmla="*/ 333378 w 2738556"/>
              <a:gd name="connsiteY6" fmla="*/ 1507998 h 2954675"/>
              <a:gd name="connsiteX7" fmla="*/ 99 w 2738556"/>
              <a:gd name="connsiteY7" fmla="*/ 140399 h 2954675"/>
              <a:gd name="connsiteX8" fmla="*/ 4671 w 2738556"/>
              <a:gd name="connsiteY8" fmla="*/ 0 h 295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8556" h="2954675">
                <a:moveTo>
                  <a:pt x="4671" y="0"/>
                </a:moveTo>
                <a:lnTo>
                  <a:pt x="1087663" y="0"/>
                </a:lnTo>
                <a:cubicBezTo>
                  <a:pt x="1087663" y="0"/>
                  <a:pt x="1079662" y="159068"/>
                  <a:pt x="1079662" y="159068"/>
                </a:cubicBezTo>
                <a:cubicBezTo>
                  <a:pt x="1079472" y="935736"/>
                  <a:pt x="1580201" y="1657350"/>
                  <a:pt x="2359727" y="1900523"/>
                </a:cubicBezTo>
                <a:cubicBezTo>
                  <a:pt x="2643953" y="1989201"/>
                  <a:pt x="2802639" y="2291620"/>
                  <a:pt x="2713962" y="2575846"/>
                </a:cubicBezTo>
                <a:cubicBezTo>
                  <a:pt x="2625284" y="2860072"/>
                  <a:pt x="2322865" y="3018758"/>
                  <a:pt x="2038639" y="2930081"/>
                </a:cubicBezTo>
                <a:cubicBezTo>
                  <a:pt x="1298928" y="2699290"/>
                  <a:pt x="693328" y="2194274"/>
                  <a:pt x="333378" y="1507998"/>
                </a:cubicBezTo>
                <a:cubicBezTo>
                  <a:pt x="108398" y="1079087"/>
                  <a:pt x="-3807" y="611410"/>
                  <a:pt x="99" y="140399"/>
                </a:cubicBezTo>
                <a:lnTo>
                  <a:pt x="4671" y="0"/>
                </a:lnTo>
                <a:close/>
              </a:path>
            </a:pathLst>
          </a:cu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2" name="标题 1"/>
          <p:cNvSpPr>
            <a:spLocks noGrp="1"/>
          </p:cNvSpPr>
          <p:nvPr>
            <p:ph type="ctrTitle" hasCustomPrompt="1"/>
            <p:custDataLst>
              <p:tags r:id="rId13"/>
            </p:custDataLst>
          </p:nvPr>
        </p:nvSpPr>
        <p:spPr>
          <a:xfrm>
            <a:off x="1068110" y="1415134"/>
            <a:ext cx="6217877" cy="2610488"/>
          </a:xfrm>
          <a:noFill/>
        </p:spPr>
        <p:txBody>
          <a:bodyPr wrap="square" anchor="b" anchorCtr="0">
            <a:normAutofit/>
          </a:bodyPr>
          <a:lstStyle>
            <a:lvl1pPr>
              <a:defRPr lang="zh-CN" altLang="en-US" sz="6000" dirty="0">
                <a:solidFill>
                  <a:schemeClr val="tx2"/>
                </a:solidFill>
                <a:latin typeface="+mj-ea"/>
                <a:cs typeface="+mn-cs"/>
              </a:defRPr>
            </a:lvl1pPr>
          </a:lstStyle>
          <a:p>
            <a:pPr marL="0" lvl="0"/>
            <a:r>
              <a:rPr lang="zh-CN" altLang="en-US" dirty="0"/>
              <a:t>单击此处</a:t>
            </a:r>
            <a:br>
              <a:rPr lang="en-US" altLang="zh-CN" dirty="0"/>
            </a:br>
            <a:r>
              <a:rPr lang="zh-CN" altLang="en-US" dirty="0"/>
              <a:t>编辑母版标题样式</a:t>
            </a:r>
            <a:endParaRPr lang="zh-CN" altLang="en-US" dirty="0"/>
          </a:p>
        </p:txBody>
      </p:sp>
      <p:sp>
        <p:nvSpPr>
          <p:cNvPr id="10" name="公司名占位符 6"/>
          <p:cNvSpPr>
            <a:spLocks noGrp="1"/>
          </p:cNvSpPr>
          <p:nvPr>
            <p:ph type="body" sz="quarter" idx="13" hasCustomPrompt="1"/>
            <p:custDataLst>
              <p:tags r:id="rId14"/>
            </p:custDataLst>
          </p:nvPr>
        </p:nvSpPr>
        <p:spPr>
          <a:xfrm>
            <a:off x="1442126" y="523878"/>
            <a:ext cx="2880000" cy="504000"/>
          </a:xfrm>
        </p:spPr>
        <p:txBody>
          <a:bodyPr wrap="square" anchor="ctr">
            <a:normAutofit/>
          </a:bodyPr>
          <a:lstStyle>
            <a:lvl1pPr marL="0" indent="0">
              <a:lnSpc>
                <a:spcPct val="100000"/>
              </a:lnSpc>
              <a:buNone/>
              <a:defRPr sz="1800"/>
            </a:lvl1pPr>
          </a:lstStyle>
          <a:p>
            <a:pPr lvl="0"/>
            <a:r>
              <a:rPr lang="zh-CN" altLang="en-US" dirty="0"/>
              <a:t>公司名</a:t>
            </a:r>
            <a:endParaRPr lang="zh-CN" altLang="en-US" dirty="0"/>
          </a:p>
        </p:txBody>
      </p:sp>
      <p:sp>
        <p:nvSpPr>
          <p:cNvPr id="24" name="署名占位符 10"/>
          <p:cNvSpPr>
            <a:spLocks noGrp="1"/>
          </p:cNvSpPr>
          <p:nvPr>
            <p:ph type="body" sz="quarter" idx="17" hasCustomPrompt="1"/>
            <p:custDataLst>
              <p:tags r:id="rId15"/>
            </p:custDataLst>
          </p:nvPr>
        </p:nvSpPr>
        <p:spPr>
          <a:xfrm>
            <a:off x="1068109" y="4481316"/>
            <a:ext cx="2880000" cy="504000"/>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wrap="square" anchor="ctr">
            <a:normAutofit/>
          </a:bodyPr>
          <a:lstStyle>
            <a:lvl1pPr marL="0" indent="0" algn="ctr">
              <a:lnSpc>
                <a:spcPct val="100000"/>
              </a:lnSpc>
              <a:buNone/>
              <a:defRPr sz="1800" b="0">
                <a:solidFill>
                  <a:schemeClr val="tx2"/>
                </a:solidFill>
              </a:defRPr>
            </a:lvl1pPr>
          </a:lstStyle>
          <a:p>
            <a:pPr lvl="0"/>
            <a:r>
              <a:rPr lang="zh-CN" altLang="en-US" dirty="0"/>
              <a:t>署名</a:t>
            </a:r>
            <a:endParaRPr lang="zh-CN" altLang="en-US" dirty="0"/>
          </a:p>
        </p:txBody>
      </p:sp>
      <p:sp>
        <p:nvSpPr>
          <p:cNvPr id="4" name="日期占位符 3"/>
          <p:cNvSpPr>
            <a:spLocks noGrp="1"/>
          </p:cNvSpPr>
          <p:nvPr>
            <p:ph type="dt" sz="half" idx="10"/>
            <p:custDataLst>
              <p:tags r:id="rId1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7"/>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8"/>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lvl1pPr>
              <a:defRPr sz="2400"/>
            </a:lvl1pPr>
            <a:lvl2pPr>
              <a:defRPr sz="2000"/>
            </a:lvl2pPr>
            <a:lvl3pPr>
              <a:defRPr sz="1800"/>
            </a:lvl3pPr>
            <a:lvl4pPr>
              <a:defRPr sz="1600"/>
            </a:lvl4pPr>
            <a:lvl5pPr>
              <a:defRPr sz="14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21" name="矩形 20"/>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p:cNvSpPr/>
          <p:nvPr>
            <p:custDataLst>
              <p:tags r:id="rId3"/>
            </p:custDataLst>
          </p:nvPr>
        </p:nvSpPr>
        <p:spPr>
          <a:xfrm flipV="1">
            <a:off x="10654388" y="5436721"/>
            <a:ext cx="1537612" cy="1421279"/>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gradFill>
            <a:gsLst>
              <a:gs pos="14000">
                <a:schemeClr val="accent1">
                  <a:alpha val="15000"/>
                </a:schemeClr>
              </a:gs>
              <a:gs pos="100000">
                <a:schemeClr val="accent1">
                  <a:alpha val="0"/>
                </a:schemeClr>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2" name="任意多边形: 形状 11"/>
          <p:cNvSpPr/>
          <p:nvPr>
            <p:custDataLst>
              <p:tags r:id="rId4"/>
            </p:custDataLst>
          </p:nvPr>
        </p:nvSpPr>
        <p:spPr>
          <a:xfrm>
            <a:off x="11353800" y="1026561"/>
            <a:ext cx="70184" cy="305594"/>
          </a:xfrm>
          <a:custGeom>
            <a:avLst/>
            <a:gdLst>
              <a:gd name="connsiteX0" fmla="*/ 35092 w 70184"/>
              <a:gd name="connsiteY0" fmla="*/ 235410 h 305594"/>
              <a:gd name="connsiteX1" fmla="*/ 70184 w 70184"/>
              <a:gd name="connsiteY1" fmla="*/ 270502 h 305594"/>
              <a:gd name="connsiteX2" fmla="*/ 35092 w 70184"/>
              <a:gd name="connsiteY2" fmla="*/ 305594 h 305594"/>
              <a:gd name="connsiteX3" fmla="*/ 0 w 70184"/>
              <a:gd name="connsiteY3" fmla="*/ 270502 h 305594"/>
              <a:gd name="connsiteX4" fmla="*/ 35092 w 70184"/>
              <a:gd name="connsiteY4" fmla="*/ 235410 h 305594"/>
              <a:gd name="connsiteX5" fmla="*/ 35092 w 70184"/>
              <a:gd name="connsiteY5" fmla="*/ 117705 h 305594"/>
              <a:gd name="connsiteX6" fmla="*/ 70184 w 70184"/>
              <a:gd name="connsiteY6" fmla="*/ 152797 h 305594"/>
              <a:gd name="connsiteX7" fmla="*/ 35092 w 70184"/>
              <a:gd name="connsiteY7" fmla="*/ 187889 h 305594"/>
              <a:gd name="connsiteX8" fmla="*/ 0 w 70184"/>
              <a:gd name="connsiteY8" fmla="*/ 152797 h 305594"/>
              <a:gd name="connsiteX9" fmla="*/ 35092 w 70184"/>
              <a:gd name="connsiteY9" fmla="*/ 117705 h 305594"/>
              <a:gd name="connsiteX10" fmla="*/ 35092 w 70184"/>
              <a:gd name="connsiteY10" fmla="*/ 0 h 305594"/>
              <a:gd name="connsiteX11" fmla="*/ 70184 w 70184"/>
              <a:gd name="connsiteY11" fmla="*/ 35092 h 305594"/>
              <a:gd name="connsiteX12" fmla="*/ 35092 w 70184"/>
              <a:gd name="connsiteY12" fmla="*/ 70184 h 305594"/>
              <a:gd name="connsiteX13" fmla="*/ 0 w 70184"/>
              <a:gd name="connsiteY13" fmla="*/ 35092 h 305594"/>
              <a:gd name="connsiteX14" fmla="*/ 35092 w 70184"/>
              <a:gd name="connsiteY14" fmla="*/ 0 h 305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184" h="305594">
                <a:moveTo>
                  <a:pt x="35092" y="235410"/>
                </a:moveTo>
                <a:cubicBezTo>
                  <a:pt x="54473" y="235410"/>
                  <a:pt x="70184" y="251121"/>
                  <a:pt x="70184" y="270502"/>
                </a:cubicBezTo>
                <a:cubicBezTo>
                  <a:pt x="70184" y="289883"/>
                  <a:pt x="54473" y="305594"/>
                  <a:pt x="35092" y="305594"/>
                </a:cubicBezTo>
                <a:cubicBezTo>
                  <a:pt x="15711" y="305594"/>
                  <a:pt x="0" y="289883"/>
                  <a:pt x="0" y="270502"/>
                </a:cubicBezTo>
                <a:cubicBezTo>
                  <a:pt x="0" y="251121"/>
                  <a:pt x="15711" y="235410"/>
                  <a:pt x="35092" y="235410"/>
                </a:cubicBezTo>
                <a:close/>
                <a:moveTo>
                  <a:pt x="35092" y="117705"/>
                </a:moveTo>
                <a:cubicBezTo>
                  <a:pt x="54473" y="117705"/>
                  <a:pt x="70184" y="133416"/>
                  <a:pt x="70184" y="152797"/>
                </a:cubicBezTo>
                <a:cubicBezTo>
                  <a:pt x="70184" y="172178"/>
                  <a:pt x="54473" y="187889"/>
                  <a:pt x="35092" y="187889"/>
                </a:cubicBezTo>
                <a:cubicBezTo>
                  <a:pt x="15711" y="187889"/>
                  <a:pt x="0" y="172178"/>
                  <a:pt x="0" y="152797"/>
                </a:cubicBezTo>
                <a:cubicBezTo>
                  <a:pt x="0" y="133416"/>
                  <a:pt x="15711" y="117705"/>
                  <a:pt x="35092" y="117705"/>
                </a:cubicBezTo>
                <a:close/>
                <a:moveTo>
                  <a:pt x="35092" y="0"/>
                </a:moveTo>
                <a:cubicBezTo>
                  <a:pt x="54473" y="0"/>
                  <a:pt x="70184" y="15711"/>
                  <a:pt x="70184" y="35092"/>
                </a:cubicBezTo>
                <a:cubicBezTo>
                  <a:pt x="70184" y="54473"/>
                  <a:pt x="54473" y="70184"/>
                  <a:pt x="35092" y="70184"/>
                </a:cubicBezTo>
                <a:cubicBezTo>
                  <a:pt x="15711" y="70184"/>
                  <a:pt x="0" y="54473"/>
                  <a:pt x="0" y="35092"/>
                </a:cubicBezTo>
                <a:cubicBezTo>
                  <a:pt x="0" y="15711"/>
                  <a:pt x="15711" y="0"/>
                  <a:pt x="35092"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图形 12"/>
          <p:cNvSpPr/>
          <p:nvPr>
            <p:custDataLst>
              <p:tags r:id="rId5"/>
            </p:custDataLst>
          </p:nvPr>
        </p:nvSpPr>
        <p:spPr>
          <a:xfrm flipH="1">
            <a:off x="0" y="0"/>
            <a:ext cx="2095499" cy="2260811"/>
          </a:xfrm>
          <a:custGeom>
            <a:avLst/>
            <a:gdLst>
              <a:gd name="connsiteX0" fmla="*/ 2815 w 1616032"/>
              <a:gd name="connsiteY0" fmla="*/ 0 h 1743519"/>
              <a:gd name="connsiteX1" fmla="*/ 641847 w 1616032"/>
              <a:gd name="connsiteY1" fmla="*/ 0 h 1743519"/>
              <a:gd name="connsiteX2" fmla="*/ 637180 w 1616032"/>
              <a:gd name="connsiteY2" fmla="*/ 93917 h 1743519"/>
              <a:gd name="connsiteX3" fmla="*/ 1392513 w 1616032"/>
              <a:gd name="connsiteY3" fmla="*/ 1121474 h 1743519"/>
              <a:gd name="connsiteX4" fmla="*/ 1601491 w 1616032"/>
              <a:gd name="connsiteY4" fmla="*/ 1520000 h 1743519"/>
              <a:gd name="connsiteX5" fmla="*/ 1202965 w 1616032"/>
              <a:gd name="connsiteY5" fmla="*/ 1728978 h 1743519"/>
              <a:gd name="connsiteX6" fmla="*/ 196744 w 1616032"/>
              <a:gd name="connsiteY6" fmla="*/ 889826 h 1743519"/>
              <a:gd name="connsiteX7" fmla="*/ 53 w 1616032"/>
              <a:gd name="connsiteY7" fmla="*/ 82868 h 1743519"/>
              <a:gd name="connsiteX8" fmla="*/ 2815 w 1616032"/>
              <a:gd name="connsiteY8" fmla="*/ 0 h 1743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6032" h="1743519">
                <a:moveTo>
                  <a:pt x="2815" y="0"/>
                </a:moveTo>
                <a:lnTo>
                  <a:pt x="641847" y="0"/>
                </a:lnTo>
                <a:cubicBezTo>
                  <a:pt x="641847" y="0"/>
                  <a:pt x="637180" y="93917"/>
                  <a:pt x="637180" y="93917"/>
                </a:cubicBezTo>
                <a:cubicBezTo>
                  <a:pt x="637085" y="552164"/>
                  <a:pt x="932550" y="978027"/>
                  <a:pt x="1392513" y="1121474"/>
                </a:cubicBezTo>
                <a:cubicBezTo>
                  <a:pt x="1560248" y="1173766"/>
                  <a:pt x="1653879" y="1352264"/>
                  <a:pt x="1601491" y="1520000"/>
                </a:cubicBezTo>
                <a:cubicBezTo>
                  <a:pt x="1549199" y="1687735"/>
                  <a:pt x="1370700" y="1781366"/>
                  <a:pt x="1202965" y="1728978"/>
                </a:cubicBezTo>
                <a:cubicBezTo>
                  <a:pt x="766434" y="1592866"/>
                  <a:pt x="409151" y="1294829"/>
                  <a:pt x="196744" y="889826"/>
                </a:cubicBezTo>
                <a:cubicBezTo>
                  <a:pt x="63965" y="636746"/>
                  <a:pt x="-2138" y="360807"/>
                  <a:pt x="53" y="82868"/>
                </a:cubicBezTo>
                <a:lnTo>
                  <a:pt x="2815" y="0"/>
                </a:lnTo>
                <a:close/>
              </a:path>
            </a:pathLst>
          </a:custGeom>
          <a:gradFill flip="none" rotWithShape="1">
            <a:gsLst>
              <a:gs pos="1300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sym typeface="+mn-ea"/>
            </a:endParaRPr>
          </a:p>
        </p:txBody>
      </p:sp>
      <p:sp>
        <p:nvSpPr>
          <p:cNvPr id="14" name="任意多边形: 形状 3"/>
          <p:cNvSpPr/>
          <p:nvPr>
            <p:custDataLst>
              <p:tags r:id="rId6"/>
            </p:custDataLst>
          </p:nvPr>
        </p:nvSpPr>
        <p:spPr>
          <a:xfrm flipH="1">
            <a:off x="1" y="331978"/>
            <a:ext cx="767050" cy="815541"/>
          </a:xfrm>
          <a:custGeom>
            <a:avLst/>
            <a:gdLst>
              <a:gd name="connsiteX0" fmla="*/ 266085 w 960878"/>
              <a:gd name="connsiteY0" fmla="*/ 601 h 1021622"/>
              <a:gd name="connsiteX1" fmla="*/ 124392 w 960878"/>
              <a:gd name="connsiteY1" fmla="*/ 33408 h 1021622"/>
              <a:gd name="connsiteX2" fmla="*/ 33363 w 960878"/>
              <a:gd name="connsiteY2" fmla="*/ 373190 h 1021622"/>
              <a:gd name="connsiteX3" fmla="*/ 846063 w 960878"/>
              <a:gd name="connsiteY3" fmla="*/ 996773 h 1021622"/>
              <a:gd name="connsiteX4" fmla="*/ 960878 w 960878"/>
              <a:gd name="connsiteY4" fmla="*/ 1021622 h 1021622"/>
              <a:gd name="connsiteX5" fmla="*/ 960878 w 960878"/>
              <a:gd name="connsiteY5" fmla="*/ 510304 h 1021622"/>
              <a:gd name="connsiteX6" fmla="*/ 860484 w 960878"/>
              <a:gd name="connsiteY6" fmla="*/ 476220 h 1021622"/>
              <a:gd name="connsiteX7" fmla="*/ 464256 w 960878"/>
              <a:gd name="connsiteY7" fmla="*/ 124437 h 1021622"/>
              <a:gd name="connsiteX8" fmla="*/ 266085 w 960878"/>
              <a:gd name="connsiteY8" fmla="*/ 601 h 102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878" h="1021622">
                <a:moveTo>
                  <a:pt x="266085" y="601"/>
                </a:moveTo>
                <a:cubicBezTo>
                  <a:pt x="218244" y="-2721"/>
                  <a:pt x="168993" y="7661"/>
                  <a:pt x="124392" y="33408"/>
                </a:cubicBezTo>
                <a:cubicBezTo>
                  <a:pt x="5456" y="102096"/>
                  <a:pt x="-35325" y="254254"/>
                  <a:pt x="33363" y="373190"/>
                </a:cubicBezTo>
                <a:cubicBezTo>
                  <a:pt x="212099" y="682822"/>
                  <a:pt x="500718" y="904248"/>
                  <a:pt x="846063" y="996773"/>
                </a:cubicBezTo>
                <a:lnTo>
                  <a:pt x="960878" y="1021622"/>
                </a:lnTo>
                <a:lnTo>
                  <a:pt x="960878" y="510304"/>
                </a:lnTo>
                <a:lnTo>
                  <a:pt x="860484" y="476220"/>
                </a:lnTo>
                <a:cubicBezTo>
                  <a:pt x="699387" y="407201"/>
                  <a:pt x="558441" y="287559"/>
                  <a:pt x="464256" y="124437"/>
                </a:cubicBezTo>
                <a:cubicBezTo>
                  <a:pt x="421317" y="50019"/>
                  <a:pt x="345735" y="6249"/>
                  <a:pt x="266085" y="601"/>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15" name="椭圆 14"/>
          <p:cNvSpPr/>
          <p:nvPr>
            <p:custDataLst>
              <p:tags r:id="rId7"/>
            </p:custDataLst>
          </p:nvPr>
        </p:nvSpPr>
        <p:spPr>
          <a:xfrm>
            <a:off x="102870" y="140335"/>
            <a:ext cx="171450" cy="171450"/>
          </a:xfrm>
          <a:prstGeom prst="ellipse">
            <a:avLst/>
          </a:prstGeom>
          <a:gradFill flip="none" rotWithShape="1">
            <a:gsLst>
              <a:gs pos="76000">
                <a:schemeClr val="accent1"/>
              </a:gs>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1270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椭圆 15"/>
          <p:cNvSpPr/>
          <p:nvPr>
            <p:custDataLst>
              <p:tags r:id="rId8"/>
            </p:custDataLst>
          </p:nvPr>
        </p:nvSpPr>
        <p:spPr>
          <a:xfrm>
            <a:off x="1499843" y="1269396"/>
            <a:ext cx="546697" cy="546697"/>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日期占位符 3"/>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0"/>
            </p:custDataLst>
          </p:nvPr>
        </p:nvSpPr>
        <p:spPr/>
        <p:txBody>
          <a:bodyPr/>
          <a:lstStyle/>
          <a:p>
            <a:endParaRPr lang="zh-CN" altLang="en-US"/>
          </a:p>
        </p:txBody>
      </p:sp>
      <p:sp>
        <p:nvSpPr>
          <p:cNvPr id="9" name="灯片编号占位符 5"/>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hasCustomPrompt="1"/>
            <p:custDataLst>
              <p:tags r:id="rId12"/>
            </p:custDataLst>
          </p:nvPr>
        </p:nvSpPr>
        <p:spPr>
          <a:xfrm>
            <a:off x="9283700" y="547696"/>
            <a:ext cx="1814518" cy="1263324"/>
          </a:xfrm>
          <a:noFill/>
        </p:spPr>
        <p:txBody>
          <a:bodyPr vert="horz" wrap="square" rtlCol="0" anchor="ctr" anchorCtr="0">
            <a:normAutofit/>
          </a:bodyPr>
          <a:lstStyle>
            <a:lvl1pPr algn="ctr">
              <a:defRPr lang="zh-CN" altLang="en-US" sz="6000" dirty="0">
                <a:gradFill>
                  <a:gsLst>
                    <a:gs pos="0">
                      <a:schemeClr val="accent1">
                        <a:lumMod val="40000"/>
                        <a:lumOff val="60000"/>
                      </a:schemeClr>
                    </a:gs>
                    <a:gs pos="62000">
                      <a:schemeClr val="accent1"/>
                    </a:gs>
                  </a:gsLst>
                  <a:lin ang="2700000" scaled="1"/>
                </a:gradFill>
              </a:defRPr>
            </a:lvl1pPr>
          </a:lstStyle>
          <a:p>
            <a:pPr marL="0" lvl="0" algn="r"/>
            <a:r>
              <a:rPr lang="zh-CN" altLang="en-US" dirty="0"/>
              <a:t>标题</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6" name="矩形 25"/>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图形 23"/>
          <p:cNvSpPr/>
          <p:nvPr>
            <p:custDataLst>
              <p:tags r:id="rId3"/>
            </p:custDataLst>
          </p:nvPr>
        </p:nvSpPr>
        <p:spPr>
          <a:xfrm>
            <a:off x="1068515" y="803142"/>
            <a:ext cx="4202128" cy="4488048"/>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11" name="矩形 10"/>
          <p:cNvSpPr/>
          <p:nvPr>
            <p:custDataLst>
              <p:tags r:id="rId4"/>
            </p:custDataLst>
          </p:nvPr>
        </p:nvSpPr>
        <p:spPr>
          <a:xfrm>
            <a:off x="8469650" y="2639425"/>
            <a:ext cx="2477770" cy="334645"/>
          </a:xfrm>
          <a:prstGeom prst="rect">
            <a:avLst/>
          </a:prstGeom>
          <a:gradFill flip="none" rotWithShape="1">
            <a:gsLst>
              <a:gs pos="0">
                <a:schemeClr val="accent1">
                  <a:lumMod val="20000"/>
                  <a:lumOff val="80000"/>
                  <a:alpha val="0"/>
                </a:schemeClr>
              </a:gs>
              <a:gs pos="100000">
                <a:schemeClr val="accent1">
                  <a:lumMod val="20000"/>
                  <a:lumOff val="8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图形 13"/>
          <p:cNvSpPr/>
          <p:nvPr>
            <p:custDataLst>
              <p:tags r:id="rId5"/>
            </p:custDataLst>
          </p:nvPr>
        </p:nvSpPr>
        <p:spPr>
          <a:xfrm>
            <a:off x="1312042" y="1331347"/>
            <a:ext cx="3352258" cy="3352256"/>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cxnSp>
        <p:nvCxnSpPr>
          <p:cNvPr id="13" name="直接连接符 12"/>
          <p:cNvCxnSpPr/>
          <p:nvPr>
            <p:custDataLst>
              <p:tags r:id="rId6"/>
            </p:custDataLst>
          </p:nvPr>
        </p:nvCxnSpPr>
        <p:spPr>
          <a:xfrm>
            <a:off x="11778000" y="2356902"/>
            <a:ext cx="0" cy="2871449"/>
          </a:xfrm>
          <a:prstGeom prst="line">
            <a:avLst/>
          </a:prstGeom>
          <a:ln>
            <a:solidFill>
              <a:schemeClr val="accent1">
                <a:alpha val="18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p:custDataLst>
              <p:tags r:id="rId7"/>
            </p:custDataLst>
          </p:nvPr>
        </p:nvSpPr>
        <p:spPr>
          <a:xfrm>
            <a:off x="2620121" y="2639425"/>
            <a:ext cx="736100" cy="736100"/>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p:nvPr>
            <p:custDataLst>
              <p:tags r:id="rId8"/>
            </p:custDataLst>
          </p:nvPr>
        </p:nvSpPr>
        <p:spPr>
          <a:xfrm>
            <a:off x="4745253" y="3924161"/>
            <a:ext cx="444436" cy="444436"/>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任意多边形: 形状 15"/>
          <p:cNvSpPr/>
          <p:nvPr>
            <p:custDataLst>
              <p:tags r:id="rId9"/>
            </p:custDataLst>
          </p:nvPr>
        </p:nvSpPr>
        <p:spPr>
          <a:xfrm flipH="1" flipV="1">
            <a:off x="0" y="0"/>
            <a:ext cx="1259205" cy="833120"/>
          </a:xfrm>
          <a:custGeom>
            <a:avLst/>
            <a:gdLst>
              <a:gd name="connsiteX0" fmla="*/ 1259430 w 1259430"/>
              <a:gd name="connsiteY0" fmla="*/ 833045 h 833045"/>
              <a:gd name="connsiteX1" fmla="*/ 0 w 1259430"/>
              <a:gd name="connsiteY1" fmla="*/ 833045 h 833045"/>
              <a:gd name="connsiteX2" fmla="*/ 10126 w 1259430"/>
              <a:gd name="connsiteY2" fmla="*/ 819504 h 833045"/>
              <a:gd name="connsiteX3" fmla="*/ 1126137 w 1259430"/>
              <a:gd name="connsiteY3" fmla="*/ 38726 h 833045"/>
              <a:gd name="connsiteX4" fmla="*/ 1259430 w 1259430"/>
              <a:gd name="connsiteY4" fmla="*/ 0 h 833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9430" h="833045">
                <a:moveTo>
                  <a:pt x="1259430" y="833045"/>
                </a:moveTo>
                <a:lnTo>
                  <a:pt x="0" y="833045"/>
                </a:lnTo>
                <a:lnTo>
                  <a:pt x="10126" y="819504"/>
                </a:lnTo>
                <a:cubicBezTo>
                  <a:pt x="301323" y="466655"/>
                  <a:pt x="685952" y="193770"/>
                  <a:pt x="1126137" y="38726"/>
                </a:cubicBezTo>
                <a:lnTo>
                  <a:pt x="1259430" y="0"/>
                </a:lnTo>
                <a:close/>
              </a:path>
            </a:pathLst>
          </a:custGeom>
          <a:solidFill>
            <a:schemeClr val="accent1">
              <a:lumMod val="20000"/>
              <a:lumOff val="80000"/>
              <a:alpha val="3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椭圆 20"/>
          <p:cNvSpPr/>
          <p:nvPr>
            <p:custDataLst>
              <p:tags r:id="rId10"/>
            </p:custDataLst>
          </p:nvPr>
        </p:nvSpPr>
        <p:spPr>
          <a:xfrm>
            <a:off x="1482507" y="4643034"/>
            <a:ext cx="217666" cy="217664"/>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29" name="直接连接符 28"/>
          <p:cNvCxnSpPr/>
          <p:nvPr>
            <p:custDataLst>
              <p:tags r:id="rId11"/>
            </p:custDataLst>
          </p:nvPr>
        </p:nvCxnSpPr>
        <p:spPr>
          <a:xfrm>
            <a:off x="1069698"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custDataLst>
              <p:tags r:id="rId12"/>
            </p:custDataLst>
          </p:nvPr>
        </p:nvCxnSpPr>
        <p:spPr>
          <a:xfrm>
            <a:off x="1069698"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custDataLst>
              <p:tags r:id="rId13"/>
            </p:custDataLst>
          </p:nvPr>
        </p:nvCxnSpPr>
        <p:spPr>
          <a:xfrm>
            <a:off x="1069698"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4" name="日期占位符 4"/>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5"/>
            </p:custDataLst>
          </p:nvPr>
        </p:nvSpPr>
        <p:spPr/>
        <p:txBody>
          <a:bodyPr/>
          <a:lstStyle/>
          <a:p>
            <a:endParaRPr lang="zh-CN" altLang="en-US"/>
          </a:p>
        </p:txBody>
      </p:sp>
      <p:sp>
        <p:nvSpPr>
          <p:cNvPr id="6" name="灯片编号占位符 6"/>
          <p:cNvSpPr>
            <a:spLocks noGrp="1"/>
          </p:cNvSpPr>
          <p:nvPr>
            <p:ph type="sldNum" sz="quarter" idx="12"/>
            <p:custDataLst>
              <p:tags r:id="rId16"/>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p:custDataLst>
              <p:tags r:id="rId17"/>
            </p:custDataLst>
          </p:nvPr>
        </p:nvSpPr>
        <p:spPr>
          <a:xfrm>
            <a:off x="5514170" y="3048024"/>
            <a:ext cx="5412458" cy="1759920"/>
          </a:xfrm>
        </p:spPr>
        <p:txBody>
          <a:bodyPr wrap="square" anchor="b">
            <a:normAutofit/>
          </a:bodyPr>
          <a:lstStyle>
            <a:lvl1pPr algn="r">
              <a:defRPr sz="5400">
                <a:solidFill>
                  <a:schemeClr val="tx2"/>
                </a:solidFill>
              </a:defRPr>
            </a:lvl1pPr>
          </a:lstStyle>
          <a:p>
            <a:r>
              <a:rPr lang="zh-CN" altLang="en-US" dirty="0"/>
              <a:t>单击此处编辑母版标题样式</a:t>
            </a:r>
            <a:endParaRPr lang="zh-CN" altLang="en-US" dirty="0"/>
          </a:p>
        </p:txBody>
      </p:sp>
      <p:sp>
        <p:nvSpPr>
          <p:cNvPr id="8" name="节编号 3"/>
          <p:cNvSpPr>
            <a:spLocks noGrp="1"/>
          </p:cNvSpPr>
          <p:nvPr>
            <p:ph type="body" sz="quarter" idx="13" hasCustomPrompt="1"/>
            <p:custDataLst>
              <p:tags r:id="rId18"/>
            </p:custDataLst>
          </p:nvPr>
        </p:nvSpPr>
        <p:spPr>
          <a:xfrm>
            <a:off x="6575549" y="966615"/>
            <a:ext cx="4351080" cy="2062700"/>
          </a:xfrm>
        </p:spPr>
        <p:txBody>
          <a:bodyPr wrap="none" anchor="b" anchorCtr="0">
            <a:normAutofit/>
          </a:bodyPr>
          <a:lstStyle>
            <a:lvl1pPr marL="0" indent="0" algn="r">
              <a:buNone/>
              <a:defRPr sz="8000" b="1">
                <a:gradFill flip="none" rotWithShape="1">
                  <a:gsLst>
                    <a:gs pos="0">
                      <a:schemeClr val="accent1">
                        <a:lumMod val="60000"/>
                        <a:lumOff val="40000"/>
                      </a:schemeClr>
                    </a:gs>
                    <a:gs pos="40000">
                      <a:schemeClr val="accent1"/>
                    </a:gs>
                  </a:gsLst>
                  <a:lin ang="2700000" scaled="1"/>
                  <a:tileRect/>
                </a:gradFill>
              </a:defRPr>
            </a:lvl1pPr>
          </a:lstStyle>
          <a:p>
            <a:pPr lvl="0"/>
            <a:r>
              <a:rPr lang="zh-CN" altLang="en-US" dirty="0"/>
              <a:t>节编号</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8" name="标题 7"/>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dirty="0"/>
              <a:t>单击此处编辑母版标题样式</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6" name="矩形 25"/>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3"/>
            </p:custDataLst>
          </p:nvPr>
        </p:nvSpPr>
        <p:spPr>
          <a:xfrm flipV="1">
            <a:off x="10733104" y="5509481"/>
            <a:ext cx="1458895" cy="1348518"/>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gradFill flip="none" rotWithShape="1">
            <a:gsLst>
              <a:gs pos="0">
                <a:schemeClr val="accent1">
                  <a:lumMod val="20000"/>
                  <a:lumOff val="80000"/>
                  <a:alpha val="50000"/>
                </a:schemeClr>
              </a:gs>
              <a:gs pos="72000">
                <a:schemeClr val="accent1">
                  <a:lumMod val="20000"/>
                  <a:lumOff val="80000"/>
                  <a:alpha val="0"/>
                </a:schemeClr>
              </a:gs>
            </a:gsLst>
            <a:lin ang="189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7" name="任意多边形: 形状 6"/>
          <p:cNvSpPr/>
          <p:nvPr>
            <p:custDataLst>
              <p:tags r:id="rId4"/>
            </p:custDataLst>
          </p:nvPr>
        </p:nvSpPr>
        <p:spPr>
          <a:xfrm flipH="1">
            <a:off x="0" y="0"/>
            <a:ext cx="5272405" cy="48736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p:custDataLst>
              <p:tags r:id="rId5"/>
            </p:custDataLst>
          </p:nvPr>
        </p:nvSpPr>
        <p:spPr>
          <a:xfrm flipH="1">
            <a:off x="0" y="0"/>
            <a:ext cx="3750945" cy="36417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bg1">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椭圆 11"/>
          <p:cNvSpPr/>
          <p:nvPr>
            <p:custDataLst>
              <p:tags r:id="rId6"/>
            </p:custDataLst>
          </p:nvPr>
        </p:nvSpPr>
        <p:spPr>
          <a:xfrm flipH="1">
            <a:off x="4859423" y="917634"/>
            <a:ext cx="288925" cy="288925"/>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任意多边形: 形状 14"/>
          <p:cNvSpPr/>
          <p:nvPr>
            <p:custDataLst>
              <p:tags r:id="rId7"/>
            </p:custDataLst>
          </p:nvPr>
        </p:nvSpPr>
        <p:spPr>
          <a:xfrm flipH="1">
            <a:off x="0" y="0"/>
            <a:ext cx="2228850" cy="2164080"/>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60000"/>
              <a:lumOff val="40000"/>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6" name="图形 24"/>
          <p:cNvSpPr/>
          <p:nvPr>
            <p:custDataLst>
              <p:tags r:id="rId8"/>
            </p:custDataLst>
          </p:nvPr>
        </p:nvSpPr>
        <p:spPr>
          <a:xfrm flipH="1">
            <a:off x="0" y="589915"/>
            <a:ext cx="2228850" cy="1643380"/>
          </a:xfrm>
          <a:custGeom>
            <a:avLst/>
            <a:gdLst>
              <a:gd name="connsiteX0" fmla="*/ 305151 w 1622268"/>
              <a:gd name="connsiteY0" fmla="*/ 689 h 1196098"/>
              <a:gd name="connsiteX1" fmla="*/ 532418 w 1622268"/>
              <a:gd name="connsiteY1" fmla="*/ 142707 h 1196098"/>
              <a:gd name="connsiteX2" fmla="*/ 1579882 w 1622268"/>
              <a:gd name="connsiteY2" fmla="*/ 601241 h 1196098"/>
              <a:gd name="connsiteX3" fmla="*/ 1622269 w 1622268"/>
              <a:gd name="connsiteY3" fmla="*/ 589430 h 1196098"/>
              <a:gd name="connsiteX4" fmla="*/ 1622269 w 1622268"/>
              <a:gd name="connsiteY4" fmla="*/ 1173217 h 1196098"/>
              <a:gd name="connsiteX5" fmla="*/ 1567976 w 1622268"/>
              <a:gd name="connsiteY5" fmla="*/ 1183123 h 1196098"/>
              <a:gd name="connsiteX6" fmla="*/ 970282 w 1622268"/>
              <a:gd name="connsiteY6" fmla="*/ 1143118 h 1196098"/>
              <a:gd name="connsiteX7" fmla="*/ 38261 w 1622268"/>
              <a:gd name="connsiteY7" fmla="*/ 427981 h 1196098"/>
              <a:gd name="connsiteX8" fmla="*/ 142655 w 1622268"/>
              <a:gd name="connsiteY8" fmla="*/ 38313 h 1196098"/>
              <a:gd name="connsiteX9" fmla="*/ 305151 w 1622268"/>
              <a:gd name="connsiteY9" fmla="*/ 689 h 1196098"/>
              <a:gd name="connsiteX10" fmla="*/ 305151 w 1622268"/>
              <a:gd name="connsiteY10" fmla="*/ 689 h 11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2268" h="1196098">
                <a:moveTo>
                  <a:pt x="305151" y="689"/>
                </a:moveTo>
                <a:cubicBezTo>
                  <a:pt x="396496" y="7166"/>
                  <a:pt x="483174" y="57363"/>
                  <a:pt x="532418" y="142707"/>
                </a:cubicBezTo>
                <a:cubicBezTo>
                  <a:pt x="748445" y="516849"/>
                  <a:pt x="1178975" y="691538"/>
                  <a:pt x="1579882" y="601241"/>
                </a:cubicBezTo>
                <a:lnTo>
                  <a:pt x="1622269" y="589430"/>
                </a:lnTo>
                <a:lnTo>
                  <a:pt x="1622269" y="1173217"/>
                </a:lnTo>
                <a:cubicBezTo>
                  <a:pt x="1622269" y="1173217"/>
                  <a:pt x="1567976" y="1183123"/>
                  <a:pt x="1567976" y="1183123"/>
                </a:cubicBezTo>
                <a:cubicBezTo>
                  <a:pt x="1370713" y="1209126"/>
                  <a:pt x="1168307" y="1196172"/>
                  <a:pt x="970282" y="1143118"/>
                </a:cubicBezTo>
                <a:cubicBezTo>
                  <a:pt x="574233" y="1037009"/>
                  <a:pt x="243239" y="783073"/>
                  <a:pt x="38261" y="427981"/>
                </a:cubicBezTo>
                <a:cubicBezTo>
                  <a:pt x="-40511" y="291583"/>
                  <a:pt x="6257" y="117085"/>
                  <a:pt x="142655" y="38313"/>
                </a:cubicBezTo>
                <a:cubicBezTo>
                  <a:pt x="193804" y="8786"/>
                  <a:pt x="250287" y="-3121"/>
                  <a:pt x="305151" y="689"/>
                </a:cubicBezTo>
                <a:lnTo>
                  <a:pt x="305151" y="68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19" name="图形 16"/>
          <p:cNvSpPr/>
          <p:nvPr>
            <p:custDataLst>
              <p:tags r:id="rId9"/>
            </p:custDataLst>
          </p:nvPr>
        </p:nvSpPr>
        <p:spPr>
          <a:xfrm flipH="1">
            <a:off x="829945" y="0"/>
            <a:ext cx="3648710" cy="3936365"/>
          </a:xfrm>
          <a:custGeom>
            <a:avLst/>
            <a:gdLst>
              <a:gd name="connsiteX0" fmla="*/ 4671 w 2738556"/>
              <a:gd name="connsiteY0" fmla="*/ 0 h 2954675"/>
              <a:gd name="connsiteX1" fmla="*/ 1087663 w 2738556"/>
              <a:gd name="connsiteY1" fmla="*/ 0 h 2954675"/>
              <a:gd name="connsiteX2" fmla="*/ 1079662 w 2738556"/>
              <a:gd name="connsiteY2" fmla="*/ 159068 h 2954675"/>
              <a:gd name="connsiteX3" fmla="*/ 2359727 w 2738556"/>
              <a:gd name="connsiteY3" fmla="*/ 1900523 h 2954675"/>
              <a:gd name="connsiteX4" fmla="*/ 2713962 w 2738556"/>
              <a:gd name="connsiteY4" fmla="*/ 2575846 h 2954675"/>
              <a:gd name="connsiteX5" fmla="*/ 2038639 w 2738556"/>
              <a:gd name="connsiteY5" fmla="*/ 2930081 h 2954675"/>
              <a:gd name="connsiteX6" fmla="*/ 333378 w 2738556"/>
              <a:gd name="connsiteY6" fmla="*/ 1507998 h 2954675"/>
              <a:gd name="connsiteX7" fmla="*/ 99 w 2738556"/>
              <a:gd name="connsiteY7" fmla="*/ 140399 h 2954675"/>
              <a:gd name="connsiteX8" fmla="*/ 4671 w 2738556"/>
              <a:gd name="connsiteY8" fmla="*/ 0 h 295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8556" h="2954675">
                <a:moveTo>
                  <a:pt x="4671" y="0"/>
                </a:moveTo>
                <a:lnTo>
                  <a:pt x="1087663" y="0"/>
                </a:lnTo>
                <a:cubicBezTo>
                  <a:pt x="1087663" y="0"/>
                  <a:pt x="1079662" y="159068"/>
                  <a:pt x="1079662" y="159068"/>
                </a:cubicBezTo>
                <a:cubicBezTo>
                  <a:pt x="1079472" y="935736"/>
                  <a:pt x="1580201" y="1657350"/>
                  <a:pt x="2359727" y="1900523"/>
                </a:cubicBezTo>
                <a:cubicBezTo>
                  <a:pt x="2643953" y="1989201"/>
                  <a:pt x="2802639" y="2291620"/>
                  <a:pt x="2713962" y="2575846"/>
                </a:cubicBezTo>
                <a:cubicBezTo>
                  <a:pt x="2625284" y="2860072"/>
                  <a:pt x="2322865" y="3018758"/>
                  <a:pt x="2038639" y="2930081"/>
                </a:cubicBezTo>
                <a:cubicBezTo>
                  <a:pt x="1298928" y="2699290"/>
                  <a:pt x="693328" y="2194274"/>
                  <a:pt x="333378" y="1507998"/>
                </a:cubicBezTo>
                <a:cubicBezTo>
                  <a:pt x="108398" y="1079087"/>
                  <a:pt x="-3807" y="611410"/>
                  <a:pt x="99" y="140399"/>
                </a:cubicBezTo>
                <a:lnTo>
                  <a:pt x="4671" y="0"/>
                </a:lnTo>
                <a:close/>
              </a:path>
            </a:pathLst>
          </a:cu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cxnSp>
        <p:nvCxnSpPr>
          <p:cNvPr id="27" name="直接连接符 26"/>
          <p:cNvCxnSpPr/>
          <p:nvPr>
            <p:custDataLst>
              <p:tags r:id="rId10"/>
            </p:custDataLst>
          </p:nvPr>
        </p:nvCxnSpPr>
        <p:spPr>
          <a:xfrm>
            <a:off x="10930251"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11"/>
            </p:custDataLst>
          </p:nvPr>
        </p:nvCxnSpPr>
        <p:spPr>
          <a:xfrm>
            <a:off x="10930251"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custDataLst>
              <p:tags r:id="rId12"/>
            </p:custDataLst>
          </p:nvPr>
        </p:nvCxnSpPr>
        <p:spPr>
          <a:xfrm>
            <a:off x="10930251"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13"/>
            </p:custDataLst>
          </p:nvPr>
        </p:nvSpPr>
        <p:spPr>
          <a:xfrm flipH="1">
            <a:off x="1401445" y="4279089"/>
            <a:ext cx="808355" cy="808355"/>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4" name="日期占位符 3"/>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p:txBody>
          <a:bodyPr/>
          <a:lstStyle/>
          <a:p>
            <a:endParaRPr lang="zh-CN" altLang="en-US"/>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ctrTitle"/>
            <p:custDataLst>
              <p:tags r:id="rId17"/>
            </p:custDataLst>
          </p:nvPr>
        </p:nvSpPr>
        <p:spPr>
          <a:xfrm>
            <a:off x="2351686" y="2487519"/>
            <a:ext cx="8810024" cy="1222785"/>
          </a:xfrm>
        </p:spPr>
        <p:txBody>
          <a:bodyPr wrap="square" anchor="b" anchorCtr="0">
            <a:normAutofit/>
          </a:bodyPr>
          <a:lstStyle>
            <a:lvl1pPr algn="r">
              <a:lnSpc>
                <a:spcPct val="100000"/>
              </a:lnSpc>
              <a:defRPr sz="5400">
                <a:solidFill>
                  <a:schemeClr val="tx2"/>
                </a:solidFill>
              </a:defRPr>
            </a:lvl1pPr>
          </a:lstStyle>
          <a:p>
            <a:r>
              <a:rPr lang="zh-CN" altLang="en-US" dirty="0"/>
              <a:t>单击此处编辑母版标题样式</a:t>
            </a:r>
            <a:endParaRPr lang="zh-CN" altLang="en-US" dirty="0"/>
          </a:p>
        </p:txBody>
      </p:sp>
      <p:sp>
        <p:nvSpPr>
          <p:cNvPr id="10" name="公司名占位符 6"/>
          <p:cNvSpPr>
            <a:spLocks noGrp="1"/>
          </p:cNvSpPr>
          <p:nvPr>
            <p:ph type="body" sz="quarter" idx="13" hasCustomPrompt="1"/>
            <p:custDataLst>
              <p:tags r:id="rId18"/>
            </p:custDataLst>
          </p:nvPr>
        </p:nvSpPr>
        <p:spPr>
          <a:xfrm>
            <a:off x="7861296" y="504000"/>
            <a:ext cx="2880000" cy="504000"/>
          </a:xfrm>
        </p:spPr>
        <p:txBody>
          <a:bodyPr wrap="square" anchor="ctr">
            <a:normAutofit/>
          </a:bodyPr>
          <a:lstStyle>
            <a:lvl1pPr marL="0" indent="0" algn="r">
              <a:lnSpc>
                <a:spcPct val="100000"/>
              </a:lnSpc>
              <a:buNone/>
              <a:defRPr sz="1800"/>
            </a:lvl1pPr>
          </a:lstStyle>
          <a:p>
            <a:pPr lvl="0"/>
            <a:r>
              <a:rPr lang="zh-CN" altLang="en-US" dirty="0"/>
              <a:t>公司名</a:t>
            </a:r>
            <a:endParaRPr lang="zh-CN" altLang="en-US" dirty="0"/>
          </a:p>
        </p:txBody>
      </p:sp>
      <p:sp>
        <p:nvSpPr>
          <p:cNvPr id="20" name="署名占位符 10"/>
          <p:cNvSpPr>
            <a:spLocks noGrp="1"/>
          </p:cNvSpPr>
          <p:nvPr>
            <p:ph type="body" sz="quarter" idx="17" hasCustomPrompt="1"/>
            <p:custDataLst>
              <p:tags r:id="rId19"/>
            </p:custDataLst>
          </p:nvPr>
        </p:nvSpPr>
        <p:spPr>
          <a:xfrm>
            <a:off x="8284455" y="4085899"/>
            <a:ext cx="2880000" cy="504000"/>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wrap="square" anchor="ctr">
            <a:normAutofit/>
          </a:bodyPr>
          <a:lstStyle>
            <a:lvl1pPr marL="0" indent="0" algn="ctr">
              <a:lnSpc>
                <a:spcPct val="100000"/>
              </a:lnSpc>
              <a:buNone/>
              <a:defRPr sz="1800" b="0">
                <a:solidFill>
                  <a:schemeClr val="tx2"/>
                </a:solidFill>
              </a:defRPr>
            </a:lvl1pPr>
          </a:lstStyle>
          <a:p>
            <a:pPr lvl="0"/>
            <a:r>
              <a:rPr lang="zh-CN" altLang="en-US" dirty="0"/>
              <a:t>署名</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685800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23" name="图片 22" descr="生成蓝色调机械齿轮图片"/>
          <p:cNvPicPr>
            <a:picLocks noChangeAspect="1"/>
          </p:cNvPicPr>
          <p:nvPr userDrawn="1">
            <p:custDataLst>
              <p:tags r:id="rId3"/>
            </p:custDataLst>
          </p:nvPr>
        </p:nvPicPr>
        <p:blipFill>
          <a:blip r:embed="rId4" cstate="screen">
            <a:alphaModFix amt="17000"/>
          </a:blip>
          <a:srcRect/>
          <a:stretch>
            <a:fillRect/>
          </a:stretch>
        </p:blipFill>
        <p:spPr>
          <a:xfrm>
            <a:off x="-2540" y="0"/>
            <a:ext cx="12192000" cy="6858000"/>
          </a:xfrm>
          <a:prstGeom prst="rect">
            <a:avLst/>
          </a:prstGeom>
        </p:spPr>
      </p:pic>
      <p:sp>
        <p:nvSpPr>
          <p:cNvPr id="16" name="矩形 15"/>
          <p:cNvSpPr/>
          <p:nvPr userDrawn="1">
            <p:custDataLst>
              <p:tags r:id="rId5"/>
            </p:custDataLst>
          </p:nvPr>
        </p:nvSpPr>
        <p:spPr>
          <a:xfrm>
            <a:off x="0" y="-635"/>
            <a:ext cx="12192000" cy="819785"/>
          </a:xfrm>
          <a:prstGeom prst="rect">
            <a:avLst/>
          </a:prstGeom>
          <a:gradFill>
            <a:gsLst>
              <a:gs pos="0">
                <a:schemeClr val="accent1">
                  <a:lumMod val="90000"/>
                </a:schemeClr>
              </a:gs>
              <a:gs pos="100000">
                <a:schemeClr val="accent1">
                  <a:lumMod val="9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17" name="矩形 16"/>
          <p:cNvSpPr/>
          <p:nvPr userDrawn="1">
            <p:custDataLst>
              <p:tags r:id="rId6"/>
            </p:custDataLst>
          </p:nvPr>
        </p:nvSpPr>
        <p:spPr>
          <a:xfrm>
            <a:off x="0" y="6026785"/>
            <a:ext cx="12192000" cy="831215"/>
          </a:xfrm>
          <a:prstGeom prst="rect">
            <a:avLst/>
          </a:prstGeom>
          <a:gradFill>
            <a:gsLst>
              <a:gs pos="0">
                <a:schemeClr val="accent1">
                  <a:lumMod val="90000"/>
                </a:schemeClr>
              </a:gs>
              <a:gs pos="100000">
                <a:schemeClr val="accent1">
                  <a:lumMod val="9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15" name="任意多边形: 形状 43"/>
          <p:cNvSpPr/>
          <p:nvPr userDrawn="1">
            <p:custDataLst>
              <p:tags r:id="rId7"/>
            </p:custDataLst>
          </p:nvPr>
        </p:nvSpPr>
        <p:spPr bwMode="auto">
          <a:xfrm>
            <a:off x="-2540" y="0"/>
            <a:ext cx="2065941" cy="3167981"/>
          </a:xfrm>
          <a:custGeom>
            <a:avLst/>
            <a:gdLst>
              <a:gd name="T0" fmla="*/ 775 w 3269"/>
              <a:gd name="T1" fmla="*/ 3824 h 3824"/>
              <a:gd name="T2" fmla="*/ 3269 w 3269"/>
              <a:gd name="T3" fmla="*/ 0 h 3824"/>
              <a:gd name="T4" fmla="*/ 2494 w 3269"/>
              <a:gd name="T5" fmla="*/ 0 h 3824"/>
              <a:gd name="T6" fmla="*/ 0 w 3269"/>
              <a:gd name="T7" fmla="*/ 3824 h 3824"/>
              <a:gd name="T8" fmla="*/ 775 w 3269"/>
              <a:gd name="T9" fmla="*/ 3824 h 3824"/>
            </a:gdLst>
            <a:ahLst/>
            <a:cxnLst>
              <a:cxn ang="0">
                <a:pos x="T0" y="T1"/>
              </a:cxn>
              <a:cxn ang="0">
                <a:pos x="T2" y="T3"/>
              </a:cxn>
              <a:cxn ang="0">
                <a:pos x="T4" y="T5"/>
              </a:cxn>
              <a:cxn ang="0">
                <a:pos x="T6" y="T7"/>
              </a:cxn>
              <a:cxn ang="0">
                <a:pos x="T8" y="T9"/>
              </a:cxn>
            </a:cxnLst>
            <a:rect l="0" t="0" r="r" b="b"/>
            <a:pathLst>
              <a:path w="3253" h="4989">
                <a:moveTo>
                  <a:pt x="1786" y="0"/>
                </a:moveTo>
                <a:lnTo>
                  <a:pt x="3253" y="0"/>
                </a:lnTo>
                <a:lnTo>
                  <a:pt x="0" y="4989"/>
                </a:lnTo>
                <a:lnTo>
                  <a:pt x="0" y="2739"/>
                </a:lnTo>
                <a:lnTo>
                  <a:pt x="1786" y="0"/>
                </a:lnTo>
                <a:close/>
              </a:path>
            </a:pathLst>
          </a:custGeom>
          <a:gradFill flip="none" rotWithShape="1">
            <a:gsLst>
              <a:gs pos="0">
                <a:schemeClr val="accent1">
                  <a:lumMod val="60000"/>
                  <a:lumOff val="40000"/>
                </a:schemeClr>
              </a:gs>
              <a:gs pos="100000">
                <a:schemeClr val="accent1">
                  <a:lumMod val="60000"/>
                  <a:lumOff val="40000"/>
                  <a:alpha val="0"/>
                </a:schemeClr>
              </a:gs>
            </a:gsLst>
            <a:lin ang="16200000" scaled="1"/>
            <a:tileRect/>
          </a:gradFill>
          <a:ln>
            <a:noFill/>
          </a:ln>
        </p:spPr>
        <p:txBody>
          <a:bodyPr vert="horz" wrap="square" lIns="91440" tIns="45720" rIns="91440" bIns="45720" numCol="1" anchor="t" anchorCtr="0" compatLnSpc="1">
            <a:noAutofit/>
          </a:bodyPr>
          <a:lstStyle/>
          <a:p>
            <a:endParaRPr lang="zh-CN" altLang="en-US">
              <a:cs typeface="微软雅黑" panose="020B0503020204020204" charset="-122"/>
            </a:endParaRPr>
          </a:p>
        </p:txBody>
      </p:sp>
      <p:sp>
        <p:nvSpPr>
          <p:cNvPr id="14" name="任意多边形: 形状 43"/>
          <p:cNvSpPr/>
          <p:nvPr userDrawn="1">
            <p:custDataLst>
              <p:tags r:id="rId8"/>
            </p:custDataLst>
          </p:nvPr>
        </p:nvSpPr>
        <p:spPr bwMode="auto">
          <a:xfrm>
            <a:off x="752475" y="497205"/>
            <a:ext cx="1310571" cy="987425"/>
          </a:xfrm>
          <a:custGeom>
            <a:avLst/>
            <a:gdLst>
              <a:gd name="T0" fmla="*/ 775 w 3269"/>
              <a:gd name="T1" fmla="*/ 3824 h 3824"/>
              <a:gd name="T2" fmla="*/ 3269 w 3269"/>
              <a:gd name="T3" fmla="*/ 0 h 3824"/>
              <a:gd name="T4" fmla="*/ 2494 w 3269"/>
              <a:gd name="T5" fmla="*/ 0 h 3824"/>
              <a:gd name="T6" fmla="*/ 0 w 3269"/>
              <a:gd name="T7" fmla="*/ 3824 h 3824"/>
              <a:gd name="T8" fmla="*/ 775 w 3269"/>
              <a:gd name="T9" fmla="*/ 3824 h 3824"/>
            </a:gdLst>
            <a:ahLst/>
            <a:cxnLst>
              <a:cxn ang="0">
                <a:pos x="T0" y="T1"/>
              </a:cxn>
              <a:cxn ang="0">
                <a:pos x="T2" y="T3"/>
              </a:cxn>
              <a:cxn ang="0">
                <a:pos x="T4" y="T5"/>
              </a:cxn>
              <a:cxn ang="0">
                <a:pos x="T6" y="T7"/>
              </a:cxn>
              <a:cxn ang="0">
                <a:pos x="T8" y="T9"/>
              </a:cxn>
            </a:cxnLst>
            <a:rect l="0" t="0" r="r" b="b"/>
            <a:pathLst>
              <a:path w="2064" h="1555">
                <a:moveTo>
                  <a:pt x="1014" y="0"/>
                </a:moveTo>
                <a:lnTo>
                  <a:pt x="2064" y="0"/>
                </a:lnTo>
                <a:lnTo>
                  <a:pt x="1050" y="1555"/>
                </a:lnTo>
                <a:lnTo>
                  <a:pt x="0" y="1555"/>
                </a:lnTo>
                <a:lnTo>
                  <a:pt x="1014" y="0"/>
                </a:lnTo>
                <a:close/>
              </a:path>
            </a:pathLst>
          </a:custGeom>
          <a:gradFill flip="none" rotWithShape="1">
            <a:gsLst>
              <a:gs pos="0">
                <a:schemeClr val="accent1">
                  <a:lumMod val="60000"/>
                  <a:lumOff val="40000"/>
                  <a:alpha val="61000"/>
                </a:schemeClr>
              </a:gs>
              <a:gs pos="100000">
                <a:schemeClr val="accent1">
                  <a:lumMod val="60000"/>
                  <a:lumOff val="40000"/>
                  <a:alpha val="0"/>
                </a:schemeClr>
              </a:gs>
            </a:gsLst>
            <a:lin ang="16200000" scaled="1"/>
            <a:tileRect/>
          </a:gradFill>
          <a:ln>
            <a:noFill/>
          </a:ln>
        </p:spPr>
        <p:txBody>
          <a:bodyPr vert="horz" wrap="square" lIns="91440" tIns="45720" rIns="91440" bIns="45720" numCol="1" anchor="t" anchorCtr="0" compatLnSpc="1">
            <a:noAutofit/>
          </a:bodyPr>
          <a:lstStyle/>
          <a:p>
            <a:endParaRPr lang="zh-CN" altLang="en-US">
              <a:cs typeface="微软雅黑" panose="020B0503020204020204" charset="-122"/>
            </a:endParaRPr>
          </a:p>
        </p:txBody>
      </p:sp>
      <p:sp>
        <p:nvSpPr>
          <p:cNvPr id="21" name="任意多边形: 形状 43"/>
          <p:cNvSpPr/>
          <p:nvPr userDrawn="1">
            <p:custDataLst>
              <p:tags r:id="rId9"/>
            </p:custDataLst>
          </p:nvPr>
        </p:nvSpPr>
        <p:spPr bwMode="auto">
          <a:xfrm>
            <a:off x="10797540" y="4719550"/>
            <a:ext cx="1394460" cy="2138450"/>
          </a:xfrm>
          <a:custGeom>
            <a:avLst/>
            <a:gdLst>
              <a:gd name="T0" fmla="*/ 775 w 3269"/>
              <a:gd name="T1" fmla="*/ 3824 h 3824"/>
              <a:gd name="T2" fmla="*/ 3269 w 3269"/>
              <a:gd name="T3" fmla="*/ 0 h 3824"/>
              <a:gd name="T4" fmla="*/ 2494 w 3269"/>
              <a:gd name="T5" fmla="*/ 0 h 3824"/>
              <a:gd name="T6" fmla="*/ 0 w 3269"/>
              <a:gd name="T7" fmla="*/ 3824 h 3824"/>
              <a:gd name="T8" fmla="*/ 775 w 3269"/>
              <a:gd name="T9" fmla="*/ 3824 h 3824"/>
            </a:gdLst>
            <a:ahLst/>
            <a:cxnLst>
              <a:cxn ang="0">
                <a:pos x="T0" y="T1"/>
              </a:cxn>
              <a:cxn ang="0">
                <a:pos x="T2" y="T3"/>
              </a:cxn>
              <a:cxn ang="0">
                <a:pos x="T4" y="T5"/>
              </a:cxn>
              <a:cxn ang="0">
                <a:pos x="T6" y="T7"/>
              </a:cxn>
              <a:cxn ang="0">
                <a:pos x="T8" y="T9"/>
              </a:cxn>
            </a:cxnLst>
            <a:rect l="0" t="0" r="r" b="b"/>
            <a:pathLst>
              <a:path w="2196" h="3368">
                <a:moveTo>
                  <a:pt x="2196" y="0"/>
                </a:moveTo>
                <a:lnTo>
                  <a:pt x="2196" y="3368"/>
                </a:lnTo>
                <a:lnTo>
                  <a:pt x="0" y="3368"/>
                </a:lnTo>
                <a:lnTo>
                  <a:pt x="2196" y="0"/>
                </a:lnTo>
                <a:close/>
              </a:path>
            </a:pathLst>
          </a:custGeom>
          <a:gradFill flip="none" rotWithShape="1">
            <a:gsLst>
              <a:gs pos="0">
                <a:schemeClr val="accent1">
                  <a:lumMod val="60000"/>
                  <a:lumOff val="40000"/>
                  <a:alpha val="61000"/>
                </a:schemeClr>
              </a:gs>
              <a:gs pos="100000">
                <a:schemeClr val="accent1">
                  <a:lumMod val="60000"/>
                  <a:lumOff val="40000"/>
                  <a:alpha val="0"/>
                </a:schemeClr>
              </a:gs>
            </a:gsLst>
            <a:lin ang="16200000" scaled="1"/>
            <a:tileRect/>
          </a:gradFill>
          <a:ln>
            <a:noFill/>
          </a:ln>
        </p:spPr>
        <p:txBody>
          <a:bodyPr vert="horz" wrap="square" lIns="91440" tIns="45720" rIns="91440" bIns="45720" numCol="1" anchor="t" anchorCtr="0" compatLnSpc="1">
            <a:noAutofit/>
          </a:bodyPr>
          <a:lstStyle/>
          <a:p>
            <a:endParaRPr lang="zh-CN" altLang="en-US">
              <a:cs typeface="微软雅黑" panose="020B0503020204020204" charset="-122"/>
            </a:endParaRPr>
          </a:p>
        </p:txBody>
      </p:sp>
      <p:sp>
        <p:nvSpPr>
          <p:cNvPr id="22" name="任意多边形: 形状 43"/>
          <p:cNvSpPr/>
          <p:nvPr userDrawn="1">
            <p:custDataLst>
              <p:tags r:id="rId10"/>
            </p:custDataLst>
          </p:nvPr>
        </p:nvSpPr>
        <p:spPr bwMode="auto">
          <a:xfrm>
            <a:off x="10881360" y="5422265"/>
            <a:ext cx="1310571" cy="987425"/>
          </a:xfrm>
          <a:custGeom>
            <a:avLst/>
            <a:gdLst>
              <a:gd name="T0" fmla="*/ 775 w 3269"/>
              <a:gd name="T1" fmla="*/ 3824 h 3824"/>
              <a:gd name="T2" fmla="*/ 3269 w 3269"/>
              <a:gd name="T3" fmla="*/ 0 h 3824"/>
              <a:gd name="T4" fmla="*/ 2494 w 3269"/>
              <a:gd name="T5" fmla="*/ 0 h 3824"/>
              <a:gd name="T6" fmla="*/ 0 w 3269"/>
              <a:gd name="T7" fmla="*/ 3824 h 3824"/>
              <a:gd name="T8" fmla="*/ 775 w 3269"/>
              <a:gd name="T9" fmla="*/ 3824 h 3824"/>
            </a:gdLst>
            <a:ahLst/>
            <a:cxnLst>
              <a:cxn ang="0">
                <a:pos x="T0" y="T1"/>
              </a:cxn>
              <a:cxn ang="0">
                <a:pos x="T2" y="T3"/>
              </a:cxn>
              <a:cxn ang="0">
                <a:pos x="T4" y="T5"/>
              </a:cxn>
              <a:cxn ang="0">
                <a:pos x="T6" y="T7"/>
              </a:cxn>
              <a:cxn ang="0">
                <a:pos x="T8" y="T9"/>
              </a:cxn>
            </a:cxnLst>
            <a:rect l="0" t="0" r="r" b="b"/>
            <a:pathLst>
              <a:path w="2064" h="1555">
                <a:moveTo>
                  <a:pt x="1014" y="0"/>
                </a:moveTo>
                <a:lnTo>
                  <a:pt x="2064" y="0"/>
                </a:lnTo>
                <a:lnTo>
                  <a:pt x="1050" y="1555"/>
                </a:lnTo>
                <a:lnTo>
                  <a:pt x="0" y="1555"/>
                </a:lnTo>
                <a:lnTo>
                  <a:pt x="1014" y="0"/>
                </a:lnTo>
                <a:close/>
              </a:path>
            </a:pathLst>
          </a:custGeom>
          <a:gradFill flip="none" rotWithShape="1">
            <a:gsLst>
              <a:gs pos="0">
                <a:schemeClr val="accent1">
                  <a:lumMod val="60000"/>
                  <a:lumOff val="40000"/>
                  <a:alpha val="61000"/>
                </a:schemeClr>
              </a:gs>
              <a:gs pos="100000">
                <a:schemeClr val="accent1">
                  <a:lumMod val="60000"/>
                  <a:lumOff val="40000"/>
                  <a:alpha val="0"/>
                </a:schemeClr>
              </a:gs>
            </a:gsLst>
            <a:lin ang="16200000" scaled="1"/>
            <a:tileRect/>
          </a:gradFill>
          <a:ln>
            <a:noFill/>
          </a:ln>
        </p:spPr>
        <p:txBody>
          <a:bodyPr vert="horz" wrap="square" lIns="91440" tIns="45720" rIns="91440" bIns="45720" numCol="1" anchor="t" anchorCtr="0" compatLnSpc="1">
            <a:noAutofit/>
          </a:bodyPr>
          <a:lstStyle/>
          <a:p>
            <a:endParaRPr lang="zh-CN" altLang="en-US">
              <a:cs typeface="微软雅黑" panose="020B0503020204020204" charset="-122"/>
            </a:endParaRPr>
          </a:p>
        </p:txBody>
      </p:sp>
      <p:sp>
        <p:nvSpPr>
          <p:cNvPr id="2" name="标题 1"/>
          <p:cNvSpPr>
            <a:spLocks noGrp="1"/>
          </p:cNvSpPr>
          <p:nvPr>
            <p:ph type="title"/>
            <p:custDataLst>
              <p:tags r:id="rId11"/>
            </p:custDataLst>
          </p:nvPr>
        </p:nvSpPr>
        <p:spPr>
          <a:xfrm>
            <a:off x="1363345" y="3133090"/>
            <a:ext cx="9434195" cy="1092835"/>
          </a:xfrm>
        </p:spPr>
        <p:txBody>
          <a:bodyPr wrap="square" anchor="t" anchorCtr="0">
            <a:normAutofit/>
          </a:bodyPr>
          <a:lstStyle>
            <a:lvl1pPr algn="ctr">
              <a:defRPr sz="5400">
                <a:solidFill>
                  <a:srgbClr val="FFFFFF"/>
                </a:solidFill>
              </a:defRPr>
            </a:lvl1pPr>
          </a:lstStyle>
          <a:p>
            <a:r>
              <a:rPr lang="zh-CN" altLang="en-US" dirty="0"/>
              <a:t>单击此处编辑母版标题样式</a:t>
            </a:r>
            <a:endParaRPr lang="zh-CN" altLang="en-US" dirty="0"/>
          </a:p>
        </p:txBody>
      </p:sp>
      <p:sp>
        <p:nvSpPr>
          <p:cNvPr id="4" name="日期占位符 4"/>
          <p:cNvSpPr>
            <a:spLocks noGrp="1"/>
          </p:cNvSpPr>
          <p:nvPr>
            <p:ph type="dt" sz="half" idx="10"/>
            <p:custDataLst>
              <p:tags r:id="rId12"/>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3"/>
            </p:custDataLst>
          </p:nvPr>
        </p:nvSpPr>
        <p:spPr/>
        <p:txBody>
          <a:bodyPr/>
          <a:lstStyle/>
          <a:p>
            <a:endParaRPr lang="zh-CN" altLang="en-US"/>
          </a:p>
        </p:txBody>
      </p:sp>
      <p:sp>
        <p:nvSpPr>
          <p:cNvPr id="6" name="灯片编号占位符 6"/>
          <p:cNvSpPr>
            <a:spLocks noGrp="1"/>
          </p:cNvSpPr>
          <p:nvPr>
            <p:ph type="sldNum" sz="quarter" idx="12"/>
            <p:custDataLst>
              <p:tags r:id="rId14"/>
            </p:custDataLst>
          </p:nvPr>
        </p:nvSpPr>
        <p:spPr/>
        <p:txBody>
          <a:bodyPr wrap="square">
            <a:normAutofit/>
          </a:bodyPr>
          <a:lstStyle/>
          <a:p>
            <a:fld id="{BE5F26B5-172A-4DC2-B0B7-181CFC56B87C}" type="slidenum">
              <a:rPr lang="zh-CN" altLang="en-US" smtClean="0"/>
            </a:fld>
            <a:endParaRPr lang="zh-CN" altLang="en-US"/>
          </a:p>
        </p:txBody>
      </p:sp>
      <p:sp>
        <p:nvSpPr>
          <p:cNvPr id="7" name="文本占位符 6"/>
          <p:cNvSpPr>
            <a:spLocks noGrp="1"/>
          </p:cNvSpPr>
          <p:nvPr>
            <p:ph type="body" idx="13" hasCustomPrompt="1"/>
            <p:custDataLst>
              <p:tags r:id="rId15"/>
            </p:custDataLst>
          </p:nvPr>
        </p:nvSpPr>
        <p:spPr>
          <a:xfrm>
            <a:off x="1363345" y="2050415"/>
            <a:ext cx="9489440" cy="988695"/>
          </a:xfrm>
        </p:spPr>
        <p:txBody>
          <a:bodyPr wrap="none" anchor="b" anchorCtr="0"/>
          <a:lstStyle>
            <a:lvl1pPr marL="0" indent="0" algn="ctr">
              <a:buNone/>
              <a:defRPr sz="4400" b="1">
                <a:solidFill>
                  <a:srgbClr val="FFFFFF"/>
                </a:solidFill>
                <a:latin typeface="+mn-ea"/>
                <a:ea typeface="+mn-ea"/>
              </a:defRPr>
            </a:lvl1pPr>
          </a:lstStyle>
          <a:p>
            <a:pPr lvl="0"/>
            <a:r>
              <a:rPr lang="zh-CN" altLang="en-US"/>
              <a:t>节编号</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592522B-0F24-4480-B9DD-A9474A6880D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BE5F26B5-172A-4DC2-B0B7-181CFC56B87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4" Type="http://schemas.openxmlformats.org/officeDocument/2006/relationships/theme" Target="../theme/theme3.xml"/><Relationship Id="rId23" Type="http://schemas.openxmlformats.org/officeDocument/2006/relationships/tags" Target="../tags/tag110.xml"/><Relationship Id="rId22" Type="http://schemas.openxmlformats.org/officeDocument/2006/relationships/tags" Target="../tags/tag109.xml"/><Relationship Id="rId21" Type="http://schemas.openxmlformats.org/officeDocument/2006/relationships/tags" Target="../tags/tag108.xml"/><Relationship Id="rId20" Type="http://schemas.openxmlformats.org/officeDocument/2006/relationships/tags" Target="../tags/tag107.xml"/><Relationship Id="rId2" Type="http://schemas.openxmlformats.org/officeDocument/2006/relationships/slideLayout" Target="../slideLayouts/slideLayout24.xml"/><Relationship Id="rId19" Type="http://schemas.openxmlformats.org/officeDocument/2006/relationships/tags" Target="../tags/tag106.xml"/><Relationship Id="rId18" Type="http://schemas.openxmlformats.org/officeDocument/2006/relationships/tags" Target="../tags/tag105.xml"/><Relationship Id="rId17" Type="http://schemas.openxmlformats.org/officeDocument/2006/relationships/tags" Target="../tags/tag104.xml"/><Relationship Id="rId16" Type="http://schemas.openxmlformats.org/officeDocument/2006/relationships/tags" Target="../tags/tag103.xml"/><Relationship Id="rId15" Type="http://schemas.openxmlformats.org/officeDocument/2006/relationships/tags" Target="../tags/tag102.xml"/><Relationship Id="rId14" Type="http://schemas.openxmlformats.org/officeDocument/2006/relationships/tags" Target="../tags/tag101.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tags" Target="../tags/tag133.xml"/><Relationship Id="rId11" Type="http://schemas.openxmlformats.org/officeDocument/2006/relationships/tags" Target="../tags/tag132.xml"/><Relationship Id="rId10" Type="http://schemas.openxmlformats.org/officeDocument/2006/relationships/tags" Target="../tags/tag131.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B7081-9B1B-4B88-BC45-5E46DD0B2F5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7AD08E-E2ED-4E93-AA42-BB36D906D7F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ts val="0"/>
        </a:spcBef>
        <a:spcAft>
          <a:spcPts val="0"/>
        </a:spcAft>
        <a:buNone/>
        <a:defRPr sz="4400" b="1" i="0" u="none" kern="1200">
          <a:solidFill>
            <a:srgbClr val="0766D4"/>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97790B-0AC9-4944-A8B1-6CA4A3F152B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DEBE8-17F1-4515-941E-7A753910306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ts val="0"/>
        </a:spcBef>
        <a:spcAft>
          <a:spcPts val="0"/>
        </a:spcAft>
        <a:buNone/>
        <a:defRPr sz="4400" b="1" i="0" u="none" kern="1200">
          <a:solidFill>
            <a:srgbClr val="2747BE"/>
          </a:solidFill>
          <a:latin typeface="+mj-lt"/>
          <a:ea typeface="+mj-ea"/>
          <a:cs typeface="+mj-cs"/>
        </a:defRPr>
      </a:lvl1pPr>
    </p:titleStyle>
    <p:bodyStyle>
      <a:lvl1pPr marL="228600" indent="-228600" algn="l" defTabSz="914400" rtl="0" eaLnBrk="1" latinLnBrk="0" hangingPunct="1">
        <a:lnSpc>
          <a:spcPct val="90000"/>
        </a:lnSpc>
        <a:spcBef>
          <a:spcPts val="1000"/>
        </a:spcBef>
        <a:spcAft>
          <a:spcPts val="0"/>
        </a:spcAft>
        <a:buFont typeface="Arial" panose="020B0604020202020204" pitchFamily="34" charset="0"/>
        <a:buChar char="•"/>
        <a:defRPr sz="3200" b="0" i="0" u="none"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p:custDataLst>
              <p:tags r:id="rId1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10287001" y="450850"/>
            <a:ext cx="1219200" cy="711200"/>
          </a:xfrm>
          <a:custGeom>
            <a:avLst/>
            <a:gdLst>
              <a:gd name="connsiteX0" fmla="*/ 0 w 1219200"/>
              <a:gd name="connsiteY0" fmla="*/ 0 h 711200"/>
              <a:gd name="connsiteX1" fmla="*/ 1219200 w 1219200"/>
              <a:gd name="connsiteY1" fmla="*/ 165100 h 711200"/>
              <a:gd name="connsiteX2" fmla="*/ 488950 w 1219200"/>
              <a:gd name="connsiteY2" fmla="*/ 711200 h 711200"/>
              <a:gd name="connsiteX3" fmla="*/ 0 w 1219200"/>
              <a:gd name="connsiteY3" fmla="*/ 0 h 711200"/>
            </a:gdLst>
            <a:ahLst/>
            <a:cxnLst>
              <a:cxn ang="0">
                <a:pos x="connsiteX0" y="connsiteY0"/>
              </a:cxn>
              <a:cxn ang="0">
                <a:pos x="connsiteX1" y="connsiteY1"/>
              </a:cxn>
              <a:cxn ang="0">
                <a:pos x="connsiteX2" y="connsiteY2"/>
              </a:cxn>
              <a:cxn ang="0">
                <a:pos x="connsiteX3" y="connsiteY3"/>
              </a:cxn>
            </a:cxnLst>
            <a:rect l="l" t="t" r="r" b="b"/>
            <a:pathLst>
              <a:path w="1219200" h="711200">
                <a:moveTo>
                  <a:pt x="0" y="0"/>
                </a:moveTo>
                <a:lnTo>
                  <a:pt x="1219200" y="165100"/>
                </a:lnTo>
                <a:lnTo>
                  <a:pt x="488950" y="711200"/>
                </a:lnTo>
                <a:lnTo>
                  <a:pt x="0" y="0"/>
                </a:lnTo>
                <a:close/>
              </a:path>
            </a:pathLst>
          </a:custGeom>
          <a:noFill/>
          <a:ln w="3175">
            <a:solidFill>
              <a:schemeClr val="accent1">
                <a:lumMod val="20000"/>
                <a:lumOff val="80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任意多边形: 形状 20"/>
          <p:cNvSpPr/>
          <p:nvPr>
            <p:custDataLst>
              <p:tags r:id="rId14"/>
            </p:custDataLst>
          </p:nvPr>
        </p:nvSpPr>
        <p:spPr>
          <a:xfrm>
            <a:off x="10718801" y="0"/>
            <a:ext cx="1473199" cy="1361739"/>
          </a:xfrm>
          <a:custGeom>
            <a:avLst/>
            <a:gdLst>
              <a:gd name="connsiteX0" fmla="*/ 0 w 3276599"/>
              <a:gd name="connsiteY0" fmla="*/ 0 h 3028696"/>
              <a:gd name="connsiteX1" fmla="*/ 945683 w 3276599"/>
              <a:gd name="connsiteY1" fmla="*/ 0 h 3028696"/>
              <a:gd name="connsiteX2" fmla="*/ 948498 w 3276599"/>
              <a:gd name="connsiteY2" fmla="*/ 108002 h 3028696"/>
              <a:gd name="connsiteX3" fmla="*/ 3166700 w 3276599"/>
              <a:gd name="connsiteY3" fmla="*/ 2260336 h 3028696"/>
              <a:gd name="connsiteX4" fmla="*/ 3276599 w 3276599"/>
              <a:gd name="connsiteY4" fmla="*/ 2263032 h 3028696"/>
              <a:gd name="connsiteX5" fmla="*/ 3276599 w 3276599"/>
              <a:gd name="connsiteY5" fmla="*/ 3028696 h 3028696"/>
              <a:gd name="connsiteX6" fmla="*/ 3122111 w 3276599"/>
              <a:gd name="connsiteY6" fmla="*/ 3025087 h 3028696"/>
              <a:gd name="connsiteX7" fmla="*/ 3956 w 3276599"/>
              <a:gd name="connsiteY7" fmla="*/ 144544 h 302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6599" h="3028696">
                <a:moveTo>
                  <a:pt x="0" y="0"/>
                </a:moveTo>
                <a:lnTo>
                  <a:pt x="945683" y="0"/>
                </a:lnTo>
                <a:lnTo>
                  <a:pt x="948498" y="108002"/>
                </a:lnTo>
                <a:cubicBezTo>
                  <a:pt x="1009194" y="1269845"/>
                  <a:pt x="1969300" y="2201442"/>
                  <a:pt x="3166700" y="2260336"/>
                </a:cubicBezTo>
                <a:lnTo>
                  <a:pt x="3276599" y="2263032"/>
                </a:lnTo>
                <a:lnTo>
                  <a:pt x="3276599" y="3028696"/>
                </a:lnTo>
                <a:lnTo>
                  <a:pt x="3122111" y="3025087"/>
                </a:lnTo>
                <a:cubicBezTo>
                  <a:pt x="1438911" y="2946268"/>
                  <a:pt x="89278" y="1699479"/>
                  <a:pt x="3956" y="144544"/>
                </a:cubicBezTo>
                <a:close/>
              </a:path>
            </a:pathLst>
          </a:custGeom>
          <a:solidFill>
            <a:schemeClr val="accent1">
              <a:lumMod val="40000"/>
              <a:lumOff val="6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椭圆 21"/>
          <p:cNvSpPr/>
          <p:nvPr>
            <p:custDataLst>
              <p:tags r:id="rId15"/>
            </p:custDataLst>
          </p:nvPr>
        </p:nvSpPr>
        <p:spPr>
          <a:xfrm>
            <a:off x="11238485" y="423882"/>
            <a:ext cx="532212" cy="532212"/>
          </a:xfrm>
          <a:prstGeom prst="ellipse">
            <a:avLst/>
          </a:prstGeom>
          <a:gradFill flip="none" rotWithShape="1">
            <a:gsLst>
              <a:gs pos="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3" name="椭圆 22"/>
          <p:cNvSpPr/>
          <p:nvPr>
            <p:custDataLst>
              <p:tags r:id="rId16"/>
            </p:custDataLst>
          </p:nvPr>
        </p:nvSpPr>
        <p:spPr>
          <a:xfrm>
            <a:off x="10321724" y="357339"/>
            <a:ext cx="222138" cy="222138"/>
          </a:xfrm>
          <a:prstGeom prst="ellipse">
            <a:avLst/>
          </a:prstGeom>
          <a:gradFill flip="none" rotWithShape="1">
            <a:gsLst>
              <a:gs pos="76000">
                <a:schemeClr val="accent1"/>
              </a:gs>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1270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4" name="椭圆 23"/>
          <p:cNvSpPr/>
          <p:nvPr>
            <p:custDataLst>
              <p:tags r:id="rId17"/>
            </p:custDataLst>
          </p:nvPr>
        </p:nvSpPr>
        <p:spPr>
          <a:xfrm>
            <a:off x="10856597" y="1110794"/>
            <a:ext cx="130033" cy="130033"/>
          </a:xfrm>
          <a:prstGeom prst="ellipse">
            <a:avLst/>
          </a:prstGeom>
          <a:gradFill flip="none" rotWithShape="1">
            <a:gsLst>
              <a:gs pos="13000">
                <a:schemeClr val="accent1">
                  <a:lumMod val="20000"/>
                  <a:lumOff val="80000"/>
                </a:schemeClr>
              </a:gs>
              <a:gs pos="75000">
                <a:schemeClr val="accent1"/>
              </a:gs>
            </a:gsLst>
            <a:path path="circle">
              <a:fillToRect r="100000" b="100000"/>
            </a:path>
            <a:tileRect l="-100000" t="-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日期占位符 3"/>
          <p:cNvSpPr>
            <a:spLocks noGrp="1"/>
          </p:cNvSpPr>
          <p:nvPr>
            <p:ph type="dt" sz="half" idx="2"/>
            <p:custDataLst>
              <p:tags r:id="rId1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2" name="标题占位符 1"/>
          <p:cNvSpPr>
            <a:spLocks noGrp="1"/>
          </p:cNvSpPr>
          <p:nvPr>
            <p:ph type="title"/>
            <p:custDataLst>
              <p:tags r:id="rId21"/>
            </p:custDataLst>
          </p:nvPr>
        </p:nvSpPr>
        <p:spPr>
          <a:xfrm>
            <a:off x="695960" y="360000"/>
            <a:ext cx="10800000" cy="720000"/>
          </a:xfrm>
          <a:prstGeom prst="rect">
            <a:avLst/>
          </a:prstGeom>
        </p:spPr>
        <p:txBody>
          <a:bodyPr vert="horz" wrap="square" lIns="0" tIns="0" rIns="0" bIns="0" rtlCol="0" anchor="b"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KSO_TEMPLATE" hidden="1"/>
          <p:cNvSpPr/>
          <p:nvPr>
            <p:custDataLst>
              <p:tags r:id="rId23"/>
            </p:custDataLst>
          </p:nvPr>
        </p:nvSpPr>
        <p:spPr>
          <a:xfrm>
            <a:off x="0" y="0"/>
            <a:ext cx="0" cy="0"/>
          </a:xfrm>
          <a:prstGeom prst="rect">
            <a:avLst/>
          </a:pr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Autofit/>
          </a:bodyPr>
          <a:p>
            <a:pPr algn="ctr">
              <a:buClrTx/>
              <a:buSzTx/>
              <a:buFontTx/>
            </a:pPr>
            <a:endParaRPr lang="zh-CN" altLang="en-US">
              <a:solidFill>
                <a:schemeClr val="lt1"/>
              </a:solidFill>
              <a:sym typeface="+mn-ea"/>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1" name="矩形 10"/>
          <p:cNvSpPr/>
          <p:nvPr userDrawn="1">
            <p:custDataLst>
              <p:tags r:id="rId3"/>
            </p:custDataLst>
          </p:nvPr>
        </p:nvSpPr>
        <p:spPr>
          <a:xfrm>
            <a:off x="0" y="-2540"/>
            <a:ext cx="12192000" cy="247015"/>
          </a:xfrm>
          <a:prstGeom prst="rect">
            <a:avLst/>
          </a:prstGeom>
          <a:gradFill>
            <a:gsLst>
              <a:gs pos="0">
                <a:schemeClr val="accent1">
                  <a:lumMod val="90000"/>
                </a:schemeClr>
              </a:gs>
              <a:gs pos="100000">
                <a:schemeClr val="accent1">
                  <a:lumMod val="9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cs typeface="微软雅黑" panose="020B0503020204020204" charset="-122"/>
            </a:endParaRPr>
          </a:p>
        </p:txBody>
      </p:sp>
      <p:sp>
        <p:nvSpPr>
          <p:cNvPr id="13" name="矩形 12"/>
          <p:cNvSpPr/>
          <p:nvPr userDrawn="1">
            <p:custDataLst>
              <p:tags r:id="rId4"/>
            </p:custDataLst>
          </p:nvPr>
        </p:nvSpPr>
        <p:spPr>
          <a:xfrm>
            <a:off x="0" y="6537325"/>
            <a:ext cx="12192000" cy="320675"/>
          </a:xfrm>
          <a:prstGeom prst="rect">
            <a:avLst/>
          </a:prstGeom>
          <a:gradFill>
            <a:gsLst>
              <a:gs pos="0">
                <a:schemeClr val="accent1">
                  <a:lumMod val="90000"/>
                </a:schemeClr>
              </a:gs>
              <a:gs pos="100000">
                <a:schemeClr val="accent1">
                  <a:lumMod val="9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cs typeface="微软雅黑" panose="020B0503020204020204" charset="-122"/>
            </a:endParaRPr>
          </a:p>
        </p:txBody>
      </p:sp>
      <p:sp>
        <p:nvSpPr>
          <p:cNvPr id="14" name="任意多边形: 形状 8"/>
          <p:cNvSpPr/>
          <p:nvPr userDrawn="1">
            <p:custDataLst>
              <p:tags r:id="rId5"/>
            </p:custDataLst>
          </p:nvPr>
        </p:nvSpPr>
        <p:spPr bwMode="auto">
          <a:xfrm>
            <a:off x="11368405" y="-7620"/>
            <a:ext cx="422275" cy="494665"/>
          </a:xfrm>
          <a:custGeom>
            <a:avLst/>
            <a:gdLst>
              <a:gd name="T0" fmla="*/ 775 w 3269"/>
              <a:gd name="T1" fmla="*/ 3824 h 3824"/>
              <a:gd name="T2" fmla="*/ 3269 w 3269"/>
              <a:gd name="T3" fmla="*/ 0 h 3824"/>
              <a:gd name="T4" fmla="*/ 2494 w 3269"/>
              <a:gd name="T5" fmla="*/ 0 h 3824"/>
              <a:gd name="T6" fmla="*/ 0 w 3269"/>
              <a:gd name="T7" fmla="*/ 3824 h 3824"/>
              <a:gd name="T8" fmla="*/ 775 w 3269"/>
              <a:gd name="T9" fmla="*/ 3824 h 3824"/>
            </a:gdLst>
            <a:ahLst/>
            <a:cxnLst>
              <a:cxn ang="0">
                <a:pos x="T0" y="T1"/>
              </a:cxn>
              <a:cxn ang="0">
                <a:pos x="T2" y="T3"/>
              </a:cxn>
              <a:cxn ang="0">
                <a:pos x="T4" y="T5"/>
              </a:cxn>
              <a:cxn ang="0">
                <a:pos x="T6" y="T7"/>
              </a:cxn>
              <a:cxn ang="0">
                <a:pos x="T8" y="T9"/>
              </a:cxn>
            </a:cxnLst>
            <a:rect l="0" t="0" r="r" b="b"/>
            <a:pathLst>
              <a:path w="3269" h="3824">
                <a:moveTo>
                  <a:pt x="775" y="3824"/>
                </a:moveTo>
                <a:lnTo>
                  <a:pt x="3269" y="0"/>
                </a:lnTo>
                <a:lnTo>
                  <a:pt x="2494" y="0"/>
                </a:lnTo>
                <a:lnTo>
                  <a:pt x="0" y="3824"/>
                </a:lnTo>
                <a:lnTo>
                  <a:pt x="775" y="3824"/>
                </a:lnTo>
                <a:close/>
              </a:path>
            </a:pathLst>
          </a:custGeom>
          <a:gradFill flip="none" rotWithShape="1">
            <a:gsLst>
              <a:gs pos="0">
                <a:schemeClr val="accent1">
                  <a:lumMod val="60000"/>
                  <a:lumOff val="40000"/>
                </a:schemeClr>
              </a:gs>
              <a:gs pos="100000">
                <a:schemeClr val="accent1">
                  <a:lumMod val="60000"/>
                  <a:lumOff val="40000"/>
                  <a:alpha val="0"/>
                </a:schemeClr>
              </a:gs>
            </a:gsLst>
            <a:lin ang="16200000" scaled="1"/>
            <a:tileRect/>
          </a:gradFill>
          <a:ln>
            <a:noFill/>
          </a:ln>
        </p:spPr>
        <p:txBody>
          <a:bodyPr vert="horz" wrap="square" lIns="91440" tIns="45720" rIns="91440" bIns="45720" numCol="1" anchor="t" anchorCtr="0" compatLnSpc="1"/>
          <a:lstStyle/>
          <a:p>
            <a:endParaRPr lang="zh-CN" altLang="en-US">
              <a:latin typeface="微软雅黑" panose="020B0503020204020204" charset="-122"/>
              <a:cs typeface="微软雅黑" panose="020B0503020204020204" charset="-122"/>
            </a:endParaRPr>
          </a:p>
        </p:txBody>
      </p:sp>
      <p:sp>
        <p:nvSpPr>
          <p:cNvPr id="15" name="任意多边形: 形状 10"/>
          <p:cNvSpPr/>
          <p:nvPr userDrawn="1">
            <p:custDataLst>
              <p:tags r:id="rId6"/>
            </p:custDataLst>
          </p:nvPr>
        </p:nvSpPr>
        <p:spPr bwMode="auto">
          <a:xfrm flipH="1" flipV="1">
            <a:off x="11368405" y="0"/>
            <a:ext cx="823595" cy="939165"/>
          </a:xfrm>
          <a:custGeom>
            <a:avLst/>
            <a:gdLst>
              <a:gd name="T0" fmla="*/ 0 w 1151"/>
              <a:gd name="T1" fmla="*/ 576 h 1312"/>
              <a:gd name="T2" fmla="*/ 0 w 1151"/>
              <a:gd name="T3" fmla="*/ 1312 h 1312"/>
              <a:gd name="T4" fmla="*/ 296 w 1151"/>
              <a:gd name="T5" fmla="*/ 1312 h 1312"/>
              <a:gd name="T6" fmla="*/ 1151 w 1151"/>
              <a:gd name="T7" fmla="*/ 0 h 1312"/>
              <a:gd name="T8" fmla="*/ 376 w 1151"/>
              <a:gd name="T9" fmla="*/ 0 h 1312"/>
              <a:gd name="T10" fmla="*/ 0 w 1151"/>
              <a:gd name="T11" fmla="*/ 576 h 1312"/>
            </a:gdLst>
            <a:ahLst/>
            <a:cxnLst>
              <a:cxn ang="0">
                <a:pos x="T0" y="T1"/>
              </a:cxn>
              <a:cxn ang="0">
                <a:pos x="T2" y="T3"/>
              </a:cxn>
              <a:cxn ang="0">
                <a:pos x="T4" y="T5"/>
              </a:cxn>
              <a:cxn ang="0">
                <a:pos x="T6" y="T7"/>
              </a:cxn>
              <a:cxn ang="0">
                <a:pos x="T8" y="T9"/>
              </a:cxn>
              <a:cxn ang="0">
                <a:pos x="T10" y="T11"/>
              </a:cxn>
            </a:cxnLst>
            <a:rect l="0" t="0" r="r" b="b"/>
            <a:pathLst>
              <a:path w="1151" h="1312">
                <a:moveTo>
                  <a:pt x="0" y="576"/>
                </a:moveTo>
                <a:lnTo>
                  <a:pt x="0" y="1312"/>
                </a:lnTo>
                <a:lnTo>
                  <a:pt x="296" y="1312"/>
                </a:lnTo>
                <a:lnTo>
                  <a:pt x="1151" y="0"/>
                </a:lnTo>
                <a:lnTo>
                  <a:pt x="376" y="0"/>
                </a:lnTo>
                <a:lnTo>
                  <a:pt x="0" y="576"/>
                </a:lnTo>
                <a:close/>
              </a:path>
            </a:pathLst>
          </a:custGeom>
          <a:gradFill flip="none" rotWithShape="1">
            <a:gsLst>
              <a:gs pos="0">
                <a:schemeClr val="accent1">
                  <a:lumMod val="60000"/>
                  <a:lumOff val="40000"/>
                </a:schemeClr>
              </a:gs>
              <a:gs pos="100000">
                <a:schemeClr val="accent1">
                  <a:lumMod val="60000"/>
                  <a:lumOff val="40000"/>
                  <a:alpha val="0"/>
                </a:schemeClr>
              </a:gs>
            </a:gsLst>
            <a:lin ang="5400000" scaled="1"/>
            <a:tileRect/>
          </a:gradFill>
          <a:ln>
            <a:noFill/>
          </a:ln>
        </p:spPr>
        <p:txBody>
          <a:bodyPr vert="horz" wrap="square" lIns="91440" tIns="45720" rIns="91440" bIns="45720" numCol="1" anchor="t" anchorCtr="0" compatLnSpc="1"/>
          <a:lstStyle/>
          <a:p>
            <a:pPr lvl="0"/>
            <a:endParaRPr lang="zh-CN" altLang="en-US">
              <a:latin typeface="微软雅黑" panose="020B0503020204020204" charset="-122"/>
              <a:cs typeface="微软雅黑" panose="020B0503020204020204" charset="-122"/>
            </a:endParaRPr>
          </a:p>
        </p:txBody>
      </p:sp>
      <p:sp>
        <p:nvSpPr>
          <p:cNvPr id="2" name="标题占位符 1"/>
          <p:cNvSpPr>
            <a:spLocks noGrp="1"/>
          </p:cNvSpPr>
          <p:nvPr>
            <p:ph type="title"/>
            <p:custDataLst>
              <p:tags r:id="rId7"/>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8"/>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9"/>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微软雅黑" panose="020B0503020204020204" charset="-122"/>
                <a:cs typeface="微软雅黑" panose="020B0503020204020204" charset="-122"/>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0"/>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11"/>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微软雅黑" panose="020B0503020204020204" charset="-122"/>
                <a:cs typeface="微软雅黑" panose="020B0503020204020204" charset="-122"/>
              </a:defRPr>
            </a:lvl1pPr>
          </a:lstStyle>
          <a:p>
            <a:fld id="{BE5F26B5-172A-4DC2-B0B7-181CFC56B87C}" type="slidenum">
              <a:rPr lang="zh-CN" altLang="en-US" smtClean="0"/>
            </a:fld>
            <a:endParaRPr lang="zh-CN" altLang="en-US"/>
          </a:p>
        </p:txBody>
      </p:sp>
      <p:sp>
        <p:nvSpPr>
          <p:cNvPr id="8" name="KSO_TEMPLATE" hidden="1"/>
          <p:cNvSpPr/>
          <p:nvPr userDrawn="1">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Lst>
  <p:txStyles>
    <p:titleStyle>
      <a:lvl1pPr algn="l" defTabSz="914400" rtl="0" eaLnBrk="1" latinLnBrk="0" hangingPunct="1">
        <a:lnSpc>
          <a:spcPct val="100000"/>
        </a:lnSpc>
        <a:spcBef>
          <a:spcPct val="0"/>
        </a:spcBef>
        <a:buNone/>
        <a:defRPr sz="3200" b="1" kern="1200">
          <a:solidFill>
            <a:schemeClr val="tx1"/>
          </a:solidFill>
          <a:latin typeface="微软雅黑" panose="020B0503020204020204" charset="-122"/>
          <a:ea typeface="+mj-ea"/>
          <a:cs typeface="微软雅黑" panose="020B0503020204020204"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微软雅黑" panose="020B0503020204020204" charset="-122"/>
          <a:ea typeface="+mn-ea"/>
          <a:cs typeface="微软雅黑" panose="020B0503020204020204" charset="-122"/>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solidFill>
          <a:latin typeface="微软雅黑" panose="020B0503020204020204" charset="-122"/>
          <a:ea typeface="+mn-ea"/>
          <a:cs typeface="微软雅黑" panose="020B0503020204020204"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solidFill>
          <a:latin typeface="微软雅黑" panose="020B0503020204020204" charset="-122"/>
          <a:ea typeface="+mn-ea"/>
          <a:cs typeface="微软雅黑" panose="020B0503020204020204"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solidFill>
          <a:latin typeface="微软雅黑" panose="020B0503020204020204" charset="-122"/>
          <a:ea typeface="+mn-ea"/>
          <a:cs typeface="微软雅黑" panose="020B0503020204020204"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solidFill>
          <a:latin typeface="微软雅黑" panose="020B0503020204020204" charset="-122"/>
          <a:ea typeface="+mn-ea"/>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30.xml"/><Relationship Id="rId7" Type="http://schemas.openxmlformats.org/officeDocument/2006/relationships/tags" Target="../tags/tag13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tags" Target="../tags/tag137.xml"/></Relationships>
</file>

<file path=ppt/slides/_rels/slide3.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tags" Target="../tags/tag146.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 Type="http://schemas.openxmlformats.org/officeDocument/2006/relationships/tags" Target="../tags/tag140.xml"/><Relationship Id="rId14" Type="http://schemas.openxmlformats.org/officeDocument/2006/relationships/notesSlide" Target="../notesSlides/notesSlide1.xml"/><Relationship Id="rId13" Type="http://schemas.openxmlformats.org/officeDocument/2006/relationships/slideLayout" Target="../slideLayouts/slideLayout29.xml"/><Relationship Id="rId12" Type="http://schemas.openxmlformats.org/officeDocument/2006/relationships/tags" Target="../tags/tag150.xml"/><Relationship Id="rId11" Type="http://schemas.openxmlformats.org/officeDocument/2006/relationships/tags" Target="../tags/tag149.xml"/><Relationship Id="rId10" Type="http://schemas.openxmlformats.org/officeDocument/2006/relationships/tags" Target="../tags/tag148.xml"/><Relationship Id="rId1" Type="http://schemas.openxmlformats.org/officeDocument/2006/relationships/tags" Target="../tags/tag139.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152.xml"/><Relationship Id="rId1" Type="http://schemas.openxmlformats.org/officeDocument/2006/relationships/tags" Target="../tags/tag151.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7.xml"/></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2.xml"/><Relationship Id="rId7" Type="http://schemas.openxmlformats.org/officeDocument/2006/relationships/image" Target="../media/image2.jpeg"/><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image" Target="../media/image3.jpeg"/><Relationship Id="rId3" Type="http://schemas.openxmlformats.org/officeDocument/2006/relationships/tags" Target="../tags/tag166.xml"/><Relationship Id="rId2" Type="http://schemas.openxmlformats.org/officeDocument/2006/relationships/tags" Target="../tags/tag165.xml"/><Relationship Id="rId10" Type="http://schemas.openxmlformats.org/officeDocument/2006/relationships/notesSlide" Target="../notesSlides/notesSlide3.xml"/><Relationship Id="rId1" Type="http://schemas.openxmlformats.org/officeDocument/2006/relationships/tags" Target="../tags/tag164.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hyperlink" Target="http://www.test008.com/kjxx/bkzz11/rw/200704/42573.html" TargetMode="Externa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hyperlink" Target="http://image.baidu.com/i?ct=503316480&amp;z=&amp;tn=baiduimagedetail&amp;word=%D5%FE%B8%AE%C2%DB&amp;in=25207&amp;cl=2&amp;lm=-1&amp;st=-1&amp;pn=0&amp;rn=1&amp;di=15774291765&amp;ln=1972&amp;fr=ala0&amp;fm=ala0&amp;fmq=1329717476968_R&amp;ic=0&amp;s=0&amp;se=1&amp;sme=0&amp;tab=&amp;width=&amp;height=&amp;face=0&amp;is=&amp;istype=2" TargetMode="Externa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9" Type="http://schemas.openxmlformats.org/officeDocument/2006/relationships/tags" Target="../tags/tag179.xml"/><Relationship Id="rId8" Type="http://schemas.openxmlformats.org/officeDocument/2006/relationships/tags" Target="../tags/tag178.xml"/><Relationship Id="rId7" Type="http://schemas.openxmlformats.org/officeDocument/2006/relationships/tags" Target="../tags/tag177.xml"/><Relationship Id="rId6" Type="http://schemas.openxmlformats.org/officeDocument/2006/relationships/tags" Target="../tags/tag176.xml"/><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tags" Target="../tags/tag173.xml"/><Relationship Id="rId27" Type="http://schemas.openxmlformats.org/officeDocument/2006/relationships/slideLayout" Target="../slideLayouts/slideLayout7.xml"/><Relationship Id="rId26" Type="http://schemas.openxmlformats.org/officeDocument/2006/relationships/tags" Target="../tags/tag196.xml"/><Relationship Id="rId25" Type="http://schemas.openxmlformats.org/officeDocument/2006/relationships/tags" Target="../tags/tag195.xml"/><Relationship Id="rId24" Type="http://schemas.openxmlformats.org/officeDocument/2006/relationships/tags" Target="../tags/tag194.xml"/><Relationship Id="rId23" Type="http://schemas.openxmlformats.org/officeDocument/2006/relationships/tags" Target="../tags/tag193.xml"/><Relationship Id="rId22" Type="http://schemas.openxmlformats.org/officeDocument/2006/relationships/tags" Target="../tags/tag192.xml"/><Relationship Id="rId21" Type="http://schemas.openxmlformats.org/officeDocument/2006/relationships/tags" Target="../tags/tag191.xml"/><Relationship Id="rId20" Type="http://schemas.openxmlformats.org/officeDocument/2006/relationships/tags" Target="../tags/tag190.xml"/><Relationship Id="rId2" Type="http://schemas.openxmlformats.org/officeDocument/2006/relationships/tags" Target="../tags/tag172.xml"/><Relationship Id="rId19" Type="http://schemas.openxmlformats.org/officeDocument/2006/relationships/tags" Target="../tags/tag189.xml"/><Relationship Id="rId18" Type="http://schemas.openxmlformats.org/officeDocument/2006/relationships/tags" Target="../tags/tag188.xml"/><Relationship Id="rId17" Type="http://schemas.openxmlformats.org/officeDocument/2006/relationships/tags" Target="../tags/tag187.xml"/><Relationship Id="rId16" Type="http://schemas.openxmlformats.org/officeDocument/2006/relationships/tags" Target="../tags/tag186.xml"/><Relationship Id="rId15" Type="http://schemas.openxmlformats.org/officeDocument/2006/relationships/tags" Target="../tags/tag185.xml"/><Relationship Id="rId14" Type="http://schemas.openxmlformats.org/officeDocument/2006/relationships/tags" Target="../tags/tag184.xml"/><Relationship Id="rId13" Type="http://schemas.openxmlformats.org/officeDocument/2006/relationships/tags" Target="../tags/tag183.xml"/><Relationship Id="rId12" Type="http://schemas.openxmlformats.org/officeDocument/2006/relationships/tags" Target="../tags/tag182.xml"/><Relationship Id="rId11" Type="http://schemas.openxmlformats.org/officeDocument/2006/relationships/tags" Target="../tags/tag181.xml"/><Relationship Id="rId10" Type="http://schemas.openxmlformats.org/officeDocument/2006/relationships/tags" Target="../tags/tag180.xml"/><Relationship Id="rId1" Type="http://schemas.openxmlformats.org/officeDocument/2006/relationships/tags" Target="../tags/tag171.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204.xml"/><Relationship Id="rId7" Type="http://schemas.openxmlformats.org/officeDocument/2006/relationships/tags" Target="../tags/tag203.xml"/><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15.xml.rels><?xml version="1.0" encoding="UTF-8" standalone="yes"?>
<Relationships xmlns="http://schemas.openxmlformats.org/package/2006/relationships"><Relationship Id="rId9" Type="http://schemas.openxmlformats.org/officeDocument/2006/relationships/tags" Target="../tags/tag226.xml"/><Relationship Id="rId8" Type="http://schemas.openxmlformats.org/officeDocument/2006/relationships/tags" Target="../tags/tag225.xml"/><Relationship Id="rId7" Type="http://schemas.openxmlformats.org/officeDocument/2006/relationships/tags" Target="../tags/tag224.xml"/><Relationship Id="rId6" Type="http://schemas.openxmlformats.org/officeDocument/2006/relationships/tags" Target="../tags/tag223.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1" Type="http://schemas.openxmlformats.org/officeDocument/2006/relationships/slideLayout" Target="../slideLayouts/slideLayout7.xml"/><Relationship Id="rId20" Type="http://schemas.openxmlformats.org/officeDocument/2006/relationships/tags" Target="../tags/tag231.xml"/><Relationship Id="rId2" Type="http://schemas.openxmlformats.org/officeDocument/2006/relationships/tags" Target="../tags/tag219.xml"/><Relationship Id="rId19" Type="http://schemas.openxmlformats.org/officeDocument/2006/relationships/tags" Target="../tags/tag230.xml"/><Relationship Id="rId18" Type="http://schemas.openxmlformats.org/officeDocument/2006/relationships/image" Target="../media/image12.svg"/><Relationship Id="rId17" Type="http://schemas.openxmlformats.org/officeDocument/2006/relationships/image" Target="../media/image11.png"/><Relationship Id="rId16" Type="http://schemas.openxmlformats.org/officeDocument/2006/relationships/tags" Target="../tags/tag229.xml"/><Relationship Id="rId15" Type="http://schemas.openxmlformats.org/officeDocument/2006/relationships/image" Target="../media/image10.svg"/><Relationship Id="rId14" Type="http://schemas.openxmlformats.org/officeDocument/2006/relationships/image" Target="../media/image9.png"/><Relationship Id="rId13" Type="http://schemas.openxmlformats.org/officeDocument/2006/relationships/tags" Target="../tags/tag228.xml"/><Relationship Id="rId12" Type="http://schemas.openxmlformats.org/officeDocument/2006/relationships/tags" Target="../tags/tag227.xml"/><Relationship Id="rId11" Type="http://schemas.openxmlformats.org/officeDocument/2006/relationships/image" Target="../media/image8.svg"/><Relationship Id="rId10" Type="http://schemas.openxmlformats.org/officeDocument/2006/relationships/image" Target="../media/image7.png"/><Relationship Id="rId1" Type="http://schemas.openxmlformats.org/officeDocument/2006/relationships/tags" Target="../tags/tag21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7.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tags" Target="../tags/tag235.xml"/><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tags" Target="../tags/tag234.xml"/><Relationship Id="rId2" Type="http://schemas.openxmlformats.org/officeDocument/2006/relationships/tags" Target="../tags/tag233.xml"/><Relationship Id="rId13" Type="http://schemas.openxmlformats.org/officeDocument/2006/relationships/slideLayout" Target="../slideLayouts/slideLayout7.xml"/><Relationship Id="rId12" Type="http://schemas.openxmlformats.org/officeDocument/2006/relationships/tags" Target="../tags/tag239.xml"/><Relationship Id="rId11" Type="http://schemas.openxmlformats.org/officeDocument/2006/relationships/tags" Target="../tags/tag238.xml"/><Relationship Id="rId10" Type="http://schemas.openxmlformats.org/officeDocument/2006/relationships/image" Target="../media/image17.svg"/><Relationship Id="rId1" Type="http://schemas.openxmlformats.org/officeDocument/2006/relationships/tags" Target="../tags/tag232.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19.xml.rels><?xml version="1.0" encoding="UTF-8" standalone="yes"?>
<Relationships xmlns="http://schemas.openxmlformats.org/package/2006/relationships"><Relationship Id="rId9" Type="http://schemas.openxmlformats.org/officeDocument/2006/relationships/tags" Target="../tags/tag252.xml"/><Relationship Id="rId8" Type="http://schemas.openxmlformats.org/officeDocument/2006/relationships/tags" Target="../tags/tag251.xml"/><Relationship Id="rId7" Type="http://schemas.openxmlformats.org/officeDocument/2006/relationships/tags" Target="../tags/tag250.xml"/><Relationship Id="rId6" Type="http://schemas.openxmlformats.org/officeDocument/2006/relationships/tags" Target="../tags/tag249.xml"/><Relationship Id="rId5" Type="http://schemas.openxmlformats.org/officeDocument/2006/relationships/tags" Target="../tags/tag248.xml"/><Relationship Id="rId4" Type="http://schemas.openxmlformats.org/officeDocument/2006/relationships/tags" Target="../tags/tag247.xml"/><Relationship Id="rId3" Type="http://schemas.openxmlformats.org/officeDocument/2006/relationships/tags" Target="../tags/tag246.xml"/><Relationship Id="rId2" Type="http://schemas.openxmlformats.org/officeDocument/2006/relationships/tags" Target="../tags/tag245.xml"/><Relationship Id="rId12" Type="http://schemas.openxmlformats.org/officeDocument/2006/relationships/notesSlide" Target="../notesSlides/notesSlide5.xml"/><Relationship Id="rId11" Type="http://schemas.openxmlformats.org/officeDocument/2006/relationships/slideLayout" Target="../slideLayouts/slideLayout7.xml"/><Relationship Id="rId10" Type="http://schemas.openxmlformats.org/officeDocument/2006/relationships/tags" Target="../tags/tag253.xml"/><Relationship Id="rId1" Type="http://schemas.openxmlformats.org/officeDocument/2006/relationships/tags" Target="../tags/tag244.xml"/></Relationships>
</file>

<file path=ppt/slides/_rels/slide20.xml.rels><?xml version="1.0" encoding="UTF-8" standalone="yes"?>
<Relationships xmlns="http://schemas.openxmlformats.org/package/2006/relationships"><Relationship Id="rId9" Type="http://schemas.openxmlformats.org/officeDocument/2006/relationships/tags" Target="../tags/tag262.xml"/><Relationship Id="rId8" Type="http://schemas.openxmlformats.org/officeDocument/2006/relationships/tags" Target="../tags/tag261.xml"/><Relationship Id="rId7" Type="http://schemas.openxmlformats.org/officeDocument/2006/relationships/tags" Target="../tags/tag260.xml"/><Relationship Id="rId6" Type="http://schemas.openxmlformats.org/officeDocument/2006/relationships/tags" Target="../tags/tag259.xml"/><Relationship Id="rId5" Type="http://schemas.openxmlformats.org/officeDocument/2006/relationships/tags" Target="../tags/tag258.xml"/><Relationship Id="rId4" Type="http://schemas.openxmlformats.org/officeDocument/2006/relationships/tags" Target="../tags/tag257.xml"/><Relationship Id="rId3" Type="http://schemas.openxmlformats.org/officeDocument/2006/relationships/tags" Target="../tags/tag256.xml"/><Relationship Id="rId2" Type="http://schemas.openxmlformats.org/officeDocument/2006/relationships/tags" Target="../tags/tag255.xml"/><Relationship Id="rId11" Type="http://schemas.openxmlformats.org/officeDocument/2006/relationships/slideLayout" Target="../slideLayouts/slideLayout7.xml"/><Relationship Id="rId10" Type="http://schemas.openxmlformats.org/officeDocument/2006/relationships/tags" Target="../tags/tag263.xml"/><Relationship Id="rId1" Type="http://schemas.openxmlformats.org/officeDocument/2006/relationships/tags" Target="../tags/tag254.xml"/></Relationships>
</file>

<file path=ppt/slides/_rels/slide21.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tags" Target="../tags/tag270.xml"/><Relationship Id="rId7" Type="http://schemas.openxmlformats.org/officeDocument/2006/relationships/image" Target="../media/image18.png"/><Relationship Id="rId6" Type="http://schemas.openxmlformats.org/officeDocument/2006/relationships/tags" Target="../tags/tag269.xml"/><Relationship Id="rId5" Type="http://schemas.openxmlformats.org/officeDocument/2006/relationships/tags" Target="../tags/tag268.xml"/><Relationship Id="rId4" Type="http://schemas.openxmlformats.org/officeDocument/2006/relationships/tags" Target="../tags/tag267.xml"/><Relationship Id="rId3" Type="http://schemas.openxmlformats.org/officeDocument/2006/relationships/tags" Target="../tags/tag266.xml"/><Relationship Id="rId23" Type="http://schemas.openxmlformats.org/officeDocument/2006/relationships/slideLayout" Target="../slideLayouts/slideLayout7.xml"/><Relationship Id="rId22" Type="http://schemas.openxmlformats.org/officeDocument/2006/relationships/tags" Target="../tags/tag277.xml"/><Relationship Id="rId21" Type="http://schemas.openxmlformats.org/officeDocument/2006/relationships/image" Target="../media/image25.png"/><Relationship Id="rId20" Type="http://schemas.openxmlformats.org/officeDocument/2006/relationships/tags" Target="../tags/tag276.xml"/><Relationship Id="rId2" Type="http://schemas.openxmlformats.org/officeDocument/2006/relationships/tags" Target="../tags/tag265.xml"/><Relationship Id="rId19" Type="http://schemas.openxmlformats.org/officeDocument/2006/relationships/image" Target="../media/image24.png"/><Relationship Id="rId18" Type="http://schemas.openxmlformats.org/officeDocument/2006/relationships/tags" Target="../tags/tag275.xml"/><Relationship Id="rId17" Type="http://schemas.openxmlformats.org/officeDocument/2006/relationships/image" Target="../media/image23.png"/><Relationship Id="rId16" Type="http://schemas.openxmlformats.org/officeDocument/2006/relationships/tags" Target="../tags/tag274.xml"/><Relationship Id="rId15" Type="http://schemas.openxmlformats.org/officeDocument/2006/relationships/image" Target="../media/image22.png"/><Relationship Id="rId14" Type="http://schemas.openxmlformats.org/officeDocument/2006/relationships/tags" Target="../tags/tag273.xml"/><Relationship Id="rId13" Type="http://schemas.openxmlformats.org/officeDocument/2006/relationships/image" Target="../media/image21.png"/><Relationship Id="rId12" Type="http://schemas.openxmlformats.org/officeDocument/2006/relationships/tags" Target="../tags/tag272.xml"/><Relationship Id="rId11" Type="http://schemas.openxmlformats.org/officeDocument/2006/relationships/image" Target="../media/image20.png"/><Relationship Id="rId10" Type="http://schemas.openxmlformats.org/officeDocument/2006/relationships/tags" Target="../tags/tag271.xml"/><Relationship Id="rId1" Type="http://schemas.openxmlformats.org/officeDocument/2006/relationships/tags" Target="../tags/tag264.xml"/></Relationships>
</file>

<file path=ppt/slides/_rels/slide22.xml.rels><?xml version="1.0" encoding="UTF-8" standalone="yes"?>
<Relationships xmlns="http://schemas.openxmlformats.org/package/2006/relationships"><Relationship Id="rId9" Type="http://schemas.openxmlformats.org/officeDocument/2006/relationships/tags" Target="../tags/tag286.xml"/><Relationship Id="rId8" Type="http://schemas.openxmlformats.org/officeDocument/2006/relationships/tags" Target="../tags/tag285.xml"/><Relationship Id="rId7" Type="http://schemas.openxmlformats.org/officeDocument/2006/relationships/tags" Target="../tags/tag284.xml"/><Relationship Id="rId6" Type="http://schemas.openxmlformats.org/officeDocument/2006/relationships/tags" Target="../tags/tag283.xml"/><Relationship Id="rId5" Type="http://schemas.openxmlformats.org/officeDocument/2006/relationships/tags" Target="../tags/tag282.xml"/><Relationship Id="rId4" Type="http://schemas.openxmlformats.org/officeDocument/2006/relationships/tags" Target="../tags/tag281.xml"/><Relationship Id="rId3" Type="http://schemas.openxmlformats.org/officeDocument/2006/relationships/tags" Target="../tags/tag280.xml"/><Relationship Id="rId2" Type="http://schemas.openxmlformats.org/officeDocument/2006/relationships/tags" Target="../tags/tag279.xml"/><Relationship Id="rId10" Type="http://schemas.openxmlformats.org/officeDocument/2006/relationships/slideLayout" Target="../slideLayouts/slideLayout7.xml"/><Relationship Id="rId1" Type="http://schemas.openxmlformats.org/officeDocument/2006/relationships/tags" Target="../tags/tag278.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288.xml"/><Relationship Id="rId1" Type="http://schemas.openxmlformats.org/officeDocument/2006/relationships/tags" Target="../tags/tag287.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295.xml"/><Relationship Id="rId6" Type="http://schemas.openxmlformats.org/officeDocument/2006/relationships/tags" Target="../tags/tag294.xml"/><Relationship Id="rId5" Type="http://schemas.openxmlformats.org/officeDocument/2006/relationships/tags" Target="../tags/tag293.xml"/><Relationship Id="rId4" Type="http://schemas.openxmlformats.org/officeDocument/2006/relationships/tags" Target="../tags/tag292.xml"/><Relationship Id="rId3" Type="http://schemas.openxmlformats.org/officeDocument/2006/relationships/tags" Target="../tags/tag291.xml"/><Relationship Id="rId2" Type="http://schemas.openxmlformats.org/officeDocument/2006/relationships/tags" Target="../tags/tag290.xml"/><Relationship Id="rId1" Type="http://schemas.openxmlformats.org/officeDocument/2006/relationships/tags" Target="../tags/tag289.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302.xml"/><Relationship Id="rId6" Type="http://schemas.openxmlformats.org/officeDocument/2006/relationships/tags" Target="../tags/tag301.xml"/><Relationship Id="rId5" Type="http://schemas.openxmlformats.org/officeDocument/2006/relationships/tags" Target="../tags/tag300.xml"/><Relationship Id="rId4" Type="http://schemas.openxmlformats.org/officeDocument/2006/relationships/tags" Target="../tags/tag299.xml"/><Relationship Id="rId3" Type="http://schemas.openxmlformats.org/officeDocument/2006/relationships/tags" Target="../tags/tag298.xml"/><Relationship Id="rId2" Type="http://schemas.openxmlformats.org/officeDocument/2006/relationships/tags" Target="../tags/tag297.xml"/><Relationship Id="rId1" Type="http://schemas.openxmlformats.org/officeDocument/2006/relationships/tags" Target="../tags/tag296.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tags" Target="../tags/tag306.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311.xml"/><Relationship Id="rId2" Type="http://schemas.openxmlformats.org/officeDocument/2006/relationships/tags" Target="../tags/tag310.xml"/><Relationship Id="rId1" Type="http://schemas.openxmlformats.org/officeDocument/2006/relationships/tags" Target="../tags/tag309.xm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tags" Target="../tags/tag316.xml"/><Relationship Id="rId4" Type="http://schemas.openxmlformats.org/officeDocument/2006/relationships/tags" Target="../tags/tag315.xml"/><Relationship Id="rId3" Type="http://schemas.openxmlformats.org/officeDocument/2006/relationships/tags" Target="../tags/tag314.xml"/><Relationship Id="rId2" Type="http://schemas.openxmlformats.org/officeDocument/2006/relationships/tags" Target="../tags/tag313.xml"/><Relationship Id="rId1" Type="http://schemas.openxmlformats.org/officeDocument/2006/relationships/tags" Target="../tags/tag312.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319.xml"/><Relationship Id="rId2" Type="http://schemas.openxmlformats.org/officeDocument/2006/relationships/tags" Target="../tags/tag318.xml"/><Relationship Id="rId1" Type="http://schemas.openxmlformats.org/officeDocument/2006/relationships/tags" Target="../tags/tag317.xml"/></Relationships>
</file>

<file path=ppt/slides/_rels/slide31.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tags" Target="../tags/tag327.xml"/><Relationship Id="rId7" Type="http://schemas.openxmlformats.org/officeDocument/2006/relationships/tags" Target="../tags/tag326.xml"/><Relationship Id="rId6" Type="http://schemas.openxmlformats.org/officeDocument/2006/relationships/tags" Target="../tags/tag325.xml"/><Relationship Id="rId5" Type="http://schemas.openxmlformats.org/officeDocument/2006/relationships/tags" Target="../tags/tag324.xml"/><Relationship Id="rId4" Type="http://schemas.openxmlformats.org/officeDocument/2006/relationships/tags" Target="../tags/tag323.xml"/><Relationship Id="rId3" Type="http://schemas.openxmlformats.org/officeDocument/2006/relationships/tags" Target="../tags/tag322.xml"/><Relationship Id="rId28" Type="http://schemas.openxmlformats.org/officeDocument/2006/relationships/slideLayout" Target="../slideLayouts/slideLayout7.xml"/><Relationship Id="rId27" Type="http://schemas.openxmlformats.org/officeDocument/2006/relationships/tags" Target="../tags/tag339.xml"/><Relationship Id="rId26" Type="http://schemas.openxmlformats.org/officeDocument/2006/relationships/tags" Target="../tags/tag338.xml"/><Relationship Id="rId25" Type="http://schemas.openxmlformats.org/officeDocument/2006/relationships/tags" Target="../tags/tag337.xml"/><Relationship Id="rId24" Type="http://schemas.openxmlformats.org/officeDocument/2006/relationships/tags" Target="../tags/tag336.xml"/><Relationship Id="rId23" Type="http://schemas.openxmlformats.org/officeDocument/2006/relationships/tags" Target="../tags/tag335.xml"/><Relationship Id="rId22" Type="http://schemas.openxmlformats.org/officeDocument/2006/relationships/tags" Target="../tags/tag334.xml"/><Relationship Id="rId21" Type="http://schemas.openxmlformats.org/officeDocument/2006/relationships/image" Target="../media/image32.png"/><Relationship Id="rId20" Type="http://schemas.openxmlformats.org/officeDocument/2006/relationships/tags" Target="../tags/tag333.xml"/><Relationship Id="rId2" Type="http://schemas.openxmlformats.org/officeDocument/2006/relationships/tags" Target="../tags/tag321.xml"/><Relationship Id="rId19" Type="http://schemas.openxmlformats.org/officeDocument/2006/relationships/image" Target="../media/image31.png"/><Relationship Id="rId18" Type="http://schemas.openxmlformats.org/officeDocument/2006/relationships/tags" Target="../tags/tag332.xml"/><Relationship Id="rId17" Type="http://schemas.openxmlformats.org/officeDocument/2006/relationships/image" Target="../media/image30.png"/><Relationship Id="rId16" Type="http://schemas.openxmlformats.org/officeDocument/2006/relationships/tags" Target="../tags/tag331.xml"/><Relationship Id="rId15" Type="http://schemas.openxmlformats.org/officeDocument/2006/relationships/image" Target="../media/image29.png"/><Relationship Id="rId14" Type="http://schemas.openxmlformats.org/officeDocument/2006/relationships/tags" Target="../tags/tag330.xml"/><Relationship Id="rId13" Type="http://schemas.openxmlformats.org/officeDocument/2006/relationships/image" Target="../media/image28.png"/><Relationship Id="rId12" Type="http://schemas.openxmlformats.org/officeDocument/2006/relationships/tags" Target="../tags/tag329.xml"/><Relationship Id="rId11" Type="http://schemas.openxmlformats.org/officeDocument/2006/relationships/image" Target="../media/image27.png"/><Relationship Id="rId10" Type="http://schemas.openxmlformats.org/officeDocument/2006/relationships/tags" Target="../tags/tag328.xml"/><Relationship Id="rId1" Type="http://schemas.openxmlformats.org/officeDocument/2006/relationships/tags" Target="../tags/tag320.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342.xml"/><Relationship Id="rId2" Type="http://schemas.openxmlformats.org/officeDocument/2006/relationships/tags" Target="../tags/tag341.xml"/><Relationship Id="rId1" Type="http://schemas.openxmlformats.org/officeDocument/2006/relationships/tags" Target="../tags/tag340.xml"/></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350.xml"/><Relationship Id="rId7" Type="http://schemas.openxmlformats.org/officeDocument/2006/relationships/tags" Target="../tags/tag349.xml"/><Relationship Id="rId6" Type="http://schemas.openxmlformats.org/officeDocument/2006/relationships/tags" Target="../tags/tag348.xml"/><Relationship Id="rId5" Type="http://schemas.openxmlformats.org/officeDocument/2006/relationships/tags" Target="../tags/tag347.xml"/><Relationship Id="rId4" Type="http://schemas.openxmlformats.org/officeDocument/2006/relationships/tags" Target="../tags/tag346.xml"/><Relationship Id="rId3" Type="http://schemas.openxmlformats.org/officeDocument/2006/relationships/tags" Target="../tags/tag345.xml"/><Relationship Id="rId2" Type="http://schemas.openxmlformats.org/officeDocument/2006/relationships/tags" Target="../tags/tag344.xml"/><Relationship Id="rId1" Type="http://schemas.openxmlformats.org/officeDocument/2006/relationships/tags" Target="../tags/tag343.xml"/></Relationships>
</file>

<file path=ppt/slides/_rels/slide34.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tags" Target="../tags/tag358.xml"/><Relationship Id="rId7" Type="http://schemas.openxmlformats.org/officeDocument/2006/relationships/tags" Target="../tags/tag357.xml"/><Relationship Id="rId6" Type="http://schemas.openxmlformats.org/officeDocument/2006/relationships/tags" Target="../tags/tag356.xml"/><Relationship Id="rId5" Type="http://schemas.openxmlformats.org/officeDocument/2006/relationships/tags" Target="../tags/tag355.xml"/><Relationship Id="rId4" Type="http://schemas.openxmlformats.org/officeDocument/2006/relationships/tags" Target="../tags/tag354.xml"/><Relationship Id="rId3" Type="http://schemas.openxmlformats.org/officeDocument/2006/relationships/tags" Target="../tags/tag353.xml"/><Relationship Id="rId27" Type="http://schemas.openxmlformats.org/officeDocument/2006/relationships/slideLayout" Target="../slideLayouts/slideLayout7.xml"/><Relationship Id="rId26" Type="http://schemas.openxmlformats.org/officeDocument/2006/relationships/tags" Target="../tags/tag369.xml"/><Relationship Id="rId25" Type="http://schemas.openxmlformats.org/officeDocument/2006/relationships/tags" Target="../tags/tag368.xml"/><Relationship Id="rId24" Type="http://schemas.openxmlformats.org/officeDocument/2006/relationships/tags" Target="../tags/tag367.xml"/><Relationship Id="rId23" Type="http://schemas.openxmlformats.org/officeDocument/2006/relationships/tags" Target="../tags/tag366.xml"/><Relationship Id="rId22" Type="http://schemas.openxmlformats.org/officeDocument/2006/relationships/tags" Target="../tags/tag365.xml"/><Relationship Id="rId21" Type="http://schemas.openxmlformats.org/officeDocument/2006/relationships/image" Target="../media/image32.png"/><Relationship Id="rId20" Type="http://schemas.openxmlformats.org/officeDocument/2006/relationships/tags" Target="../tags/tag364.xml"/><Relationship Id="rId2" Type="http://schemas.openxmlformats.org/officeDocument/2006/relationships/tags" Target="../tags/tag352.xml"/><Relationship Id="rId19" Type="http://schemas.openxmlformats.org/officeDocument/2006/relationships/image" Target="../media/image31.png"/><Relationship Id="rId18" Type="http://schemas.openxmlformats.org/officeDocument/2006/relationships/tags" Target="../tags/tag363.xml"/><Relationship Id="rId17" Type="http://schemas.openxmlformats.org/officeDocument/2006/relationships/image" Target="../media/image30.png"/><Relationship Id="rId16" Type="http://schemas.openxmlformats.org/officeDocument/2006/relationships/tags" Target="../tags/tag362.xml"/><Relationship Id="rId15" Type="http://schemas.openxmlformats.org/officeDocument/2006/relationships/image" Target="../media/image29.png"/><Relationship Id="rId14" Type="http://schemas.openxmlformats.org/officeDocument/2006/relationships/tags" Target="../tags/tag361.xml"/><Relationship Id="rId13" Type="http://schemas.openxmlformats.org/officeDocument/2006/relationships/image" Target="../media/image28.png"/><Relationship Id="rId12" Type="http://schemas.openxmlformats.org/officeDocument/2006/relationships/tags" Target="../tags/tag360.xml"/><Relationship Id="rId11" Type="http://schemas.openxmlformats.org/officeDocument/2006/relationships/image" Target="../media/image27.png"/><Relationship Id="rId10" Type="http://schemas.openxmlformats.org/officeDocument/2006/relationships/tags" Target="../tags/tag359.xml"/><Relationship Id="rId1" Type="http://schemas.openxmlformats.org/officeDocument/2006/relationships/tags" Target="../tags/tag351.xml"/></Relationships>
</file>

<file path=ppt/slides/_rels/slide3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375.xml"/><Relationship Id="rId5" Type="http://schemas.openxmlformats.org/officeDocument/2006/relationships/tags" Target="../tags/tag374.xml"/><Relationship Id="rId4" Type="http://schemas.openxmlformats.org/officeDocument/2006/relationships/tags" Target="../tags/tag373.xml"/><Relationship Id="rId3" Type="http://schemas.openxmlformats.org/officeDocument/2006/relationships/tags" Target="../tags/tag372.xml"/><Relationship Id="rId2" Type="http://schemas.openxmlformats.org/officeDocument/2006/relationships/tags" Target="../tags/tag371.xml"/><Relationship Id="rId1" Type="http://schemas.openxmlformats.org/officeDocument/2006/relationships/tags" Target="../tags/tag370.xml"/></Relationships>
</file>

<file path=ppt/slides/_rels/slide36.xml.rels><?xml version="1.0" encoding="UTF-8" standalone="yes"?>
<Relationships xmlns="http://schemas.openxmlformats.org/package/2006/relationships"><Relationship Id="rId9" Type="http://schemas.openxmlformats.org/officeDocument/2006/relationships/tags" Target="../tags/tag384.xml"/><Relationship Id="rId8" Type="http://schemas.openxmlformats.org/officeDocument/2006/relationships/tags" Target="../tags/tag383.xml"/><Relationship Id="rId7" Type="http://schemas.openxmlformats.org/officeDocument/2006/relationships/tags" Target="../tags/tag382.xml"/><Relationship Id="rId6" Type="http://schemas.openxmlformats.org/officeDocument/2006/relationships/tags" Target="../tags/tag381.xml"/><Relationship Id="rId5" Type="http://schemas.openxmlformats.org/officeDocument/2006/relationships/tags" Target="../tags/tag380.xml"/><Relationship Id="rId4" Type="http://schemas.openxmlformats.org/officeDocument/2006/relationships/tags" Target="../tags/tag379.xml"/><Relationship Id="rId3" Type="http://schemas.openxmlformats.org/officeDocument/2006/relationships/tags" Target="../tags/tag378.xml"/><Relationship Id="rId2" Type="http://schemas.openxmlformats.org/officeDocument/2006/relationships/tags" Target="../tags/tag377.xml"/><Relationship Id="rId12" Type="http://schemas.openxmlformats.org/officeDocument/2006/relationships/slideLayout" Target="../slideLayouts/slideLayout7.xml"/><Relationship Id="rId11" Type="http://schemas.openxmlformats.org/officeDocument/2006/relationships/tags" Target="../tags/tag386.xml"/><Relationship Id="rId10" Type="http://schemas.openxmlformats.org/officeDocument/2006/relationships/tags" Target="../tags/tag385.xml"/><Relationship Id="rId1" Type="http://schemas.openxmlformats.org/officeDocument/2006/relationships/tags" Target="../tags/tag37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388.xml"/><Relationship Id="rId1" Type="http://schemas.openxmlformats.org/officeDocument/2006/relationships/tags" Target="../tags/tag387.xml"/></Relationships>
</file>

<file path=ppt/slides/_rels/slide38.xml.rels><?xml version="1.0" encoding="UTF-8" standalone="yes"?>
<Relationships xmlns="http://schemas.openxmlformats.org/package/2006/relationships"><Relationship Id="rId9" Type="http://schemas.openxmlformats.org/officeDocument/2006/relationships/tags" Target="../tags/tag397.xml"/><Relationship Id="rId8" Type="http://schemas.openxmlformats.org/officeDocument/2006/relationships/tags" Target="../tags/tag396.xml"/><Relationship Id="rId7" Type="http://schemas.openxmlformats.org/officeDocument/2006/relationships/tags" Target="../tags/tag395.xml"/><Relationship Id="rId6" Type="http://schemas.openxmlformats.org/officeDocument/2006/relationships/tags" Target="../tags/tag394.xml"/><Relationship Id="rId5" Type="http://schemas.openxmlformats.org/officeDocument/2006/relationships/tags" Target="../tags/tag393.xml"/><Relationship Id="rId4" Type="http://schemas.openxmlformats.org/officeDocument/2006/relationships/tags" Target="../tags/tag392.xml"/><Relationship Id="rId3" Type="http://schemas.openxmlformats.org/officeDocument/2006/relationships/tags" Target="../tags/tag391.xml"/><Relationship Id="rId2" Type="http://schemas.openxmlformats.org/officeDocument/2006/relationships/tags" Target="../tags/tag390.xml"/><Relationship Id="rId12" Type="http://schemas.openxmlformats.org/officeDocument/2006/relationships/notesSlide" Target="../notesSlides/notesSlide7.xml"/><Relationship Id="rId11" Type="http://schemas.openxmlformats.org/officeDocument/2006/relationships/slideLayout" Target="../slideLayouts/slideLayout7.xml"/><Relationship Id="rId10" Type="http://schemas.openxmlformats.org/officeDocument/2006/relationships/tags" Target="../tags/tag398.xml"/><Relationship Id="rId1" Type="http://schemas.openxmlformats.org/officeDocument/2006/relationships/tags" Target="../tags/tag389.xml"/></Relationships>
</file>

<file path=ppt/slides/_rels/slide39.xml.rels><?xml version="1.0" encoding="UTF-8" standalone="yes"?>
<Relationships xmlns="http://schemas.openxmlformats.org/package/2006/relationships"><Relationship Id="rId9" Type="http://schemas.openxmlformats.org/officeDocument/2006/relationships/tags" Target="../tags/tag407.xml"/><Relationship Id="rId8" Type="http://schemas.openxmlformats.org/officeDocument/2006/relationships/tags" Target="../tags/tag406.xml"/><Relationship Id="rId7" Type="http://schemas.openxmlformats.org/officeDocument/2006/relationships/tags" Target="../tags/tag405.xml"/><Relationship Id="rId6" Type="http://schemas.openxmlformats.org/officeDocument/2006/relationships/tags" Target="../tags/tag404.xml"/><Relationship Id="rId5" Type="http://schemas.openxmlformats.org/officeDocument/2006/relationships/tags" Target="../tags/tag403.xml"/><Relationship Id="rId4" Type="http://schemas.openxmlformats.org/officeDocument/2006/relationships/tags" Target="../tags/tag402.xml"/><Relationship Id="rId3" Type="http://schemas.openxmlformats.org/officeDocument/2006/relationships/tags" Target="../tags/tag401.xml"/><Relationship Id="rId2" Type="http://schemas.openxmlformats.org/officeDocument/2006/relationships/tags" Target="../tags/tag400.xml"/><Relationship Id="rId19" Type="http://schemas.openxmlformats.org/officeDocument/2006/relationships/slideLayout" Target="../slideLayouts/slideLayout7.xml"/><Relationship Id="rId18" Type="http://schemas.openxmlformats.org/officeDocument/2006/relationships/tags" Target="../tags/tag412.xml"/><Relationship Id="rId17" Type="http://schemas.openxmlformats.org/officeDocument/2006/relationships/image" Target="../media/image34.svg"/><Relationship Id="rId16" Type="http://schemas.openxmlformats.org/officeDocument/2006/relationships/image" Target="../media/image14.png"/><Relationship Id="rId15" Type="http://schemas.openxmlformats.org/officeDocument/2006/relationships/tags" Target="../tags/tag411.xml"/><Relationship Id="rId14" Type="http://schemas.openxmlformats.org/officeDocument/2006/relationships/image" Target="../media/image33.svg"/><Relationship Id="rId13" Type="http://schemas.openxmlformats.org/officeDocument/2006/relationships/image" Target="../media/image16.png"/><Relationship Id="rId12" Type="http://schemas.openxmlformats.org/officeDocument/2006/relationships/tags" Target="../tags/tag410.xml"/><Relationship Id="rId11" Type="http://schemas.openxmlformats.org/officeDocument/2006/relationships/tags" Target="../tags/tag409.xml"/><Relationship Id="rId10" Type="http://schemas.openxmlformats.org/officeDocument/2006/relationships/tags" Target="../tags/tag408.xml"/><Relationship Id="rId1" Type="http://schemas.openxmlformats.org/officeDocument/2006/relationships/tags" Target="../tags/tag399.xml"/></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openxmlformats.org/officeDocument/2006/relationships/tags" Target="../tags/tag417.xml"/><Relationship Id="rId4" Type="http://schemas.openxmlformats.org/officeDocument/2006/relationships/tags" Target="../tags/tag416.xml"/><Relationship Id="rId3" Type="http://schemas.openxmlformats.org/officeDocument/2006/relationships/tags" Target="../tags/tag415.xml"/><Relationship Id="rId2" Type="http://schemas.openxmlformats.org/officeDocument/2006/relationships/tags" Target="../tags/tag414.xml"/><Relationship Id="rId1" Type="http://schemas.openxmlformats.org/officeDocument/2006/relationships/tags" Target="../tags/tag413.xml"/></Relationships>
</file>

<file path=ppt/slides/_rels/slide41.xml.rels><?xml version="1.0" encoding="UTF-8" standalone="yes"?>
<Relationships xmlns="http://schemas.openxmlformats.org/package/2006/relationships"><Relationship Id="rId9" Type="http://schemas.openxmlformats.org/officeDocument/2006/relationships/tags" Target="../tags/tag426.xml"/><Relationship Id="rId8" Type="http://schemas.openxmlformats.org/officeDocument/2006/relationships/tags" Target="../tags/tag425.xml"/><Relationship Id="rId7" Type="http://schemas.openxmlformats.org/officeDocument/2006/relationships/tags" Target="../tags/tag424.xml"/><Relationship Id="rId6" Type="http://schemas.openxmlformats.org/officeDocument/2006/relationships/tags" Target="../tags/tag423.xml"/><Relationship Id="rId5" Type="http://schemas.openxmlformats.org/officeDocument/2006/relationships/tags" Target="../tags/tag422.xml"/><Relationship Id="rId4" Type="http://schemas.openxmlformats.org/officeDocument/2006/relationships/tags" Target="../tags/tag421.xml"/><Relationship Id="rId3" Type="http://schemas.openxmlformats.org/officeDocument/2006/relationships/tags" Target="../tags/tag420.xml"/><Relationship Id="rId2" Type="http://schemas.openxmlformats.org/officeDocument/2006/relationships/tags" Target="../tags/tag419.xml"/><Relationship Id="rId17" Type="http://schemas.openxmlformats.org/officeDocument/2006/relationships/slideLayout" Target="../slideLayouts/slideLayout7.xml"/><Relationship Id="rId16" Type="http://schemas.openxmlformats.org/officeDocument/2006/relationships/tags" Target="../tags/tag433.xml"/><Relationship Id="rId15" Type="http://schemas.openxmlformats.org/officeDocument/2006/relationships/tags" Target="../tags/tag432.xml"/><Relationship Id="rId14" Type="http://schemas.openxmlformats.org/officeDocument/2006/relationships/tags" Target="../tags/tag431.xml"/><Relationship Id="rId13" Type="http://schemas.openxmlformats.org/officeDocument/2006/relationships/tags" Target="../tags/tag430.xml"/><Relationship Id="rId12" Type="http://schemas.openxmlformats.org/officeDocument/2006/relationships/tags" Target="../tags/tag429.xml"/><Relationship Id="rId11" Type="http://schemas.openxmlformats.org/officeDocument/2006/relationships/tags" Target="../tags/tag428.xml"/><Relationship Id="rId10" Type="http://schemas.openxmlformats.org/officeDocument/2006/relationships/tags" Target="../tags/tag427.xml"/><Relationship Id="rId1" Type="http://schemas.openxmlformats.org/officeDocument/2006/relationships/tags" Target="../tags/tag418.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34.xml"/><Relationship Id="rId1" Type="http://schemas.openxmlformats.org/officeDocument/2006/relationships/image" Target="../media/image35.jpeg"/></Relationships>
</file>

<file path=ppt/slides/_rels/slide43.xml.rels><?xml version="1.0" encoding="UTF-8" standalone="yes"?>
<Relationships xmlns="http://schemas.openxmlformats.org/package/2006/relationships"><Relationship Id="rId9" Type="http://schemas.openxmlformats.org/officeDocument/2006/relationships/tags" Target="../tags/tag443.xml"/><Relationship Id="rId8" Type="http://schemas.openxmlformats.org/officeDocument/2006/relationships/tags" Target="../tags/tag442.xml"/><Relationship Id="rId7" Type="http://schemas.openxmlformats.org/officeDocument/2006/relationships/tags" Target="../tags/tag441.xml"/><Relationship Id="rId6" Type="http://schemas.openxmlformats.org/officeDocument/2006/relationships/tags" Target="../tags/tag440.xml"/><Relationship Id="rId5" Type="http://schemas.openxmlformats.org/officeDocument/2006/relationships/tags" Target="../tags/tag439.xml"/><Relationship Id="rId4" Type="http://schemas.openxmlformats.org/officeDocument/2006/relationships/tags" Target="../tags/tag438.xml"/><Relationship Id="rId3" Type="http://schemas.openxmlformats.org/officeDocument/2006/relationships/tags" Target="../tags/tag437.xml"/><Relationship Id="rId23" Type="http://schemas.openxmlformats.org/officeDocument/2006/relationships/slideLayout" Target="../slideLayouts/slideLayout18.xml"/><Relationship Id="rId22" Type="http://schemas.openxmlformats.org/officeDocument/2006/relationships/tags" Target="../tags/tag456.xml"/><Relationship Id="rId21" Type="http://schemas.openxmlformats.org/officeDocument/2006/relationships/tags" Target="../tags/tag455.xml"/><Relationship Id="rId20" Type="http://schemas.openxmlformats.org/officeDocument/2006/relationships/tags" Target="../tags/tag454.xml"/><Relationship Id="rId2" Type="http://schemas.openxmlformats.org/officeDocument/2006/relationships/tags" Target="../tags/tag436.xml"/><Relationship Id="rId19" Type="http://schemas.openxmlformats.org/officeDocument/2006/relationships/tags" Target="../tags/tag453.xml"/><Relationship Id="rId18" Type="http://schemas.openxmlformats.org/officeDocument/2006/relationships/tags" Target="../tags/tag452.xml"/><Relationship Id="rId17" Type="http://schemas.openxmlformats.org/officeDocument/2006/relationships/tags" Target="../tags/tag451.xml"/><Relationship Id="rId16" Type="http://schemas.openxmlformats.org/officeDocument/2006/relationships/tags" Target="../tags/tag450.xml"/><Relationship Id="rId15" Type="http://schemas.openxmlformats.org/officeDocument/2006/relationships/tags" Target="../tags/tag449.xml"/><Relationship Id="rId14" Type="http://schemas.openxmlformats.org/officeDocument/2006/relationships/tags" Target="../tags/tag448.xml"/><Relationship Id="rId13" Type="http://schemas.openxmlformats.org/officeDocument/2006/relationships/tags" Target="../tags/tag447.xml"/><Relationship Id="rId12" Type="http://schemas.openxmlformats.org/officeDocument/2006/relationships/tags" Target="../tags/tag446.xml"/><Relationship Id="rId11" Type="http://schemas.openxmlformats.org/officeDocument/2006/relationships/tags" Target="../tags/tag445.xml"/><Relationship Id="rId10" Type="http://schemas.openxmlformats.org/officeDocument/2006/relationships/tags" Target="../tags/tag444.xml"/><Relationship Id="rId1" Type="http://schemas.openxmlformats.org/officeDocument/2006/relationships/tags" Target="../tags/tag435.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460.xml"/><Relationship Id="rId3" Type="http://schemas.openxmlformats.org/officeDocument/2006/relationships/tags" Target="../tags/tag459.xml"/><Relationship Id="rId2" Type="http://schemas.openxmlformats.org/officeDocument/2006/relationships/tags" Target="../tags/tag458.xml"/><Relationship Id="rId1" Type="http://schemas.openxmlformats.org/officeDocument/2006/relationships/tags" Target="../tags/tag457.xml"/></Relationships>
</file>

<file path=ppt/slides/_rels/slide45.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tags" Target="../tags/tag467.xml"/><Relationship Id="rId7" Type="http://schemas.openxmlformats.org/officeDocument/2006/relationships/image" Target="../media/image18.png"/><Relationship Id="rId6" Type="http://schemas.openxmlformats.org/officeDocument/2006/relationships/tags" Target="../tags/tag466.xml"/><Relationship Id="rId5" Type="http://schemas.openxmlformats.org/officeDocument/2006/relationships/tags" Target="../tags/tag465.xml"/><Relationship Id="rId4" Type="http://schemas.openxmlformats.org/officeDocument/2006/relationships/tags" Target="../tags/tag464.xml"/><Relationship Id="rId3" Type="http://schemas.openxmlformats.org/officeDocument/2006/relationships/tags" Target="../tags/tag463.xml"/><Relationship Id="rId24" Type="http://schemas.openxmlformats.org/officeDocument/2006/relationships/slideLayout" Target="../slideLayouts/slideLayout18.xml"/><Relationship Id="rId23" Type="http://schemas.openxmlformats.org/officeDocument/2006/relationships/tags" Target="../tags/tag475.xml"/><Relationship Id="rId22" Type="http://schemas.openxmlformats.org/officeDocument/2006/relationships/tags" Target="../tags/tag474.xml"/><Relationship Id="rId21" Type="http://schemas.openxmlformats.org/officeDocument/2006/relationships/image" Target="../media/image25.png"/><Relationship Id="rId20" Type="http://schemas.openxmlformats.org/officeDocument/2006/relationships/tags" Target="../tags/tag473.xml"/><Relationship Id="rId2" Type="http://schemas.openxmlformats.org/officeDocument/2006/relationships/tags" Target="../tags/tag462.xml"/><Relationship Id="rId19" Type="http://schemas.openxmlformats.org/officeDocument/2006/relationships/image" Target="../media/image24.png"/><Relationship Id="rId18" Type="http://schemas.openxmlformats.org/officeDocument/2006/relationships/tags" Target="../tags/tag472.xml"/><Relationship Id="rId17" Type="http://schemas.openxmlformats.org/officeDocument/2006/relationships/image" Target="../media/image23.png"/><Relationship Id="rId16" Type="http://schemas.openxmlformats.org/officeDocument/2006/relationships/tags" Target="../tags/tag471.xml"/><Relationship Id="rId15" Type="http://schemas.openxmlformats.org/officeDocument/2006/relationships/image" Target="../media/image22.png"/><Relationship Id="rId14" Type="http://schemas.openxmlformats.org/officeDocument/2006/relationships/tags" Target="../tags/tag470.xml"/><Relationship Id="rId13" Type="http://schemas.openxmlformats.org/officeDocument/2006/relationships/image" Target="../media/image21.png"/><Relationship Id="rId12" Type="http://schemas.openxmlformats.org/officeDocument/2006/relationships/tags" Target="../tags/tag469.xml"/><Relationship Id="rId11" Type="http://schemas.openxmlformats.org/officeDocument/2006/relationships/image" Target="../media/image20.png"/><Relationship Id="rId10" Type="http://schemas.openxmlformats.org/officeDocument/2006/relationships/tags" Target="../tags/tag468.xml"/><Relationship Id="rId1" Type="http://schemas.openxmlformats.org/officeDocument/2006/relationships/tags" Target="../tags/tag461.xml"/></Relationships>
</file>

<file path=ppt/slides/_rels/slide46.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483.xml"/><Relationship Id="rId7" Type="http://schemas.openxmlformats.org/officeDocument/2006/relationships/tags" Target="../tags/tag482.xml"/><Relationship Id="rId6" Type="http://schemas.openxmlformats.org/officeDocument/2006/relationships/tags" Target="../tags/tag481.xml"/><Relationship Id="rId5" Type="http://schemas.openxmlformats.org/officeDocument/2006/relationships/tags" Target="../tags/tag480.xml"/><Relationship Id="rId4" Type="http://schemas.openxmlformats.org/officeDocument/2006/relationships/tags" Target="../tags/tag479.xml"/><Relationship Id="rId3" Type="http://schemas.openxmlformats.org/officeDocument/2006/relationships/tags" Target="../tags/tag478.xml"/><Relationship Id="rId2" Type="http://schemas.openxmlformats.org/officeDocument/2006/relationships/tags" Target="../tags/tag477.xml"/><Relationship Id="rId10" Type="http://schemas.openxmlformats.org/officeDocument/2006/relationships/notesSlide" Target="../notesSlides/notesSlide9.xml"/><Relationship Id="rId1" Type="http://schemas.openxmlformats.org/officeDocument/2006/relationships/tags" Target="../tags/tag476.xml"/></Relationships>
</file>

<file path=ppt/slides/_rels/slide47.xml.rels><?xml version="1.0" encoding="UTF-8" standalone="yes"?>
<Relationships xmlns="http://schemas.openxmlformats.org/package/2006/relationships"><Relationship Id="rId9" Type="http://schemas.openxmlformats.org/officeDocument/2006/relationships/tags" Target="../tags/tag492.xml"/><Relationship Id="rId8" Type="http://schemas.openxmlformats.org/officeDocument/2006/relationships/tags" Target="../tags/tag491.xml"/><Relationship Id="rId73" Type="http://schemas.openxmlformats.org/officeDocument/2006/relationships/slideLayout" Target="../slideLayouts/slideLayout18.xml"/><Relationship Id="rId72" Type="http://schemas.openxmlformats.org/officeDocument/2006/relationships/tags" Target="../tags/tag545.xml"/><Relationship Id="rId71" Type="http://schemas.openxmlformats.org/officeDocument/2006/relationships/image" Target="../media/image45.svg"/><Relationship Id="rId70" Type="http://schemas.openxmlformats.org/officeDocument/2006/relationships/image" Target="../media/image44.png"/><Relationship Id="rId7" Type="http://schemas.openxmlformats.org/officeDocument/2006/relationships/tags" Target="../tags/tag490.xml"/><Relationship Id="rId69" Type="http://schemas.openxmlformats.org/officeDocument/2006/relationships/tags" Target="../tags/tag544.xml"/><Relationship Id="rId68" Type="http://schemas.openxmlformats.org/officeDocument/2006/relationships/image" Target="../media/image43.svg"/><Relationship Id="rId67" Type="http://schemas.openxmlformats.org/officeDocument/2006/relationships/image" Target="../media/image42.png"/><Relationship Id="rId66" Type="http://schemas.openxmlformats.org/officeDocument/2006/relationships/tags" Target="../tags/tag543.xml"/><Relationship Id="rId65" Type="http://schemas.openxmlformats.org/officeDocument/2006/relationships/image" Target="../media/image41.svg"/><Relationship Id="rId64" Type="http://schemas.openxmlformats.org/officeDocument/2006/relationships/image" Target="../media/image40.png"/><Relationship Id="rId63" Type="http://schemas.openxmlformats.org/officeDocument/2006/relationships/tags" Target="../tags/tag542.xml"/><Relationship Id="rId62" Type="http://schemas.openxmlformats.org/officeDocument/2006/relationships/image" Target="../media/image39.svg"/><Relationship Id="rId61" Type="http://schemas.openxmlformats.org/officeDocument/2006/relationships/image" Target="../media/image38.png"/><Relationship Id="rId60" Type="http://schemas.openxmlformats.org/officeDocument/2006/relationships/tags" Target="../tags/tag541.xml"/><Relationship Id="rId6" Type="http://schemas.openxmlformats.org/officeDocument/2006/relationships/tags" Target="../tags/tag489.xml"/><Relationship Id="rId59" Type="http://schemas.openxmlformats.org/officeDocument/2006/relationships/image" Target="../media/image37.svg"/><Relationship Id="rId58" Type="http://schemas.openxmlformats.org/officeDocument/2006/relationships/image" Target="../media/image36.png"/><Relationship Id="rId57" Type="http://schemas.openxmlformats.org/officeDocument/2006/relationships/tags" Target="../tags/tag540.xml"/><Relationship Id="rId56" Type="http://schemas.openxmlformats.org/officeDocument/2006/relationships/tags" Target="../tags/tag539.xml"/><Relationship Id="rId55" Type="http://schemas.openxmlformats.org/officeDocument/2006/relationships/tags" Target="../tags/tag538.xml"/><Relationship Id="rId54" Type="http://schemas.openxmlformats.org/officeDocument/2006/relationships/tags" Target="../tags/tag537.xml"/><Relationship Id="rId53" Type="http://schemas.openxmlformats.org/officeDocument/2006/relationships/tags" Target="../tags/tag536.xml"/><Relationship Id="rId52" Type="http://schemas.openxmlformats.org/officeDocument/2006/relationships/tags" Target="../tags/tag535.xml"/><Relationship Id="rId51" Type="http://schemas.openxmlformats.org/officeDocument/2006/relationships/tags" Target="../tags/tag534.xml"/><Relationship Id="rId50" Type="http://schemas.openxmlformats.org/officeDocument/2006/relationships/tags" Target="../tags/tag533.xml"/><Relationship Id="rId5" Type="http://schemas.openxmlformats.org/officeDocument/2006/relationships/tags" Target="../tags/tag488.xml"/><Relationship Id="rId49" Type="http://schemas.openxmlformats.org/officeDocument/2006/relationships/tags" Target="../tags/tag532.xml"/><Relationship Id="rId48" Type="http://schemas.openxmlformats.org/officeDocument/2006/relationships/tags" Target="../tags/tag531.xml"/><Relationship Id="rId47" Type="http://schemas.openxmlformats.org/officeDocument/2006/relationships/tags" Target="../tags/tag530.xml"/><Relationship Id="rId46" Type="http://schemas.openxmlformats.org/officeDocument/2006/relationships/tags" Target="../tags/tag529.xml"/><Relationship Id="rId45" Type="http://schemas.openxmlformats.org/officeDocument/2006/relationships/tags" Target="../tags/tag528.xml"/><Relationship Id="rId44" Type="http://schemas.openxmlformats.org/officeDocument/2006/relationships/tags" Target="../tags/tag527.xml"/><Relationship Id="rId43" Type="http://schemas.openxmlformats.org/officeDocument/2006/relationships/tags" Target="../tags/tag526.xml"/><Relationship Id="rId42" Type="http://schemas.openxmlformats.org/officeDocument/2006/relationships/tags" Target="../tags/tag525.xml"/><Relationship Id="rId41" Type="http://schemas.openxmlformats.org/officeDocument/2006/relationships/tags" Target="../tags/tag524.xml"/><Relationship Id="rId40" Type="http://schemas.openxmlformats.org/officeDocument/2006/relationships/tags" Target="../tags/tag523.xml"/><Relationship Id="rId4" Type="http://schemas.openxmlformats.org/officeDocument/2006/relationships/tags" Target="../tags/tag487.xml"/><Relationship Id="rId39" Type="http://schemas.openxmlformats.org/officeDocument/2006/relationships/tags" Target="../tags/tag522.xml"/><Relationship Id="rId38" Type="http://schemas.openxmlformats.org/officeDocument/2006/relationships/tags" Target="../tags/tag521.xml"/><Relationship Id="rId37" Type="http://schemas.openxmlformats.org/officeDocument/2006/relationships/tags" Target="../tags/tag520.xml"/><Relationship Id="rId36" Type="http://schemas.openxmlformats.org/officeDocument/2006/relationships/tags" Target="../tags/tag519.xml"/><Relationship Id="rId35" Type="http://schemas.openxmlformats.org/officeDocument/2006/relationships/tags" Target="../tags/tag518.xml"/><Relationship Id="rId34" Type="http://schemas.openxmlformats.org/officeDocument/2006/relationships/tags" Target="../tags/tag517.xml"/><Relationship Id="rId33" Type="http://schemas.openxmlformats.org/officeDocument/2006/relationships/tags" Target="../tags/tag516.xml"/><Relationship Id="rId32" Type="http://schemas.openxmlformats.org/officeDocument/2006/relationships/tags" Target="../tags/tag515.xml"/><Relationship Id="rId31" Type="http://schemas.openxmlformats.org/officeDocument/2006/relationships/tags" Target="../tags/tag514.xml"/><Relationship Id="rId30" Type="http://schemas.openxmlformats.org/officeDocument/2006/relationships/tags" Target="../tags/tag513.xml"/><Relationship Id="rId3" Type="http://schemas.openxmlformats.org/officeDocument/2006/relationships/tags" Target="../tags/tag486.xml"/><Relationship Id="rId29" Type="http://schemas.openxmlformats.org/officeDocument/2006/relationships/tags" Target="../tags/tag512.xml"/><Relationship Id="rId28" Type="http://schemas.openxmlformats.org/officeDocument/2006/relationships/tags" Target="../tags/tag511.xml"/><Relationship Id="rId27" Type="http://schemas.openxmlformats.org/officeDocument/2006/relationships/tags" Target="../tags/tag510.xml"/><Relationship Id="rId26" Type="http://schemas.openxmlformats.org/officeDocument/2006/relationships/tags" Target="../tags/tag509.xml"/><Relationship Id="rId25" Type="http://schemas.openxmlformats.org/officeDocument/2006/relationships/tags" Target="../tags/tag508.xml"/><Relationship Id="rId24" Type="http://schemas.openxmlformats.org/officeDocument/2006/relationships/tags" Target="../tags/tag507.xml"/><Relationship Id="rId23" Type="http://schemas.openxmlformats.org/officeDocument/2006/relationships/tags" Target="../tags/tag506.xml"/><Relationship Id="rId22" Type="http://schemas.openxmlformats.org/officeDocument/2006/relationships/tags" Target="../tags/tag505.xml"/><Relationship Id="rId21" Type="http://schemas.openxmlformats.org/officeDocument/2006/relationships/tags" Target="../tags/tag504.xml"/><Relationship Id="rId20" Type="http://schemas.openxmlformats.org/officeDocument/2006/relationships/tags" Target="../tags/tag503.xml"/><Relationship Id="rId2" Type="http://schemas.openxmlformats.org/officeDocument/2006/relationships/tags" Target="../tags/tag485.xml"/><Relationship Id="rId19" Type="http://schemas.openxmlformats.org/officeDocument/2006/relationships/tags" Target="../tags/tag502.xml"/><Relationship Id="rId18" Type="http://schemas.openxmlformats.org/officeDocument/2006/relationships/tags" Target="../tags/tag501.xml"/><Relationship Id="rId17" Type="http://schemas.openxmlformats.org/officeDocument/2006/relationships/tags" Target="../tags/tag500.xml"/><Relationship Id="rId16" Type="http://schemas.openxmlformats.org/officeDocument/2006/relationships/tags" Target="../tags/tag499.xml"/><Relationship Id="rId15" Type="http://schemas.openxmlformats.org/officeDocument/2006/relationships/tags" Target="../tags/tag498.xml"/><Relationship Id="rId14" Type="http://schemas.openxmlformats.org/officeDocument/2006/relationships/tags" Target="../tags/tag497.xml"/><Relationship Id="rId13" Type="http://schemas.openxmlformats.org/officeDocument/2006/relationships/tags" Target="../tags/tag496.xml"/><Relationship Id="rId12" Type="http://schemas.openxmlformats.org/officeDocument/2006/relationships/tags" Target="../tags/tag495.xml"/><Relationship Id="rId11" Type="http://schemas.openxmlformats.org/officeDocument/2006/relationships/tags" Target="../tags/tag494.xml"/><Relationship Id="rId10" Type="http://schemas.openxmlformats.org/officeDocument/2006/relationships/tags" Target="../tags/tag493.xml"/><Relationship Id="rId1" Type="http://schemas.openxmlformats.org/officeDocument/2006/relationships/tags" Target="../tags/tag484.xml"/></Relationships>
</file>

<file path=ppt/slides/_rels/slide48.xml.rels><?xml version="1.0" encoding="UTF-8" standalone="yes"?>
<Relationships xmlns="http://schemas.openxmlformats.org/package/2006/relationships"><Relationship Id="rId9" Type="http://schemas.openxmlformats.org/officeDocument/2006/relationships/tags" Target="../tags/tag554.xml"/><Relationship Id="rId8" Type="http://schemas.openxmlformats.org/officeDocument/2006/relationships/tags" Target="../tags/tag553.xml"/><Relationship Id="rId7" Type="http://schemas.openxmlformats.org/officeDocument/2006/relationships/tags" Target="../tags/tag552.xml"/><Relationship Id="rId6" Type="http://schemas.openxmlformats.org/officeDocument/2006/relationships/tags" Target="../tags/tag551.xml"/><Relationship Id="rId5" Type="http://schemas.openxmlformats.org/officeDocument/2006/relationships/tags" Target="../tags/tag550.xml"/><Relationship Id="rId4" Type="http://schemas.openxmlformats.org/officeDocument/2006/relationships/tags" Target="../tags/tag549.xml"/><Relationship Id="rId3" Type="http://schemas.openxmlformats.org/officeDocument/2006/relationships/tags" Target="../tags/tag548.xml"/><Relationship Id="rId2" Type="http://schemas.openxmlformats.org/officeDocument/2006/relationships/tags" Target="../tags/tag547.xml"/><Relationship Id="rId12" Type="http://schemas.openxmlformats.org/officeDocument/2006/relationships/slideLayout" Target="../slideLayouts/slideLayout18.xml"/><Relationship Id="rId11" Type="http://schemas.openxmlformats.org/officeDocument/2006/relationships/tags" Target="../tags/tag556.xml"/><Relationship Id="rId10" Type="http://schemas.openxmlformats.org/officeDocument/2006/relationships/tags" Target="../tags/tag555.xml"/><Relationship Id="rId1" Type="http://schemas.openxmlformats.org/officeDocument/2006/relationships/tags" Target="../tags/tag546.xml"/></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564.xml"/><Relationship Id="rId7" Type="http://schemas.openxmlformats.org/officeDocument/2006/relationships/tags" Target="../tags/tag563.xml"/><Relationship Id="rId6" Type="http://schemas.openxmlformats.org/officeDocument/2006/relationships/tags" Target="../tags/tag562.xml"/><Relationship Id="rId5" Type="http://schemas.openxmlformats.org/officeDocument/2006/relationships/tags" Target="../tags/tag561.xml"/><Relationship Id="rId4" Type="http://schemas.openxmlformats.org/officeDocument/2006/relationships/tags" Target="../tags/tag560.xml"/><Relationship Id="rId3" Type="http://schemas.openxmlformats.org/officeDocument/2006/relationships/tags" Target="../tags/tag559.xml"/><Relationship Id="rId2" Type="http://schemas.openxmlformats.org/officeDocument/2006/relationships/tags" Target="../tags/tag558.xml"/><Relationship Id="rId1" Type="http://schemas.openxmlformats.org/officeDocument/2006/relationships/tags" Target="../tags/tag557.xml"/></Relationships>
</file>

<file path=ppt/slides/_rels/slide50.xml.rels><?xml version="1.0" encoding="UTF-8" standalone="yes"?>
<Relationships xmlns="http://schemas.openxmlformats.org/package/2006/relationships"><Relationship Id="rId9" Type="http://schemas.openxmlformats.org/officeDocument/2006/relationships/tags" Target="../tags/tag573.xml"/><Relationship Id="rId8" Type="http://schemas.openxmlformats.org/officeDocument/2006/relationships/tags" Target="../tags/tag572.xml"/><Relationship Id="rId7" Type="http://schemas.openxmlformats.org/officeDocument/2006/relationships/tags" Target="../tags/tag571.xml"/><Relationship Id="rId6" Type="http://schemas.openxmlformats.org/officeDocument/2006/relationships/tags" Target="../tags/tag570.xml"/><Relationship Id="rId5" Type="http://schemas.openxmlformats.org/officeDocument/2006/relationships/tags" Target="../tags/tag569.xml"/><Relationship Id="rId4" Type="http://schemas.openxmlformats.org/officeDocument/2006/relationships/tags" Target="../tags/tag568.xml"/><Relationship Id="rId3" Type="http://schemas.openxmlformats.org/officeDocument/2006/relationships/tags" Target="../tags/tag567.xml"/><Relationship Id="rId2" Type="http://schemas.openxmlformats.org/officeDocument/2006/relationships/tags" Target="../tags/tag566.xml"/><Relationship Id="rId11" Type="http://schemas.openxmlformats.org/officeDocument/2006/relationships/notesSlide" Target="../notesSlides/notesSlide10.xml"/><Relationship Id="rId10" Type="http://schemas.openxmlformats.org/officeDocument/2006/relationships/slideLayout" Target="../slideLayouts/slideLayout18.xml"/><Relationship Id="rId1" Type="http://schemas.openxmlformats.org/officeDocument/2006/relationships/tags" Target="../tags/tag565.xml"/></Relationships>
</file>

<file path=ppt/slides/_rels/slide5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8.xml"/><Relationship Id="rId6" Type="http://schemas.openxmlformats.org/officeDocument/2006/relationships/tags" Target="../tags/tag579.xml"/><Relationship Id="rId5" Type="http://schemas.openxmlformats.org/officeDocument/2006/relationships/tags" Target="../tags/tag578.xml"/><Relationship Id="rId4" Type="http://schemas.openxmlformats.org/officeDocument/2006/relationships/tags" Target="../tags/tag577.xml"/><Relationship Id="rId3" Type="http://schemas.openxmlformats.org/officeDocument/2006/relationships/tags" Target="../tags/tag576.xml"/><Relationship Id="rId2" Type="http://schemas.openxmlformats.org/officeDocument/2006/relationships/tags" Target="../tags/tag575.xml"/><Relationship Id="rId1" Type="http://schemas.openxmlformats.org/officeDocument/2006/relationships/tags" Target="../tags/tag574.xml"/></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583.xml"/><Relationship Id="rId3" Type="http://schemas.openxmlformats.org/officeDocument/2006/relationships/tags" Target="../tags/tag582.xml"/><Relationship Id="rId2" Type="http://schemas.openxmlformats.org/officeDocument/2006/relationships/tags" Target="../tags/tag581.xml"/><Relationship Id="rId1" Type="http://schemas.openxmlformats.org/officeDocument/2006/relationships/tags" Target="../tags/tag580.xml"/></Relationships>
</file>

<file path=ppt/slides/_rels/slide53.xml.rels><?xml version="1.0" encoding="UTF-8" standalone="yes"?>
<Relationships xmlns="http://schemas.openxmlformats.org/package/2006/relationships"><Relationship Id="rId9" Type="http://schemas.openxmlformats.org/officeDocument/2006/relationships/tags" Target="../tags/tag592.xml"/><Relationship Id="rId8" Type="http://schemas.openxmlformats.org/officeDocument/2006/relationships/tags" Target="../tags/tag591.xml"/><Relationship Id="rId7" Type="http://schemas.openxmlformats.org/officeDocument/2006/relationships/tags" Target="../tags/tag590.xml"/><Relationship Id="rId6" Type="http://schemas.openxmlformats.org/officeDocument/2006/relationships/tags" Target="../tags/tag589.xml"/><Relationship Id="rId5" Type="http://schemas.openxmlformats.org/officeDocument/2006/relationships/tags" Target="../tags/tag588.xml"/><Relationship Id="rId4" Type="http://schemas.openxmlformats.org/officeDocument/2006/relationships/tags" Target="../tags/tag587.xml"/><Relationship Id="rId3" Type="http://schemas.openxmlformats.org/officeDocument/2006/relationships/tags" Target="../tags/tag586.xml"/><Relationship Id="rId2" Type="http://schemas.openxmlformats.org/officeDocument/2006/relationships/tags" Target="../tags/tag585.xml"/><Relationship Id="rId11" Type="http://schemas.openxmlformats.org/officeDocument/2006/relationships/notesSlide" Target="../notesSlides/notesSlide12.xml"/><Relationship Id="rId10" Type="http://schemas.openxmlformats.org/officeDocument/2006/relationships/slideLayout" Target="../slideLayouts/slideLayout18.xml"/><Relationship Id="rId1" Type="http://schemas.openxmlformats.org/officeDocument/2006/relationships/tags" Target="../tags/tag584.xml"/></Relationships>
</file>

<file path=ppt/slides/_rels/slide54.xml.rels><?xml version="1.0" encoding="UTF-8" standalone="yes"?>
<Relationships xmlns="http://schemas.openxmlformats.org/package/2006/relationships"><Relationship Id="rId9" Type="http://schemas.openxmlformats.org/officeDocument/2006/relationships/tags" Target="../tags/tag601.xml"/><Relationship Id="rId8" Type="http://schemas.openxmlformats.org/officeDocument/2006/relationships/tags" Target="../tags/tag600.xml"/><Relationship Id="rId7" Type="http://schemas.openxmlformats.org/officeDocument/2006/relationships/tags" Target="../tags/tag599.xml"/><Relationship Id="rId6" Type="http://schemas.openxmlformats.org/officeDocument/2006/relationships/tags" Target="../tags/tag598.xml"/><Relationship Id="rId5" Type="http://schemas.openxmlformats.org/officeDocument/2006/relationships/tags" Target="../tags/tag597.xml"/><Relationship Id="rId4" Type="http://schemas.openxmlformats.org/officeDocument/2006/relationships/tags" Target="../tags/tag596.xml"/><Relationship Id="rId3" Type="http://schemas.openxmlformats.org/officeDocument/2006/relationships/tags" Target="../tags/tag595.xml"/><Relationship Id="rId26" Type="http://schemas.openxmlformats.org/officeDocument/2006/relationships/slideLayout" Target="../slideLayouts/slideLayout18.xml"/><Relationship Id="rId25" Type="http://schemas.openxmlformats.org/officeDocument/2006/relationships/tags" Target="../tags/tag617.xml"/><Relationship Id="rId24" Type="http://schemas.openxmlformats.org/officeDocument/2006/relationships/tags" Target="../tags/tag616.xml"/><Relationship Id="rId23" Type="http://schemas.openxmlformats.org/officeDocument/2006/relationships/tags" Target="../tags/tag615.xml"/><Relationship Id="rId22" Type="http://schemas.openxmlformats.org/officeDocument/2006/relationships/tags" Target="../tags/tag614.xml"/><Relationship Id="rId21" Type="http://schemas.openxmlformats.org/officeDocument/2006/relationships/tags" Target="../tags/tag613.xml"/><Relationship Id="rId20" Type="http://schemas.openxmlformats.org/officeDocument/2006/relationships/tags" Target="../tags/tag612.xml"/><Relationship Id="rId2" Type="http://schemas.openxmlformats.org/officeDocument/2006/relationships/tags" Target="../tags/tag594.xml"/><Relationship Id="rId19" Type="http://schemas.openxmlformats.org/officeDocument/2006/relationships/tags" Target="../tags/tag611.xml"/><Relationship Id="rId18" Type="http://schemas.openxmlformats.org/officeDocument/2006/relationships/tags" Target="../tags/tag610.xml"/><Relationship Id="rId17" Type="http://schemas.openxmlformats.org/officeDocument/2006/relationships/tags" Target="../tags/tag609.xml"/><Relationship Id="rId16" Type="http://schemas.openxmlformats.org/officeDocument/2006/relationships/tags" Target="../tags/tag608.xml"/><Relationship Id="rId15" Type="http://schemas.openxmlformats.org/officeDocument/2006/relationships/tags" Target="../tags/tag607.xml"/><Relationship Id="rId14" Type="http://schemas.openxmlformats.org/officeDocument/2006/relationships/tags" Target="../tags/tag606.xml"/><Relationship Id="rId13" Type="http://schemas.openxmlformats.org/officeDocument/2006/relationships/tags" Target="../tags/tag605.xml"/><Relationship Id="rId12" Type="http://schemas.openxmlformats.org/officeDocument/2006/relationships/tags" Target="../tags/tag604.xml"/><Relationship Id="rId11" Type="http://schemas.openxmlformats.org/officeDocument/2006/relationships/tags" Target="../tags/tag603.xml"/><Relationship Id="rId10" Type="http://schemas.openxmlformats.org/officeDocument/2006/relationships/tags" Target="../tags/tag602.xml"/><Relationship Id="rId1" Type="http://schemas.openxmlformats.org/officeDocument/2006/relationships/tags" Target="../tags/tag593.xml"/></Relationships>
</file>

<file path=ppt/slides/_rels/slide55.xml.rels><?xml version="1.0" encoding="UTF-8" standalone="yes"?>
<Relationships xmlns="http://schemas.openxmlformats.org/package/2006/relationships"><Relationship Id="rId9" Type="http://schemas.openxmlformats.org/officeDocument/2006/relationships/tags" Target="../tags/tag626.xml"/><Relationship Id="rId8" Type="http://schemas.openxmlformats.org/officeDocument/2006/relationships/tags" Target="../tags/tag625.xml"/><Relationship Id="rId7" Type="http://schemas.openxmlformats.org/officeDocument/2006/relationships/tags" Target="../tags/tag624.xml"/><Relationship Id="rId6" Type="http://schemas.openxmlformats.org/officeDocument/2006/relationships/tags" Target="../tags/tag623.xml"/><Relationship Id="rId5" Type="http://schemas.openxmlformats.org/officeDocument/2006/relationships/tags" Target="../tags/tag622.xml"/><Relationship Id="rId4" Type="http://schemas.openxmlformats.org/officeDocument/2006/relationships/tags" Target="../tags/tag621.xml"/><Relationship Id="rId3" Type="http://schemas.openxmlformats.org/officeDocument/2006/relationships/tags" Target="../tags/tag620.xml"/><Relationship Id="rId2" Type="http://schemas.openxmlformats.org/officeDocument/2006/relationships/tags" Target="../tags/tag619.xml"/><Relationship Id="rId11" Type="http://schemas.openxmlformats.org/officeDocument/2006/relationships/slideLayout" Target="../slideLayouts/slideLayout18.xml"/><Relationship Id="rId10" Type="http://schemas.openxmlformats.org/officeDocument/2006/relationships/tags" Target="../tags/tag627.xml"/><Relationship Id="rId1" Type="http://schemas.openxmlformats.org/officeDocument/2006/relationships/tags" Target="../tags/tag618.xml"/></Relationships>
</file>

<file path=ppt/slides/_rels/slide56.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8.xml"/><Relationship Id="rId6" Type="http://schemas.openxmlformats.org/officeDocument/2006/relationships/tags" Target="../tags/tag633.xml"/><Relationship Id="rId5" Type="http://schemas.openxmlformats.org/officeDocument/2006/relationships/tags" Target="../tags/tag632.xml"/><Relationship Id="rId4" Type="http://schemas.openxmlformats.org/officeDocument/2006/relationships/tags" Target="../tags/tag631.xml"/><Relationship Id="rId3" Type="http://schemas.openxmlformats.org/officeDocument/2006/relationships/tags" Target="../tags/tag630.xml"/><Relationship Id="rId2" Type="http://schemas.openxmlformats.org/officeDocument/2006/relationships/tags" Target="../tags/tag629.xml"/><Relationship Id="rId1" Type="http://schemas.openxmlformats.org/officeDocument/2006/relationships/tags" Target="../tags/tag628.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635.xml"/><Relationship Id="rId1" Type="http://schemas.openxmlformats.org/officeDocument/2006/relationships/tags" Target="../tags/tag634.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37.xml"/><Relationship Id="rId1" Type="http://schemas.openxmlformats.org/officeDocument/2006/relationships/tags" Target="../tags/tag636.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640.xml"/><Relationship Id="rId2" Type="http://schemas.openxmlformats.org/officeDocument/2006/relationships/tags" Target="../tags/tag639.xml"/><Relationship Id="rId1" Type="http://schemas.openxmlformats.org/officeDocument/2006/relationships/tags" Target="../tags/tag638.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42.xml"/><Relationship Id="rId1" Type="http://schemas.openxmlformats.org/officeDocument/2006/relationships/tags" Target="../tags/tag641.xml"/></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46.xml"/><Relationship Id="rId3" Type="http://schemas.openxmlformats.org/officeDocument/2006/relationships/tags" Target="../tags/tag645.xml"/><Relationship Id="rId2" Type="http://schemas.openxmlformats.org/officeDocument/2006/relationships/tags" Target="../tags/tag644.xml"/><Relationship Id="rId1" Type="http://schemas.openxmlformats.org/officeDocument/2006/relationships/tags" Target="../tags/tag643.xml"/></Relationships>
</file>

<file path=ppt/slides/_rels/slide62.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7.xml"/><Relationship Id="rId5" Type="http://schemas.openxmlformats.org/officeDocument/2006/relationships/tags" Target="../tags/tag651.xml"/><Relationship Id="rId4" Type="http://schemas.openxmlformats.org/officeDocument/2006/relationships/tags" Target="../tags/tag650.xml"/><Relationship Id="rId3" Type="http://schemas.openxmlformats.org/officeDocument/2006/relationships/tags" Target="../tags/tag649.xml"/><Relationship Id="rId2" Type="http://schemas.openxmlformats.org/officeDocument/2006/relationships/tags" Target="../tags/tag648.xml"/><Relationship Id="rId1" Type="http://schemas.openxmlformats.org/officeDocument/2006/relationships/tags" Target="../tags/tag647.xml"/></Relationships>
</file>

<file path=ppt/slides/_rels/slide6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658.xml"/><Relationship Id="rId6" Type="http://schemas.openxmlformats.org/officeDocument/2006/relationships/tags" Target="../tags/tag657.xml"/><Relationship Id="rId5" Type="http://schemas.openxmlformats.org/officeDocument/2006/relationships/tags" Target="../tags/tag656.xml"/><Relationship Id="rId4" Type="http://schemas.openxmlformats.org/officeDocument/2006/relationships/tags" Target="../tags/tag655.xml"/><Relationship Id="rId3" Type="http://schemas.openxmlformats.org/officeDocument/2006/relationships/tags" Target="../tags/tag654.xml"/><Relationship Id="rId2" Type="http://schemas.openxmlformats.org/officeDocument/2006/relationships/tags" Target="../tags/tag653.xml"/><Relationship Id="rId1" Type="http://schemas.openxmlformats.org/officeDocument/2006/relationships/tags" Target="../tags/tag652.xml"/></Relationships>
</file>

<file path=ppt/slides/_rels/slide64.xml.rels><?xml version="1.0" encoding="UTF-8" standalone="yes"?>
<Relationships xmlns="http://schemas.openxmlformats.org/package/2006/relationships"><Relationship Id="rId9" Type="http://schemas.openxmlformats.org/officeDocument/2006/relationships/tags" Target="../tags/tag667.xml"/><Relationship Id="rId8" Type="http://schemas.openxmlformats.org/officeDocument/2006/relationships/tags" Target="../tags/tag666.xml"/><Relationship Id="rId7" Type="http://schemas.openxmlformats.org/officeDocument/2006/relationships/tags" Target="../tags/tag665.xml"/><Relationship Id="rId6" Type="http://schemas.openxmlformats.org/officeDocument/2006/relationships/tags" Target="../tags/tag664.xml"/><Relationship Id="rId5" Type="http://schemas.openxmlformats.org/officeDocument/2006/relationships/tags" Target="../tags/tag663.xml"/><Relationship Id="rId40" Type="http://schemas.openxmlformats.org/officeDocument/2006/relationships/slideLayout" Target="../slideLayouts/slideLayout7.xml"/><Relationship Id="rId4" Type="http://schemas.openxmlformats.org/officeDocument/2006/relationships/tags" Target="../tags/tag662.xml"/><Relationship Id="rId39" Type="http://schemas.openxmlformats.org/officeDocument/2006/relationships/tags" Target="../tags/tag689.xml"/><Relationship Id="rId38" Type="http://schemas.openxmlformats.org/officeDocument/2006/relationships/image" Target="../media/image51.svg"/><Relationship Id="rId37" Type="http://schemas.openxmlformats.org/officeDocument/2006/relationships/image" Target="../media/image50.png"/><Relationship Id="rId36" Type="http://schemas.openxmlformats.org/officeDocument/2006/relationships/tags" Target="../tags/tag688.xml"/><Relationship Id="rId35" Type="http://schemas.openxmlformats.org/officeDocument/2006/relationships/tags" Target="../tags/tag687.xml"/><Relationship Id="rId34" Type="http://schemas.openxmlformats.org/officeDocument/2006/relationships/tags" Target="../tags/tag686.xml"/><Relationship Id="rId33" Type="http://schemas.openxmlformats.org/officeDocument/2006/relationships/tags" Target="../tags/tag685.xml"/><Relationship Id="rId32" Type="http://schemas.openxmlformats.org/officeDocument/2006/relationships/image" Target="../media/image49.svg"/><Relationship Id="rId31" Type="http://schemas.openxmlformats.org/officeDocument/2006/relationships/image" Target="../media/image38.png"/><Relationship Id="rId30" Type="http://schemas.openxmlformats.org/officeDocument/2006/relationships/tags" Target="../tags/tag684.xml"/><Relationship Id="rId3" Type="http://schemas.openxmlformats.org/officeDocument/2006/relationships/tags" Target="../tags/tag661.xml"/><Relationship Id="rId29" Type="http://schemas.openxmlformats.org/officeDocument/2006/relationships/tags" Target="../tags/tag683.xml"/><Relationship Id="rId28" Type="http://schemas.openxmlformats.org/officeDocument/2006/relationships/tags" Target="../tags/tag682.xml"/><Relationship Id="rId27" Type="http://schemas.openxmlformats.org/officeDocument/2006/relationships/tags" Target="../tags/tag681.xml"/><Relationship Id="rId26" Type="http://schemas.openxmlformats.org/officeDocument/2006/relationships/image" Target="../media/image48.svg"/><Relationship Id="rId25" Type="http://schemas.openxmlformats.org/officeDocument/2006/relationships/image" Target="../media/image44.png"/><Relationship Id="rId24" Type="http://schemas.openxmlformats.org/officeDocument/2006/relationships/tags" Target="../tags/tag680.xml"/><Relationship Id="rId23" Type="http://schemas.openxmlformats.org/officeDocument/2006/relationships/tags" Target="../tags/tag679.xml"/><Relationship Id="rId22" Type="http://schemas.openxmlformats.org/officeDocument/2006/relationships/tags" Target="../tags/tag678.xml"/><Relationship Id="rId21" Type="http://schemas.openxmlformats.org/officeDocument/2006/relationships/tags" Target="../tags/tag677.xml"/><Relationship Id="rId20" Type="http://schemas.openxmlformats.org/officeDocument/2006/relationships/tags" Target="../tags/tag676.xml"/><Relationship Id="rId2" Type="http://schemas.openxmlformats.org/officeDocument/2006/relationships/tags" Target="../tags/tag660.xml"/><Relationship Id="rId19" Type="http://schemas.openxmlformats.org/officeDocument/2006/relationships/tags" Target="../tags/tag675.xml"/><Relationship Id="rId18" Type="http://schemas.openxmlformats.org/officeDocument/2006/relationships/tags" Target="../tags/tag674.xml"/><Relationship Id="rId17" Type="http://schemas.openxmlformats.org/officeDocument/2006/relationships/tags" Target="../tags/tag673.xml"/><Relationship Id="rId16" Type="http://schemas.openxmlformats.org/officeDocument/2006/relationships/image" Target="../media/image47.svg"/><Relationship Id="rId15" Type="http://schemas.openxmlformats.org/officeDocument/2006/relationships/image" Target="../media/image46.png"/><Relationship Id="rId14" Type="http://schemas.openxmlformats.org/officeDocument/2006/relationships/tags" Target="../tags/tag672.xml"/><Relationship Id="rId13" Type="http://schemas.openxmlformats.org/officeDocument/2006/relationships/tags" Target="../tags/tag671.xml"/><Relationship Id="rId12" Type="http://schemas.openxmlformats.org/officeDocument/2006/relationships/tags" Target="../tags/tag670.xml"/><Relationship Id="rId11" Type="http://schemas.openxmlformats.org/officeDocument/2006/relationships/tags" Target="../tags/tag669.xml"/><Relationship Id="rId10" Type="http://schemas.openxmlformats.org/officeDocument/2006/relationships/tags" Target="../tags/tag668.xml"/><Relationship Id="rId1" Type="http://schemas.openxmlformats.org/officeDocument/2006/relationships/tags" Target="../tags/tag659.xml"/></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93.xml"/><Relationship Id="rId3" Type="http://schemas.openxmlformats.org/officeDocument/2006/relationships/tags" Target="../tags/tag692.xml"/><Relationship Id="rId2" Type="http://schemas.openxmlformats.org/officeDocument/2006/relationships/tags" Target="../tags/tag691.xml"/><Relationship Id="rId1" Type="http://schemas.openxmlformats.org/officeDocument/2006/relationships/tags" Target="../tags/tag690.xml"/></Relationships>
</file>

<file path=ppt/slides/_rels/slide66.xml.rels><?xml version="1.0" encoding="UTF-8" standalone="yes"?>
<Relationships xmlns="http://schemas.openxmlformats.org/package/2006/relationships"><Relationship Id="rId9" Type="http://schemas.openxmlformats.org/officeDocument/2006/relationships/tags" Target="../tags/tag700.xml"/><Relationship Id="rId8" Type="http://schemas.openxmlformats.org/officeDocument/2006/relationships/image" Target="../media/image52.svg"/><Relationship Id="rId7" Type="http://schemas.openxmlformats.org/officeDocument/2006/relationships/image" Target="../media/image14.png"/><Relationship Id="rId6" Type="http://schemas.openxmlformats.org/officeDocument/2006/relationships/tags" Target="../tags/tag699.xml"/><Relationship Id="rId5" Type="http://schemas.openxmlformats.org/officeDocument/2006/relationships/tags" Target="../tags/tag698.xml"/><Relationship Id="rId4" Type="http://schemas.openxmlformats.org/officeDocument/2006/relationships/tags" Target="../tags/tag697.xml"/><Relationship Id="rId3" Type="http://schemas.openxmlformats.org/officeDocument/2006/relationships/tags" Target="../tags/tag696.xml"/><Relationship Id="rId24" Type="http://schemas.openxmlformats.org/officeDocument/2006/relationships/slideLayout" Target="../slideLayouts/slideLayout7.xml"/><Relationship Id="rId23" Type="http://schemas.openxmlformats.org/officeDocument/2006/relationships/tags" Target="../tags/tag710.xml"/><Relationship Id="rId22" Type="http://schemas.openxmlformats.org/officeDocument/2006/relationships/image" Target="../media/image55.svg"/><Relationship Id="rId21" Type="http://schemas.openxmlformats.org/officeDocument/2006/relationships/image" Target="../media/image54.png"/><Relationship Id="rId20" Type="http://schemas.openxmlformats.org/officeDocument/2006/relationships/tags" Target="../tags/tag709.xml"/><Relationship Id="rId2" Type="http://schemas.openxmlformats.org/officeDocument/2006/relationships/tags" Target="../tags/tag695.xml"/><Relationship Id="rId19" Type="http://schemas.openxmlformats.org/officeDocument/2006/relationships/tags" Target="../tags/tag708.xml"/><Relationship Id="rId18" Type="http://schemas.openxmlformats.org/officeDocument/2006/relationships/tags" Target="../tags/tag707.xml"/><Relationship Id="rId17" Type="http://schemas.openxmlformats.org/officeDocument/2006/relationships/tags" Target="../tags/tag706.xml"/><Relationship Id="rId16" Type="http://schemas.openxmlformats.org/officeDocument/2006/relationships/tags" Target="../tags/tag705.xml"/><Relationship Id="rId15" Type="http://schemas.openxmlformats.org/officeDocument/2006/relationships/image" Target="../media/image53.svg"/><Relationship Id="rId14" Type="http://schemas.openxmlformats.org/officeDocument/2006/relationships/image" Target="../media/image16.png"/><Relationship Id="rId13" Type="http://schemas.openxmlformats.org/officeDocument/2006/relationships/tags" Target="../tags/tag704.xml"/><Relationship Id="rId12" Type="http://schemas.openxmlformats.org/officeDocument/2006/relationships/tags" Target="../tags/tag703.xml"/><Relationship Id="rId11" Type="http://schemas.openxmlformats.org/officeDocument/2006/relationships/tags" Target="../tags/tag702.xml"/><Relationship Id="rId10" Type="http://schemas.openxmlformats.org/officeDocument/2006/relationships/tags" Target="../tags/tag701.xml"/><Relationship Id="rId1" Type="http://schemas.openxmlformats.org/officeDocument/2006/relationships/tags" Target="../tags/tag694.xml"/></Relationships>
</file>

<file path=ppt/slides/_rels/slide67.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tags" Target="../tags/tag713.xml"/><Relationship Id="rId2" Type="http://schemas.openxmlformats.org/officeDocument/2006/relationships/tags" Target="../tags/tag712.xml"/><Relationship Id="rId1" Type="http://schemas.openxmlformats.org/officeDocument/2006/relationships/tags" Target="../tags/tag711.xml"/></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tags" Target="../tags/tag715.xml"/><Relationship Id="rId1" Type="http://schemas.openxmlformats.org/officeDocument/2006/relationships/tags" Target="../tags/tag714.xml"/></Relationships>
</file>

<file path=ppt/slides/_rels/slide69.xml.rels><?xml version="1.0" encoding="UTF-8" standalone="yes"?>
<Relationships xmlns="http://schemas.openxmlformats.org/package/2006/relationships"><Relationship Id="rId9" Type="http://schemas.openxmlformats.org/officeDocument/2006/relationships/tags" Target="../tags/tag724.xml"/><Relationship Id="rId8" Type="http://schemas.openxmlformats.org/officeDocument/2006/relationships/tags" Target="../tags/tag723.xml"/><Relationship Id="rId7" Type="http://schemas.openxmlformats.org/officeDocument/2006/relationships/tags" Target="../tags/tag722.xml"/><Relationship Id="rId6" Type="http://schemas.openxmlformats.org/officeDocument/2006/relationships/tags" Target="../tags/tag721.xml"/><Relationship Id="rId5" Type="http://schemas.openxmlformats.org/officeDocument/2006/relationships/tags" Target="../tags/tag720.xml"/><Relationship Id="rId4" Type="http://schemas.openxmlformats.org/officeDocument/2006/relationships/tags" Target="../tags/tag719.xml"/><Relationship Id="rId3" Type="http://schemas.openxmlformats.org/officeDocument/2006/relationships/tags" Target="../tags/tag718.xml"/><Relationship Id="rId2" Type="http://schemas.openxmlformats.org/officeDocument/2006/relationships/tags" Target="../tags/tag717.xml"/><Relationship Id="rId17" Type="http://schemas.openxmlformats.org/officeDocument/2006/relationships/slideLayout" Target="../slideLayouts/slideLayout7.xml"/><Relationship Id="rId16" Type="http://schemas.openxmlformats.org/officeDocument/2006/relationships/tags" Target="../tags/tag727.xml"/><Relationship Id="rId15" Type="http://schemas.openxmlformats.org/officeDocument/2006/relationships/image" Target="../media/image59.svg"/><Relationship Id="rId14" Type="http://schemas.openxmlformats.org/officeDocument/2006/relationships/image" Target="../media/image58.png"/><Relationship Id="rId13" Type="http://schemas.openxmlformats.org/officeDocument/2006/relationships/tags" Target="../tags/tag726.xml"/><Relationship Id="rId12" Type="http://schemas.openxmlformats.org/officeDocument/2006/relationships/tags" Target="../tags/tag725.xml"/><Relationship Id="rId11" Type="http://schemas.openxmlformats.org/officeDocument/2006/relationships/image" Target="../media/image57.svg"/><Relationship Id="rId10" Type="http://schemas.openxmlformats.org/officeDocument/2006/relationships/image" Target="../media/image56.png"/><Relationship Id="rId1" Type="http://schemas.openxmlformats.org/officeDocument/2006/relationships/tags" Target="../tags/tag716.xml"/></Relationships>
</file>

<file path=ppt/slides/_rels/slide70.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7.xml"/><Relationship Id="rId4" Type="http://schemas.openxmlformats.org/officeDocument/2006/relationships/tags" Target="../tags/tag731.xml"/><Relationship Id="rId3" Type="http://schemas.openxmlformats.org/officeDocument/2006/relationships/tags" Target="../tags/tag730.xml"/><Relationship Id="rId2" Type="http://schemas.openxmlformats.org/officeDocument/2006/relationships/tags" Target="../tags/tag729.xml"/><Relationship Id="rId1" Type="http://schemas.openxmlformats.org/officeDocument/2006/relationships/tags" Target="../tags/tag728.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733.xml"/><Relationship Id="rId1" Type="http://schemas.openxmlformats.org/officeDocument/2006/relationships/tags" Target="../tags/tag732.xml"/></Relationships>
</file>

<file path=ppt/slides/_rels/slide7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741.xml"/><Relationship Id="rId7" Type="http://schemas.openxmlformats.org/officeDocument/2006/relationships/tags" Target="../tags/tag740.xml"/><Relationship Id="rId6" Type="http://schemas.openxmlformats.org/officeDocument/2006/relationships/tags" Target="../tags/tag739.xml"/><Relationship Id="rId5" Type="http://schemas.openxmlformats.org/officeDocument/2006/relationships/tags" Target="../tags/tag738.xml"/><Relationship Id="rId4" Type="http://schemas.openxmlformats.org/officeDocument/2006/relationships/tags" Target="../tags/tag737.xml"/><Relationship Id="rId3" Type="http://schemas.openxmlformats.org/officeDocument/2006/relationships/tags" Target="../tags/tag736.xml"/><Relationship Id="rId2" Type="http://schemas.openxmlformats.org/officeDocument/2006/relationships/tags" Target="../tags/tag735.xml"/><Relationship Id="rId1" Type="http://schemas.openxmlformats.org/officeDocument/2006/relationships/tags" Target="../tags/tag734.xml"/></Relationships>
</file>

<file path=ppt/slides/_rels/slide73.xml.rels><?xml version="1.0" encoding="UTF-8" standalone="yes"?>
<Relationships xmlns="http://schemas.openxmlformats.org/package/2006/relationships"><Relationship Id="rId9" Type="http://schemas.openxmlformats.org/officeDocument/2006/relationships/image" Target="../media/image61.svg"/><Relationship Id="rId8" Type="http://schemas.openxmlformats.org/officeDocument/2006/relationships/image" Target="../media/image60.png"/><Relationship Id="rId7" Type="http://schemas.openxmlformats.org/officeDocument/2006/relationships/tags" Target="../tags/tag748.xml"/><Relationship Id="rId6" Type="http://schemas.openxmlformats.org/officeDocument/2006/relationships/tags" Target="../tags/tag747.xml"/><Relationship Id="rId5" Type="http://schemas.openxmlformats.org/officeDocument/2006/relationships/tags" Target="../tags/tag746.xml"/><Relationship Id="rId4" Type="http://schemas.openxmlformats.org/officeDocument/2006/relationships/tags" Target="../tags/tag745.xml"/><Relationship Id="rId3" Type="http://schemas.openxmlformats.org/officeDocument/2006/relationships/tags" Target="../tags/tag744.xml"/><Relationship Id="rId2" Type="http://schemas.openxmlformats.org/officeDocument/2006/relationships/tags" Target="../tags/tag743.xml"/><Relationship Id="rId16" Type="http://schemas.openxmlformats.org/officeDocument/2006/relationships/notesSlide" Target="../notesSlides/notesSlide18.xml"/><Relationship Id="rId15" Type="http://schemas.openxmlformats.org/officeDocument/2006/relationships/slideLayout" Target="../slideLayouts/slideLayout7.xml"/><Relationship Id="rId14" Type="http://schemas.openxmlformats.org/officeDocument/2006/relationships/tags" Target="../tags/tag751.xml"/><Relationship Id="rId13" Type="http://schemas.openxmlformats.org/officeDocument/2006/relationships/image" Target="../media/image63.svg"/><Relationship Id="rId12" Type="http://schemas.openxmlformats.org/officeDocument/2006/relationships/image" Target="../media/image62.png"/><Relationship Id="rId11" Type="http://schemas.openxmlformats.org/officeDocument/2006/relationships/tags" Target="../tags/tag750.xml"/><Relationship Id="rId10" Type="http://schemas.openxmlformats.org/officeDocument/2006/relationships/tags" Target="../tags/tag749.xml"/><Relationship Id="rId1" Type="http://schemas.openxmlformats.org/officeDocument/2006/relationships/tags" Target="../tags/tag742.xml"/></Relationships>
</file>

<file path=ppt/slides/_rels/slide7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759.xml"/><Relationship Id="rId7" Type="http://schemas.openxmlformats.org/officeDocument/2006/relationships/tags" Target="../tags/tag758.xml"/><Relationship Id="rId6" Type="http://schemas.openxmlformats.org/officeDocument/2006/relationships/tags" Target="../tags/tag757.xml"/><Relationship Id="rId5" Type="http://schemas.openxmlformats.org/officeDocument/2006/relationships/tags" Target="../tags/tag756.xml"/><Relationship Id="rId4" Type="http://schemas.openxmlformats.org/officeDocument/2006/relationships/tags" Target="../tags/tag755.xml"/><Relationship Id="rId3" Type="http://schemas.openxmlformats.org/officeDocument/2006/relationships/tags" Target="../tags/tag754.xml"/><Relationship Id="rId2" Type="http://schemas.openxmlformats.org/officeDocument/2006/relationships/tags" Target="../tags/tag753.xml"/><Relationship Id="rId10" Type="http://schemas.openxmlformats.org/officeDocument/2006/relationships/notesSlide" Target="../notesSlides/notesSlide19.xml"/><Relationship Id="rId1" Type="http://schemas.openxmlformats.org/officeDocument/2006/relationships/tags" Target="../tags/tag752.xml"/></Relationships>
</file>

<file path=ppt/slides/_rels/slide75.xml.rels><?xml version="1.0" encoding="UTF-8" standalone="yes"?>
<Relationships xmlns="http://schemas.openxmlformats.org/package/2006/relationships"><Relationship Id="rId9" Type="http://schemas.openxmlformats.org/officeDocument/2006/relationships/tags" Target="../tags/tag768.xml"/><Relationship Id="rId8" Type="http://schemas.openxmlformats.org/officeDocument/2006/relationships/tags" Target="../tags/tag767.xml"/><Relationship Id="rId7" Type="http://schemas.openxmlformats.org/officeDocument/2006/relationships/tags" Target="../tags/tag766.xml"/><Relationship Id="rId6" Type="http://schemas.openxmlformats.org/officeDocument/2006/relationships/tags" Target="../tags/tag765.xml"/><Relationship Id="rId5" Type="http://schemas.openxmlformats.org/officeDocument/2006/relationships/tags" Target="../tags/tag764.xml"/><Relationship Id="rId4" Type="http://schemas.openxmlformats.org/officeDocument/2006/relationships/tags" Target="../tags/tag763.xml"/><Relationship Id="rId3" Type="http://schemas.openxmlformats.org/officeDocument/2006/relationships/tags" Target="../tags/tag762.xml"/><Relationship Id="rId2" Type="http://schemas.openxmlformats.org/officeDocument/2006/relationships/tags" Target="../tags/tag761.xml"/><Relationship Id="rId11" Type="http://schemas.openxmlformats.org/officeDocument/2006/relationships/slideLayout" Target="../slideLayouts/slideLayout7.xml"/><Relationship Id="rId10" Type="http://schemas.openxmlformats.org/officeDocument/2006/relationships/tags" Target="../tags/tag769.xml"/><Relationship Id="rId1" Type="http://schemas.openxmlformats.org/officeDocument/2006/relationships/tags" Target="../tags/tag760.xml"/></Relationships>
</file>

<file path=ppt/slides/_rels/slide7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775.xml"/><Relationship Id="rId5" Type="http://schemas.openxmlformats.org/officeDocument/2006/relationships/tags" Target="../tags/tag774.xml"/><Relationship Id="rId4" Type="http://schemas.openxmlformats.org/officeDocument/2006/relationships/tags" Target="../tags/tag773.xml"/><Relationship Id="rId3" Type="http://schemas.openxmlformats.org/officeDocument/2006/relationships/tags" Target="../tags/tag772.xml"/><Relationship Id="rId2" Type="http://schemas.openxmlformats.org/officeDocument/2006/relationships/tags" Target="../tags/tag771.xml"/><Relationship Id="rId1" Type="http://schemas.openxmlformats.org/officeDocument/2006/relationships/tags" Target="../tags/tag770.xml"/></Relationships>
</file>

<file path=ppt/slides/_rels/slide77.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tags" Target="../tags/tag783.xml"/><Relationship Id="rId7" Type="http://schemas.openxmlformats.org/officeDocument/2006/relationships/tags" Target="../tags/tag782.xml"/><Relationship Id="rId6" Type="http://schemas.openxmlformats.org/officeDocument/2006/relationships/tags" Target="../tags/tag781.xml"/><Relationship Id="rId5" Type="http://schemas.openxmlformats.org/officeDocument/2006/relationships/tags" Target="../tags/tag780.xml"/><Relationship Id="rId4" Type="http://schemas.openxmlformats.org/officeDocument/2006/relationships/tags" Target="../tags/tag779.xml"/><Relationship Id="rId3" Type="http://schemas.openxmlformats.org/officeDocument/2006/relationships/tags" Target="../tags/tag778.xml"/><Relationship Id="rId2" Type="http://schemas.openxmlformats.org/officeDocument/2006/relationships/tags" Target="../tags/tag777.xml"/><Relationship Id="rId15" Type="http://schemas.openxmlformats.org/officeDocument/2006/relationships/slideLayout" Target="../slideLayouts/slideLayout7.xml"/><Relationship Id="rId14" Type="http://schemas.openxmlformats.org/officeDocument/2006/relationships/tags" Target="../tags/tag785.xml"/><Relationship Id="rId13" Type="http://schemas.openxmlformats.org/officeDocument/2006/relationships/image" Target="../media/image66.svg"/><Relationship Id="rId12" Type="http://schemas.openxmlformats.org/officeDocument/2006/relationships/image" Target="../media/image65.png"/><Relationship Id="rId11" Type="http://schemas.openxmlformats.org/officeDocument/2006/relationships/tags" Target="../tags/tag784.xml"/><Relationship Id="rId10" Type="http://schemas.openxmlformats.org/officeDocument/2006/relationships/image" Target="../media/image64.svg"/><Relationship Id="rId1" Type="http://schemas.openxmlformats.org/officeDocument/2006/relationships/tags" Target="../tags/tag776.xml"/></Relationships>
</file>

<file path=ppt/slides/_rels/slide78.xml.rels><?xml version="1.0" encoding="UTF-8" standalone="yes"?>
<Relationships xmlns="http://schemas.openxmlformats.org/package/2006/relationships"><Relationship Id="rId9" Type="http://schemas.openxmlformats.org/officeDocument/2006/relationships/tags" Target="../tags/tag794.xml"/><Relationship Id="rId8" Type="http://schemas.openxmlformats.org/officeDocument/2006/relationships/tags" Target="../tags/tag793.xml"/><Relationship Id="rId7" Type="http://schemas.openxmlformats.org/officeDocument/2006/relationships/tags" Target="../tags/tag792.xml"/><Relationship Id="rId6" Type="http://schemas.openxmlformats.org/officeDocument/2006/relationships/tags" Target="../tags/tag791.xml"/><Relationship Id="rId5" Type="http://schemas.openxmlformats.org/officeDocument/2006/relationships/tags" Target="../tags/tag790.xml"/><Relationship Id="rId4" Type="http://schemas.openxmlformats.org/officeDocument/2006/relationships/tags" Target="../tags/tag789.xml"/><Relationship Id="rId3" Type="http://schemas.openxmlformats.org/officeDocument/2006/relationships/tags" Target="../tags/tag788.xml"/><Relationship Id="rId2" Type="http://schemas.openxmlformats.org/officeDocument/2006/relationships/tags" Target="../tags/tag787.xml"/><Relationship Id="rId15" Type="http://schemas.openxmlformats.org/officeDocument/2006/relationships/slideLayout" Target="../slideLayouts/slideLayout7.xml"/><Relationship Id="rId14" Type="http://schemas.openxmlformats.org/officeDocument/2006/relationships/tags" Target="../tags/tag799.xml"/><Relationship Id="rId13" Type="http://schemas.openxmlformats.org/officeDocument/2006/relationships/tags" Target="../tags/tag798.xml"/><Relationship Id="rId12" Type="http://schemas.openxmlformats.org/officeDocument/2006/relationships/tags" Target="../tags/tag797.xml"/><Relationship Id="rId11" Type="http://schemas.openxmlformats.org/officeDocument/2006/relationships/tags" Target="../tags/tag796.xml"/><Relationship Id="rId10" Type="http://schemas.openxmlformats.org/officeDocument/2006/relationships/tags" Target="../tags/tag795.xml"/><Relationship Id="rId1" Type="http://schemas.openxmlformats.org/officeDocument/2006/relationships/tags" Target="../tags/tag786.xml"/></Relationships>
</file>

<file path=ppt/slides/_rels/slide79.xml.rels><?xml version="1.0" encoding="UTF-8" standalone="yes"?>
<Relationships xmlns="http://schemas.openxmlformats.org/package/2006/relationships"><Relationship Id="rId9" Type="http://schemas.openxmlformats.org/officeDocument/2006/relationships/tags" Target="../tags/tag808.xml"/><Relationship Id="rId8" Type="http://schemas.openxmlformats.org/officeDocument/2006/relationships/tags" Target="../tags/tag807.xml"/><Relationship Id="rId7" Type="http://schemas.openxmlformats.org/officeDocument/2006/relationships/tags" Target="../tags/tag806.xml"/><Relationship Id="rId6" Type="http://schemas.openxmlformats.org/officeDocument/2006/relationships/tags" Target="../tags/tag805.xml"/><Relationship Id="rId5" Type="http://schemas.openxmlformats.org/officeDocument/2006/relationships/tags" Target="../tags/tag804.xml"/><Relationship Id="rId4" Type="http://schemas.openxmlformats.org/officeDocument/2006/relationships/tags" Target="../tags/tag803.xml"/><Relationship Id="rId3" Type="http://schemas.openxmlformats.org/officeDocument/2006/relationships/tags" Target="../tags/tag802.xml"/><Relationship Id="rId2" Type="http://schemas.openxmlformats.org/officeDocument/2006/relationships/tags" Target="../tags/tag801.xml"/><Relationship Id="rId14" Type="http://schemas.openxmlformats.org/officeDocument/2006/relationships/slideLayout" Target="../slideLayouts/slideLayout7.xml"/><Relationship Id="rId13" Type="http://schemas.openxmlformats.org/officeDocument/2006/relationships/tags" Target="../tags/tag812.xml"/><Relationship Id="rId12" Type="http://schemas.openxmlformats.org/officeDocument/2006/relationships/tags" Target="../tags/tag811.xml"/><Relationship Id="rId11" Type="http://schemas.openxmlformats.org/officeDocument/2006/relationships/tags" Target="../tags/tag810.xml"/><Relationship Id="rId10" Type="http://schemas.openxmlformats.org/officeDocument/2006/relationships/tags" Target="../tags/tag809.xml"/><Relationship Id="rId1" Type="http://schemas.openxmlformats.org/officeDocument/2006/relationships/tags" Target="../tags/tag800.xml"/></Relationships>
</file>

<file path=ppt/slides/_rels/slide80.xml.rels><?xml version="1.0" encoding="UTF-8" standalone="yes"?>
<Relationships xmlns="http://schemas.openxmlformats.org/package/2006/relationships"><Relationship Id="rId9" Type="http://schemas.openxmlformats.org/officeDocument/2006/relationships/tags" Target="../tags/tag821.xml"/><Relationship Id="rId8" Type="http://schemas.openxmlformats.org/officeDocument/2006/relationships/tags" Target="../tags/tag820.xml"/><Relationship Id="rId7" Type="http://schemas.openxmlformats.org/officeDocument/2006/relationships/tags" Target="../tags/tag819.xml"/><Relationship Id="rId6" Type="http://schemas.openxmlformats.org/officeDocument/2006/relationships/tags" Target="../tags/tag818.xml"/><Relationship Id="rId5" Type="http://schemas.openxmlformats.org/officeDocument/2006/relationships/tags" Target="../tags/tag817.xml"/><Relationship Id="rId4" Type="http://schemas.openxmlformats.org/officeDocument/2006/relationships/tags" Target="../tags/tag816.xml"/><Relationship Id="rId3" Type="http://schemas.openxmlformats.org/officeDocument/2006/relationships/tags" Target="../tags/tag815.xml"/><Relationship Id="rId2" Type="http://schemas.openxmlformats.org/officeDocument/2006/relationships/tags" Target="../tags/tag814.xml"/><Relationship Id="rId11" Type="http://schemas.openxmlformats.org/officeDocument/2006/relationships/notesSlide" Target="../notesSlides/notesSlide20.xml"/><Relationship Id="rId10" Type="http://schemas.openxmlformats.org/officeDocument/2006/relationships/slideLayout" Target="../slideLayouts/slideLayout7.xml"/><Relationship Id="rId1" Type="http://schemas.openxmlformats.org/officeDocument/2006/relationships/tags" Target="../tags/tag813.xml"/></Relationships>
</file>

<file path=ppt/slides/_rels/slide81.xml.rels><?xml version="1.0" encoding="UTF-8" standalone="yes"?>
<Relationships xmlns="http://schemas.openxmlformats.org/package/2006/relationships"><Relationship Id="rId9" Type="http://schemas.openxmlformats.org/officeDocument/2006/relationships/tags" Target="../tags/tag830.xml"/><Relationship Id="rId8" Type="http://schemas.openxmlformats.org/officeDocument/2006/relationships/tags" Target="../tags/tag829.xml"/><Relationship Id="rId7" Type="http://schemas.openxmlformats.org/officeDocument/2006/relationships/tags" Target="../tags/tag828.xml"/><Relationship Id="rId6" Type="http://schemas.openxmlformats.org/officeDocument/2006/relationships/tags" Target="../tags/tag827.xml"/><Relationship Id="rId5" Type="http://schemas.openxmlformats.org/officeDocument/2006/relationships/tags" Target="../tags/tag826.xml"/><Relationship Id="rId4" Type="http://schemas.openxmlformats.org/officeDocument/2006/relationships/tags" Target="../tags/tag825.xml"/><Relationship Id="rId3" Type="http://schemas.openxmlformats.org/officeDocument/2006/relationships/tags" Target="../tags/tag824.xml"/><Relationship Id="rId2" Type="http://schemas.openxmlformats.org/officeDocument/2006/relationships/tags" Target="../tags/tag823.xml"/><Relationship Id="rId12" Type="http://schemas.openxmlformats.org/officeDocument/2006/relationships/slideLayout" Target="../slideLayouts/slideLayout30.xml"/><Relationship Id="rId11" Type="http://schemas.openxmlformats.org/officeDocument/2006/relationships/tags" Target="../tags/tag832.xml"/><Relationship Id="rId10" Type="http://schemas.openxmlformats.org/officeDocument/2006/relationships/tags" Target="../tags/tag831.xml"/><Relationship Id="rId1" Type="http://schemas.openxmlformats.org/officeDocument/2006/relationships/tags" Target="../tags/tag8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ctrTitle"/>
            <p:custDataLst>
              <p:tags r:id="rId1"/>
            </p:custDataLst>
          </p:nvPr>
        </p:nvSpPr>
        <p:spPr>
          <a:xfrm>
            <a:off x="1068070" y="1415415"/>
            <a:ext cx="6217920" cy="2254885"/>
          </a:xfrm>
        </p:spPr>
        <p:txBody>
          <a:bodyPr/>
          <a:p>
            <a:pPr marL="0" indent="0" algn="l">
              <a:lnSpc>
                <a:spcPct val="100000"/>
              </a:lnSpc>
              <a:spcBef>
                <a:spcPts val="0"/>
              </a:spcBef>
              <a:spcAft>
                <a:spcPts val="0"/>
              </a:spcAft>
              <a:buSzPct val="100000"/>
            </a:pPr>
            <a:r>
              <a:rPr lang="zh-CN" altLang="en-US" sz="8000"/>
              <a:t>法理与宪法学</a:t>
            </a:r>
            <a:endParaRPr lang="zh-CN" altLang="en-US" sz="8000"/>
          </a:p>
        </p:txBody>
      </p:sp>
      <p:sp>
        <p:nvSpPr>
          <p:cNvPr id="3" name="署名"/>
          <p:cNvSpPr>
            <a:spLocks noGrp="1"/>
          </p:cNvSpPr>
          <p:nvPr>
            <p:ph type="body" sz="quarter" idx="17"/>
            <p:custDataLst>
              <p:tags r:id="rId2"/>
            </p:custDataLst>
          </p:nvPr>
        </p:nvSpPr>
        <p:spPr>
          <a:xfrm>
            <a:off x="1068070" y="4217670"/>
            <a:ext cx="5231130" cy="1857375"/>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a:noAutofit/>
          </a:bodyPr>
          <a:p>
            <a:r>
              <a:rPr lang="zh-CN" altLang="en-US" sz="3200"/>
              <a:t>周星星</a:t>
            </a:r>
            <a:endParaRPr lang="en-US" altLang="zh-CN" sz="3200"/>
          </a:p>
          <a:p>
            <a:r>
              <a:rPr lang="en-US" altLang="zh-CN" sz="3200"/>
              <a:t>546299042@qq.com</a:t>
            </a:r>
            <a:endParaRPr lang="en-US" altLang="zh-CN" sz="320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custDataLst>
              <p:tags r:id="rId1"/>
            </p:custDataLst>
          </p:nvPr>
        </p:nvGraphicFramePr>
        <p:xfrm>
          <a:off x="192157" y="159026"/>
          <a:ext cx="11880573" cy="65465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ustDataLst>
      <p:tags r:id="rId7"/>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lstStyle/>
          <a:p>
            <a:r>
              <a:rPr lang="zh-CN" altLang="en-US" sz="4000"/>
              <a:t>第一章</a:t>
            </a:r>
            <a:r>
              <a:rPr lang="en-US" altLang="zh-CN" sz="4000"/>
              <a:t>  </a:t>
            </a:r>
            <a:r>
              <a:rPr lang="zh-CN" altLang="en-US" sz="4000"/>
              <a:t>宪法总论</a:t>
            </a:r>
            <a:endParaRPr lang="zh-CN" altLang="en-US" sz="4000"/>
          </a:p>
        </p:txBody>
      </p:sp>
      <p:sp>
        <p:nvSpPr>
          <p:cNvPr id="2" name="圆角矩形 15"/>
          <p:cNvSpPr/>
          <p:nvPr>
            <p:custDataLst>
              <p:tags r:id="rId2"/>
            </p:custDataLst>
          </p:nvPr>
        </p:nvSpPr>
        <p:spPr>
          <a:xfrm>
            <a:off x="695960" y="1467210"/>
            <a:ext cx="10800715" cy="835123"/>
          </a:xfrm>
          <a:prstGeom prst="roundRect">
            <a:avLst>
              <a:gd name="adj" fmla="val 19391"/>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2800" dirty="0">
                <a:solidFill>
                  <a:schemeClr val="tx1">
                    <a:lumMod val="85000"/>
                    <a:lumOff val="15000"/>
                  </a:schemeClr>
                </a:solidFill>
                <a:sym typeface="+mn-ea"/>
              </a:rPr>
              <a:t>宪法的概念和本质</a:t>
            </a:r>
            <a:endParaRPr lang="zh-CN" altLang="en-US" sz="2800" dirty="0">
              <a:solidFill>
                <a:schemeClr val="tx1">
                  <a:lumMod val="85000"/>
                  <a:lumOff val="15000"/>
                </a:schemeClr>
              </a:solidFill>
              <a:sym typeface="+mn-ea"/>
            </a:endParaRPr>
          </a:p>
        </p:txBody>
      </p:sp>
      <p:sp>
        <p:nvSpPr>
          <p:cNvPr id="3" name="椭圆 44"/>
          <p:cNvSpPr>
            <a:spLocks noChangeAspect="1"/>
          </p:cNvSpPr>
          <p:nvPr>
            <p:custDataLst>
              <p:tags r:id="rId3"/>
            </p:custDataLst>
          </p:nvPr>
        </p:nvSpPr>
        <p:spPr>
          <a:xfrm>
            <a:off x="854729" y="1666624"/>
            <a:ext cx="436931" cy="436931"/>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1</a:t>
            </a:r>
            <a:endParaRPr lang="en-US" altLang="zh-CN" dirty="0">
              <a:solidFill>
                <a:srgbClr val="FFFFFF"/>
              </a:solidFill>
              <a:sym typeface="+mn-ea"/>
            </a:endParaRPr>
          </a:p>
        </p:txBody>
      </p:sp>
      <p:sp>
        <p:nvSpPr>
          <p:cNvPr id="8" name="圆角矩形 7"/>
          <p:cNvSpPr/>
          <p:nvPr>
            <p:custDataLst>
              <p:tags r:id="rId4"/>
            </p:custDataLst>
          </p:nvPr>
        </p:nvSpPr>
        <p:spPr>
          <a:xfrm>
            <a:off x="695960" y="2427443"/>
            <a:ext cx="10800715" cy="835123"/>
          </a:xfrm>
          <a:prstGeom prst="roundRect">
            <a:avLst>
              <a:gd name="adj" fmla="val 19391"/>
            </a:avLst>
          </a:prstGeom>
          <a:solidFill>
            <a:schemeClr val="lt1">
              <a:lumMod val="100000"/>
              <a:alpha val="10000"/>
            </a:schemeClr>
          </a:solidFill>
          <a:ln>
            <a:gradFill>
              <a:gsLst>
                <a:gs pos="0">
                  <a:schemeClr val="accent2">
                    <a:alpha val="70000"/>
                  </a:schemeClr>
                </a:gs>
                <a:gs pos="100000">
                  <a:schemeClr val="accent2">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2800" dirty="0">
                <a:solidFill>
                  <a:schemeClr val="tx1">
                    <a:lumMod val="85000"/>
                    <a:lumOff val="15000"/>
                  </a:schemeClr>
                </a:solidFill>
                <a:sym typeface="+mn-ea"/>
              </a:rPr>
              <a:t>宪法的分类和渊源</a:t>
            </a:r>
            <a:endParaRPr lang="zh-CN" altLang="en-US" sz="2800" dirty="0">
              <a:solidFill>
                <a:schemeClr val="tx1">
                  <a:lumMod val="85000"/>
                  <a:lumOff val="15000"/>
                </a:schemeClr>
              </a:solidFill>
              <a:sym typeface="+mn-ea"/>
            </a:endParaRPr>
          </a:p>
        </p:txBody>
      </p:sp>
      <p:sp>
        <p:nvSpPr>
          <p:cNvPr id="9" name="椭圆 8"/>
          <p:cNvSpPr>
            <a:spLocks noChangeAspect="1"/>
          </p:cNvSpPr>
          <p:nvPr>
            <p:custDataLst>
              <p:tags r:id="rId5"/>
            </p:custDataLst>
          </p:nvPr>
        </p:nvSpPr>
        <p:spPr>
          <a:xfrm>
            <a:off x="854729" y="2626856"/>
            <a:ext cx="436931" cy="436931"/>
          </a:xfrm>
          <a:prstGeom prst="ellipse">
            <a:avLst/>
          </a:prstGeom>
          <a:gradFill>
            <a:gsLst>
              <a:gs pos="0">
                <a:schemeClr val="accent2">
                  <a:alpha val="100000"/>
                </a:schemeClr>
              </a:gs>
              <a:gs pos="100000">
                <a:schemeClr val="accent2">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2</a:t>
            </a:r>
            <a:endParaRPr lang="en-US" altLang="zh-CN" dirty="0">
              <a:solidFill>
                <a:srgbClr val="FFFFFF"/>
              </a:solidFill>
              <a:sym typeface="+mn-ea"/>
            </a:endParaRPr>
          </a:p>
        </p:txBody>
      </p:sp>
      <p:sp>
        <p:nvSpPr>
          <p:cNvPr id="12" name="圆角矩形 11"/>
          <p:cNvSpPr/>
          <p:nvPr>
            <p:custDataLst>
              <p:tags r:id="rId6"/>
            </p:custDataLst>
          </p:nvPr>
        </p:nvSpPr>
        <p:spPr>
          <a:xfrm>
            <a:off x="695960" y="3387676"/>
            <a:ext cx="10800715" cy="835123"/>
          </a:xfrm>
          <a:prstGeom prst="roundRect">
            <a:avLst>
              <a:gd name="adj" fmla="val 19391"/>
            </a:avLst>
          </a:prstGeom>
          <a:solidFill>
            <a:schemeClr val="lt1">
              <a:lumMod val="100000"/>
              <a:alpha val="10000"/>
            </a:schemeClr>
          </a:solidFill>
          <a:ln>
            <a:gradFill>
              <a:gsLst>
                <a:gs pos="0">
                  <a:schemeClr val="accent3">
                    <a:alpha val="70000"/>
                  </a:schemeClr>
                </a:gs>
                <a:gs pos="100000">
                  <a:schemeClr val="accent3">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2800" dirty="0">
                <a:solidFill>
                  <a:schemeClr val="tx1">
                    <a:lumMod val="85000"/>
                    <a:lumOff val="15000"/>
                  </a:schemeClr>
                </a:solidFill>
                <a:sym typeface="+mn-ea"/>
              </a:rPr>
              <a:t>宪法的制定、解释和修改</a:t>
            </a:r>
            <a:endParaRPr lang="zh-CN" altLang="en-US" sz="2800" dirty="0">
              <a:solidFill>
                <a:schemeClr val="tx1">
                  <a:lumMod val="85000"/>
                  <a:lumOff val="15000"/>
                </a:schemeClr>
              </a:solidFill>
              <a:sym typeface="+mn-ea"/>
            </a:endParaRPr>
          </a:p>
        </p:txBody>
      </p:sp>
      <p:sp>
        <p:nvSpPr>
          <p:cNvPr id="13" name="椭圆 12"/>
          <p:cNvSpPr>
            <a:spLocks noChangeAspect="1"/>
          </p:cNvSpPr>
          <p:nvPr>
            <p:custDataLst>
              <p:tags r:id="rId7"/>
            </p:custDataLst>
          </p:nvPr>
        </p:nvSpPr>
        <p:spPr>
          <a:xfrm>
            <a:off x="854729" y="3587089"/>
            <a:ext cx="436931" cy="436931"/>
          </a:xfrm>
          <a:prstGeom prst="ellipse">
            <a:avLst/>
          </a:prstGeom>
          <a:gradFill>
            <a:gsLst>
              <a:gs pos="0">
                <a:schemeClr val="accent3">
                  <a:alpha val="100000"/>
                </a:schemeClr>
              </a:gs>
              <a:gs pos="100000">
                <a:schemeClr val="accent3">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3</a:t>
            </a:r>
            <a:endParaRPr lang="en-US" altLang="zh-CN" dirty="0">
              <a:solidFill>
                <a:srgbClr val="FFFFFF"/>
              </a:solidFill>
              <a:sym typeface="+mn-ea"/>
            </a:endParaRPr>
          </a:p>
        </p:txBody>
      </p:sp>
      <p:sp>
        <p:nvSpPr>
          <p:cNvPr id="15" name="圆角矩形 14"/>
          <p:cNvSpPr/>
          <p:nvPr>
            <p:custDataLst>
              <p:tags r:id="rId8"/>
            </p:custDataLst>
          </p:nvPr>
        </p:nvSpPr>
        <p:spPr>
          <a:xfrm>
            <a:off x="695960" y="4347909"/>
            <a:ext cx="10800715" cy="835123"/>
          </a:xfrm>
          <a:prstGeom prst="roundRect">
            <a:avLst>
              <a:gd name="adj" fmla="val 19391"/>
            </a:avLst>
          </a:prstGeom>
          <a:solidFill>
            <a:schemeClr val="lt1">
              <a:lumMod val="100000"/>
              <a:alpha val="10000"/>
            </a:schemeClr>
          </a:solidFill>
          <a:ln>
            <a:gradFill>
              <a:gsLst>
                <a:gs pos="0">
                  <a:schemeClr val="accent4">
                    <a:alpha val="70000"/>
                  </a:schemeClr>
                </a:gs>
                <a:gs pos="100000">
                  <a:schemeClr val="accent4">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2800" dirty="0">
                <a:solidFill>
                  <a:schemeClr val="tx1">
                    <a:lumMod val="85000"/>
                    <a:lumOff val="15000"/>
                  </a:schemeClr>
                </a:solidFill>
                <a:sym typeface="+mn-ea"/>
              </a:rPr>
              <a:t>宪法关系和宪法规范</a:t>
            </a:r>
            <a:endParaRPr lang="zh-CN" altLang="en-US" sz="2800" dirty="0">
              <a:solidFill>
                <a:schemeClr val="tx1">
                  <a:lumMod val="85000"/>
                  <a:lumOff val="15000"/>
                </a:schemeClr>
              </a:solidFill>
              <a:sym typeface="+mn-ea"/>
            </a:endParaRPr>
          </a:p>
        </p:txBody>
      </p:sp>
      <p:sp>
        <p:nvSpPr>
          <p:cNvPr id="18" name="椭圆 17"/>
          <p:cNvSpPr>
            <a:spLocks noChangeAspect="1"/>
          </p:cNvSpPr>
          <p:nvPr>
            <p:custDataLst>
              <p:tags r:id="rId9"/>
            </p:custDataLst>
          </p:nvPr>
        </p:nvSpPr>
        <p:spPr>
          <a:xfrm>
            <a:off x="854729" y="4547322"/>
            <a:ext cx="436931" cy="436931"/>
          </a:xfrm>
          <a:prstGeom prst="ellipse">
            <a:avLst/>
          </a:prstGeom>
          <a:gradFill>
            <a:gsLst>
              <a:gs pos="0">
                <a:schemeClr val="accent4">
                  <a:alpha val="100000"/>
                </a:schemeClr>
              </a:gs>
              <a:gs pos="100000">
                <a:schemeClr val="accent4">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4</a:t>
            </a:r>
            <a:endParaRPr lang="en-US" altLang="zh-CN" dirty="0">
              <a:solidFill>
                <a:srgbClr val="FFFFFF"/>
              </a:solidFill>
              <a:sym typeface="+mn-ea"/>
            </a:endParaRPr>
          </a:p>
        </p:txBody>
      </p:sp>
      <p:sp>
        <p:nvSpPr>
          <p:cNvPr id="32" name="圆角矩形 31"/>
          <p:cNvSpPr/>
          <p:nvPr>
            <p:custDataLst>
              <p:tags r:id="rId10"/>
            </p:custDataLst>
          </p:nvPr>
        </p:nvSpPr>
        <p:spPr>
          <a:xfrm>
            <a:off x="695960" y="5308142"/>
            <a:ext cx="10800715" cy="835123"/>
          </a:xfrm>
          <a:prstGeom prst="roundRect">
            <a:avLst>
              <a:gd name="adj" fmla="val 19391"/>
            </a:avLst>
          </a:prstGeom>
          <a:solidFill>
            <a:schemeClr val="lt1">
              <a:lumMod val="100000"/>
              <a:alpha val="10000"/>
            </a:schemeClr>
          </a:solidFill>
          <a:ln>
            <a:gradFill>
              <a:gsLst>
                <a:gs pos="0">
                  <a:schemeClr val="accent5">
                    <a:alpha val="70000"/>
                  </a:schemeClr>
                </a:gs>
                <a:gs pos="100000">
                  <a:schemeClr val="accent5">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2800" dirty="0">
                <a:solidFill>
                  <a:schemeClr val="tx1">
                    <a:lumMod val="85000"/>
                    <a:lumOff val="15000"/>
                  </a:schemeClr>
                </a:solidFill>
                <a:sym typeface="+mn-ea"/>
              </a:rPr>
              <a:t>宪法的效力和作用</a:t>
            </a:r>
            <a:endParaRPr lang="zh-CN" altLang="en-US" sz="2800" dirty="0">
              <a:solidFill>
                <a:schemeClr val="tx1">
                  <a:lumMod val="85000"/>
                  <a:lumOff val="15000"/>
                </a:schemeClr>
              </a:solidFill>
              <a:sym typeface="+mn-ea"/>
            </a:endParaRPr>
          </a:p>
        </p:txBody>
      </p:sp>
      <p:sp>
        <p:nvSpPr>
          <p:cNvPr id="33" name="椭圆 32"/>
          <p:cNvSpPr>
            <a:spLocks noChangeAspect="1"/>
          </p:cNvSpPr>
          <p:nvPr>
            <p:custDataLst>
              <p:tags r:id="rId11"/>
            </p:custDataLst>
          </p:nvPr>
        </p:nvSpPr>
        <p:spPr>
          <a:xfrm>
            <a:off x="854729" y="5507555"/>
            <a:ext cx="436931" cy="436931"/>
          </a:xfrm>
          <a:prstGeom prst="ellipse">
            <a:avLst/>
          </a:prstGeom>
          <a:gradFill>
            <a:gsLst>
              <a:gs pos="0">
                <a:schemeClr val="accent5">
                  <a:alpha val="100000"/>
                </a:schemeClr>
              </a:gs>
              <a:gs pos="100000">
                <a:schemeClr val="accent5">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5</a:t>
            </a:r>
            <a:endParaRPr lang="en-US" altLang="zh-CN" dirty="0">
              <a:solidFill>
                <a:srgbClr val="FFFFFF"/>
              </a:solidFill>
              <a:sym typeface="+mn-ea"/>
            </a:endParaRPr>
          </a:p>
        </p:txBody>
      </p:sp>
    </p:spTree>
    <p:custDataLst>
      <p:tags r:id="rId1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第一节</a:t>
            </a:r>
            <a:r>
              <a:rPr lang="en-US" altLang="zh-CN"/>
              <a:t>   </a:t>
            </a:r>
            <a:r>
              <a:rPr lang="zh-CN" altLang="en-US"/>
              <a:t>宪法的概念和本质</a:t>
            </a:r>
            <a:endParaRPr lang="zh-CN" altLang="en-US"/>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35" y="2741295"/>
            <a:ext cx="12192635" cy="4116070"/>
          </a:xfrm>
          <a:prstGeom prst="rect">
            <a:avLst/>
          </a:prstGeom>
          <a:solidFill>
            <a:schemeClr val="bg1">
              <a:lumMod val="75000"/>
              <a:alpha val="2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0" y="0"/>
            <a:ext cx="12192635" cy="2741295"/>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custDataLst>
              <p:tags r:id="rId3"/>
            </p:custDataLst>
          </p:nvPr>
        </p:nvSpPr>
        <p:spPr>
          <a:xfrm>
            <a:off x="1152525" y="488315"/>
            <a:ext cx="10473690" cy="628015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lIns="1188085" tIns="720090" rIns="1188085" bIns="720090" rtlCol="0" anchor="ctr"/>
          <a:lstStyle/>
          <a:p>
            <a:pPr marL="0" lvl="0" indent="0" algn="just" fontAlgn="auto">
              <a:lnSpc>
                <a:spcPct val="150000"/>
              </a:lnSpc>
              <a:spcAft>
                <a:spcPts val="1200"/>
              </a:spcAft>
            </a:pPr>
            <a:r>
              <a:rPr lang="zh-CN" altLang="en-US" sz="2800" b="1" dirty="0">
                <a:solidFill>
                  <a:srgbClr val="FF0000"/>
                </a:solidFill>
                <a:latin typeface="微软雅黑" panose="020B0503020204020204" charset="-122"/>
                <a:ea typeface="微软雅黑" panose="020B0503020204020204" charset="-122"/>
                <a:cs typeface="微软雅黑" panose="020B0503020204020204" charset="-122"/>
                <a:sym typeface="+mn-ea"/>
              </a:rPr>
              <a:t>一、宪法的概念</a:t>
            </a:r>
            <a:endParaRPr lang="zh-CN" altLang="en-US" sz="2800" b="1" dirty="0">
              <a:solidFill>
                <a:srgbClr val="FF0000"/>
              </a:solidFill>
              <a:latin typeface="微软雅黑" panose="020B0503020204020204" charset="-122"/>
              <a:ea typeface="微软雅黑" panose="020B0503020204020204" charset="-122"/>
              <a:cs typeface="微软雅黑" panose="020B0503020204020204" charset="-122"/>
              <a:sym typeface="+mn-ea"/>
            </a:endParaRPr>
          </a:p>
          <a:p>
            <a:pPr marL="457200" lvl="1" indent="0" algn="just" fontAlgn="auto">
              <a:lnSpc>
                <a:spcPct val="150000"/>
              </a:lnSpc>
              <a:spcAft>
                <a:spcPts val="1200"/>
              </a:spcAft>
            </a:pPr>
            <a:r>
              <a:rPr lang="zh-CN" altLang="en-US" sz="24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rPr>
              <a:t>(一)</a:t>
            </a:r>
            <a:r>
              <a:rPr lang="en-US" altLang="zh-CN" sz="24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rPr>
              <a:t>宪法词源的演变</a:t>
            </a:r>
            <a:endParaRPr lang="zh-CN" altLang="en-US" sz="24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914400" lvl="2" indent="0" algn="just" fontAlgn="auto">
              <a:lnSpc>
                <a:spcPct val="150000"/>
              </a:lnSpc>
              <a:spcAft>
                <a:spcPts val="1200"/>
              </a:spcAft>
            </a:pPr>
            <a:r>
              <a:rPr lang="zh-CN" altLang="en-US"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rPr>
              <a:t>1</a:t>
            </a:r>
            <a:r>
              <a:rPr lang="en-US" altLang="zh-CN"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rPr>
              <a:t>中国古代的“宪法” 与近代 “宪法” 的区别</a:t>
            </a:r>
            <a:endParaRPr lang="zh-CN" altLang="en-US"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914400" lvl="2" indent="0" algn="just" fontAlgn="auto">
              <a:lnSpc>
                <a:spcPct val="150000"/>
              </a:lnSpc>
              <a:spcAft>
                <a:spcPts val="1200"/>
              </a:spcAft>
            </a:pPr>
            <a:r>
              <a:rPr lang="en-US" altLang="zh-CN" sz="2400" b="1" dirty="0">
                <a:solidFill>
                  <a:srgbClr val="0070C0"/>
                </a:solidFill>
                <a:latin typeface="微软雅黑" panose="020B0503020204020204" charset="-122"/>
                <a:ea typeface="微软雅黑" panose="020B0503020204020204" charset="-122"/>
                <a:cs typeface="微软雅黑" panose="020B0503020204020204" charset="-122"/>
                <a:sym typeface="+mn-ea"/>
              </a:rPr>
              <a:t> </a:t>
            </a:r>
            <a:r>
              <a:rPr lang="zh-CN" altLang="en-US" sz="2400" b="1" dirty="0">
                <a:solidFill>
                  <a:srgbClr val="0070C0"/>
                </a:solidFill>
                <a:latin typeface="微软雅黑" panose="020B0503020204020204" charset="-122"/>
                <a:ea typeface="微软雅黑" panose="020B0503020204020204" charset="-122"/>
                <a:cs typeface="微软雅黑" panose="020B0503020204020204" charset="-122"/>
                <a:sym typeface="+mn-ea"/>
              </a:rPr>
              <a:t>中国古代“宪法”:</a:t>
            </a:r>
            <a:r>
              <a:rPr lang="zh-CN" altLang="en-US"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rPr>
              <a:t>仅指“规则、制度”,无“根本法”属性,与普通规范无高低之分。</a:t>
            </a:r>
            <a:endParaRPr lang="zh-CN" altLang="en-US"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828800" lvl="4" indent="0" algn="just" fontAlgn="auto">
              <a:lnSpc>
                <a:spcPct val="150000"/>
              </a:lnSpc>
              <a:spcAft>
                <a:spcPts val="1200"/>
              </a:spcAft>
            </a:pPr>
            <a:r>
              <a:rPr lang="zh-CN" altLang="en-US"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rPr>
              <a:t>示例:</a:t>
            </a:r>
            <a:endParaRPr lang="zh-CN" altLang="en-US"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828800" lvl="4" indent="0" algn="just" fontAlgn="auto">
              <a:lnSpc>
                <a:spcPct val="150000"/>
              </a:lnSpc>
              <a:spcAft>
                <a:spcPts val="1200"/>
              </a:spcAft>
            </a:pPr>
            <a:r>
              <a:rPr lang="zh-CN" altLang="en-US"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rPr>
              <a:t>《尚书・说命下》:“监于先王成宪,其永无愆”(遵循先王留下的规则,避免过错);</a:t>
            </a:r>
            <a:endParaRPr lang="zh-CN" altLang="en-US"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828800" lvl="4" indent="0" algn="just" fontAlgn="auto">
              <a:lnSpc>
                <a:spcPct val="150000"/>
              </a:lnSpc>
              <a:spcAft>
                <a:spcPts val="1200"/>
              </a:spcAft>
            </a:pPr>
            <a:r>
              <a:rPr lang="zh-CN" altLang="en-US"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rPr>
              <a:t>《国语・晋语》:“赏善罚奸,国之宪法也”(赏罚善恶的制度规范)。</a:t>
            </a:r>
            <a:endParaRPr lang="zh-CN" altLang="en-US" sz="24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35965" y="0"/>
            <a:ext cx="10988675" cy="6858635"/>
          </a:xfrm>
          <a:prstGeom prst="rect">
            <a:avLst/>
          </a:prstGeom>
          <a:solidFill>
            <a:schemeClr val="accent5">
              <a:lumMod val="60000"/>
              <a:lumOff val="40000"/>
            </a:schemeClr>
          </a:solidFill>
          <a:extLst>
            <a:ext uri="{909E8E84-426E-40DD-AFC4-6F175D3DCCD1}">
              <a14:hiddenFill xmlns:a14="http://schemas.microsoft.com/office/drawing/2010/main">
                <a:gradFill>
                  <a:gsLst>
                    <a:gs pos="51300">
                      <a:srgbClr val="32B0EA"/>
                    </a:gs>
                    <a:gs pos="0">
                      <a:srgbClr val="005F9F"/>
                    </a:gs>
                    <a:gs pos="100000">
                      <a:srgbClr val="ADDCE1"/>
                    </a:gs>
                  </a:gsLst>
                  <a:lin ang="5400000" scaled="1"/>
                </a:gradFill>
              </a14:hiddenFill>
            </a:ext>
          </a:extLst>
        </p:spPr>
        <p:style>
          <a:lnRef idx="2">
            <a:schemeClr val="lt1"/>
          </a:lnRef>
          <a:fillRef idx="1">
            <a:schemeClr val="accent1"/>
          </a:fillRef>
          <a:effectRef idx="1">
            <a:schemeClr val="accent1"/>
          </a:effectRef>
          <a:fontRef idx="minor">
            <a:schemeClr val="lt1"/>
          </a:fontRef>
        </p:style>
        <p:txBody>
          <a:bodyPr wrap="square" rtlCol="0">
            <a:noAutofit/>
          </a:bodyPr>
          <a:p>
            <a:pPr indent="0" fontAlgn="auto">
              <a:lnSpc>
                <a:spcPct val="150000"/>
              </a:lnSpc>
              <a:buNone/>
            </a:pPr>
            <a:r>
              <a:rPr lang="en-US" altLang="zh-CN" sz="4000" b="1" dirty="0">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rPr>
              <a:t>2.</a:t>
            </a:r>
            <a:r>
              <a:rPr lang="zh-CN" altLang="en-US" sz="4000" b="1" dirty="0">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rPr>
              <a:t>西方</a:t>
            </a:r>
            <a:r>
              <a:rPr lang="zh-CN" altLang="en-US" sz="4000" b="1" dirty="0">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rPr>
              <a:t>古代的宪法</a:t>
            </a:r>
            <a:endParaRPr lang="zh-CN" altLang="en-US" sz="4000" b="1" dirty="0">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buNone/>
            </a:pPr>
            <a:r>
              <a:rPr lang="en-US" altLang="zh-CN" sz="2400">
                <a:latin typeface="微软雅黑" panose="020B0503020204020204" charset="-122"/>
                <a:ea typeface="微软雅黑" panose="020B0503020204020204" charset="-122"/>
                <a:cs typeface="微软雅黑" panose="020B0503020204020204" charset="-122"/>
                <a:sym typeface="+mn-ea"/>
              </a:rPr>
              <a:t>   </a:t>
            </a:r>
            <a:r>
              <a:rPr lang="en-US" altLang="zh-CN" sz="2800">
                <a:latin typeface="微软雅黑" panose="020B0503020204020204" charset="-122"/>
                <a:ea typeface="微软雅黑" panose="020B0503020204020204" charset="-122"/>
                <a:cs typeface="微软雅黑" panose="020B0503020204020204" charset="-122"/>
                <a:sym typeface="+mn-ea"/>
              </a:rPr>
              <a:t> </a:t>
            </a:r>
            <a:r>
              <a:rPr lang="zh-CN" altLang="en-US" sz="2800" dirty="0">
                <a:latin typeface="微软雅黑" panose="020B0503020204020204" charset="-122"/>
                <a:ea typeface="微软雅黑" panose="020B0503020204020204" charset="-122"/>
                <a:cs typeface="微软雅黑" panose="020B0503020204020204" charset="-122"/>
                <a:sym typeface="+mn-ea"/>
              </a:rPr>
              <a:t>“宪法”一词源自拉丁文</a:t>
            </a:r>
            <a:r>
              <a:rPr lang="en-US" altLang="zh-CN" sz="2800" err="1">
                <a:latin typeface="微软雅黑" panose="020B0503020204020204" charset="-122"/>
                <a:ea typeface="微软雅黑" panose="020B0503020204020204" charset="-122"/>
                <a:cs typeface="微软雅黑" panose="020B0503020204020204" charset="-122"/>
                <a:sym typeface="+mn-ea"/>
              </a:rPr>
              <a:t>constitutio</a:t>
            </a:r>
            <a:r>
              <a:rPr lang="zh-CN" altLang="en-US" sz="2800" dirty="0">
                <a:latin typeface="微软雅黑" panose="020B0503020204020204" charset="-122"/>
                <a:ea typeface="微软雅黑" panose="020B0503020204020204" charset="-122"/>
                <a:cs typeface="微软雅黑" panose="020B0503020204020204" charset="-122"/>
                <a:sym typeface="+mn-ea"/>
              </a:rPr>
              <a:t>，英语词汇为</a:t>
            </a:r>
            <a:r>
              <a:rPr lang="en-US" altLang="zh-CN" sz="2800">
                <a:latin typeface="微软雅黑" panose="020B0503020204020204" charset="-122"/>
                <a:ea typeface="微软雅黑" panose="020B0503020204020204" charset="-122"/>
                <a:cs typeface="微软雅黑" panose="020B0503020204020204" charset="-122"/>
                <a:sym typeface="+mn-ea"/>
              </a:rPr>
              <a:t>constitution </a:t>
            </a:r>
            <a:r>
              <a:rPr lang="zh-CN" altLang="en-US" sz="2800" dirty="0">
                <a:latin typeface="微软雅黑" panose="020B0503020204020204" charset="-122"/>
                <a:ea typeface="微软雅黑" panose="020B0503020204020204" charset="-122"/>
                <a:cs typeface="微软雅黑" panose="020B0503020204020204" charset="-122"/>
                <a:sym typeface="+mn-ea"/>
              </a:rPr>
              <a:t>或</a:t>
            </a:r>
            <a:r>
              <a:rPr lang="en-US" altLang="zh-CN" sz="2800">
                <a:latin typeface="微软雅黑" panose="020B0503020204020204" charset="-122"/>
                <a:ea typeface="微软雅黑" panose="020B0503020204020204" charset="-122"/>
                <a:cs typeface="微软雅黑" panose="020B0503020204020204" charset="-122"/>
                <a:sym typeface="+mn-ea"/>
              </a:rPr>
              <a:t>constitutional law</a:t>
            </a:r>
            <a:r>
              <a:rPr lang="zh-CN" altLang="en-US" sz="2800" dirty="0">
                <a:latin typeface="微软雅黑" panose="020B0503020204020204" charset="-122"/>
                <a:ea typeface="微软雅黑" panose="020B0503020204020204" charset="-122"/>
                <a:cs typeface="微软雅黑" panose="020B0503020204020204" charset="-122"/>
                <a:sym typeface="+mn-ea"/>
              </a:rPr>
              <a:t>。其原意为</a:t>
            </a:r>
            <a:r>
              <a:rPr lang="zh-CN" altLang="en-US" sz="2800" dirty="0">
                <a:solidFill>
                  <a:srgbClr val="C00000"/>
                </a:solidFill>
                <a:latin typeface="微软雅黑" panose="020B0503020204020204" charset="-122"/>
                <a:ea typeface="微软雅黑" panose="020B0503020204020204" charset="-122"/>
                <a:cs typeface="微软雅黑" panose="020B0503020204020204" charset="-122"/>
                <a:sym typeface="+mn-ea"/>
              </a:rPr>
              <a:t>规定、组织、构造</a:t>
            </a:r>
            <a:r>
              <a:rPr lang="zh-CN" altLang="en-US" sz="2800" dirty="0">
                <a:latin typeface="微软雅黑" panose="020B0503020204020204" charset="-122"/>
                <a:ea typeface="微软雅黑" panose="020B0503020204020204" charset="-122"/>
                <a:cs typeface="微软雅黑" panose="020B0503020204020204" charset="-122"/>
                <a:sym typeface="+mn-ea"/>
              </a:rPr>
              <a:t>等。</a:t>
            </a:r>
            <a:endParaRPr lang="zh-CN" altLang="en-US" sz="2400" dirty="0">
              <a:latin typeface="微软雅黑" panose="020B0503020204020204" charset="-122"/>
              <a:ea typeface="微软雅黑" panose="020B0503020204020204" charset="-122"/>
              <a:cs typeface="微软雅黑" panose="020B0503020204020204" charset="-122"/>
            </a:endParaRPr>
          </a:p>
          <a:p>
            <a:pPr marL="342900" indent="-342900" fontAlgn="auto">
              <a:lnSpc>
                <a:spcPct val="150000"/>
              </a:lnSpc>
              <a:buFont typeface="Arial" panose="020B0604020202020204" pitchFamily="34" charset="0"/>
              <a:buChar char="•"/>
            </a:pPr>
            <a:r>
              <a:rPr lang="zh-CN" altLang="en-US" sz="2800" dirty="0">
                <a:solidFill>
                  <a:srgbClr val="C00000"/>
                </a:solidFill>
                <a:latin typeface="微软雅黑" panose="020B0503020204020204" charset="-122"/>
                <a:ea typeface="微软雅黑" panose="020B0503020204020204" charset="-122"/>
                <a:cs typeface="微软雅黑" panose="020B0503020204020204" charset="-122"/>
                <a:sym typeface="+mn-ea"/>
              </a:rPr>
              <a:t>古希腊：</a:t>
            </a:r>
            <a:r>
              <a:rPr lang="zh-CN" altLang="en-US" sz="2800" dirty="0">
                <a:latin typeface="微软雅黑" panose="020B0503020204020204" charset="-122"/>
                <a:ea typeface="微软雅黑" panose="020B0503020204020204" charset="-122"/>
                <a:cs typeface="微软雅黑" panose="020B0503020204020204" charset="-122"/>
                <a:sym typeface="+mn-ea"/>
              </a:rPr>
              <a:t>规定国家机关的组织与权限的法律；</a:t>
            </a:r>
            <a:endParaRPr lang="zh-CN" altLang="en-US" sz="2800" dirty="0">
              <a:latin typeface="微软雅黑" panose="020B0503020204020204" charset="-122"/>
              <a:ea typeface="微软雅黑" panose="020B0503020204020204" charset="-122"/>
              <a:cs typeface="微软雅黑" panose="020B0503020204020204" charset="-122"/>
            </a:endParaRPr>
          </a:p>
          <a:p>
            <a:pPr marL="342900" indent="-342900" fontAlgn="auto">
              <a:lnSpc>
                <a:spcPct val="150000"/>
              </a:lnSpc>
              <a:buFont typeface="Arial" panose="020B0604020202020204" pitchFamily="34" charset="0"/>
              <a:buChar char="•"/>
            </a:pPr>
            <a:r>
              <a:rPr lang="zh-CN" altLang="en-US" sz="2800" dirty="0">
                <a:solidFill>
                  <a:srgbClr val="C00000"/>
                </a:solidFill>
                <a:latin typeface="微软雅黑" panose="020B0503020204020204" charset="-122"/>
                <a:ea typeface="微软雅黑" panose="020B0503020204020204" charset="-122"/>
                <a:cs typeface="微软雅黑" panose="020B0503020204020204" charset="-122"/>
                <a:sym typeface="+mn-ea"/>
              </a:rPr>
              <a:t>古罗马：</a:t>
            </a:r>
            <a:r>
              <a:rPr lang="zh-CN" altLang="en-US" sz="2800" dirty="0">
                <a:latin typeface="微软雅黑" panose="020B0503020204020204" charset="-122"/>
                <a:ea typeface="微软雅黑" panose="020B0503020204020204" charset="-122"/>
                <a:cs typeface="微软雅黑" panose="020B0503020204020204" charset="-122"/>
                <a:sym typeface="+mn-ea"/>
              </a:rPr>
              <a:t>皇帝发布的谕令、诏令、赦令等，以区别于市民会议通过的法律文件；</a:t>
            </a:r>
            <a:endParaRPr lang="zh-CN" altLang="en-US" sz="2800" dirty="0">
              <a:latin typeface="微软雅黑" panose="020B0503020204020204" charset="-122"/>
              <a:ea typeface="微软雅黑" panose="020B0503020204020204" charset="-122"/>
              <a:cs typeface="微软雅黑" panose="020B0503020204020204" charset="-122"/>
            </a:endParaRPr>
          </a:p>
          <a:p>
            <a:pPr marL="342900" indent="-342900" fontAlgn="auto">
              <a:lnSpc>
                <a:spcPct val="150000"/>
              </a:lnSpc>
              <a:buFont typeface="Arial" panose="020B0604020202020204" pitchFamily="34" charset="0"/>
              <a:buChar char="•"/>
            </a:pPr>
            <a:r>
              <a:rPr lang="zh-CN" altLang="en-US" sz="2800" dirty="0">
                <a:solidFill>
                  <a:srgbClr val="C00000"/>
                </a:solidFill>
                <a:latin typeface="微软雅黑" panose="020B0503020204020204" charset="-122"/>
                <a:ea typeface="微软雅黑" panose="020B0503020204020204" charset="-122"/>
                <a:cs typeface="微软雅黑" panose="020B0503020204020204" charset="-122"/>
                <a:sym typeface="+mn-ea"/>
              </a:rPr>
              <a:t>中世纪：</a:t>
            </a:r>
            <a:r>
              <a:rPr lang="zh-CN" altLang="en-US" sz="2800" dirty="0">
                <a:latin typeface="微软雅黑" panose="020B0503020204020204" charset="-122"/>
                <a:ea typeface="微软雅黑" panose="020B0503020204020204" charset="-122"/>
                <a:cs typeface="微软雅黑" panose="020B0503020204020204" charset="-122"/>
                <a:sym typeface="+mn-ea"/>
              </a:rPr>
              <a:t>教会和封建主特权及其与国家关系的法律，如1164年的《克拉伦敦宪法》、1215年的《自由大宪章》等。</a:t>
            </a:r>
            <a:endParaRPr lang="zh-CN" altLang="en-US" sz="28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buFont typeface="Arial" panose="020B0604020202020204" pitchFamily="34" charset="0"/>
              <a:buNone/>
            </a:pPr>
            <a:r>
              <a:rPr lang="zh-CN" altLang="en-US" sz="2800" b="1" dirty="0">
                <a:solidFill>
                  <a:srgbClr val="FF0000"/>
                </a:solidFill>
                <a:latin typeface="微软雅黑" panose="020B0503020204020204" charset="-122"/>
                <a:ea typeface="微软雅黑" panose="020B0503020204020204" charset="-122"/>
                <a:cs typeface="微软雅黑" panose="020B0503020204020204" charset="-122"/>
                <a:sym typeface="+mn-ea"/>
              </a:rPr>
              <a:t>可见，</a:t>
            </a:r>
            <a:r>
              <a:rPr lang="zh-CN" altLang="en-US" sz="2800" b="1" dirty="0">
                <a:solidFill>
                  <a:srgbClr val="FE1818"/>
                </a:solidFill>
                <a:latin typeface="微软雅黑" panose="020B0503020204020204" charset="-122"/>
                <a:ea typeface="微软雅黑" panose="020B0503020204020204" charset="-122"/>
                <a:cs typeface="微软雅黑" panose="020B0503020204020204" charset="-122"/>
                <a:sym typeface="+mn-ea"/>
              </a:rPr>
              <a:t>西方古代的宪法与现代组织法比较接近。</a:t>
            </a:r>
            <a:endParaRPr lang="zh-CN" altLang="en-US" sz="2800" b="1" dirty="0">
              <a:solidFill>
                <a:srgbClr val="FE1818"/>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p:nvPr>
            <p:ph type="sldNum" sz="quarter" idx="12"/>
          </p:nvPr>
        </p:nvSpPr>
        <p:spPr/>
        <p:txBody>
          <a:bodyPr/>
          <a:p>
            <a:pPr lvl="0" eaLnBrk="1" hangingPunct="1">
              <a:spcBef>
                <a:spcPct val="50000"/>
              </a:spcBef>
            </a:pPr>
            <a:fld id="{9A0DB2DC-4C9A-4742-B13C-FB6460FD3503}" type="slidenum">
              <a:rPr lang="zh-CN" altLang="en-US" dirty="0">
                <a:latin typeface="Times New Roman" panose="02020603050405020304" pitchFamily="18" charset="0"/>
                <a:ea typeface="黑体" panose="02010609060101010101" charset="-122"/>
              </a:rPr>
            </a:fld>
            <a:endParaRPr lang="zh-CN" altLang="en-US" dirty="0">
              <a:latin typeface="Times New Roman" panose="02020603050405020304" pitchFamily="18" charset="0"/>
              <a:ea typeface="黑体" panose="02010609060101010101" charset="-122"/>
            </a:endParaRPr>
          </a:p>
        </p:txBody>
      </p:sp>
      <p:sp>
        <p:nvSpPr>
          <p:cNvPr id="268291" name="文本占位符 268290"/>
          <p:cNvSpPr>
            <a:spLocks noGrp="1"/>
          </p:cNvSpPr>
          <p:nvPr>
            <p:ph type="body" idx="1"/>
          </p:nvPr>
        </p:nvSpPr>
        <p:spPr>
          <a:xfrm>
            <a:off x="5591175" y="1438275"/>
            <a:ext cx="5217795" cy="4657725"/>
          </a:xfrm>
          <a:solidFill>
            <a:schemeClr val="accent1">
              <a:lumMod val="60000"/>
              <a:lumOff val="40000"/>
            </a:schemeClr>
          </a:solidFill>
        </p:spPr>
        <p:txBody>
          <a:bodyPr>
            <a:normAutofit fontScale="90000"/>
          </a:bodyPr>
          <a:p>
            <a:pPr fontAlgn="auto">
              <a:lnSpc>
                <a:spcPct val="150000"/>
              </a:lnSpc>
              <a:buClr>
                <a:schemeClr val="hlink"/>
              </a:buClr>
              <a:buFont typeface="Wingdings" panose="05000000000000000000" pitchFamily="2" charset="2"/>
              <a:buChar char="v"/>
            </a:pPr>
            <a:r>
              <a:rPr lang="zh-CN" altLang="en-US" sz="2800" b="1" dirty="0">
                <a:latin typeface="微软雅黑" panose="020B0503020204020204" charset="-122"/>
                <a:ea typeface="微软雅黑" panose="020B0503020204020204" charset="-122"/>
                <a:cs typeface="微软雅黑" panose="020B0503020204020204" charset="-122"/>
              </a:rPr>
              <a:t>据考证，亚里士多德最早使用宪法一词，并在研究</a:t>
            </a:r>
            <a:r>
              <a:rPr lang="zh-CN" altLang="en-US" sz="2800" b="1" dirty="0">
                <a:solidFill>
                  <a:srgbClr val="FF0000"/>
                </a:solidFill>
                <a:latin typeface="微软雅黑" panose="020B0503020204020204" charset="-122"/>
                <a:ea typeface="微软雅黑" panose="020B0503020204020204" charset="-122"/>
                <a:cs typeface="微软雅黑" panose="020B0503020204020204" charset="-122"/>
              </a:rPr>
              <a:t>古希腊</a:t>
            </a:r>
            <a:r>
              <a:rPr lang="en-US" altLang="zh-CN" sz="2800" b="1">
                <a:latin typeface="微软雅黑" panose="020B0503020204020204" charset="-122"/>
                <a:ea typeface="微软雅黑" panose="020B0503020204020204" charset="-122"/>
                <a:cs typeface="微软雅黑" panose="020B0503020204020204" charset="-122"/>
              </a:rPr>
              <a:t>158</a:t>
            </a:r>
            <a:r>
              <a:rPr lang="zh-CN" altLang="en-US" sz="2800" b="1" dirty="0">
                <a:latin typeface="微软雅黑" panose="020B0503020204020204" charset="-122"/>
                <a:ea typeface="微软雅黑" panose="020B0503020204020204" charset="-122"/>
                <a:cs typeface="微软雅黑" panose="020B0503020204020204" charset="-122"/>
              </a:rPr>
              <a:t>个城邦国家法律的基础之上，根据法律的作用和性质，将其分成两类：基本法和非基本法。</a:t>
            </a:r>
            <a:r>
              <a:rPr lang="zh-CN" altLang="en-US" sz="2800" b="1" dirty="0">
                <a:solidFill>
                  <a:srgbClr val="FF0000"/>
                </a:solidFill>
                <a:latin typeface="微软雅黑" panose="020B0503020204020204" charset="-122"/>
                <a:ea typeface="微软雅黑" panose="020B0503020204020204" charset="-122"/>
                <a:cs typeface="微软雅黑" panose="020B0503020204020204" charset="-122"/>
              </a:rPr>
              <a:t>基本法即为宪法，是规定国家机关的组织与权限的法律。</a:t>
            </a:r>
            <a:endParaRPr lang="zh-CN" altLang="en-US" sz="2800" b="1" dirty="0">
              <a:solidFill>
                <a:srgbClr val="FF0000"/>
              </a:solidFill>
              <a:latin typeface="微软雅黑" panose="020B0503020204020204" charset="-122"/>
              <a:ea typeface="微软雅黑" panose="020B0503020204020204" charset="-122"/>
              <a:cs typeface="微软雅黑" panose="020B0503020204020204" charset="-122"/>
            </a:endParaRPr>
          </a:p>
          <a:p>
            <a:endParaRPr lang="zh-CN" altLang="en-US" sz="2800" b="1" dirty="0">
              <a:solidFill>
                <a:srgbClr val="FF0000"/>
              </a:solidFill>
              <a:latin typeface="微软雅黑" panose="020B0503020204020204" charset="-122"/>
              <a:ea typeface="微软雅黑" panose="020B0503020204020204" charset="-122"/>
              <a:cs typeface="微软雅黑" panose="020B0503020204020204" charset="-122"/>
            </a:endParaRPr>
          </a:p>
        </p:txBody>
      </p:sp>
      <p:grpSp>
        <p:nvGrpSpPr>
          <p:cNvPr id="46" name="组合 45"/>
          <p:cNvGrpSpPr/>
          <p:nvPr>
            <p:custDataLst>
              <p:tags r:id="rId1"/>
            </p:custDataLst>
          </p:nvPr>
        </p:nvGrpSpPr>
        <p:grpSpPr>
          <a:xfrm rot="0">
            <a:off x="977722" y="1199543"/>
            <a:ext cx="3774977" cy="3829619"/>
            <a:chOff x="2158" y="2152"/>
            <a:chExt cx="14638" cy="14853"/>
          </a:xfrm>
        </p:grpSpPr>
        <p:sp>
          <p:nvSpPr>
            <p:cNvPr id="47" name="矩形 46"/>
            <p:cNvSpPr/>
            <p:nvPr>
              <p:custDataLst>
                <p:tags r:id="rId2"/>
              </p:custDataLst>
            </p:nvPr>
          </p:nvSpPr>
          <p:spPr>
            <a:xfrm>
              <a:off x="2710" y="2694"/>
              <a:ext cx="12381" cy="12709"/>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任意多边形 19"/>
            <p:cNvSpPr/>
            <p:nvPr>
              <p:custDataLst>
                <p:tags r:id="rId3"/>
              </p:custDataLst>
            </p:nvPr>
          </p:nvSpPr>
          <p:spPr>
            <a:xfrm>
              <a:off x="2158" y="2152"/>
              <a:ext cx="2459" cy="1483"/>
            </a:xfrm>
            <a:custGeom>
              <a:avLst/>
              <a:gdLst/>
              <a:ahLst/>
              <a:cxnLst>
                <a:cxn ang="3">
                  <a:pos x="hc" y="t"/>
                </a:cxn>
                <a:cxn ang="cd2">
                  <a:pos x="l" y="vc"/>
                </a:cxn>
                <a:cxn ang="cd4">
                  <a:pos x="hc" y="b"/>
                </a:cxn>
                <a:cxn ang="0">
                  <a:pos x="r" y="vc"/>
                </a:cxn>
              </a:cxnLst>
              <a:rect l="l" t="t" r="r" b="b"/>
              <a:pathLst>
                <a:path w="746" h="450">
                  <a:moveTo>
                    <a:pt x="450" y="0"/>
                  </a:moveTo>
                  <a:lnTo>
                    <a:pt x="746" y="0"/>
                  </a:lnTo>
                  <a:lnTo>
                    <a:pt x="746" y="1"/>
                  </a:lnTo>
                  <a:lnTo>
                    <a:pt x="297" y="450"/>
                  </a:lnTo>
                  <a:lnTo>
                    <a:pt x="0" y="450"/>
                  </a:lnTo>
                  <a:lnTo>
                    <a:pt x="450" y="0"/>
                  </a:lnTo>
                  <a:close/>
                </a:path>
              </a:pathLst>
            </a:custGeom>
            <a:solidFill>
              <a:schemeClr val="accent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49" name="任意多边形 6"/>
            <p:cNvSpPr/>
            <p:nvPr>
              <p:custDataLst>
                <p:tags r:id="rId4"/>
              </p:custDataLst>
            </p:nvPr>
          </p:nvSpPr>
          <p:spPr>
            <a:xfrm>
              <a:off x="3780" y="2152"/>
              <a:ext cx="2459" cy="1483"/>
            </a:xfrm>
            <a:custGeom>
              <a:avLst/>
              <a:gdLst/>
              <a:ahLst/>
              <a:cxnLst>
                <a:cxn ang="3">
                  <a:pos x="hc" y="t"/>
                </a:cxn>
                <a:cxn ang="cd2">
                  <a:pos x="l" y="vc"/>
                </a:cxn>
                <a:cxn ang="cd4">
                  <a:pos x="hc" y="b"/>
                </a:cxn>
                <a:cxn ang="0">
                  <a:pos x="r" y="vc"/>
                </a:cxn>
              </a:cxnLst>
              <a:rect l="l" t="t" r="r" b="b"/>
              <a:pathLst>
                <a:path w="746" h="450">
                  <a:moveTo>
                    <a:pt x="450" y="0"/>
                  </a:moveTo>
                  <a:lnTo>
                    <a:pt x="746" y="0"/>
                  </a:lnTo>
                  <a:lnTo>
                    <a:pt x="746" y="1"/>
                  </a:lnTo>
                  <a:lnTo>
                    <a:pt x="297" y="450"/>
                  </a:lnTo>
                  <a:lnTo>
                    <a:pt x="0" y="450"/>
                  </a:lnTo>
                  <a:lnTo>
                    <a:pt x="450" y="0"/>
                  </a:lnTo>
                  <a:close/>
                </a:path>
              </a:pathLst>
            </a:custGeom>
            <a:solidFill>
              <a:schemeClr val="accent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50" name="任意多边形 7"/>
            <p:cNvSpPr/>
            <p:nvPr>
              <p:custDataLst>
                <p:tags r:id="rId5"/>
              </p:custDataLst>
            </p:nvPr>
          </p:nvSpPr>
          <p:spPr>
            <a:xfrm>
              <a:off x="5387" y="2152"/>
              <a:ext cx="2459" cy="1483"/>
            </a:xfrm>
            <a:custGeom>
              <a:avLst/>
              <a:gdLst/>
              <a:ahLst/>
              <a:cxnLst>
                <a:cxn ang="3">
                  <a:pos x="hc" y="t"/>
                </a:cxn>
                <a:cxn ang="cd2">
                  <a:pos x="l" y="vc"/>
                </a:cxn>
                <a:cxn ang="cd4">
                  <a:pos x="hc" y="b"/>
                </a:cxn>
                <a:cxn ang="0">
                  <a:pos x="r" y="vc"/>
                </a:cxn>
              </a:cxnLst>
              <a:rect l="l" t="t" r="r" b="b"/>
              <a:pathLst>
                <a:path w="746" h="450">
                  <a:moveTo>
                    <a:pt x="450" y="0"/>
                  </a:moveTo>
                  <a:lnTo>
                    <a:pt x="746" y="0"/>
                  </a:lnTo>
                  <a:lnTo>
                    <a:pt x="746" y="1"/>
                  </a:lnTo>
                  <a:lnTo>
                    <a:pt x="297" y="450"/>
                  </a:lnTo>
                  <a:lnTo>
                    <a:pt x="0" y="450"/>
                  </a:lnTo>
                  <a:lnTo>
                    <a:pt x="450" y="0"/>
                  </a:lnTo>
                  <a:close/>
                </a:path>
              </a:pathLst>
            </a:custGeom>
            <a:solidFill>
              <a:schemeClr val="accent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pic>
          <p:nvPicPr>
            <p:cNvPr id="51" name="图片 50" descr="E:/设计图片素材/7965944_模型工作室演示，蓝色背景讲台。.jpg7965944_模型工作室演示，蓝色背景讲台。"/>
            <p:cNvPicPr>
              <a:picLocks noChangeAspect="1"/>
            </p:cNvPicPr>
            <p:nvPr>
              <p:custDataLst>
                <p:tags r:id="rId6"/>
              </p:custDataLst>
            </p:nvPr>
          </p:nvPicPr>
          <p:blipFill>
            <a:blip r:embed="rId7" cstate="print">
              <a:extLst>
                <a:ext uri="{28A0092B-C50C-407E-A947-70E740481C1C}">
                  <a14:useLocalDpi xmlns:a14="http://schemas.microsoft.com/office/drawing/2010/main" val="0"/>
                </a:ext>
              </a:extLst>
            </a:blip>
            <a:srcRect l="7644" t="-3" r="7644" b="-3"/>
            <a:stretch>
              <a:fillRect/>
            </a:stretch>
          </p:blipFill>
          <p:spPr>
            <a:xfrm>
              <a:off x="4416" y="4297"/>
              <a:ext cx="12381" cy="12709"/>
            </a:xfrm>
            <a:custGeom>
              <a:avLst/>
              <a:gdLst/>
              <a:ahLst/>
              <a:cxnLst>
                <a:cxn ang="3">
                  <a:pos x="hc" y="t"/>
                </a:cxn>
                <a:cxn ang="cd2">
                  <a:pos x="l" y="vc"/>
                </a:cxn>
                <a:cxn ang="cd4">
                  <a:pos x="hc" y="b"/>
                </a:cxn>
                <a:cxn ang="0">
                  <a:pos x="r" y="vc"/>
                </a:cxn>
              </a:cxnLst>
              <a:rect l="l" t="t" r="r" b="b"/>
              <a:pathLst>
                <a:path w="2806" h="2880">
                  <a:moveTo>
                    <a:pt x="0" y="0"/>
                  </a:moveTo>
                  <a:lnTo>
                    <a:pt x="2806" y="0"/>
                  </a:lnTo>
                  <a:lnTo>
                    <a:pt x="2806" y="2880"/>
                  </a:lnTo>
                  <a:lnTo>
                    <a:pt x="0" y="2880"/>
                  </a:lnTo>
                  <a:lnTo>
                    <a:pt x="0" y="0"/>
                  </a:lnTo>
                  <a:close/>
                </a:path>
              </a:pathLst>
            </a:custGeom>
            <a:ln>
              <a:solidFill>
                <a:schemeClr val="tx1">
                  <a:lumMod val="40000"/>
                  <a:lumOff val="60000"/>
                  <a:alpha val="20000"/>
                </a:schemeClr>
              </a:solidFill>
            </a:ln>
          </p:spPr>
        </p:pic>
      </p:grpSp>
      <p:sp>
        <p:nvSpPr>
          <p:cNvPr id="268293" name="文本框 268292"/>
          <p:cNvSpPr txBox="1"/>
          <p:nvPr/>
        </p:nvSpPr>
        <p:spPr>
          <a:xfrm>
            <a:off x="1272540" y="5202555"/>
            <a:ext cx="3769360" cy="829945"/>
          </a:xfrm>
          <a:prstGeom prst="rect">
            <a:avLst/>
          </a:prstGeom>
          <a:noFill/>
          <a:ln w="9525">
            <a:noFill/>
          </a:ln>
        </p:spPr>
        <p:txBody>
          <a:bodyPr wrap="square" anchor="t" anchorCtr="0">
            <a:spAutoFit/>
          </a:bodyPr>
          <a:p>
            <a:pPr algn="ctr" eaLnBrk="1" hangingPunct="1"/>
            <a:r>
              <a:rPr lang="zh-CN" altLang="en-US" sz="2400" b="1" dirty="0">
                <a:solidFill>
                  <a:schemeClr val="hlink"/>
                </a:solidFill>
                <a:latin typeface="楷体_GB2312" pitchFamily="49" charset="-122"/>
                <a:ea typeface="楷体_GB2312" pitchFamily="49" charset="-122"/>
              </a:rPr>
              <a:t>亚里斯多德</a:t>
            </a:r>
            <a:endParaRPr lang="zh-CN" altLang="en-US" sz="2400" b="1" dirty="0">
              <a:solidFill>
                <a:schemeClr val="hlink"/>
              </a:solidFill>
              <a:latin typeface="楷体_GB2312" pitchFamily="49" charset="-122"/>
              <a:ea typeface="楷体_GB2312" pitchFamily="49" charset="-122"/>
            </a:endParaRPr>
          </a:p>
          <a:p>
            <a:pPr algn="ctr" eaLnBrk="1" hangingPunct="1"/>
            <a:r>
              <a:rPr lang="zh-CN" altLang="en-US" sz="2400" b="1" dirty="0">
                <a:solidFill>
                  <a:schemeClr val="hlink"/>
                </a:solidFill>
                <a:latin typeface="楷体_GB2312" pitchFamily="49" charset="-122"/>
                <a:ea typeface="楷体_GB2312" pitchFamily="49" charset="-122"/>
              </a:rPr>
              <a:t>前</a:t>
            </a:r>
            <a:r>
              <a:rPr lang="en-US" altLang="zh-CN" sz="2400" b="1">
                <a:solidFill>
                  <a:schemeClr val="hlink"/>
                </a:solidFill>
                <a:latin typeface="楷体_GB2312" pitchFamily="49" charset="-122"/>
                <a:ea typeface="楷体_GB2312" pitchFamily="49" charset="-122"/>
              </a:rPr>
              <a:t>384</a:t>
            </a:r>
            <a:r>
              <a:rPr lang="en-US" altLang="zh-CN" sz="2400" b="1">
                <a:solidFill>
                  <a:schemeClr val="hlink"/>
                </a:solidFill>
                <a:latin typeface="Times New Roman" panose="02020603050405020304" pitchFamily="18" charset="0"/>
                <a:ea typeface="楷体_GB2312" pitchFamily="49" charset="-122"/>
              </a:rPr>
              <a:t>——</a:t>
            </a:r>
            <a:r>
              <a:rPr lang="zh-CN" altLang="en-US" sz="2400" b="1" dirty="0">
                <a:solidFill>
                  <a:schemeClr val="hlink"/>
                </a:solidFill>
                <a:latin typeface="楷体_GB2312" pitchFamily="49" charset="-122"/>
                <a:ea typeface="楷体_GB2312" pitchFamily="49" charset="-122"/>
              </a:rPr>
              <a:t>前</a:t>
            </a:r>
            <a:r>
              <a:rPr lang="en-US" altLang="zh-CN" sz="2400" b="1">
                <a:solidFill>
                  <a:schemeClr val="hlink"/>
                </a:solidFill>
                <a:latin typeface="楷体_GB2312" pitchFamily="49" charset="-122"/>
                <a:ea typeface="楷体_GB2312" pitchFamily="49" charset="-122"/>
              </a:rPr>
              <a:t>322</a:t>
            </a:r>
            <a:r>
              <a:rPr lang="zh-CN" altLang="en-US" sz="2400" b="1" dirty="0">
                <a:solidFill>
                  <a:schemeClr val="hlink"/>
                </a:solidFill>
                <a:latin typeface="楷体_GB2312" pitchFamily="49" charset="-122"/>
                <a:ea typeface="楷体_GB2312" pitchFamily="49" charset="-122"/>
              </a:rPr>
              <a:t>年 </a:t>
            </a:r>
            <a:endParaRPr lang="zh-CN" altLang="en-US" sz="2400" b="1">
              <a:solidFill>
                <a:schemeClr val="hlink"/>
              </a:solidFill>
              <a:latin typeface="楷体_GB2312" pitchFamily="49" charset="-122"/>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68293"/>
                                        </p:tgtEl>
                                        <p:attrNameLst>
                                          <p:attrName>style.visibility</p:attrName>
                                        </p:attrNameLst>
                                      </p:cBhvr>
                                      <p:to>
                                        <p:strVal val="visible"/>
                                      </p:to>
                                    </p:set>
                                    <p:anim calcmode="lin" valueType="num">
                                      <p:cBhvr additive="base">
                                        <p:cTn id="7" dur="500" fill="hold"/>
                                        <p:tgtEl>
                                          <p:spTgt spid="268293"/>
                                        </p:tgtEl>
                                        <p:attrNameLst>
                                          <p:attrName>ppt_x</p:attrName>
                                        </p:attrNameLst>
                                      </p:cBhvr>
                                      <p:tavLst>
                                        <p:tav tm="0">
                                          <p:val>
                                            <p:strVal val="0-#ppt_w/2"/>
                                          </p:val>
                                        </p:tav>
                                        <p:tav tm="100000">
                                          <p:val>
                                            <p:strVal val="#ppt_x"/>
                                          </p:val>
                                        </p:tav>
                                      </p:tavLst>
                                    </p:anim>
                                    <p:anim calcmode="lin" valueType="num">
                                      <p:cBhvr additive="base">
                                        <p:cTn id="8" dur="500" fill="hold"/>
                                        <p:tgtEl>
                                          <p:spTgt spid="2682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图形 13"/>
          <p:cNvSpPr/>
          <p:nvPr>
            <p:custDataLst>
              <p:tags r:id="rId1"/>
            </p:custDataLst>
          </p:nvPr>
        </p:nvSpPr>
        <p:spPr>
          <a:xfrm>
            <a:off x="-369" y="1624965"/>
            <a:ext cx="12190730" cy="5233035"/>
          </a:xfrm>
          <a:custGeom>
            <a:avLst/>
            <a:gdLst>
              <a:gd name="connsiteX0" fmla="*/ 0 w 19198"/>
              <a:gd name="connsiteY0" fmla="*/ 8241 h 8241"/>
              <a:gd name="connsiteX1" fmla="*/ 0 w 19198"/>
              <a:gd name="connsiteY1" fmla="*/ 2951 h 8241"/>
              <a:gd name="connsiteX2" fmla="*/ 780 w 19198"/>
              <a:gd name="connsiteY2" fmla="*/ 3014 h 8241"/>
              <a:gd name="connsiteX3" fmla="*/ 1608 w 19198"/>
              <a:gd name="connsiteY3" fmla="*/ 2199 h 8241"/>
              <a:gd name="connsiteX4" fmla="*/ 1860 w 19198"/>
              <a:gd name="connsiteY4" fmla="*/ 1592 h 8241"/>
              <a:gd name="connsiteX5" fmla="*/ 3376 w 19198"/>
              <a:gd name="connsiteY5" fmla="*/ 0 h 8241"/>
              <a:gd name="connsiteX6" fmla="*/ 19198 w 19198"/>
              <a:gd name="connsiteY6" fmla="*/ 569 h 8241"/>
              <a:gd name="connsiteX7" fmla="*/ 19193 w 19198"/>
              <a:gd name="connsiteY7" fmla="*/ 8230 h 8241"/>
              <a:gd name="connsiteX8" fmla="*/ 0 w 19198"/>
              <a:gd name="connsiteY8" fmla="*/ 8241 h 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98" h="8241">
                <a:moveTo>
                  <a:pt x="0" y="8241"/>
                </a:moveTo>
                <a:lnTo>
                  <a:pt x="0" y="2951"/>
                </a:lnTo>
                <a:cubicBezTo>
                  <a:pt x="0" y="2951"/>
                  <a:pt x="374" y="3158"/>
                  <a:pt x="780" y="3014"/>
                </a:cubicBezTo>
                <a:cubicBezTo>
                  <a:pt x="1103" y="2899"/>
                  <a:pt x="1352" y="2647"/>
                  <a:pt x="1608" y="2199"/>
                </a:cubicBezTo>
                <a:cubicBezTo>
                  <a:pt x="1717" y="2008"/>
                  <a:pt x="1802" y="1804"/>
                  <a:pt x="1860" y="1592"/>
                </a:cubicBezTo>
                <a:cubicBezTo>
                  <a:pt x="1969" y="1194"/>
                  <a:pt x="2282" y="82"/>
                  <a:pt x="3376" y="0"/>
                </a:cubicBezTo>
                <a:lnTo>
                  <a:pt x="19198" y="569"/>
                </a:lnTo>
                <a:lnTo>
                  <a:pt x="19193" y="8230"/>
                </a:lnTo>
                <a:cubicBezTo>
                  <a:pt x="12468" y="8242"/>
                  <a:pt x="6398" y="8237"/>
                  <a:pt x="0" y="8241"/>
                </a:cubicBezTo>
                <a:close/>
              </a:path>
            </a:pathLst>
          </a:custGeom>
          <a:solidFill>
            <a:schemeClr val="accent1"/>
          </a:solidFill>
          <a:ln w="1828" cap="flat">
            <a:noFill/>
            <a:prstDash val="solid"/>
            <a:miter/>
          </a:ln>
        </p:spPr>
        <p:txBody>
          <a:bodyPr rtlCol="0" anchor="ctr"/>
          <a:lstStyle/>
          <a:p>
            <a:endParaRPr lang="zh-CN" altLang="en-US" dirty="0">
              <a:highlight>
                <a:srgbClr val="FFFF00"/>
              </a:highlight>
            </a:endParaRPr>
          </a:p>
        </p:txBody>
      </p:sp>
      <p:cxnSp>
        <p:nvCxnSpPr>
          <p:cNvPr id="2" name="直接连接符 1"/>
          <p:cNvCxnSpPr/>
          <p:nvPr>
            <p:custDataLst>
              <p:tags r:id="rId2"/>
            </p:custDataLst>
          </p:nvPr>
        </p:nvCxnSpPr>
        <p:spPr>
          <a:xfrm>
            <a:off x="811506" y="4661810"/>
            <a:ext cx="1678488"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custDataLst>
              <p:tags r:id="rId3"/>
            </p:custDataLst>
          </p:nvPr>
        </p:nvPicPr>
        <p:blipFill>
          <a:blip r:embed="rId4"/>
          <a:srcRect t="1383" b="1383"/>
          <a:stretch>
            <a:fillRect/>
          </a:stretch>
        </p:blipFill>
        <p:spPr>
          <a:xfrm>
            <a:off x="2057400" y="3781"/>
            <a:ext cx="10134600" cy="6854210"/>
          </a:xfrm>
          <a:custGeom>
            <a:avLst/>
            <a:gdLst>
              <a:gd name="connsiteX0" fmla="*/ 888236 w 10100298"/>
              <a:gd name="connsiteY0" fmla="*/ 0 h 6857075"/>
              <a:gd name="connsiteX1" fmla="*/ 10100298 w 10100298"/>
              <a:gd name="connsiteY1" fmla="*/ 0 h 6857075"/>
              <a:gd name="connsiteX2" fmla="*/ 10100298 w 10100298"/>
              <a:gd name="connsiteY2" fmla="*/ 4983606 h 6857075"/>
              <a:gd name="connsiteX3" fmla="*/ 9993951 w 10100298"/>
              <a:gd name="connsiteY3" fmla="*/ 4928449 h 6857075"/>
              <a:gd name="connsiteX4" fmla="*/ 8509161 w 10100298"/>
              <a:gd name="connsiteY4" fmla="*/ 5581280 h 6857075"/>
              <a:gd name="connsiteX5" fmla="*/ 8429447 w 10100298"/>
              <a:gd name="connsiteY5" fmla="*/ 5826156 h 6857075"/>
              <a:gd name="connsiteX6" fmla="*/ 8142957 w 10100298"/>
              <a:gd name="connsiteY6" fmla="*/ 6338656 h 6857075"/>
              <a:gd name="connsiteX7" fmla="*/ 6872895 w 10100298"/>
              <a:gd name="connsiteY7" fmla="*/ 6327004 h 6857075"/>
              <a:gd name="connsiteX8" fmla="*/ 6576973 w 10100298"/>
              <a:gd name="connsiteY8" fmla="*/ 6155000 h 6857075"/>
              <a:gd name="connsiteX9" fmla="*/ 5963674 w 10100298"/>
              <a:gd name="connsiteY9" fmla="*/ 5977816 h 6857075"/>
              <a:gd name="connsiteX10" fmla="*/ 5528853 w 10100298"/>
              <a:gd name="connsiteY10" fmla="*/ 6243037 h 6857075"/>
              <a:gd name="connsiteX11" fmla="*/ 4834360 w 10100298"/>
              <a:gd name="connsiteY11" fmla="*/ 6856890 h 6857075"/>
              <a:gd name="connsiteX12" fmla="*/ 3872243 w 10100298"/>
              <a:gd name="connsiteY12" fmla="*/ 6857075 h 6857075"/>
              <a:gd name="connsiteX13" fmla="*/ 3604433 w 10100298"/>
              <a:gd name="connsiteY13" fmla="*/ 6295563 h 6857075"/>
              <a:gd name="connsiteX14" fmla="*/ 3548578 w 10100298"/>
              <a:gd name="connsiteY14" fmla="*/ 5800078 h 6857075"/>
              <a:gd name="connsiteX15" fmla="*/ 3566888 w 10100298"/>
              <a:gd name="connsiteY15" fmla="*/ 4915640 h 6857075"/>
              <a:gd name="connsiteX16" fmla="*/ 3578355 w 10100298"/>
              <a:gd name="connsiteY16" fmla="*/ 4643762 h 6857075"/>
              <a:gd name="connsiteX17" fmla="*/ 3409679 w 10100298"/>
              <a:gd name="connsiteY17" fmla="*/ 3594162 h 6857075"/>
              <a:gd name="connsiteX18" fmla="*/ 1442350 w 10100298"/>
              <a:gd name="connsiteY18" fmla="*/ 2927967 h 6857075"/>
              <a:gd name="connsiteX19" fmla="*/ 105151 w 10100298"/>
              <a:gd name="connsiteY19" fmla="*/ 2295803 h 6857075"/>
              <a:gd name="connsiteX20" fmla="*/ 888236 w 10100298"/>
              <a:gd name="connsiteY20" fmla="*/ 0 h 685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100298" h="6857075">
                <a:moveTo>
                  <a:pt x="888236" y="0"/>
                </a:moveTo>
                <a:lnTo>
                  <a:pt x="10100298" y="0"/>
                </a:lnTo>
                <a:lnTo>
                  <a:pt x="10100298" y="4983606"/>
                </a:lnTo>
                <a:lnTo>
                  <a:pt x="9993951" y="4928449"/>
                </a:lnTo>
                <a:cubicBezTo>
                  <a:pt x="8917140" y="4404862"/>
                  <a:pt x="8579934" y="5326678"/>
                  <a:pt x="8509161" y="5581280"/>
                </a:cubicBezTo>
                <a:cubicBezTo>
                  <a:pt x="8486226" y="5664139"/>
                  <a:pt x="8459778" y="5745887"/>
                  <a:pt x="8429447" y="5826156"/>
                </a:cubicBezTo>
                <a:cubicBezTo>
                  <a:pt x="8261881" y="6269855"/>
                  <a:pt x="8142957" y="6338656"/>
                  <a:pt x="8142957" y="6338656"/>
                </a:cubicBezTo>
                <a:cubicBezTo>
                  <a:pt x="7793214" y="6679152"/>
                  <a:pt x="7194341" y="6475706"/>
                  <a:pt x="6872895" y="6327004"/>
                </a:cubicBezTo>
                <a:cubicBezTo>
                  <a:pt x="6769137" y="6278917"/>
                  <a:pt x="6670373" y="6220842"/>
                  <a:pt x="6576973" y="6155000"/>
                </a:cubicBezTo>
                <a:cubicBezTo>
                  <a:pt x="6334132" y="5983550"/>
                  <a:pt x="6127541" y="5950813"/>
                  <a:pt x="5963674" y="5977816"/>
                </a:cubicBezTo>
                <a:cubicBezTo>
                  <a:pt x="5716024" y="6018506"/>
                  <a:pt x="5571947" y="6189771"/>
                  <a:pt x="5528853" y="6243037"/>
                </a:cubicBezTo>
                <a:cubicBezTo>
                  <a:pt x="5369425" y="6444634"/>
                  <a:pt x="5139160" y="6681557"/>
                  <a:pt x="4834360" y="6856890"/>
                </a:cubicBezTo>
                <a:lnTo>
                  <a:pt x="3872243" y="6857075"/>
                </a:lnTo>
                <a:cubicBezTo>
                  <a:pt x="3703012" y="6700422"/>
                  <a:pt x="3650486" y="6503448"/>
                  <a:pt x="3604433" y="6295563"/>
                </a:cubicBezTo>
                <a:cubicBezTo>
                  <a:pt x="3546358" y="6033487"/>
                  <a:pt x="3548578" y="5800078"/>
                  <a:pt x="3548578" y="5800078"/>
                </a:cubicBezTo>
                <a:lnTo>
                  <a:pt x="3566888" y="4915640"/>
                </a:lnTo>
                <a:cubicBezTo>
                  <a:pt x="3568737" y="4824829"/>
                  <a:pt x="3572806" y="4734203"/>
                  <a:pt x="3578355" y="4643762"/>
                </a:cubicBezTo>
                <a:cubicBezTo>
                  <a:pt x="3624038" y="3896003"/>
                  <a:pt x="3409679" y="3594162"/>
                  <a:pt x="3409679" y="3594162"/>
                </a:cubicBezTo>
                <a:cubicBezTo>
                  <a:pt x="2901618" y="2821250"/>
                  <a:pt x="1442350" y="2927967"/>
                  <a:pt x="1442350" y="2927967"/>
                </a:cubicBezTo>
                <a:cubicBezTo>
                  <a:pt x="400149" y="2975684"/>
                  <a:pt x="105151" y="2295803"/>
                  <a:pt x="105151" y="2295803"/>
                </a:cubicBezTo>
                <a:cubicBezTo>
                  <a:pt x="-363886" y="1179805"/>
                  <a:pt x="888236" y="0"/>
                  <a:pt x="888236" y="0"/>
                </a:cubicBezTo>
                <a:close/>
              </a:path>
            </a:pathLst>
          </a:custGeom>
          <a:solidFill>
            <a:schemeClr val="accent1">
              <a:lumMod val="60000"/>
              <a:lumOff val="40000"/>
            </a:schemeClr>
          </a:solidFill>
          <a:ln w="6350">
            <a:solidFill>
              <a:schemeClr val="tx1">
                <a:lumMod val="20000"/>
                <a:lumOff val="80000"/>
                <a:alpha val="40000"/>
              </a:schemeClr>
            </a:solidFill>
          </a:ln>
        </p:spPr>
      </p:pic>
      <p:sp>
        <p:nvSpPr>
          <p:cNvPr id="3" name="任意多边形: 形状 24"/>
          <p:cNvSpPr/>
          <p:nvPr>
            <p:custDataLst>
              <p:tags r:id="rId5"/>
            </p:custDataLst>
          </p:nvPr>
        </p:nvSpPr>
        <p:spPr>
          <a:xfrm>
            <a:off x="1924050" y="0"/>
            <a:ext cx="10267951" cy="6858000"/>
          </a:xfrm>
          <a:custGeom>
            <a:avLst/>
            <a:gdLst>
              <a:gd name="connsiteX0" fmla="*/ 9553460 w 10267951"/>
              <a:gd name="connsiteY0" fmla="*/ 4764340 h 6842188"/>
              <a:gd name="connsiteX1" fmla="*/ 9559103 w 10267951"/>
              <a:gd name="connsiteY1" fmla="*/ 4764340 h 6842188"/>
              <a:gd name="connsiteX2" fmla="*/ 9628174 w 10267951"/>
              <a:gd name="connsiteY2" fmla="*/ 4766180 h 6842188"/>
              <a:gd name="connsiteX3" fmla="*/ 9634184 w 10267951"/>
              <a:gd name="connsiteY3" fmla="*/ 4766180 h 6842188"/>
              <a:gd name="connsiteX4" fmla="*/ 9706690 w 10267951"/>
              <a:gd name="connsiteY4" fmla="*/ 4773909 h 6842188"/>
              <a:gd name="connsiteX5" fmla="*/ 9712210 w 10267951"/>
              <a:gd name="connsiteY5" fmla="*/ 4774646 h 6842188"/>
              <a:gd name="connsiteX6" fmla="*/ 9789623 w 10267951"/>
              <a:gd name="connsiteY6" fmla="*/ 4788755 h 6842188"/>
              <a:gd name="connsiteX7" fmla="*/ 9794652 w 10267951"/>
              <a:gd name="connsiteY7" fmla="*/ 4789858 h 6842188"/>
              <a:gd name="connsiteX8" fmla="*/ 9876115 w 10267951"/>
              <a:gd name="connsiteY8" fmla="*/ 4810469 h 6842188"/>
              <a:gd name="connsiteX9" fmla="*/ 9880653 w 10267951"/>
              <a:gd name="connsiteY9" fmla="*/ 4811695 h 6842188"/>
              <a:gd name="connsiteX10" fmla="*/ 9966531 w 10267951"/>
              <a:gd name="connsiteY10" fmla="*/ 4839176 h 6842188"/>
              <a:gd name="connsiteX11" fmla="*/ 9971070 w 10267951"/>
              <a:gd name="connsiteY11" fmla="*/ 4840771 h 6842188"/>
              <a:gd name="connsiteX12" fmla="*/ 10061610 w 10267951"/>
              <a:gd name="connsiteY12" fmla="*/ 4875981 h 6842188"/>
              <a:gd name="connsiteX13" fmla="*/ 10065290 w 10267951"/>
              <a:gd name="connsiteY13" fmla="*/ 4877452 h 6842188"/>
              <a:gd name="connsiteX14" fmla="*/ 10160613 w 10267951"/>
              <a:gd name="connsiteY14" fmla="*/ 4920514 h 6842188"/>
              <a:gd name="connsiteX15" fmla="*/ 10164294 w 10267951"/>
              <a:gd name="connsiteY15" fmla="*/ 4922355 h 6842188"/>
              <a:gd name="connsiteX16" fmla="*/ 10267951 w 10267951"/>
              <a:gd name="connsiteY16" fmla="*/ 4975998 h 6842188"/>
              <a:gd name="connsiteX17" fmla="*/ 10267951 w 10267951"/>
              <a:gd name="connsiteY17" fmla="*/ 5146603 h 6842188"/>
              <a:gd name="connsiteX18" fmla="*/ 10097186 w 10267951"/>
              <a:gd name="connsiteY18" fmla="*/ 5058040 h 6842188"/>
              <a:gd name="connsiteX19" fmla="*/ 10005543 w 10267951"/>
              <a:gd name="connsiteY19" fmla="*/ 5016697 h 6842188"/>
              <a:gd name="connsiteX20" fmla="*/ 9919666 w 10267951"/>
              <a:gd name="connsiteY20" fmla="*/ 4983082 h 6842188"/>
              <a:gd name="connsiteX21" fmla="*/ 9837958 w 10267951"/>
              <a:gd name="connsiteY21" fmla="*/ 4957073 h 6842188"/>
              <a:gd name="connsiteX22" fmla="*/ 9761160 w 10267951"/>
              <a:gd name="connsiteY22" fmla="*/ 4937689 h 6842188"/>
              <a:gd name="connsiteX23" fmla="*/ 9689024 w 10267951"/>
              <a:gd name="connsiteY23" fmla="*/ 4924562 h 6842188"/>
              <a:gd name="connsiteX24" fmla="*/ 9622406 w 10267951"/>
              <a:gd name="connsiteY24" fmla="*/ 4917569 h 6842188"/>
              <a:gd name="connsiteX25" fmla="*/ 9559103 w 10267951"/>
              <a:gd name="connsiteY25" fmla="*/ 4915852 h 6842188"/>
              <a:gd name="connsiteX26" fmla="*/ 9500216 w 10267951"/>
              <a:gd name="connsiteY26" fmla="*/ 4918429 h 6842188"/>
              <a:gd name="connsiteX27" fmla="*/ 9445744 w 10267951"/>
              <a:gd name="connsiteY27" fmla="*/ 4925911 h 6842188"/>
              <a:gd name="connsiteX28" fmla="*/ 9394096 w 10267951"/>
              <a:gd name="connsiteY28" fmla="*/ 4937077 h 6842188"/>
              <a:gd name="connsiteX29" fmla="*/ 9345883 w 10267951"/>
              <a:gd name="connsiteY29" fmla="*/ 4951921 h 6842188"/>
              <a:gd name="connsiteX30" fmla="*/ 9299754 w 10267951"/>
              <a:gd name="connsiteY30" fmla="*/ 4970077 h 6842188"/>
              <a:gd name="connsiteX31" fmla="*/ 9257061 w 10267951"/>
              <a:gd name="connsiteY31" fmla="*/ 4991178 h 6842188"/>
              <a:gd name="connsiteX32" fmla="*/ 9215594 w 10267951"/>
              <a:gd name="connsiteY32" fmla="*/ 5014978 h 6842188"/>
              <a:gd name="connsiteX33" fmla="*/ 9177072 w 10267951"/>
              <a:gd name="connsiteY33" fmla="*/ 5042093 h 6842188"/>
              <a:gd name="connsiteX34" fmla="*/ 9140267 w 10267951"/>
              <a:gd name="connsiteY34" fmla="*/ 5071658 h 6842188"/>
              <a:gd name="connsiteX35" fmla="*/ 9106530 w 10267951"/>
              <a:gd name="connsiteY35" fmla="*/ 5102452 h 6842188"/>
              <a:gd name="connsiteX36" fmla="*/ 9074510 w 10267951"/>
              <a:gd name="connsiteY36" fmla="*/ 5135943 h 6842188"/>
              <a:gd name="connsiteX37" fmla="*/ 9043838 w 10267951"/>
              <a:gd name="connsiteY37" fmla="*/ 5171398 h 6842188"/>
              <a:gd name="connsiteX38" fmla="*/ 9015622 w 10267951"/>
              <a:gd name="connsiteY38" fmla="*/ 5207467 h 6842188"/>
              <a:gd name="connsiteX39" fmla="*/ 8989491 w 10267951"/>
              <a:gd name="connsiteY39" fmla="*/ 5244272 h 6842188"/>
              <a:gd name="connsiteX40" fmla="*/ 8964956 w 10267951"/>
              <a:gd name="connsiteY40" fmla="*/ 5282918 h 6842188"/>
              <a:gd name="connsiteX41" fmla="*/ 8942504 w 10267951"/>
              <a:gd name="connsiteY41" fmla="*/ 5320948 h 6842188"/>
              <a:gd name="connsiteX42" fmla="*/ 8922753 w 10267951"/>
              <a:gd name="connsiteY42" fmla="*/ 5357753 h 6842188"/>
              <a:gd name="connsiteX43" fmla="*/ 8886684 w 10267951"/>
              <a:gd name="connsiteY43" fmla="*/ 5433816 h 6842188"/>
              <a:gd name="connsiteX44" fmla="*/ 8857976 w 10267951"/>
              <a:gd name="connsiteY44" fmla="*/ 5503867 h 6842188"/>
              <a:gd name="connsiteX45" fmla="*/ 8846934 w 10267951"/>
              <a:gd name="connsiteY45" fmla="*/ 5534414 h 6842188"/>
              <a:gd name="connsiteX46" fmla="*/ 8829391 w 10267951"/>
              <a:gd name="connsiteY46" fmla="*/ 5588886 h 6842188"/>
              <a:gd name="connsiteX47" fmla="*/ 8822521 w 10267951"/>
              <a:gd name="connsiteY47" fmla="*/ 5613421 h 6842188"/>
              <a:gd name="connsiteX48" fmla="*/ 8822521 w 10267951"/>
              <a:gd name="connsiteY48" fmla="*/ 5615140 h 6842188"/>
              <a:gd name="connsiteX49" fmla="*/ 8784490 w 10267951"/>
              <a:gd name="connsiteY49" fmla="*/ 5740521 h 6842188"/>
              <a:gd name="connsiteX50" fmla="*/ 8783508 w 10267951"/>
              <a:gd name="connsiteY50" fmla="*/ 5743588 h 6842188"/>
              <a:gd name="connsiteX51" fmla="*/ 8739955 w 10267951"/>
              <a:gd name="connsiteY51" fmla="*/ 5867987 h 6842188"/>
              <a:gd name="connsiteX52" fmla="*/ 8738853 w 10267951"/>
              <a:gd name="connsiteY52" fmla="*/ 5870686 h 6842188"/>
              <a:gd name="connsiteX53" fmla="*/ 8707076 w 10267951"/>
              <a:gd name="connsiteY53" fmla="*/ 5951656 h 6842188"/>
              <a:gd name="connsiteX54" fmla="*/ 8706340 w 10267951"/>
              <a:gd name="connsiteY54" fmla="*/ 5953252 h 6842188"/>
              <a:gd name="connsiteX55" fmla="*/ 8675792 w 10267951"/>
              <a:gd name="connsiteY55" fmla="*/ 6026124 h 6842188"/>
              <a:gd name="connsiteX56" fmla="*/ 8674933 w 10267951"/>
              <a:gd name="connsiteY56" fmla="*/ 6027964 h 6842188"/>
              <a:gd name="connsiteX57" fmla="*/ 8645735 w 10267951"/>
              <a:gd name="connsiteY57" fmla="*/ 6092495 h 6842188"/>
              <a:gd name="connsiteX58" fmla="*/ 8644754 w 10267951"/>
              <a:gd name="connsiteY58" fmla="*/ 6094704 h 6842188"/>
              <a:gd name="connsiteX59" fmla="*/ 8616783 w 10267951"/>
              <a:gd name="connsiteY59" fmla="*/ 6151629 h 6842188"/>
              <a:gd name="connsiteX60" fmla="*/ 8616048 w 10267951"/>
              <a:gd name="connsiteY60" fmla="*/ 6153100 h 6842188"/>
              <a:gd name="connsiteX61" fmla="*/ 8589915 w 10267951"/>
              <a:gd name="connsiteY61" fmla="*/ 6202909 h 6842188"/>
              <a:gd name="connsiteX62" fmla="*/ 8588443 w 10267951"/>
              <a:gd name="connsiteY62" fmla="*/ 6205731 h 6842188"/>
              <a:gd name="connsiteX63" fmla="*/ 8563050 w 10267951"/>
              <a:gd name="connsiteY63" fmla="*/ 6249896 h 6842188"/>
              <a:gd name="connsiteX64" fmla="*/ 8561699 w 10267951"/>
              <a:gd name="connsiteY64" fmla="*/ 6252104 h 6842188"/>
              <a:gd name="connsiteX65" fmla="*/ 8538635 w 10267951"/>
              <a:gd name="connsiteY65" fmla="*/ 6288909 h 6842188"/>
              <a:gd name="connsiteX66" fmla="*/ 8537408 w 10267951"/>
              <a:gd name="connsiteY66" fmla="*/ 6290749 h 6842188"/>
              <a:gd name="connsiteX67" fmla="*/ 8515817 w 10267951"/>
              <a:gd name="connsiteY67" fmla="*/ 6323505 h 6842188"/>
              <a:gd name="connsiteX68" fmla="*/ 8513239 w 10267951"/>
              <a:gd name="connsiteY68" fmla="*/ 6327064 h 6842188"/>
              <a:gd name="connsiteX69" fmla="*/ 8492874 w 10267951"/>
              <a:gd name="connsiteY69" fmla="*/ 6354422 h 6842188"/>
              <a:gd name="connsiteX70" fmla="*/ 8491157 w 10267951"/>
              <a:gd name="connsiteY70" fmla="*/ 6356507 h 6842188"/>
              <a:gd name="connsiteX71" fmla="*/ 8473368 w 10267951"/>
              <a:gd name="connsiteY71" fmla="*/ 6378712 h 6842188"/>
              <a:gd name="connsiteX72" fmla="*/ 8471284 w 10267951"/>
              <a:gd name="connsiteY72" fmla="*/ 6381289 h 6842188"/>
              <a:gd name="connsiteX73" fmla="*/ 8454965 w 10267951"/>
              <a:gd name="connsiteY73" fmla="*/ 6400305 h 6842188"/>
              <a:gd name="connsiteX74" fmla="*/ 8452390 w 10267951"/>
              <a:gd name="connsiteY74" fmla="*/ 6403127 h 6842188"/>
              <a:gd name="connsiteX75" fmla="*/ 8437913 w 10267951"/>
              <a:gd name="connsiteY75" fmla="*/ 6417971 h 6842188"/>
              <a:gd name="connsiteX76" fmla="*/ 8434478 w 10267951"/>
              <a:gd name="connsiteY76" fmla="*/ 6421285 h 6842188"/>
              <a:gd name="connsiteX77" fmla="*/ 8422211 w 10267951"/>
              <a:gd name="connsiteY77" fmla="*/ 6432693 h 6842188"/>
              <a:gd name="connsiteX78" fmla="*/ 8418898 w 10267951"/>
              <a:gd name="connsiteY78" fmla="*/ 6435515 h 6842188"/>
              <a:gd name="connsiteX79" fmla="*/ 8409206 w 10267951"/>
              <a:gd name="connsiteY79" fmla="*/ 6443366 h 6842188"/>
              <a:gd name="connsiteX80" fmla="*/ 8405892 w 10267951"/>
              <a:gd name="connsiteY80" fmla="*/ 6445942 h 6842188"/>
              <a:gd name="connsiteX81" fmla="*/ 8404911 w 10267951"/>
              <a:gd name="connsiteY81" fmla="*/ 6445942 h 6842188"/>
              <a:gd name="connsiteX82" fmla="*/ 8375957 w 10267951"/>
              <a:gd name="connsiteY82" fmla="*/ 6472073 h 6842188"/>
              <a:gd name="connsiteX83" fmla="*/ 8371910 w 10267951"/>
              <a:gd name="connsiteY83" fmla="*/ 6475508 h 6842188"/>
              <a:gd name="connsiteX84" fmla="*/ 8332529 w 10267951"/>
              <a:gd name="connsiteY84" fmla="*/ 6506178 h 6842188"/>
              <a:gd name="connsiteX85" fmla="*/ 8327866 w 10267951"/>
              <a:gd name="connsiteY85" fmla="*/ 6509491 h 6842188"/>
              <a:gd name="connsiteX86" fmla="*/ 8287136 w 10267951"/>
              <a:gd name="connsiteY86" fmla="*/ 6536604 h 6842188"/>
              <a:gd name="connsiteX87" fmla="*/ 8282722 w 10267951"/>
              <a:gd name="connsiteY87" fmla="*/ 6539426 h 6842188"/>
              <a:gd name="connsiteX88" fmla="*/ 8241008 w 10267951"/>
              <a:gd name="connsiteY88" fmla="*/ 6563227 h 6842188"/>
              <a:gd name="connsiteX89" fmla="*/ 8236838 w 10267951"/>
              <a:gd name="connsiteY89" fmla="*/ 6565434 h 6842188"/>
              <a:gd name="connsiteX90" fmla="*/ 8193531 w 10267951"/>
              <a:gd name="connsiteY90" fmla="*/ 6586782 h 6842188"/>
              <a:gd name="connsiteX91" fmla="*/ 8188377 w 10267951"/>
              <a:gd name="connsiteY91" fmla="*/ 6589113 h 6842188"/>
              <a:gd name="connsiteX92" fmla="*/ 8144212 w 10267951"/>
              <a:gd name="connsiteY92" fmla="*/ 6606902 h 6842188"/>
              <a:gd name="connsiteX93" fmla="*/ 8140041 w 10267951"/>
              <a:gd name="connsiteY93" fmla="*/ 6608495 h 6842188"/>
              <a:gd name="connsiteX94" fmla="*/ 8095508 w 10267951"/>
              <a:gd name="connsiteY94" fmla="*/ 6623341 h 6842188"/>
              <a:gd name="connsiteX95" fmla="*/ 8091214 w 10267951"/>
              <a:gd name="connsiteY95" fmla="*/ 6624568 h 6842188"/>
              <a:gd name="connsiteX96" fmla="*/ 8044964 w 10267951"/>
              <a:gd name="connsiteY96" fmla="*/ 6636836 h 6842188"/>
              <a:gd name="connsiteX97" fmla="*/ 8038828 w 10267951"/>
              <a:gd name="connsiteY97" fmla="*/ 6638308 h 6842188"/>
              <a:gd name="connsiteX98" fmla="*/ 7947553 w 10267951"/>
              <a:gd name="connsiteY98" fmla="*/ 6654993 h 6842188"/>
              <a:gd name="connsiteX99" fmla="*/ 7939701 w 10267951"/>
              <a:gd name="connsiteY99" fmla="*/ 6655975 h 6842188"/>
              <a:gd name="connsiteX100" fmla="*/ 7846708 w 10267951"/>
              <a:gd name="connsiteY100" fmla="*/ 6663335 h 6842188"/>
              <a:gd name="connsiteX101" fmla="*/ 7840452 w 10267951"/>
              <a:gd name="connsiteY101" fmla="*/ 6663335 h 6842188"/>
              <a:gd name="connsiteX102" fmla="*/ 7746846 w 10267951"/>
              <a:gd name="connsiteY102" fmla="*/ 6663335 h 6842188"/>
              <a:gd name="connsiteX103" fmla="*/ 7741080 w 10267951"/>
              <a:gd name="connsiteY103" fmla="*/ 6663335 h 6842188"/>
              <a:gd name="connsiteX104" fmla="*/ 7647842 w 10267951"/>
              <a:gd name="connsiteY104" fmla="*/ 6655852 h 6842188"/>
              <a:gd name="connsiteX105" fmla="*/ 7643056 w 10267951"/>
              <a:gd name="connsiteY105" fmla="*/ 6655238 h 6842188"/>
              <a:gd name="connsiteX106" fmla="*/ 7551044 w 10267951"/>
              <a:gd name="connsiteY106" fmla="*/ 6641989 h 6842188"/>
              <a:gd name="connsiteX107" fmla="*/ 7546997 w 10267951"/>
              <a:gd name="connsiteY107" fmla="*/ 6641253 h 6842188"/>
              <a:gd name="connsiteX108" fmla="*/ 7456580 w 10267951"/>
              <a:gd name="connsiteY108" fmla="*/ 6622973 h 6842188"/>
              <a:gd name="connsiteX109" fmla="*/ 7452531 w 10267951"/>
              <a:gd name="connsiteY109" fmla="*/ 6622114 h 6842188"/>
              <a:gd name="connsiteX110" fmla="*/ 7364814 w 10267951"/>
              <a:gd name="connsiteY110" fmla="*/ 6599416 h 6842188"/>
              <a:gd name="connsiteX111" fmla="*/ 7362114 w 10267951"/>
              <a:gd name="connsiteY111" fmla="*/ 6598681 h 6842188"/>
              <a:gd name="connsiteX112" fmla="*/ 7277218 w 10267951"/>
              <a:gd name="connsiteY112" fmla="*/ 6573286 h 6842188"/>
              <a:gd name="connsiteX113" fmla="*/ 7274398 w 10267951"/>
              <a:gd name="connsiteY113" fmla="*/ 6572305 h 6842188"/>
              <a:gd name="connsiteX114" fmla="*/ 7193426 w 10267951"/>
              <a:gd name="connsiteY114" fmla="*/ 6544580 h 6842188"/>
              <a:gd name="connsiteX115" fmla="*/ 7191340 w 10267951"/>
              <a:gd name="connsiteY115" fmla="*/ 6543719 h 6842188"/>
              <a:gd name="connsiteX116" fmla="*/ 7114664 w 10267951"/>
              <a:gd name="connsiteY116" fmla="*/ 6514767 h 6842188"/>
              <a:gd name="connsiteX117" fmla="*/ 7112210 w 10267951"/>
              <a:gd name="connsiteY117" fmla="*/ 6513785 h 6842188"/>
              <a:gd name="connsiteX118" fmla="*/ 7041056 w 10267951"/>
              <a:gd name="connsiteY118" fmla="*/ 6484097 h 6842188"/>
              <a:gd name="connsiteX119" fmla="*/ 7039706 w 10267951"/>
              <a:gd name="connsiteY119" fmla="*/ 6483483 h 6842188"/>
              <a:gd name="connsiteX120" fmla="*/ 6973826 w 10267951"/>
              <a:gd name="connsiteY120" fmla="*/ 6454408 h 6842188"/>
              <a:gd name="connsiteX121" fmla="*/ 6970760 w 10267951"/>
              <a:gd name="connsiteY121" fmla="*/ 6453057 h 6842188"/>
              <a:gd name="connsiteX122" fmla="*/ 6891016 w 10267951"/>
              <a:gd name="connsiteY122" fmla="*/ 6413555 h 6842188"/>
              <a:gd name="connsiteX123" fmla="*/ 6888316 w 10267951"/>
              <a:gd name="connsiteY123" fmla="*/ 6412082 h 6842188"/>
              <a:gd name="connsiteX124" fmla="*/ 6809432 w 10267951"/>
              <a:gd name="connsiteY124" fmla="*/ 6369633 h 6842188"/>
              <a:gd name="connsiteX125" fmla="*/ 6806241 w 10267951"/>
              <a:gd name="connsiteY125" fmla="*/ 6367916 h 6842188"/>
              <a:gd name="connsiteX126" fmla="*/ 6730058 w 10267951"/>
              <a:gd name="connsiteY126" fmla="*/ 6321298 h 6842188"/>
              <a:gd name="connsiteX127" fmla="*/ 6727358 w 10267951"/>
              <a:gd name="connsiteY127" fmla="*/ 6319579 h 6842188"/>
              <a:gd name="connsiteX128" fmla="*/ 6611916 w 10267951"/>
              <a:gd name="connsiteY128" fmla="*/ 6241922 h 6842188"/>
              <a:gd name="connsiteX129" fmla="*/ 6573146 w 10267951"/>
              <a:gd name="connsiteY129" fmla="*/ 6217386 h 6842188"/>
              <a:gd name="connsiteX130" fmla="*/ 6536342 w 10267951"/>
              <a:gd name="connsiteY130" fmla="*/ 6196653 h 6842188"/>
              <a:gd name="connsiteX131" fmla="*/ 6498802 w 10267951"/>
              <a:gd name="connsiteY131" fmla="*/ 6178005 h 6842188"/>
              <a:gd name="connsiteX132" fmla="*/ 6463836 w 10267951"/>
              <a:gd name="connsiteY132" fmla="*/ 6161934 h 6842188"/>
              <a:gd name="connsiteX133" fmla="*/ 6430224 w 10267951"/>
              <a:gd name="connsiteY133" fmla="*/ 6148928 h 6842188"/>
              <a:gd name="connsiteX134" fmla="*/ 6397834 w 10267951"/>
              <a:gd name="connsiteY134" fmla="*/ 6138010 h 6842188"/>
              <a:gd name="connsiteX135" fmla="*/ 6368024 w 10267951"/>
              <a:gd name="connsiteY135" fmla="*/ 6129790 h 6842188"/>
              <a:gd name="connsiteX136" fmla="*/ 6305701 w 10267951"/>
              <a:gd name="connsiteY136" fmla="*/ 6117522 h 6842188"/>
              <a:gd name="connsiteX137" fmla="*/ 6250372 w 10267951"/>
              <a:gd name="connsiteY137" fmla="*/ 6112002 h 6842188"/>
              <a:gd name="connsiteX138" fmla="*/ 6198476 w 10267951"/>
              <a:gd name="connsiteY138" fmla="*/ 6112615 h 6842188"/>
              <a:gd name="connsiteX139" fmla="*/ 6149403 w 10267951"/>
              <a:gd name="connsiteY139" fmla="*/ 6118137 h 6842188"/>
              <a:gd name="connsiteX140" fmla="*/ 6115421 w 10267951"/>
              <a:gd name="connsiteY140" fmla="*/ 6124883 h 6842188"/>
              <a:gd name="connsiteX141" fmla="*/ 6083156 w 10267951"/>
              <a:gd name="connsiteY141" fmla="*/ 6133593 h 6842188"/>
              <a:gd name="connsiteX142" fmla="*/ 6052608 w 10267951"/>
              <a:gd name="connsiteY142" fmla="*/ 6144389 h 6842188"/>
              <a:gd name="connsiteX143" fmla="*/ 6022796 w 10267951"/>
              <a:gd name="connsiteY143" fmla="*/ 6156657 h 6842188"/>
              <a:gd name="connsiteX144" fmla="*/ 5995315 w 10267951"/>
              <a:gd name="connsiteY144" fmla="*/ 6170153 h 6842188"/>
              <a:gd name="connsiteX145" fmla="*/ 5969552 w 10267951"/>
              <a:gd name="connsiteY145" fmla="*/ 6184752 h 6842188"/>
              <a:gd name="connsiteX146" fmla="*/ 5945015 w 10267951"/>
              <a:gd name="connsiteY146" fmla="*/ 6200333 h 6842188"/>
              <a:gd name="connsiteX147" fmla="*/ 5922319 w 10267951"/>
              <a:gd name="connsiteY147" fmla="*/ 6216526 h 6842188"/>
              <a:gd name="connsiteX148" fmla="*/ 5901464 w 10267951"/>
              <a:gd name="connsiteY148" fmla="*/ 6232843 h 6842188"/>
              <a:gd name="connsiteX149" fmla="*/ 5882570 w 10267951"/>
              <a:gd name="connsiteY149" fmla="*/ 6249038 h 6842188"/>
              <a:gd name="connsiteX150" fmla="*/ 5850795 w 10267951"/>
              <a:gd name="connsiteY150" fmla="*/ 6279217 h 6842188"/>
              <a:gd name="connsiteX151" fmla="*/ 5807367 w 10267951"/>
              <a:gd name="connsiteY151" fmla="*/ 6328291 h 6842188"/>
              <a:gd name="connsiteX152" fmla="*/ 5743695 w 10267951"/>
              <a:gd name="connsiteY152" fmla="*/ 6406438 h 6842188"/>
              <a:gd name="connsiteX153" fmla="*/ 5742100 w 10267951"/>
              <a:gd name="connsiteY153" fmla="*/ 6408279 h 6842188"/>
              <a:gd name="connsiteX154" fmla="*/ 5670086 w 10267951"/>
              <a:gd name="connsiteY154" fmla="*/ 6489984 h 6842188"/>
              <a:gd name="connsiteX155" fmla="*/ 5667755 w 10267951"/>
              <a:gd name="connsiteY155" fmla="*/ 6492437 h 6842188"/>
              <a:gd name="connsiteX156" fmla="*/ 5588748 w 10267951"/>
              <a:gd name="connsiteY156" fmla="*/ 6574758 h 6842188"/>
              <a:gd name="connsiteX157" fmla="*/ 5586538 w 10267951"/>
              <a:gd name="connsiteY157" fmla="*/ 6576968 h 6842188"/>
              <a:gd name="connsiteX158" fmla="*/ 5500661 w 10267951"/>
              <a:gd name="connsiteY158" fmla="*/ 6659285 h 6842188"/>
              <a:gd name="connsiteX159" fmla="*/ 5498086 w 10267951"/>
              <a:gd name="connsiteY159" fmla="*/ 6661617 h 6842188"/>
              <a:gd name="connsiteX160" fmla="*/ 5404971 w 10267951"/>
              <a:gd name="connsiteY160" fmla="*/ 6742832 h 6842188"/>
              <a:gd name="connsiteX161" fmla="*/ 5402026 w 10267951"/>
              <a:gd name="connsiteY161" fmla="*/ 6745287 h 6842188"/>
              <a:gd name="connsiteX162" fmla="*/ 5302039 w 10267951"/>
              <a:gd name="connsiteY162" fmla="*/ 6824171 h 6842188"/>
              <a:gd name="connsiteX163" fmla="*/ 5298604 w 10267951"/>
              <a:gd name="connsiteY163" fmla="*/ 6826747 h 6842188"/>
              <a:gd name="connsiteX164" fmla="*/ 5276499 w 10267951"/>
              <a:gd name="connsiteY164" fmla="*/ 6842188 h 6842188"/>
              <a:gd name="connsiteX165" fmla="*/ 4998877 w 10267951"/>
              <a:gd name="connsiteY165" fmla="*/ 6842188 h 6842188"/>
              <a:gd name="connsiteX166" fmla="*/ 5105625 w 10267951"/>
              <a:gd name="connsiteY166" fmla="*/ 6776325 h 6842188"/>
              <a:gd name="connsiteX167" fmla="*/ 5209905 w 10267951"/>
              <a:gd name="connsiteY167" fmla="*/ 6703453 h 6842188"/>
              <a:gd name="connsiteX168" fmla="*/ 5306946 w 10267951"/>
              <a:gd name="connsiteY168" fmla="*/ 6627267 h 6842188"/>
              <a:gd name="connsiteX169" fmla="*/ 5397241 w 10267951"/>
              <a:gd name="connsiteY169" fmla="*/ 6548505 h 6842188"/>
              <a:gd name="connsiteX170" fmla="*/ 5480787 w 10267951"/>
              <a:gd name="connsiteY170" fmla="*/ 6468516 h 6842188"/>
              <a:gd name="connsiteX171" fmla="*/ 5557464 w 10267951"/>
              <a:gd name="connsiteY171" fmla="*/ 6388651 h 6842188"/>
              <a:gd name="connsiteX172" fmla="*/ 5627147 w 10267951"/>
              <a:gd name="connsiteY172" fmla="*/ 6309398 h 6842188"/>
              <a:gd name="connsiteX173" fmla="*/ 5699039 w 10267951"/>
              <a:gd name="connsiteY173" fmla="*/ 6222169 h 6842188"/>
              <a:gd name="connsiteX174" fmla="*/ 5700019 w 10267951"/>
              <a:gd name="connsiteY174" fmla="*/ 6220943 h 6842188"/>
              <a:gd name="connsiteX175" fmla="*/ 5710816 w 10267951"/>
              <a:gd name="connsiteY175" fmla="*/ 6208675 h 6842188"/>
              <a:gd name="connsiteX176" fmla="*/ 5712165 w 10267951"/>
              <a:gd name="connsiteY176" fmla="*/ 6207081 h 6842188"/>
              <a:gd name="connsiteX177" fmla="*/ 5740136 w 10267951"/>
              <a:gd name="connsiteY177" fmla="*/ 6176287 h 6842188"/>
              <a:gd name="connsiteX178" fmla="*/ 5743326 w 10267951"/>
              <a:gd name="connsiteY178" fmla="*/ 6172974 h 6842188"/>
              <a:gd name="connsiteX179" fmla="*/ 5759889 w 10267951"/>
              <a:gd name="connsiteY179" fmla="*/ 6156782 h 6842188"/>
              <a:gd name="connsiteX180" fmla="*/ 5761607 w 10267951"/>
              <a:gd name="connsiteY180" fmla="*/ 6155309 h 6842188"/>
              <a:gd name="connsiteX181" fmla="*/ 5780868 w 10267951"/>
              <a:gd name="connsiteY181" fmla="*/ 6137519 h 6842188"/>
              <a:gd name="connsiteX182" fmla="*/ 5782830 w 10267951"/>
              <a:gd name="connsiteY182" fmla="*/ 6135803 h 6842188"/>
              <a:gd name="connsiteX183" fmla="*/ 5803932 w 10267951"/>
              <a:gd name="connsiteY183" fmla="*/ 6117647 h 6842188"/>
              <a:gd name="connsiteX184" fmla="*/ 5806630 w 10267951"/>
              <a:gd name="connsiteY184" fmla="*/ 6115437 h 6842188"/>
              <a:gd name="connsiteX185" fmla="*/ 5830185 w 10267951"/>
              <a:gd name="connsiteY185" fmla="*/ 6096913 h 6842188"/>
              <a:gd name="connsiteX186" fmla="*/ 5832884 w 10267951"/>
              <a:gd name="connsiteY186" fmla="*/ 6094949 h 6842188"/>
              <a:gd name="connsiteX187" fmla="*/ 5858279 w 10267951"/>
              <a:gd name="connsiteY187" fmla="*/ 6076792 h 6842188"/>
              <a:gd name="connsiteX188" fmla="*/ 5861224 w 10267951"/>
              <a:gd name="connsiteY188" fmla="*/ 6074707 h 6842188"/>
              <a:gd name="connsiteX189" fmla="*/ 5888583 w 10267951"/>
              <a:gd name="connsiteY189" fmla="*/ 6057041 h 6842188"/>
              <a:gd name="connsiteX190" fmla="*/ 5892263 w 10267951"/>
              <a:gd name="connsiteY190" fmla="*/ 6054833 h 6842188"/>
              <a:gd name="connsiteX191" fmla="*/ 5921706 w 10267951"/>
              <a:gd name="connsiteY191" fmla="*/ 6038024 h 6842188"/>
              <a:gd name="connsiteX192" fmla="*/ 5925756 w 10267951"/>
              <a:gd name="connsiteY192" fmla="*/ 6035939 h 6842188"/>
              <a:gd name="connsiteX193" fmla="*/ 5957162 w 10267951"/>
              <a:gd name="connsiteY193" fmla="*/ 6020481 h 6842188"/>
              <a:gd name="connsiteX194" fmla="*/ 5961086 w 10267951"/>
              <a:gd name="connsiteY194" fmla="*/ 6018764 h 6842188"/>
              <a:gd name="connsiteX195" fmla="*/ 5994947 w 10267951"/>
              <a:gd name="connsiteY195" fmla="*/ 6004287 h 6842188"/>
              <a:gd name="connsiteX196" fmla="*/ 5999486 w 10267951"/>
              <a:gd name="connsiteY196" fmla="*/ 6002569 h 6842188"/>
              <a:gd name="connsiteX197" fmla="*/ 6035065 w 10267951"/>
              <a:gd name="connsiteY197" fmla="*/ 5990301 h 6842188"/>
              <a:gd name="connsiteX198" fmla="*/ 6040463 w 10267951"/>
              <a:gd name="connsiteY198" fmla="*/ 5988584 h 6842188"/>
              <a:gd name="connsiteX199" fmla="*/ 6077268 w 10267951"/>
              <a:gd name="connsiteY199" fmla="*/ 5978524 h 6842188"/>
              <a:gd name="connsiteX200" fmla="*/ 6082052 w 10267951"/>
              <a:gd name="connsiteY200" fmla="*/ 5977419 h 6842188"/>
              <a:gd name="connsiteX201" fmla="*/ 6121678 w 10267951"/>
              <a:gd name="connsiteY201" fmla="*/ 5969447 h 6842188"/>
              <a:gd name="connsiteX202" fmla="*/ 6128180 w 10267951"/>
              <a:gd name="connsiteY202" fmla="*/ 5968465 h 6842188"/>
              <a:gd name="connsiteX203" fmla="*/ 6184736 w 10267951"/>
              <a:gd name="connsiteY203" fmla="*/ 5962085 h 6842188"/>
              <a:gd name="connsiteX204" fmla="*/ 6192343 w 10267951"/>
              <a:gd name="connsiteY204" fmla="*/ 5962085 h 6842188"/>
              <a:gd name="connsiteX205" fmla="*/ 6252088 w 10267951"/>
              <a:gd name="connsiteY205" fmla="*/ 5961471 h 6842188"/>
              <a:gd name="connsiteX206" fmla="*/ 6260063 w 10267951"/>
              <a:gd name="connsiteY206" fmla="*/ 5961471 h 6842188"/>
              <a:gd name="connsiteX207" fmla="*/ 6323122 w 10267951"/>
              <a:gd name="connsiteY207" fmla="*/ 5967482 h 6842188"/>
              <a:gd name="connsiteX208" fmla="*/ 6331218 w 10267951"/>
              <a:gd name="connsiteY208" fmla="*/ 5968710 h 6842188"/>
              <a:gd name="connsiteX209" fmla="*/ 6399920 w 10267951"/>
              <a:gd name="connsiteY209" fmla="*/ 5982817 h 6842188"/>
              <a:gd name="connsiteX210" fmla="*/ 6404706 w 10267951"/>
              <a:gd name="connsiteY210" fmla="*/ 5983922 h 6842188"/>
              <a:gd name="connsiteX211" fmla="*/ 6439055 w 10267951"/>
              <a:gd name="connsiteY211" fmla="*/ 5993369 h 6842188"/>
              <a:gd name="connsiteX212" fmla="*/ 6443349 w 10267951"/>
              <a:gd name="connsiteY212" fmla="*/ 5994718 h 6842188"/>
              <a:gd name="connsiteX213" fmla="*/ 6479418 w 10267951"/>
              <a:gd name="connsiteY213" fmla="*/ 6006986 h 6842188"/>
              <a:gd name="connsiteX214" fmla="*/ 6482484 w 10267951"/>
              <a:gd name="connsiteY214" fmla="*/ 6008091 h 6842188"/>
              <a:gd name="connsiteX215" fmla="*/ 6519290 w 10267951"/>
              <a:gd name="connsiteY215" fmla="*/ 6022445 h 6842188"/>
              <a:gd name="connsiteX216" fmla="*/ 6523706 w 10267951"/>
              <a:gd name="connsiteY216" fmla="*/ 6024283 h 6842188"/>
              <a:gd name="connsiteX217" fmla="*/ 6561860 w 10267951"/>
              <a:gd name="connsiteY217" fmla="*/ 6041828 h 6842188"/>
              <a:gd name="connsiteX218" fmla="*/ 6563946 w 10267951"/>
              <a:gd name="connsiteY218" fmla="*/ 6042810 h 6842188"/>
              <a:gd name="connsiteX219" fmla="*/ 6604186 w 10267951"/>
              <a:gd name="connsiteY219" fmla="*/ 6062929 h 6842188"/>
              <a:gd name="connsiteX220" fmla="*/ 6607375 w 10267951"/>
              <a:gd name="connsiteY220" fmla="*/ 6064524 h 6842188"/>
              <a:gd name="connsiteX221" fmla="*/ 6647615 w 10267951"/>
              <a:gd name="connsiteY221" fmla="*/ 6086975 h 6842188"/>
              <a:gd name="connsiteX222" fmla="*/ 6650682 w 10267951"/>
              <a:gd name="connsiteY222" fmla="*/ 6088692 h 6842188"/>
              <a:gd name="connsiteX223" fmla="*/ 6692026 w 10267951"/>
              <a:gd name="connsiteY223" fmla="*/ 6114333 h 6842188"/>
              <a:gd name="connsiteX224" fmla="*/ 6694480 w 10267951"/>
              <a:gd name="connsiteY224" fmla="*/ 6115928 h 6842188"/>
              <a:gd name="connsiteX225" fmla="*/ 6809800 w 10267951"/>
              <a:gd name="connsiteY225" fmla="*/ 6193462 h 6842188"/>
              <a:gd name="connsiteX226" fmla="*/ 6883410 w 10267951"/>
              <a:gd name="connsiteY226" fmla="*/ 6238241 h 6842188"/>
              <a:gd name="connsiteX227" fmla="*/ 6958492 w 10267951"/>
              <a:gd name="connsiteY227" fmla="*/ 6279340 h 6842188"/>
              <a:gd name="connsiteX228" fmla="*/ 7035290 w 10267951"/>
              <a:gd name="connsiteY228" fmla="*/ 6317372 h 6842188"/>
              <a:gd name="connsiteX229" fmla="*/ 7098962 w 10267951"/>
              <a:gd name="connsiteY229" fmla="*/ 6345466 h 6842188"/>
              <a:gd name="connsiteX230" fmla="*/ 7168276 w 10267951"/>
              <a:gd name="connsiteY230" fmla="*/ 6374419 h 6842188"/>
              <a:gd name="connsiteX231" fmla="*/ 7242623 w 10267951"/>
              <a:gd name="connsiteY231" fmla="*/ 6402512 h 6842188"/>
              <a:gd name="connsiteX232" fmla="*/ 7321016 w 10267951"/>
              <a:gd name="connsiteY232" fmla="*/ 6429381 h 6842188"/>
              <a:gd name="connsiteX233" fmla="*/ 7402968 w 10267951"/>
              <a:gd name="connsiteY233" fmla="*/ 6453918 h 6842188"/>
              <a:gd name="connsiteX234" fmla="*/ 7487250 w 10267951"/>
              <a:gd name="connsiteY234" fmla="*/ 6475754 h 6842188"/>
              <a:gd name="connsiteX235" fmla="*/ 7573128 w 10267951"/>
              <a:gd name="connsiteY235" fmla="*/ 6493174 h 6842188"/>
              <a:gd name="connsiteX236" fmla="*/ 7660600 w 10267951"/>
              <a:gd name="connsiteY236" fmla="*/ 6505443 h 6842188"/>
              <a:gd name="connsiteX237" fmla="*/ 7748564 w 10267951"/>
              <a:gd name="connsiteY237" fmla="*/ 6512559 h 6842188"/>
              <a:gd name="connsiteX238" fmla="*/ 7836157 w 10267951"/>
              <a:gd name="connsiteY238" fmla="*/ 6512559 h 6842188"/>
              <a:gd name="connsiteX239" fmla="*/ 7922035 w 10267951"/>
              <a:gd name="connsiteY239" fmla="*/ 6505810 h 6842188"/>
              <a:gd name="connsiteX240" fmla="*/ 8006440 w 10267951"/>
              <a:gd name="connsiteY240" fmla="*/ 6490353 h 6842188"/>
              <a:gd name="connsiteX241" fmla="*/ 8047416 w 10267951"/>
              <a:gd name="connsiteY241" fmla="*/ 6479188 h 6842188"/>
              <a:gd name="connsiteX242" fmla="*/ 8087656 w 10267951"/>
              <a:gd name="connsiteY242" fmla="*/ 6465817 h 6842188"/>
              <a:gd name="connsiteX243" fmla="*/ 8127036 w 10267951"/>
              <a:gd name="connsiteY243" fmla="*/ 6449867 h 6842188"/>
              <a:gd name="connsiteX244" fmla="*/ 8165682 w 10267951"/>
              <a:gd name="connsiteY244" fmla="*/ 6430853 h 6842188"/>
              <a:gd name="connsiteX245" fmla="*/ 8203100 w 10267951"/>
              <a:gd name="connsiteY245" fmla="*/ 6409505 h 6842188"/>
              <a:gd name="connsiteX246" fmla="*/ 8239292 w 10267951"/>
              <a:gd name="connsiteY246" fmla="*/ 6384970 h 6842188"/>
              <a:gd name="connsiteX247" fmla="*/ 8274254 w 10267951"/>
              <a:gd name="connsiteY247" fmla="*/ 6357612 h 6842188"/>
              <a:gd name="connsiteX248" fmla="*/ 8304312 w 10267951"/>
              <a:gd name="connsiteY248" fmla="*/ 6330622 h 6842188"/>
              <a:gd name="connsiteX249" fmla="*/ 8310692 w 10267951"/>
              <a:gd name="connsiteY249" fmla="*/ 6325468 h 6842188"/>
              <a:gd name="connsiteX250" fmla="*/ 8319646 w 10267951"/>
              <a:gd name="connsiteY250" fmla="*/ 6318476 h 6842188"/>
              <a:gd name="connsiteX251" fmla="*/ 8328726 w 10267951"/>
              <a:gd name="connsiteY251" fmla="*/ 6310134 h 6842188"/>
              <a:gd name="connsiteX252" fmla="*/ 8340258 w 10267951"/>
              <a:gd name="connsiteY252" fmla="*/ 6297865 h 6842188"/>
              <a:gd name="connsiteX253" fmla="*/ 8354244 w 10267951"/>
              <a:gd name="connsiteY253" fmla="*/ 6282038 h 6842188"/>
              <a:gd name="connsiteX254" fmla="*/ 8370194 w 10267951"/>
              <a:gd name="connsiteY254" fmla="*/ 6262287 h 6842188"/>
              <a:gd name="connsiteX255" fmla="*/ 8388473 w 10267951"/>
              <a:gd name="connsiteY255" fmla="*/ 6237750 h 6842188"/>
              <a:gd name="connsiteX256" fmla="*/ 8408346 w 10267951"/>
              <a:gd name="connsiteY256" fmla="*/ 6207693 h 6842188"/>
              <a:gd name="connsiteX257" fmla="*/ 8430183 w 10267951"/>
              <a:gd name="connsiteY257" fmla="*/ 6172483 h 6842188"/>
              <a:gd name="connsiteX258" fmla="*/ 8454107 w 10267951"/>
              <a:gd name="connsiteY258" fmla="*/ 6130894 h 6842188"/>
              <a:gd name="connsiteX259" fmla="*/ 8478642 w 10267951"/>
              <a:gd name="connsiteY259" fmla="*/ 6082558 h 6842188"/>
              <a:gd name="connsiteX260" fmla="*/ 8505634 w 10267951"/>
              <a:gd name="connsiteY260" fmla="*/ 6027597 h 6842188"/>
              <a:gd name="connsiteX261" fmla="*/ 8533973 w 10267951"/>
              <a:gd name="connsiteY261" fmla="*/ 5965030 h 6842188"/>
              <a:gd name="connsiteX262" fmla="*/ 8563417 w 10267951"/>
              <a:gd name="connsiteY262" fmla="*/ 5894977 h 6842188"/>
              <a:gd name="connsiteX263" fmla="*/ 8596050 w 10267951"/>
              <a:gd name="connsiteY263" fmla="*/ 5817565 h 6842188"/>
              <a:gd name="connsiteX264" fmla="*/ 8638988 w 10267951"/>
              <a:gd name="connsiteY264" fmla="*/ 5694883 h 6842188"/>
              <a:gd name="connsiteX265" fmla="*/ 8683275 w 10267951"/>
              <a:gd name="connsiteY265" fmla="*/ 5547664 h 6842188"/>
              <a:gd name="connsiteX266" fmla="*/ 8683275 w 10267951"/>
              <a:gd name="connsiteY266" fmla="*/ 5545456 h 6842188"/>
              <a:gd name="connsiteX267" fmla="*/ 8691864 w 10267951"/>
              <a:gd name="connsiteY267" fmla="*/ 5517976 h 6842188"/>
              <a:gd name="connsiteX268" fmla="*/ 8691864 w 10267951"/>
              <a:gd name="connsiteY268" fmla="*/ 5516503 h 6842188"/>
              <a:gd name="connsiteX269" fmla="*/ 8702048 w 10267951"/>
              <a:gd name="connsiteY269" fmla="*/ 5486077 h 6842188"/>
              <a:gd name="connsiteX270" fmla="*/ 8702048 w 10267951"/>
              <a:gd name="connsiteY270" fmla="*/ 5484360 h 6842188"/>
              <a:gd name="connsiteX271" fmla="*/ 8714316 w 10267951"/>
              <a:gd name="connsiteY271" fmla="*/ 5451482 h 6842188"/>
              <a:gd name="connsiteX272" fmla="*/ 8715419 w 10267951"/>
              <a:gd name="connsiteY272" fmla="*/ 5448538 h 6842188"/>
              <a:gd name="connsiteX273" fmla="*/ 8745476 w 10267951"/>
              <a:gd name="connsiteY273" fmla="*/ 5374929 h 6842188"/>
              <a:gd name="connsiteX274" fmla="*/ 8747072 w 10267951"/>
              <a:gd name="connsiteY274" fmla="*/ 5371248 h 6842188"/>
              <a:gd name="connsiteX275" fmla="*/ 8784859 w 10267951"/>
              <a:gd name="connsiteY275" fmla="*/ 5291626 h 6842188"/>
              <a:gd name="connsiteX276" fmla="*/ 8786453 w 10267951"/>
              <a:gd name="connsiteY276" fmla="*/ 5288314 h 6842188"/>
              <a:gd name="connsiteX277" fmla="*/ 8807923 w 10267951"/>
              <a:gd name="connsiteY277" fmla="*/ 5248197 h 6842188"/>
              <a:gd name="connsiteX278" fmla="*/ 8809518 w 10267951"/>
              <a:gd name="connsiteY278" fmla="*/ 5245377 h 6842188"/>
              <a:gd name="connsiteX279" fmla="*/ 8833439 w 10267951"/>
              <a:gd name="connsiteY279" fmla="*/ 5204768 h 6842188"/>
              <a:gd name="connsiteX280" fmla="*/ 8834911 w 10267951"/>
              <a:gd name="connsiteY280" fmla="*/ 5202437 h 6842188"/>
              <a:gd name="connsiteX281" fmla="*/ 8861166 w 10267951"/>
              <a:gd name="connsiteY281" fmla="*/ 5161462 h 6842188"/>
              <a:gd name="connsiteX282" fmla="*/ 8862884 w 10267951"/>
              <a:gd name="connsiteY282" fmla="*/ 5158762 h 6842188"/>
              <a:gd name="connsiteX283" fmla="*/ 8891101 w 10267951"/>
              <a:gd name="connsiteY283" fmla="*/ 5118522 h 6842188"/>
              <a:gd name="connsiteX284" fmla="*/ 8893431 w 10267951"/>
              <a:gd name="connsiteY284" fmla="*/ 5115456 h 6842188"/>
              <a:gd name="connsiteX285" fmla="*/ 8923978 w 10267951"/>
              <a:gd name="connsiteY285" fmla="*/ 5076198 h 6842188"/>
              <a:gd name="connsiteX286" fmla="*/ 8926554 w 10267951"/>
              <a:gd name="connsiteY286" fmla="*/ 5073131 h 6842188"/>
              <a:gd name="connsiteX287" fmla="*/ 8959802 w 10267951"/>
              <a:gd name="connsiteY287" fmla="*/ 5034731 h 6842188"/>
              <a:gd name="connsiteX288" fmla="*/ 8962256 w 10267951"/>
              <a:gd name="connsiteY288" fmla="*/ 5032156 h 6842188"/>
              <a:gd name="connsiteX289" fmla="*/ 8997344 w 10267951"/>
              <a:gd name="connsiteY289" fmla="*/ 4995350 h 6842188"/>
              <a:gd name="connsiteX290" fmla="*/ 9001146 w 10267951"/>
              <a:gd name="connsiteY290" fmla="*/ 4991548 h 6842188"/>
              <a:gd name="connsiteX291" fmla="*/ 9038810 w 10267951"/>
              <a:gd name="connsiteY291" fmla="*/ 4957441 h 6842188"/>
              <a:gd name="connsiteX292" fmla="*/ 9042366 w 10267951"/>
              <a:gd name="connsiteY292" fmla="*/ 4954252 h 6842188"/>
              <a:gd name="connsiteX293" fmla="*/ 9083221 w 10267951"/>
              <a:gd name="connsiteY293" fmla="*/ 4921618 h 6842188"/>
              <a:gd name="connsiteX294" fmla="*/ 9087024 w 10267951"/>
              <a:gd name="connsiteY294" fmla="*/ 4918796 h 6842188"/>
              <a:gd name="connsiteX295" fmla="*/ 9129963 w 10267951"/>
              <a:gd name="connsiteY295" fmla="*/ 4888616 h 6842188"/>
              <a:gd name="connsiteX296" fmla="*/ 9134870 w 10267951"/>
              <a:gd name="connsiteY296" fmla="*/ 4885426 h 6842188"/>
              <a:gd name="connsiteX297" fmla="*/ 9180017 w 10267951"/>
              <a:gd name="connsiteY297" fmla="*/ 4858804 h 6842188"/>
              <a:gd name="connsiteX298" fmla="*/ 9185045 w 10267951"/>
              <a:gd name="connsiteY298" fmla="*/ 4855982 h 6842188"/>
              <a:gd name="connsiteX299" fmla="*/ 9233260 w 10267951"/>
              <a:gd name="connsiteY299" fmla="*/ 4832184 h 6842188"/>
              <a:gd name="connsiteX300" fmla="*/ 9239026 w 10267951"/>
              <a:gd name="connsiteY300" fmla="*/ 4829607 h 6842188"/>
              <a:gd name="connsiteX301" fmla="*/ 9290675 w 10267951"/>
              <a:gd name="connsiteY301" fmla="*/ 4809241 h 6842188"/>
              <a:gd name="connsiteX302" fmla="*/ 9296073 w 10267951"/>
              <a:gd name="connsiteY302" fmla="*/ 4807402 h 6842188"/>
              <a:gd name="connsiteX303" fmla="*/ 9350176 w 10267951"/>
              <a:gd name="connsiteY303" fmla="*/ 4790593 h 6842188"/>
              <a:gd name="connsiteX304" fmla="*/ 9356554 w 10267951"/>
              <a:gd name="connsiteY304" fmla="*/ 4788876 h 6842188"/>
              <a:gd name="connsiteX305" fmla="*/ 9414462 w 10267951"/>
              <a:gd name="connsiteY305" fmla="*/ 4776608 h 6842188"/>
              <a:gd name="connsiteX306" fmla="*/ 9420228 w 10267951"/>
              <a:gd name="connsiteY306" fmla="*/ 4775504 h 6842188"/>
              <a:gd name="connsiteX307" fmla="*/ 9481568 w 10267951"/>
              <a:gd name="connsiteY307" fmla="*/ 4767284 h 6842188"/>
              <a:gd name="connsiteX308" fmla="*/ 9488438 w 10267951"/>
              <a:gd name="connsiteY308" fmla="*/ 4767284 h 6842188"/>
              <a:gd name="connsiteX309" fmla="*/ 10267950 w 10267951"/>
              <a:gd name="connsiteY309" fmla="*/ 0 h 6842188"/>
              <a:gd name="connsiteX310" fmla="*/ 10267951 w 10267951"/>
              <a:gd name="connsiteY310" fmla="*/ 0 h 6842188"/>
              <a:gd name="connsiteX311" fmla="*/ 10267951 w 10267951"/>
              <a:gd name="connsiteY311" fmla="*/ 5627 h 6842188"/>
              <a:gd name="connsiteX312" fmla="*/ 10267950 w 10267951"/>
              <a:gd name="connsiteY312" fmla="*/ 5627 h 6842188"/>
              <a:gd name="connsiteX313" fmla="*/ 830077 w 10267951"/>
              <a:gd name="connsiteY313" fmla="*/ 0 h 6842188"/>
              <a:gd name="connsiteX314" fmla="*/ 1037467 w 10267951"/>
              <a:gd name="connsiteY314" fmla="*/ 0 h 6842188"/>
              <a:gd name="connsiteX315" fmla="*/ 1037467 w 10267951"/>
              <a:gd name="connsiteY315" fmla="*/ 7656 h 6842188"/>
              <a:gd name="connsiteX316" fmla="*/ 1036387 w 10267951"/>
              <a:gd name="connsiteY316" fmla="*/ 8694 h 6842188"/>
              <a:gd name="connsiteX317" fmla="*/ 1035283 w 10267951"/>
              <a:gd name="connsiteY317" fmla="*/ 9799 h 6842188"/>
              <a:gd name="connsiteX318" fmla="*/ 1025469 w 10267951"/>
              <a:gd name="connsiteY318" fmla="*/ 19123 h 6842188"/>
              <a:gd name="connsiteX319" fmla="*/ 986947 w 10267951"/>
              <a:gd name="connsiteY319" fmla="*/ 58381 h 6842188"/>
              <a:gd name="connsiteX320" fmla="*/ 927200 w 10267951"/>
              <a:gd name="connsiteY320" fmla="*/ 121684 h 6842188"/>
              <a:gd name="connsiteX321" fmla="*/ 891131 w 10267951"/>
              <a:gd name="connsiteY321" fmla="*/ 161925 h 6842188"/>
              <a:gd name="connsiteX322" fmla="*/ 851260 w 10267951"/>
              <a:gd name="connsiteY322" fmla="*/ 207440 h 6842188"/>
              <a:gd name="connsiteX323" fmla="*/ 809180 w 10267951"/>
              <a:gd name="connsiteY323" fmla="*/ 257248 h 6842188"/>
              <a:gd name="connsiteX324" fmla="*/ 763788 w 10267951"/>
              <a:gd name="connsiteY324" fmla="*/ 312700 h 6842188"/>
              <a:gd name="connsiteX325" fmla="*/ 716800 w 10267951"/>
              <a:gd name="connsiteY325" fmla="*/ 372447 h 6842188"/>
              <a:gd name="connsiteX326" fmla="*/ 668343 w 10267951"/>
              <a:gd name="connsiteY326" fmla="*/ 436610 h 6842188"/>
              <a:gd name="connsiteX327" fmla="*/ 619269 w 10267951"/>
              <a:gd name="connsiteY327" fmla="*/ 505066 h 6842188"/>
              <a:gd name="connsiteX328" fmla="*/ 569581 w 10267951"/>
              <a:gd name="connsiteY328" fmla="*/ 577448 h 6842188"/>
              <a:gd name="connsiteX329" fmla="*/ 520509 w 10267951"/>
              <a:gd name="connsiteY329" fmla="*/ 653511 h 6842188"/>
              <a:gd name="connsiteX330" fmla="*/ 471436 w 10267951"/>
              <a:gd name="connsiteY330" fmla="*/ 733500 h 6842188"/>
              <a:gd name="connsiteX331" fmla="*/ 424450 w 10267951"/>
              <a:gd name="connsiteY331" fmla="*/ 816187 h 6842188"/>
              <a:gd name="connsiteX332" fmla="*/ 379548 w 10267951"/>
              <a:gd name="connsiteY332" fmla="*/ 902065 h 6842188"/>
              <a:gd name="connsiteX333" fmla="*/ 336978 w 10267951"/>
              <a:gd name="connsiteY333" fmla="*/ 990763 h 6842188"/>
              <a:gd name="connsiteX334" fmla="*/ 298086 w 10267951"/>
              <a:gd name="connsiteY334" fmla="*/ 1082040 h 6842188"/>
              <a:gd name="connsiteX335" fmla="*/ 261282 w 10267951"/>
              <a:gd name="connsiteY335" fmla="*/ 1175401 h 6842188"/>
              <a:gd name="connsiteX336" fmla="*/ 229508 w 10267951"/>
              <a:gd name="connsiteY336" fmla="*/ 1271215 h 6842188"/>
              <a:gd name="connsiteX337" fmla="*/ 202395 w 10267951"/>
              <a:gd name="connsiteY337" fmla="*/ 1369361 h 6842188"/>
              <a:gd name="connsiteX338" fmla="*/ 180189 w 10267951"/>
              <a:gd name="connsiteY338" fmla="*/ 1468733 h 6842188"/>
              <a:gd name="connsiteX339" fmla="*/ 163873 w 10267951"/>
              <a:gd name="connsiteY339" fmla="*/ 1569210 h 6842188"/>
              <a:gd name="connsiteX340" fmla="*/ 153935 w 10267951"/>
              <a:gd name="connsiteY340" fmla="*/ 1671281 h 6842188"/>
              <a:gd name="connsiteX341" fmla="*/ 150256 w 10267951"/>
              <a:gd name="connsiteY341" fmla="*/ 1774211 h 6842188"/>
              <a:gd name="connsiteX342" fmla="*/ 154672 w 10267951"/>
              <a:gd name="connsiteY342" fmla="*/ 1877878 h 6842188"/>
              <a:gd name="connsiteX343" fmla="*/ 166940 w 10267951"/>
              <a:gd name="connsiteY343" fmla="*/ 1981912 h 6842188"/>
              <a:gd name="connsiteX344" fmla="*/ 187673 w 10267951"/>
              <a:gd name="connsiteY344" fmla="*/ 2086805 h 6842188"/>
              <a:gd name="connsiteX345" fmla="*/ 201168 w 10267951"/>
              <a:gd name="connsiteY345" fmla="*/ 2139068 h 6842188"/>
              <a:gd name="connsiteX346" fmla="*/ 217117 w 10267951"/>
              <a:gd name="connsiteY346" fmla="*/ 2191207 h 6842188"/>
              <a:gd name="connsiteX347" fmla="*/ 235396 w 10267951"/>
              <a:gd name="connsiteY347" fmla="*/ 2243592 h 6842188"/>
              <a:gd name="connsiteX348" fmla="*/ 259319 w 10267951"/>
              <a:gd name="connsiteY348" fmla="*/ 2302603 h 6842188"/>
              <a:gd name="connsiteX349" fmla="*/ 259932 w 10267951"/>
              <a:gd name="connsiteY349" fmla="*/ 2303830 h 6842188"/>
              <a:gd name="connsiteX350" fmla="*/ 263982 w 10267951"/>
              <a:gd name="connsiteY350" fmla="*/ 2312417 h 6842188"/>
              <a:gd name="connsiteX351" fmla="*/ 279562 w 10267951"/>
              <a:gd name="connsiteY351" fmla="*/ 2340021 h 6842188"/>
              <a:gd name="connsiteX352" fmla="*/ 302994 w 10267951"/>
              <a:gd name="connsiteY352" fmla="*/ 2378421 h 6842188"/>
              <a:gd name="connsiteX353" fmla="*/ 318453 w 10267951"/>
              <a:gd name="connsiteY353" fmla="*/ 2400994 h 6842188"/>
              <a:gd name="connsiteX354" fmla="*/ 336363 w 10267951"/>
              <a:gd name="connsiteY354" fmla="*/ 2425531 h 6842188"/>
              <a:gd name="connsiteX355" fmla="*/ 356239 w 10267951"/>
              <a:gd name="connsiteY355" fmla="*/ 2451662 h 6842188"/>
              <a:gd name="connsiteX356" fmla="*/ 404330 w 10267951"/>
              <a:gd name="connsiteY356" fmla="*/ 2507850 h 6842188"/>
              <a:gd name="connsiteX357" fmla="*/ 432669 w 10267951"/>
              <a:gd name="connsiteY357" fmla="*/ 2537171 h 6842188"/>
              <a:gd name="connsiteX358" fmla="*/ 463709 w 10267951"/>
              <a:gd name="connsiteY358" fmla="*/ 2567719 h 6842188"/>
              <a:gd name="connsiteX359" fmla="*/ 497445 w 10267951"/>
              <a:gd name="connsiteY359" fmla="*/ 2598143 h 6842188"/>
              <a:gd name="connsiteX360" fmla="*/ 534249 w 10267951"/>
              <a:gd name="connsiteY360" fmla="*/ 2629060 h 6842188"/>
              <a:gd name="connsiteX361" fmla="*/ 573998 w 10267951"/>
              <a:gd name="connsiteY361" fmla="*/ 2659484 h 6842188"/>
              <a:gd name="connsiteX362" fmla="*/ 616937 w 10267951"/>
              <a:gd name="connsiteY362" fmla="*/ 2689542 h 6842188"/>
              <a:gd name="connsiteX363" fmla="*/ 663189 w 10267951"/>
              <a:gd name="connsiteY363" fmla="*/ 2718864 h 6842188"/>
              <a:gd name="connsiteX364" fmla="*/ 712874 w 10267951"/>
              <a:gd name="connsiteY364" fmla="*/ 2747816 h 6842188"/>
              <a:gd name="connsiteX365" fmla="*/ 765751 w 10267951"/>
              <a:gd name="connsiteY365" fmla="*/ 2775174 h 6842188"/>
              <a:gd name="connsiteX366" fmla="*/ 822307 w 10267951"/>
              <a:gd name="connsiteY366" fmla="*/ 2801306 h 6842188"/>
              <a:gd name="connsiteX367" fmla="*/ 881931 w 10267951"/>
              <a:gd name="connsiteY367" fmla="*/ 2825842 h 6842188"/>
              <a:gd name="connsiteX368" fmla="*/ 945603 w 10267951"/>
              <a:gd name="connsiteY368" fmla="*/ 2848415 h 6842188"/>
              <a:gd name="connsiteX369" fmla="*/ 1013323 w 10267951"/>
              <a:gd name="connsiteY369" fmla="*/ 2868658 h 6842188"/>
              <a:gd name="connsiteX370" fmla="*/ 1084110 w 10267951"/>
              <a:gd name="connsiteY370" fmla="*/ 2886446 h 6842188"/>
              <a:gd name="connsiteX371" fmla="*/ 1159315 w 10267951"/>
              <a:gd name="connsiteY371" fmla="*/ 2901537 h 6842188"/>
              <a:gd name="connsiteX372" fmla="*/ 1238444 w 10267951"/>
              <a:gd name="connsiteY372" fmla="*/ 2913805 h 6842188"/>
              <a:gd name="connsiteX373" fmla="*/ 1321254 w 10267951"/>
              <a:gd name="connsiteY373" fmla="*/ 2922515 h 6842188"/>
              <a:gd name="connsiteX374" fmla="*/ 1408726 w 10267951"/>
              <a:gd name="connsiteY374" fmla="*/ 2928037 h 6842188"/>
              <a:gd name="connsiteX375" fmla="*/ 1499879 w 10267951"/>
              <a:gd name="connsiteY375" fmla="*/ 2929630 h 6842188"/>
              <a:gd name="connsiteX376" fmla="*/ 1599253 w 10267951"/>
              <a:gd name="connsiteY376" fmla="*/ 2926932 h 6842188"/>
              <a:gd name="connsiteX377" fmla="*/ 1601092 w 10267951"/>
              <a:gd name="connsiteY377" fmla="*/ 2926932 h 6842188"/>
              <a:gd name="connsiteX378" fmla="*/ 1611520 w 10267951"/>
              <a:gd name="connsiteY378" fmla="*/ 2926196 h 6842188"/>
              <a:gd name="connsiteX379" fmla="*/ 1613360 w 10267951"/>
              <a:gd name="connsiteY379" fmla="*/ 2926196 h 6842188"/>
              <a:gd name="connsiteX380" fmla="*/ 1658631 w 10267951"/>
              <a:gd name="connsiteY380" fmla="*/ 2924355 h 6842188"/>
              <a:gd name="connsiteX381" fmla="*/ 1660225 w 10267951"/>
              <a:gd name="connsiteY381" fmla="*/ 2924355 h 6842188"/>
              <a:gd name="connsiteX382" fmla="*/ 1733834 w 10267951"/>
              <a:gd name="connsiteY382" fmla="*/ 2922882 h 6842188"/>
              <a:gd name="connsiteX383" fmla="*/ 1779717 w 10267951"/>
              <a:gd name="connsiteY383" fmla="*/ 2922882 h 6842188"/>
              <a:gd name="connsiteX384" fmla="*/ 1781067 w 10267951"/>
              <a:gd name="connsiteY384" fmla="*/ 2922882 h 6842188"/>
              <a:gd name="connsiteX385" fmla="*/ 1831612 w 10267951"/>
              <a:gd name="connsiteY385" fmla="*/ 2922882 h 6842188"/>
              <a:gd name="connsiteX386" fmla="*/ 1888292 w 10267951"/>
              <a:gd name="connsiteY386" fmla="*/ 2923988 h 6842188"/>
              <a:gd name="connsiteX387" fmla="*/ 1889640 w 10267951"/>
              <a:gd name="connsiteY387" fmla="*/ 2923988 h 6842188"/>
              <a:gd name="connsiteX388" fmla="*/ 1950000 w 10267951"/>
              <a:gd name="connsiteY388" fmla="*/ 2926318 h 6842188"/>
              <a:gd name="connsiteX389" fmla="*/ 2015267 w 10267951"/>
              <a:gd name="connsiteY389" fmla="*/ 2929875 h 6842188"/>
              <a:gd name="connsiteX390" fmla="*/ 2084827 w 10267951"/>
              <a:gd name="connsiteY390" fmla="*/ 2934537 h 6842188"/>
              <a:gd name="connsiteX391" fmla="*/ 2156719 w 10267951"/>
              <a:gd name="connsiteY391" fmla="*/ 2940427 h 6842188"/>
              <a:gd name="connsiteX392" fmla="*/ 2158804 w 10267951"/>
              <a:gd name="connsiteY392" fmla="*/ 2940427 h 6842188"/>
              <a:gd name="connsiteX393" fmla="*/ 2232413 w 10267951"/>
              <a:gd name="connsiteY393" fmla="*/ 2948524 h 6842188"/>
              <a:gd name="connsiteX394" fmla="*/ 2234376 w 10267951"/>
              <a:gd name="connsiteY394" fmla="*/ 2948524 h 6842188"/>
              <a:gd name="connsiteX395" fmla="*/ 2389446 w 10267951"/>
              <a:gd name="connsiteY395" fmla="*/ 2969870 h 6842188"/>
              <a:gd name="connsiteX396" fmla="*/ 2392269 w 10267951"/>
              <a:gd name="connsiteY396" fmla="*/ 2969870 h 6842188"/>
              <a:gd name="connsiteX397" fmla="*/ 2471030 w 10267951"/>
              <a:gd name="connsiteY397" fmla="*/ 2983733 h 6842188"/>
              <a:gd name="connsiteX398" fmla="*/ 2472993 w 10267951"/>
              <a:gd name="connsiteY398" fmla="*/ 2983733 h 6842188"/>
              <a:gd name="connsiteX399" fmla="*/ 2553103 w 10267951"/>
              <a:gd name="connsiteY399" fmla="*/ 2999927 h 6842188"/>
              <a:gd name="connsiteX400" fmla="*/ 2555434 w 10267951"/>
              <a:gd name="connsiteY400" fmla="*/ 2999927 h 6842188"/>
              <a:gd name="connsiteX401" fmla="*/ 2635792 w 10267951"/>
              <a:gd name="connsiteY401" fmla="*/ 3018696 h 6842188"/>
              <a:gd name="connsiteX402" fmla="*/ 2638122 w 10267951"/>
              <a:gd name="connsiteY402" fmla="*/ 3019312 h 6842188"/>
              <a:gd name="connsiteX403" fmla="*/ 2718602 w 10267951"/>
              <a:gd name="connsiteY403" fmla="*/ 3040903 h 6842188"/>
              <a:gd name="connsiteX404" fmla="*/ 2720810 w 10267951"/>
              <a:gd name="connsiteY404" fmla="*/ 3041517 h 6842188"/>
              <a:gd name="connsiteX405" fmla="*/ 2801044 w 10267951"/>
              <a:gd name="connsiteY405" fmla="*/ 3066052 h 6842188"/>
              <a:gd name="connsiteX406" fmla="*/ 2803743 w 10267951"/>
              <a:gd name="connsiteY406" fmla="*/ 3066913 h 6842188"/>
              <a:gd name="connsiteX407" fmla="*/ 2882750 w 10267951"/>
              <a:gd name="connsiteY407" fmla="*/ 3094024 h 6842188"/>
              <a:gd name="connsiteX408" fmla="*/ 2885694 w 10267951"/>
              <a:gd name="connsiteY408" fmla="*/ 3095128 h 6842188"/>
              <a:gd name="connsiteX409" fmla="*/ 2963720 w 10267951"/>
              <a:gd name="connsiteY409" fmla="*/ 3125553 h 6842188"/>
              <a:gd name="connsiteX410" fmla="*/ 2966911 w 10267951"/>
              <a:gd name="connsiteY410" fmla="*/ 3126903 h 6842188"/>
              <a:gd name="connsiteX411" fmla="*/ 3042728 w 10267951"/>
              <a:gd name="connsiteY411" fmla="*/ 3160764 h 6842188"/>
              <a:gd name="connsiteX412" fmla="*/ 3046040 w 10267951"/>
              <a:gd name="connsiteY412" fmla="*/ 3162235 h 6842188"/>
              <a:gd name="connsiteX413" fmla="*/ 3119649 w 10267951"/>
              <a:gd name="connsiteY413" fmla="*/ 3199040 h 6842188"/>
              <a:gd name="connsiteX414" fmla="*/ 3123453 w 10267951"/>
              <a:gd name="connsiteY414" fmla="*/ 3201003 h 6842188"/>
              <a:gd name="connsiteX415" fmla="*/ 3194118 w 10267951"/>
              <a:gd name="connsiteY415" fmla="*/ 3241733 h 6842188"/>
              <a:gd name="connsiteX416" fmla="*/ 3197675 w 10267951"/>
              <a:gd name="connsiteY416" fmla="*/ 3243819 h 6842188"/>
              <a:gd name="connsiteX417" fmla="*/ 3265763 w 10267951"/>
              <a:gd name="connsiteY417" fmla="*/ 3287984 h 6842188"/>
              <a:gd name="connsiteX418" fmla="*/ 3269934 w 10267951"/>
              <a:gd name="connsiteY418" fmla="*/ 3290928 h 6842188"/>
              <a:gd name="connsiteX419" fmla="*/ 3334219 w 10267951"/>
              <a:gd name="connsiteY419" fmla="*/ 3339388 h 6842188"/>
              <a:gd name="connsiteX420" fmla="*/ 3338268 w 10267951"/>
              <a:gd name="connsiteY420" fmla="*/ 3342578 h 6842188"/>
              <a:gd name="connsiteX421" fmla="*/ 3398628 w 10267951"/>
              <a:gd name="connsiteY421" fmla="*/ 3394472 h 6842188"/>
              <a:gd name="connsiteX422" fmla="*/ 3402677 w 10267951"/>
              <a:gd name="connsiteY422" fmla="*/ 3398275 h 6842188"/>
              <a:gd name="connsiteX423" fmla="*/ 3458620 w 10267951"/>
              <a:gd name="connsiteY423" fmla="*/ 3453971 h 6842188"/>
              <a:gd name="connsiteX424" fmla="*/ 3462668 w 10267951"/>
              <a:gd name="connsiteY424" fmla="*/ 3458389 h 6842188"/>
              <a:gd name="connsiteX425" fmla="*/ 3514440 w 10267951"/>
              <a:gd name="connsiteY425" fmla="*/ 3518626 h 6842188"/>
              <a:gd name="connsiteX426" fmla="*/ 3518243 w 10267951"/>
              <a:gd name="connsiteY426" fmla="*/ 3523534 h 6842188"/>
              <a:gd name="connsiteX427" fmla="*/ 3566090 w 10267951"/>
              <a:gd name="connsiteY427" fmla="*/ 3589537 h 6842188"/>
              <a:gd name="connsiteX428" fmla="*/ 3567806 w 10267951"/>
              <a:gd name="connsiteY428" fmla="*/ 3591867 h 6842188"/>
              <a:gd name="connsiteX429" fmla="*/ 3568788 w 10267951"/>
              <a:gd name="connsiteY429" fmla="*/ 3593463 h 6842188"/>
              <a:gd name="connsiteX430" fmla="*/ 3569770 w 10267951"/>
              <a:gd name="connsiteY430" fmla="*/ 3595057 h 6842188"/>
              <a:gd name="connsiteX431" fmla="*/ 3575045 w 10267951"/>
              <a:gd name="connsiteY431" fmla="*/ 3603399 h 6842188"/>
              <a:gd name="connsiteX432" fmla="*/ 3577008 w 10267951"/>
              <a:gd name="connsiteY432" fmla="*/ 3606467 h 6842188"/>
              <a:gd name="connsiteX433" fmla="*/ 3585472 w 10267951"/>
              <a:gd name="connsiteY433" fmla="*/ 3621435 h 6842188"/>
              <a:gd name="connsiteX434" fmla="*/ 3587312 w 10267951"/>
              <a:gd name="connsiteY434" fmla="*/ 3624870 h 6842188"/>
              <a:gd name="connsiteX435" fmla="*/ 3598846 w 10267951"/>
              <a:gd name="connsiteY435" fmla="*/ 3647934 h 6842188"/>
              <a:gd name="connsiteX436" fmla="*/ 3600195 w 10267951"/>
              <a:gd name="connsiteY436" fmla="*/ 3650509 h 6842188"/>
              <a:gd name="connsiteX437" fmla="*/ 3614426 w 10267951"/>
              <a:gd name="connsiteY437" fmla="*/ 3681916 h 6842188"/>
              <a:gd name="connsiteX438" fmla="*/ 3615653 w 10267951"/>
              <a:gd name="connsiteY438" fmla="*/ 3684738 h 6842188"/>
              <a:gd name="connsiteX439" fmla="*/ 3631601 w 10267951"/>
              <a:gd name="connsiteY439" fmla="*/ 3723872 h 6842188"/>
              <a:gd name="connsiteX440" fmla="*/ 3632705 w 10267951"/>
              <a:gd name="connsiteY440" fmla="*/ 3726573 h 6842188"/>
              <a:gd name="connsiteX441" fmla="*/ 3649758 w 10267951"/>
              <a:gd name="connsiteY441" fmla="*/ 3773559 h 6842188"/>
              <a:gd name="connsiteX442" fmla="*/ 3651108 w 10267951"/>
              <a:gd name="connsiteY442" fmla="*/ 3777485 h 6842188"/>
              <a:gd name="connsiteX443" fmla="*/ 3667916 w 10267951"/>
              <a:gd name="connsiteY443" fmla="*/ 3833061 h 6842188"/>
              <a:gd name="connsiteX444" fmla="*/ 3668774 w 10267951"/>
              <a:gd name="connsiteY444" fmla="*/ 3836005 h 6842188"/>
              <a:gd name="connsiteX445" fmla="*/ 3685458 w 10267951"/>
              <a:gd name="connsiteY445" fmla="*/ 3900168 h 6842188"/>
              <a:gd name="connsiteX446" fmla="*/ 3686195 w 10267951"/>
              <a:gd name="connsiteY446" fmla="*/ 3903481 h 6842188"/>
              <a:gd name="connsiteX447" fmla="*/ 3701899 w 10267951"/>
              <a:gd name="connsiteY447" fmla="*/ 3977090 h 6842188"/>
              <a:gd name="connsiteX448" fmla="*/ 3701899 w 10267951"/>
              <a:gd name="connsiteY448" fmla="*/ 3980034 h 6842188"/>
              <a:gd name="connsiteX449" fmla="*/ 3716130 w 10267951"/>
              <a:gd name="connsiteY449" fmla="*/ 4062477 h 6842188"/>
              <a:gd name="connsiteX450" fmla="*/ 3716130 w 10267951"/>
              <a:gd name="connsiteY450" fmla="*/ 4065666 h 6842188"/>
              <a:gd name="connsiteX451" fmla="*/ 3721772 w 10267951"/>
              <a:gd name="connsiteY451" fmla="*/ 4109830 h 6842188"/>
              <a:gd name="connsiteX452" fmla="*/ 3727294 w 10267951"/>
              <a:gd name="connsiteY452" fmla="*/ 4158291 h 6842188"/>
              <a:gd name="connsiteX453" fmla="*/ 3727294 w 10267951"/>
              <a:gd name="connsiteY453" fmla="*/ 4159885 h 6842188"/>
              <a:gd name="connsiteX454" fmla="*/ 3731956 w 10267951"/>
              <a:gd name="connsiteY454" fmla="*/ 4209940 h 6842188"/>
              <a:gd name="connsiteX455" fmla="*/ 3731956 w 10267951"/>
              <a:gd name="connsiteY455" fmla="*/ 4211290 h 6842188"/>
              <a:gd name="connsiteX456" fmla="*/ 3735757 w 10267951"/>
              <a:gd name="connsiteY456" fmla="*/ 4263061 h 6842188"/>
              <a:gd name="connsiteX457" fmla="*/ 3735757 w 10267951"/>
              <a:gd name="connsiteY457" fmla="*/ 4264901 h 6842188"/>
              <a:gd name="connsiteX458" fmla="*/ 3738457 w 10267951"/>
              <a:gd name="connsiteY458" fmla="*/ 4319004 h 6842188"/>
              <a:gd name="connsiteX459" fmla="*/ 3738457 w 10267951"/>
              <a:gd name="connsiteY459" fmla="*/ 4320844 h 6842188"/>
              <a:gd name="connsiteX460" fmla="*/ 3740052 w 10267951"/>
              <a:gd name="connsiteY460" fmla="*/ 4377769 h 6842188"/>
              <a:gd name="connsiteX461" fmla="*/ 3740052 w 10267951"/>
              <a:gd name="connsiteY461" fmla="*/ 4379241 h 6842188"/>
              <a:gd name="connsiteX462" fmla="*/ 3740052 w 10267951"/>
              <a:gd name="connsiteY462" fmla="*/ 4438742 h 6842188"/>
              <a:gd name="connsiteX463" fmla="*/ 3740052 w 10267951"/>
              <a:gd name="connsiteY463" fmla="*/ 4440215 h 6842188"/>
              <a:gd name="connsiteX464" fmla="*/ 3739317 w 10267951"/>
              <a:gd name="connsiteY464" fmla="*/ 4502537 h 6842188"/>
              <a:gd name="connsiteX465" fmla="*/ 3739317 w 10267951"/>
              <a:gd name="connsiteY465" fmla="*/ 4503886 h 6842188"/>
              <a:gd name="connsiteX466" fmla="*/ 3737354 w 10267951"/>
              <a:gd name="connsiteY466" fmla="*/ 4568416 h 6842188"/>
              <a:gd name="connsiteX467" fmla="*/ 3737354 w 10267951"/>
              <a:gd name="connsiteY467" fmla="*/ 4570134 h 6842188"/>
              <a:gd name="connsiteX468" fmla="*/ 3726679 w 10267951"/>
              <a:gd name="connsiteY468" fmla="*/ 4773173 h 6842188"/>
              <a:gd name="connsiteX469" fmla="*/ 3722754 w 10267951"/>
              <a:gd name="connsiteY469" fmla="*/ 4909227 h 6842188"/>
              <a:gd name="connsiteX470" fmla="*/ 3703985 w 10267951"/>
              <a:gd name="connsiteY470" fmla="*/ 5801740 h 6842188"/>
              <a:gd name="connsiteX471" fmla="*/ 3706438 w 10267951"/>
              <a:gd name="connsiteY471" fmla="*/ 5878906 h 6842188"/>
              <a:gd name="connsiteX472" fmla="*/ 3710363 w 10267951"/>
              <a:gd name="connsiteY472" fmla="*/ 5940247 h 6842188"/>
              <a:gd name="connsiteX473" fmla="*/ 3716743 w 10267951"/>
              <a:gd name="connsiteY473" fmla="*/ 6013856 h 6842188"/>
              <a:gd name="connsiteX474" fmla="*/ 3726679 w 10267951"/>
              <a:gd name="connsiteY474" fmla="*/ 6097648 h 6842188"/>
              <a:gd name="connsiteX475" fmla="*/ 3741034 w 10267951"/>
              <a:gd name="connsiteY475" fmla="*/ 6188678 h 6842188"/>
              <a:gd name="connsiteX476" fmla="*/ 3760173 w 10267951"/>
              <a:gd name="connsiteY476" fmla="*/ 6284862 h 6842188"/>
              <a:gd name="connsiteX477" fmla="*/ 3777960 w 10267951"/>
              <a:gd name="connsiteY477" fmla="*/ 6362028 h 6842188"/>
              <a:gd name="connsiteX478" fmla="*/ 3797468 w 10267951"/>
              <a:gd name="connsiteY478" fmla="*/ 6437968 h 6842188"/>
              <a:gd name="connsiteX479" fmla="*/ 3820531 w 10267951"/>
              <a:gd name="connsiteY479" fmla="*/ 6511576 h 6842188"/>
              <a:gd name="connsiteX480" fmla="*/ 3848012 w 10267951"/>
              <a:gd name="connsiteY480" fmla="*/ 6583469 h 6842188"/>
              <a:gd name="connsiteX481" fmla="*/ 3881014 w 10267951"/>
              <a:gd name="connsiteY481" fmla="*/ 6653152 h 6842188"/>
              <a:gd name="connsiteX482" fmla="*/ 3921499 w 10267951"/>
              <a:gd name="connsiteY482" fmla="*/ 6720014 h 6842188"/>
              <a:gd name="connsiteX483" fmla="*/ 3944685 w 10267951"/>
              <a:gd name="connsiteY483" fmla="*/ 6752525 h 6842188"/>
              <a:gd name="connsiteX484" fmla="*/ 3970081 w 10267951"/>
              <a:gd name="connsiteY484" fmla="*/ 6784176 h 6842188"/>
              <a:gd name="connsiteX485" fmla="*/ 3997929 w 10267951"/>
              <a:gd name="connsiteY485" fmla="*/ 6814602 h 6842188"/>
              <a:gd name="connsiteX486" fmla="*/ 4027527 w 10267951"/>
              <a:gd name="connsiteY486" fmla="*/ 6842188 h 6842188"/>
              <a:gd name="connsiteX487" fmla="*/ 3823538 w 10267951"/>
              <a:gd name="connsiteY487" fmla="*/ 6842188 h 6842188"/>
              <a:gd name="connsiteX488" fmla="*/ 3797835 w 10267951"/>
              <a:gd name="connsiteY488" fmla="*/ 6805644 h 6842188"/>
              <a:gd name="connsiteX489" fmla="*/ 3794769 w 10267951"/>
              <a:gd name="connsiteY489" fmla="*/ 6800983 h 6842188"/>
              <a:gd name="connsiteX490" fmla="*/ 3750725 w 10267951"/>
              <a:gd name="connsiteY490" fmla="*/ 6728356 h 6842188"/>
              <a:gd name="connsiteX491" fmla="*/ 3747044 w 10267951"/>
              <a:gd name="connsiteY491" fmla="*/ 6721608 h 6842188"/>
              <a:gd name="connsiteX492" fmla="*/ 3711099 w 10267951"/>
              <a:gd name="connsiteY492" fmla="*/ 6645669 h 6842188"/>
              <a:gd name="connsiteX493" fmla="*/ 3708767 w 10267951"/>
              <a:gd name="connsiteY493" fmla="*/ 6640148 h 6842188"/>
              <a:gd name="connsiteX494" fmla="*/ 3679448 w 10267951"/>
              <a:gd name="connsiteY494" fmla="*/ 6563227 h 6842188"/>
              <a:gd name="connsiteX495" fmla="*/ 3677852 w 10267951"/>
              <a:gd name="connsiteY495" fmla="*/ 6558686 h 6842188"/>
              <a:gd name="connsiteX496" fmla="*/ 3653315 w 10267951"/>
              <a:gd name="connsiteY496" fmla="*/ 6480660 h 6842188"/>
              <a:gd name="connsiteX497" fmla="*/ 3652212 w 10267951"/>
              <a:gd name="connsiteY497" fmla="*/ 6476858 h 6842188"/>
              <a:gd name="connsiteX498" fmla="*/ 3632092 w 10267951"/>
              <a:gd name="connsiteY498" fmla="*/ 6398220 h 6842188"/>
              <a:gd name="connsiteX499" fmla="*/ 3632092 w 10267951"/>
              <a:gd name="connsiteY499" fmla="*/ 6396502 h 6842188"/>
              <a:gd name="connsiteX500" fmla="*/ 3613690 w 10267951"/>
              <a:gd name="connsiteY500" fmla="*/ 6317249 h 6842188"/>
              <a:gd name="connsiteX501" fmla="*/ 3613690 w 10267951"/>
              <a:gd name="connsiteY501" fmla="*/ 6314917 h 6842188"/>
              <a:gd name="connsiteX502" fmla="*/ 3594061 w 10267951"/>
              <a:gd name="connsiteY502" fmla="*/ 6216035 h 6842188"/>
              <a:gd name="connsiteX503" fmla="*/ 3594061 w 10267951"/>
              <a:gd name="connsiteY503" fmla="*/ 6213091 h 6842188"/>
              <a:gd name="connsiteX504" fmla="*/ 3579340 w 10267951"/>
              <a:gd name="connsiteY504" fmla="*/ 6119118 h 6842188"/>
              <a:gd name="connsiteX505" fmla="*/ 3579340 w 10267951"/>
              <a:gd name="connsiteY505" fmla="*/ 6116420 h 6842188"/>
              <a:gd name="connsiteX506" fmla="*/ 3569034 w 10267951"/>
              <a:gd name="connsiteY506" fmla="*/ 6029806 h 6842188"/>
              <a:gd name="connsiteX507" fmla="*/ 3569034 w 10267951"/>
              <a:gd name="connsiteY507" fmla="*/ 6028088 h 6842188"/>
              <a:gd name="connsiteX508" fmla="*/ 3562408 w 10267951"/>
              <a:gd name="connsiteY508" fmla="*/ 5951166 h 6842188"/>
              <a:gd name="connsiteX509" fmla="*/ 3559955 w 10267951"/>
              <a:gd name="connsiteY509" fmla="*/ 5916937 h 6842188"/>
              <a:gd name="connsiteX510" fmla="*/ 3559955 w 10267951"/>
              <a:gd name="connsiteY510" fmla="*/ 5915588 h 6842188"/>
              <a:gd name="connsiteX511" fmla="*/ 3557010 w 10267951"/>
              <a:gd name="connsiteY511" fmla="*/ 5858419 h 6842188"/>
              <a:gd name="connsiteX512" fmla="*/ 3557010 w 10267951"/>
              <a:gd name="connsiteY512" fmla="*/ 5856209 h 6842188"/>
              <a:gd name="connsiteX513" fmla="*/ 3555785 w 10267951"/>
              <a:gd name="connsiteY513" fmla="*/ 5804561 h 6842188"/>
              <a:gd name="connsiteX514" fmla="*/ 3555785 w 10267951"/>
              <a:gd name="connsiteY514" fmla="*/ 5787877 h 6842188"/>
              <a:gd name="connsiteX515" fmla="*/ 3574432 w 10267951"/>
              <a:gd name="connsiteY515" fmla="*/ 4904564 h 6842188"/>
              <a:gd name="connsiteX516" fmla="*/ 3578479 w 10267951"/>
              <a:gd name="connsiteY516" fmla="*/ 4766917 h 6842188"/>
              <a:gd name="connsiteX517" fmla="*/ 3578479 w 10267951"/>
              <a:gd name="connsiteY517" fmla="*/ 4765198 h 6842188"/>
              <a:gd name="connsiteX518" fmla="*/ 3589154 w 10267951"/>
              <a:gd name="connsiteY518" fmla="*/ 4562160 h 6842188"/>
              <a:gd name="connsiteX519" fmla="*/ 3590993 w 10267951"/>
              <a:gd name="connsiteY519" fmla="*/ 4499102 h 6842188"/>
              <a:gd name="connsiteX520" fmla="*/ 3591852 w 10267951"/>
              <a:gd name="connsiteY520" fmla="*/ 4437760 h 6842188"/>
              <a:gd name="connsiteX521" fmla="*/ 3591852 w 10267951"/>
              <a:gd name="connsiteY521" fmla="*/ 4379855 h 6842188"/>
              <a:gd name="connsiteX522" fmla="*/ 3590380 w 10267951"/>
              <a:gd name="connsiteY522" fmla="*/ 4324524 h 6842188"/>
              <a:gd name="connsiteX523" fmla="*/ 3587803 w 10267951"/>
              <a:gd name="connsiteY523" fmla="*/ 4272262 h 6842188"/>
              <a:gd name="connsiteX524" fmla="*/ 3584122 w 10267951"/>
              <a:gd name="connsiteY524" fmla="*/ 4222085 h 6842188"/>
              <a:gd name="connsiteX525" fmla="*/ 3579584 w 10267951"/>
              <a:gd name="connsiteY525" fmla="*/ 4173625 h 6842188"/>
              <a:gd name="connsiteX526" fmla="*/ 3568911 w 10267951"/>
              <a:gd name="connsiteY526" fmla="*/ 4085663 h 6842188"/>
              <a:gd name="connsiteX527" fmla="*/ 3555169 w 10267951"/>
              <a:gd name="connsiteY527" fmla="*/ 4006165 h 6842188"/>
              <a:gd name="connsiteX528" fmla="*/ 3540203 w 10267951"/>
              <a:gd name="connsiteY528" fmla="*/ 3935623 h 6842188"/>
              <a:gd name="connsiteX529" fmla="*/ 3524378 w 10267951"/>
              <a:gd name="connsiteY529" fmla="*/ 3874282 h 6842188"/>
              <a:gd name="connsiteX530" fmla="*/ 3508550 w 10267951"/>
              <a:gd name="connsiteY530" fmla="*/ 3822142 h 6842188"/>
              <a:gd name="connsiteX531" fmla="*/ 3492602 w 10267951"/>
              <a:gd name="connsiteY531" fmla="*/ 3778467 h 6842188"/>
              <a:gd name="connsiteX532" fmla="*/ 3477759 w 10267951"/>
              <a:gd name="connsiteY532" fmla="*/ 3741663 h 6842188"/>
              <a:gd name="connsiteX533" fmla="*/ 3464753 w 10267951"/>
              <a:gd name="connsiteY533" fmla="*/ 3713077 h 6842188"/>
              <a:gd name="connsiteX534" fmla="*/ 3454695 w 10267951"/>
              <a:gd name="connsiteY534" fmla="*/ 3692958 h 6842188"/>
              <a:gd name="connsiteX535" fmla="*/ 3444389 w 10267951"/>
              <a:gd name="connsiteY535" fmla="*/ 3675537 h 6842188"/>
              <a:gd name="connsiteX536" fmla="*/ 3399365 w 10267951"/>
              <a:gd name="connsiteY536" fmla="*/ 3613337 h 6842188"/>
              <a:gd name="connsiteX537" fmla="*/ 3351641 w 10267951"/>
              <a:gd name="connsiteY537" fmla="*/ 3557762 h 6842188"/>
              <a:gd name="connsiteX538" fmla="*/ 3299746 w 10267951"/>
              <a:gd name="connsiteY538" fmla="*/ 3506114 h 6842188"/>
              <a:gd name="connsiteX539" fmla="*/ 3240982 w 10267951"/>
              <a:gd name="connsiteY539" fmla="*/ 3459494 h 6842188"/>
              <a:gd name="connsiteX540" fmla="*/ 3180868 w 10267951"/>
              <a:gd name="connsiteY540" fmla="*/ 3414591 h 6842188"/>
              <a:gd name="connsiteX541" fmla="*/ 3116459 w 10267951"/>
              <a:gd name="connsiteY541" fmla="*/ 3372758 h 6842188"/>
              <a:gd name="connsiteX542" fmla="*/ 3049353 w 10267951"/>
              <a:gd name="connsiteY542" fmla="*/ 3334235 h 6842188"/>
              <a:gd name="connsiteX543" fmla="*/ 2979179 w 10267951"/>
              <a:gd name="connsiteY543" fmla="*/ 3298904 h 6842188"/>
              <a:gd name="connsiteX544" fmla="*/ 2906673 w 10267951"/>
              <a:gd name="connsiteY544" fmla="*/ 3266639 h 6842188"/>
              <a:gd name="connsiteX545" fmla="*/ 2831715 w 10267951"/>
              <a:gd name="connsiteY545" fmla="*/ 3237440 h 6842188"/>
              <a:gd name="connsiteX546" fmla="*/ 2755530 w 10267951"/>
              <a:gd name="connsiteY546" fmla="*/ 3211308 h 6842188"/>
              <a:gd name="connsiteX547" fmla="*/ 2677872 w 10267951"/>
              <a:gd name="connsiteY547" fmla="*/ 3187877 h 6842188"/>
              <a:gd name="connsiteX548" fmla="*/ 2599722 w 10267951"/>
              <a:gd name="connsiteY548" fmla="*/ 3166898 h 6842188"/>
              <a:gd name="connsiteX549" fmla="*/ 2521697 w 10267951"/>
              <a:gd name="connsiteY549" fmla="*/ 3148617 h 6842188"/>
              <a:gd name="connsiteX550" fmla="*/ 2443550 w 10267951"/>
              <a:gd name="connsiteY550" fmla="*/ 3132915 h 6842188"/>
              <a:gd name="connsiteX551" fmla="*/ 2367118 w 10267951"/>
              <a:gd name="connsiteY551" fmla="*/ 3119420 h 6842188"/>
              <a:gd name="connsiteX552" fmla="*/ 2214379 w 10267951"/>
              <a:gd name="connsiteY552" fmla="*/ 3098319 h 6842188"/>
              <a:gd name="connsiteX553" fmla="*/ 2143469 w 10267951"/>
              <a:gd name="connsiteY553" fmla="*/ 3090467 h 6842188"/>
              <a:gd name="connsiteX554" fmla="*/ 2073663 w 10267951"/>
              <a:gd name="connsiteY554" fmla="*/ 3084700 h 6842188"/>
              <a:gd name="connsiteX555" fmla="*/ 2006188 w 10267951"/>
              <a:gd name="connsiteY555" fmla="*/ 3080162 h 6842188"/>
              <a:gd name="connsiteX556" fmla="*/ 1943129 w 10267951"/>
              <a:gd name="connsiteY556" fmla="*/ 3076727 h 6842188"/>
              <a:gd name="connsiteX557" fmla="*/ 1884610 w 10267951"/>
              <a:gd name="connsiteY557" fmla="*/ 3074518 h 6842188"/>
              <a:gd name="connsiteX558" fmla="*/ 1829649 w 10267951"/>
              <a:gd name="connsiteY558" fmla="*/ 3073292 h 6842188"/>
              <a:gd name="connsiteX559" fmla="*/ 1780576 w 10267951"/>
              <a:gd name="connsiteY559" fmla="*/ 3073292 h 6842188"/>
              <a:gd name="connsiteX560" fmla="*/ 1664764 w 10267951"/>
              <a:gd name="connsiteY560" fmla="*/ 3075255 h 6842188"/>
              <a:gd name="connsiteX561" fmla="*/ 1607227 w 10267951"/>
              <a:gd name="connsiteY561" fmla="*/ 3078075 h 6842188"/>
              <a:gd name="connsiteX562" fmla="*/ 1602320 w 10267951"/>
              <a:gd name="connsiteY562" fmla="*/ 3078075 h 6842188"/>
              <a:gd name="connsiteX563" fmla="*/ 1502333 w 10267951"/>
              <a:gd name="connsiteY563" fmla="*/ 3080652 h 6842188"/>
              <a:gd name="connsiteX564" fmla="*/ 1498897 w 10267951"/>
              <a:gd name="connsiteY564" fmla="*/ 3080652 h 6842188"/>
              <a:gd name="connsiteX565" fmla="*/ 1404433 w 10267951"/>
              <a:gd name="connsiteY565" fmla="*/ 3078935 h 6842188"/>
              <a:gd name="connsiteX566" fmla="*/ 1400875 w 10267951"/>
              <a:gd name="connsiteY566" fmla="*/ 3078935 h 6842188"/>
              <a:gd name="connsiteX567" fmla="*/ 1310090 w 10267951"/>
              <a:gd name="connsiteY567" fmla="*/ 3073168 h 6842188"/>
              <a:gd name="connsiteX568" fmla="*/ 1306901 w 10267951"/>
              <a:gd name="connsiteY568" fmla="*/ 3073168 h 6842188"/>
              <a:gd name="connsiteX569" fmla="*/ 1221024 w 10267951"/>
              <a:gd name="connsiteY569" fmla="*/ 3064090 h 6842188"/>
              <a:gd name="connsiteX570" fmla="*/ 1217711 w 10267951"/>
              <a:gd name="connsiteY570" fmla="*/ 3064090 h 6842188"/>
              <a:gd name="connsiteX571" fmla="*/ 1135024 w 10267951"/>
              <a:gd name="connsiteY571" fmla="*/ 3051821 h 6842188"/>
              <a:gd name="connsiteX572" fmla="*/ 1131465 w 10267951"/>
              <a:gd name="connsiteY572" fmla="*/ 3051209 h 6842188"/>
              <a:gd name="connsiteX573" fmla="*/ 1052582 w 10267951"/>
              <a:gd name="connsiteY573" fmla="*/ 3035383 h 6842188"/>
              <a:gd name="connsiteX574" fmla="*/ 1048901 w 10267951"/>
              <a:gd name="connsiteY574" fmla="*/ 3034525 h 6842188"/>
              <a:gd name="connsiteX575" fmla="*/ 975291 w 10267951"/>
              <a:gd name="connsiteY575" fmla="*/ 3015876 h 6842188"/>
              <a:gd name="connsiteX576" fmla="*/ 972102 w 10267951"/>
              <a:gd name="connsiteY576" fmla="*/ 3015017 h 6842188"/>
              <a:gd name="connsiteX577" fmla="*/ 901070 w 10267951"/>
              <a:gd name="connsiteY577" fmla="*/ 2993793 h 6842188"/>
              <a:gd name="connsiteX578" fmla="*/ 897389 w 10267951"/>
              <a:gd name="connsiteY578" fmla="*/ 2992566 h 6842188"/>
              <a:gd name="connsiteX579" fmla="*/ 830404 w 10267951"/>
              <a:gd name="connsiteY579" fmla="*/ 2968767 h 6842188"/>
              <a:gd name="connsiteX580" fmla="*/ 827214 w 10267951"/>
              <a:gd name="connsiteY580" fmla="*/ 2967662 h 6842188"/>
              <a:gd name="connsiteX581" fmla="*/ 764279 w 10267951"/>
              <a:gd name="connsiteY581" fmla="*/ 2942143 h 6842188"/>
              <a:gd name="connsiteX582" fmla="*/ 760844 w 10267951"/>
              <a:gd name="connsiteY582" fmla="*/ 2940671 h 6842188"/>
              <a:gd name="connsiteX583" fmla="*/ 701465 w 10267951"/>
              <a:gd name="connsiteY583" fmla="*/ 2912087 h 6842188"/>
              <a:gd name="connsiteX584" fmla="*/ 698521 w 10267951"/>
              <a:gd name="connsiteY584" fmla="*/ 2910614 h 6842188"/>
              <a:gd name="connsiteX585" fmla="*/ 642456 w 10267951"/>
              <a:gd name="connsiteY585" fmla="*/ 2881786 h 6842188"/>
              <a:gd name="connsiteX586" fmla="*/ 639143 w 10267951"/>
              <a:gd name="connsiteY586" fmla="*/ 2879945 h 6842188"/>
              <a:gd name="connsiteX587" fmla="*/ 586513 w 10267951"/>
              <a:gd name="connsiteY587" fmla="*/ 2849274 h 6842188"/>
              <a:gd name="connsiteX588" fmla="*/ 583937 w 10267951"/>
              <a:gd name="connsiteY588" fmla="*/ 2847802 h 6842188"/>
              <a:gd name="connsiteX589" fmla="*/ 534863 w 10267951"/>
              <a:gd name="connsiteY589" fmla="*/ 2816764 h 6842188"/>
              <a:gd name="connsiteX590" fmla="*/ 531920 w 10267951"/>
              <a:gd name="connsiteY590" fmla="*/ 2814800 h 6842188"/>
              <a:gd name="connsiteX591" fmla="*/ 486282 w 10267951"/>
              <a:gd name="connsiteY591" fmla="*/ 2782781 h 6842188"/>
              <a:gd name="connsiteX592" fmla="*/ 483582 w 10267951"/>
              <a:gd name="connsiteY592" fmla="*/ 2780941 h 6842188"/>
              <a:gd name="connsiteX593" fmla="*/ 441258 w 10267951"/>
              <a:gd name="connsiteY593" fmla="*/ 2748429 h 6842188"/>
              <a:gd name="connsiteX594" fmla="*/ 438804 w 10267951"/>
              <a:gd name="connsiteY594" fmla="*/ 2746466 h 6842188"/>
              <a:gd name="connsiteX595" fmla="*/ 399177 w 10267951"/>
              <a:gd name="connsiteY595" fmla="*/ 2713711 h 6842188"/>
              <a:gd name="connsiteX596" fmla="*/ 397093 w 10267951"/>
              <a:gd name="connsiteY596" fmla="*/ 2711869 h 6842188"/>
              <a:gd name="connsiteX597" fmla="*/ 360900 w 10267951"/>
              <a:gd name="connsiteY597" fmla="*/ 2679359 h 6842188"/>
              <a:gd name="connsiteX598" fmla="*/ 358569 w 10267951"/>
              <a:gd name="connsiteY598" fmla="*/ 2677150 h 6842188"/>
              <a:gd name="connsiteX599" fmla="*/ 325691 w 10267951"/>
              <a:gd name="connsiteY599" fmla="*/ 2644764 h 6842188"/>
              <a:gd name="connsiteX600" fmla="*/ 324217 w 10267951"/>
              <a:gd name="connsiteY600" fmla="*/ 2643291 h 6842188"/>
              <a:gd name="connsiteX601" fmla="*/ 293793 w 10267951"/>
              <a:gd name="connsiteY601" fmla="*/ 2611761 h 6842188"/>
              <a:gd name="connsiteX602" fmla="*/ 291094 w 10267951"/>
              <a:gd name="connsiteY602" fmla="*/ 2608816 h 6842188"/>
              <a:gd name="connsiteX603" fmla="*/ 239199 w 10267951"/>
              <a:gd name="connsiteY603" fmla="*/ 2548089 h 6842188"/>
              <a:gd name="connsiteX604" fmla="*/ 236746 w 10267951"/>
              <a:gd name="connsiteY604" fmla="*/ 2545145 h 6842188"/>
              <a:gd name="connsiteX605" fmla="*/ 215277 w 10267951"/>
              <a:gd name="connsiteY605" fmla="*/ 2516928 h 6842188"/>
              <a:gd name="connsiteX606" fmla="*/ 214295 w 10267951"/>
              <a:gd name="connsiteY606" fmla="*/ 2515578 h 6842188"/>
              <a:gd name="connsiteX607" fmla="*/ 195280 w 10267951"/>
              <a:gd name="connsiteY607" fmla="*/ 2489569 h 6842188"/>
              <a:gd name="connsiteX608" fmla="*/ 194052 w 10267951"/>
              <a:gd name="connsiteY608" fmla="*/ 2487852 h 6842188"/>
              <a:gd name="connsiteX609" fmla="*/ 176877 w 10267951"/>
              <a:gd name="connsiteY609" fmla="*/ 2463318 h 6842188"/>
              <a:gd name="connsiteX610" fmla="*/ 174914 w 10267951"/>
              <a:gd name="connsiteY610" fmla="*/ 2460249 h 6842188"/>
              <a:gd name="connsiteX611" fmla="*/ 149397 w 10267951"/>
              <a:gd name="connsiteY611" fmla="*/ 2417434 h 6842188"/>
              <a:gd name="connsiteX612" fmla="*/ 148415 w 10267951"/>
              <a:gd name="connsiteY612" fmla="*/ 2415593 h 6842188"/>
              <a:gd name="connsiteX613" fmla="*/ 130505 w 10267951"/>
              <a:gd name="connsiteY613" fmla="*/ 2383695 h 6842188"/>
              <a:gd name="connsiteX614" fmla="*/ 128541 w 10267951"/>
              <a:gd name="connsiteY614" fmla="*/ 2379893 h 6842188"/>
              <a:gd name="connsiteX615" fmla="*/ 120200 w 10267951"/>
              <a:gd name="connsiteY615" fmla="*/ 2362962 h 6842188"/>
              <a:gd name="connsiteX616" fmla="*/ 117621 w 10267951"/>
              <a:gd name="connsiteY616" fmla="*/ 2357073 h 6842188"/>
              <a:gd name="connsiteX617" fmla="*/ 94067 w 10267951"/>
              <a:gd name="connsiteY617" fmla="*/ 2297818 h 6842188"/>
              <a:gd name="connsiteX618" fmla="*/ 93085 w 10267951"/>
              <a:gd name="connsiteY618" fmla="*/ 2294997 h 6842188"/>
              <a:gd name="connsiteX619" fmla="*/ 73701 w 10267951"/>
              <a:gd name="connsiteY619" fmla="*/ 2239790 h 6842188"/>
              <a:gd name="connsiteX620" fmla="*/ 72720 w 10267951"/>
              <a:gd name="connsiteY620" fmla="*/ 2236845 h 6842188"/>
              <a:gd name="connsiteX621" fmla="*/ 55913 w 10267951"/>
              <a:gd name="connsiteY621" fmla="*/ 2181515 h 6842188"/>
              <a:gd name="connsiteX622" fmla="*/ 55054 w 10267951"/>
              <a:gd name="connsiteY622" fmla="*/ 2178448 h 6842188"/>
              <a:gd name="connsiteX623" fmla="*/ 40577 w 10267951"/>
              <a:gd name="connsiteY623" fmla="*/ 2122505 h 6842188"/>
              <a:gd name="connsiteX624" fmla="*/ 39596 w 10267951"/>
              <a:gd name="connsiteY624" fmla="*/ 2118211 h 6842188"/>
              <a:gd name="connsiteX625" fmla="*/ 17882 w 10267951"/>
              <a:gd name="connsiteY625" fmla="*/ 2007797 h 6842188"/>
              <a:gd name="connsiteX626" fmla="*/ 16900 w 10267951"/>
              <a:gd name="connsiteY626" fmla="*/ 2001664 h 6842188"/>
              <a:gd name="connsiteX627" fmla="*/ 4631 w 10267951"/>
              <a:gd name="connsiteY627" fmla="*/ 1891250 h 6842188"/>
              <a:gd name="connsiteX628" fmla="*/ 4631 w 10267951"/>
              <a:gd name="connsiteY628" fmla="*/ 1885852 h 6842188"/>
              <a:gd name="connsiteX629" fmla="*/ 92 w 10267951"/>
              <a:gd name="connsiteY629" fmla="*/ 1776419 h 6842188"/>
              <a:gd name="connsiteX630" fmla="*/ 92 w 10267951"/>
              <a:gd name="connsiteY630" fmla="*/ 1770654 h 6842188"/>
              <a:gd name="connsiteX631" fmla="*/ 3772 w 10267951"/>
              <a:gd name="connsiteY631" fmla="*/ 1662448 h 6842188"/>
              <a:gd name="connsiteX632" fmla="*/ 3772 w 10267951"/>
              <a:gd name="connsiteY632" fmla="*/ 1657786 h 6842188"/>
              <a:gd name="connsiteX633" fmla="*/ 14202 w 10267951"/>
              <a:gd name="connsiteY633" fmla="*/ 1550929 h 6842188"/>
              <a:gd name="connsiteX634" fmla="*/ 14202 w 10267951"/>
              <a:gd name="connsiteY634" fmla="*/ 1546022 h 6842188"/>
              <a:gd name="connsiteX635" fmla="*/ 31253 w 10267951"/>
              <a:gd name="connsiteY635" fmla="*/ 1440884 h 6842188"/>
              <a:gd name="connsiteX636" fmla="*/ 32113 w 10267951"/>
              <a:gd name="connsiteY636" fmla="*/ 1436468 h 6842188"/>
              <a:gd name="connsiteX637" fmla="*/ 55299 w 10267951"/>
              <a:gd name="connsiteY637" fmla="*/ 1333047 h 6842188"/>
              <a:gd name="connsiteX638" fmla="*/ 56158 w 10267951"/>
              <a:gd name="connsiteY638" fmla="*/ 1329489 h 6842188"/>
              <a:gd name="connsiteX639" fmla="*/ 84252 w 10267951"/>
              <a:gd name="connsiteY639" fmla="*/ 1228030 h 6842188"/>
              <a:gd name="connsiteX640" fmla="*/ 85356 w 10267951"/>
              <a:gd name="connsiteY640" fmla="*/ 1224351 h 6842188"/>
              <a:gd name="connsiteX641" fmla="*/ 118359 w 10267951"/>
              <a:gd name="connsiteY641" fmla="*/ 1124977 h 6842188"/>
              <a:gd name="connsiteX642" fmla="*/ 119584 w 10267951"/>
              <a:gd name="connsiteY642" fmla="*/ 1121421 h 6842188"/>
              <a:gd name="connsiteX643" fmla="*/ 156390 w 10267951"/>
              <a:gd name="connsiteY643" fmla="*/ 1024869 h 6842188"/>
              <a:gd name="connsiteX644" fmla="*/ 157616 w 10267951"/>
              <a:gd name="connsiteY644" fmla="*/ 1022048 h 6842188"/>
              <a:gd name="connsiteX645" fmla="*/ 198591 w 10267951"/>
              <a:gd name="connsiteY645" fmla="*/ 927951 h 6842188"/>
              <a:gd name="connsiteX646" fmla="*/ 199695 w 10267951"/>
              <a:gd name="connsiteY646" fmla="*/ 925375 h 6842188"/>
              <a:gd name="connsiteX647" fmla="*/ 243494 w 10267951"/>
              <a:gd name="connsiteY647" fmla="*/ 834222 h 6842188"/>
              <a:gd name="connsiteX648" fmla="*/ 244597 w 10267951"/>
              <a:gd name="connsiteY648" fmla="*/ 831890 h 6842188"/>
              <a:gd name="connsiteX649" fmla="*/ 290726 w 10267951"/>
              <a:gd name="connsiteY649" fmla="*/ 743683 h 6842188"/>
              <a:gd name="connsiteX650" fmla="*/ 291954 w 10267951"/>
              <a:gd name="connsiteY650" fmla="*/ 741474 h 6842188"/>
              <a:gd name="connsiteX651" fmla="*/ 340168 w 10267951"/>
              <a:gd name="connsiteY651" fmla="*/ 656578 h 6842188"/>
              <a:gd name="connsiteX652" fmla="*/ 341271 w 10267951"/>
              <a:gd name="connsiteY652" fmla="*/ 654737 h 6842188"/>
              <a:gd name="connsiteX653" fmla="*/ 390344 w 10267951"/>
              <a:gd name="connsiteY653" fmla="*/ 572908 h 6842188"/>
              <a:gd name="connsiteX654" fmla="*/ 391447 w 10267951"/>
              <a:gd name="connsiteY654" fmla="*/ 571192 h 6842188"/>
              <a:gd name="connsiteX655" fmla="*/ 441501 w 10267951"/>
              <a:gd name="connsiteY655" fmla="*/ 493410 h 6842188"/>
              <a:gd name="connsiteX656" fmla="*/ 442730 w 10267951"/>
              <a:gd name="connsiteY656" fmla="*/ 491570 h 6842188"/>
              <a:gd name="connsiteX657" fmla="*/ 493519 w 10267951"/>
              <a:gd name="connsiteY657" fmla="*/ 417962 h 6842188"/>
              <a:gd name="connsiteX658" fmla="*/ 494378 w 10267951"/>
              <a:gd name="connsiteY658" fmla="*/ 416857 h 6842188"/>
              <a:gd name="connsiteX659" fmla="*/ 544310 w 10267951"/>
              <a:gd name="connsiteY659" fmla="*/ 346928 h 6842188"/>
              <a:gd name="connsiteX660" fmla="*/ 545536 w 10267951"/>
              <a:gd name="connsiteY660" fmla="*/ 345210 h 6842188"/>
              <a:gd name="connsiteX661" fmla="*/ 594609 w 10267951"/>
              <a:gd name="connsiteY661" fmla="*/ 279698 h 6842188"/>
              <a:gd name="connsiteX662" fmla="*/ 595468 w 10267951"/>
              <a:gd name="connsiteY662" fmla="*/ 278718 h 6842188"/>
              <a:gd name="connsiteX663" fmla="*/ 643191 w 10267951"/>
              <a:gd name="connsiteY663" fmla="*/ 217376 h 6842188"/>
              <a:gd name="connsiteX664" fmla="*/ 644172 w 10267951"/>
              <a:gd name="connsiteY664" fmla="*/ 216148 h 6842188"/>
              <a:gd name="connsiteX665" fmla="*/ 690425 w 10267951"/>
              <a:gd name="connsiteY665" fmla="*/ 159714 h 6842188"/>
              <a:gd name="connsiteX666" fmla="*/ 691282 w 10267951"/>
              <a:gd name="connsiteY666" fmla="*/ 158735 h 6842188"/>
              <a:gd name="connsiteX667" fmla="*/ 734590 w 10267951"/>
              <a:gd name="connsiteY667" fmla="*/ 107576 h 6842188"/>
              <a:gd name="connsiteX668" fmla="*/ 775810 w 10267951"/>
              <a:gd name="connsiteY668" fmla="*/ 60344 h 6842188"/>
              <a:gd name="connsiteX669" fmla="*/ 812615 w 10267951"/>
              <a:gd name="connsiteY669" fmla="*/ 18754 h 6842188"/>
              <a:gd name="connsiteX670" fmla="*/ 813720 w 10267951"/>
              <a:gd name="connsiteY670" fmla="*/ 17405 h 684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Lst>
            <a:rect l="l" t="t" r="r" b="b"/>
            <a:pathLst>
              <a:path w="10267951" h="6842188">
                <a:moveTo>
                  <a:pt x="9553460" y="4764340"/>
                </a:moveTo>
                <a:lnTo>
                  <a:pt x="9559103" y="4764340"/>
                </a:lnTo>
                <a:lnTo>
                  <a:pt x="9628174" y="4766180"/>
                </a:lnTo>
                <a:cubicBezTo>
                  <a:pt x="9630177" y="4766057"/>
                  <a:pt x="9632182" y="4766057"/>
                  <a:pt x="9634184" y="4766180"/>
                </a:cubicBezTo>
                <a:lnTo>
                  <a:pt x="9706690" y="4773909"/>
                </a:lnTo>
                <a:cubicBezTo>
                  <a:pt x="9708530" y="4773909"/>
                  <a:pt x="9710371" y="4773909"/>
                  <a:pt x="9712210" y="4774646"/>
                </a:cubicBezTo>
                <a:lnTo>
                  <a:pt x="9789623" y="4788755"/>
                </a:lnTo>
                <a:lnTo>
                  <a:pt x="9794652" y="4789858"/>
                </a:lnTo>
                <a:lnTo>
                  <a:pt x="9876115" y="4810469"/>
                </a:lnTo>
                <a:lnTo>
                  <a:pt x="9880653" y="4811695"/>
                </a:lnTo>
                <a:lnTo>
                  <a:pt x="9966531" y="4839176"/>
                </a:lnTo>
                <a:lnTo>
                  <a:pt x="9971070" y="4840771"/>
                </a:lnTo>
                <a:lnTo>
                  <a:pt x="10061610" y="4875981"/>
                </a:lnTo>
                <a:lnTo>
                  <a:pt x="10065290" y="4877452"/>
                </a:lnTo>
                <a:lnTo>
                  <a:pt x="10160613" y="4920514"/>
                </a:lnTo>
                <a:lnTo>
                  <a:pt x="10164294" y="4922355"/>
                </a:lnTo>
                <a:lnTo>
                  <a:pt x="10267951" y="4975998"/>
                </a:lnTo>
                <a:lnTo>
                  <a:pt x="10267951" y="5146603"/>
                </a:lnTo>
                <a:lnTo>
                  <a:pt x="10097186" y="5058040"/>
                </a:lnTo>
                <a:lnTo>
                  <a:pt x="10005543" y="5016697"/>
                </a:lnTo>
                <a:lnTo>
                  <a:pt x="9919666" y="4983082"/>
                </a:lnTo>
                <a:lnTo>
                  <a:pt x="9837958" y="4957073"/>
                </a:lnTo>
                <a:lnTo>
                  <a:pt x="9761160" y="4937689"/>
                </a:lnTo>
                <a:lnTo>
                  <a:pt x="9689024" y="4924562"/>
                </a:lnTo>
                <a:lnTo>
                  <a:pt x="9622406" y="4917569"/>
                </a:lnTo>
                <a:lnTo>
                  <a:pt x="9559103" y="4915852"/>
                </a:lnTo>
                <a:lnTo>
                  <a:pt x="9500216" y="4918429"/>
                </a:lnTo>
                <a:lnTo>
                  <a:pt x="9445744" y="4925911"/>
                </a:lnTo>
                <a:lnTo>
                  <a:pt x="9394096" y="4937077"/>
                </a:lnTo>
                <a:lnTo>
                  <a:pt x="9345883" y="4951921"/>
                </a:lnTo>
                <a:lnTo>
                  <a:pt x="9299754" y="4970077"/>
                </a:lnTo>
                <a:lnTo>
                  <a:pt x="9257061" y="4991178"/>
                </a:lnTo>
                <a:lnTo>
                  <a:pt x="9215594" y="5014978"/>
                </a:lnTo>
                <a:lnTo>
                  <a:pt x="9177072" y="5042093"/>
                </a:lnTo>
                <a:lnTo>
                  <a:pt x="9140267" y="5071658"/>
                </a:lnTo>
                <a:lnTo>
                  <a:pt x="9106530" y="5102452"/>
                </a:lnTo>
                <a:lnTo>
                  <a:pt x="9074510" y="5135943"/>
                </a:lnTo>
                <a:lnTo>
                  <a:pt x="9043838" y="5171398"/>
                </a:lnTo>
                <a:lnTo>
                  <a:pt x="9015622" y="5207467"/>
                </a:lnTo>
                <a:lnTo>
                  <a:pt x="8989491" y="5244272"/>
                </a:lnTo>
                <a:lnTo>
                  <a:pt x="8964956" y="5282918"/>
                </a:lnTo>
                <a:lnTo>
                  <a:pt x="8942504" y="5320948"/>
                </a:lnTo>
                <a:lnTo>
                  <a:pt x="8922753" y="5357753"/>
                </a:lnTo>
                <a:lnTo>
                  <a:pt x="8886684" y="5433816"/>
                </a:lnTo>
                <a:lnTo>
                  <a:pt x="8857976" y="5503867"/>
                </a:lnTo>
                <a:lnTo>
                  <a:pt x="8846934" y="5534414"/>
                </a:lnTo>
                <a:lnTo>
                  <a:pt x="8829391" y="5588886"/>
                </a:lnTo>
                <a:lnTo>
                  <a:pt x="8822521" y="5613421"/>
                </a:lnTo>
                <a:cubicBezTo>
                  <a:pt x="8822575" y="5613994"/>
                  <a:pt x="8822575" y="5614568"/>
                  <a:pt x="8822521" y="5615140"/>
                </a:cubicBezTo>
                <a:lnTo>
                  <a:pt x="8784490" y="5740521"/>
                </a:lnTo>
                <a:cubicBezTo>
                  <a:pt x="8784490" y="5741625"/>
                  <a:pt x="8784490" y="5742608"/>
                  <a:pt x="8783508" y="5743588"/>
                </a:cubicBezTo>
                <a:lnTo>
                  <a:pt x="8739955" y="5867987"/>
                </a:lnTo>
                <a:lnTo>
                  <a:pt x="8738853" y="5870686"/>
                </a:lnTo>
                <a:lnTo>
                  <a:pt x="8707076" y="5951656"/>
                </a:lnTo>
                <a:lnTo>
                  <a:pt x="8706340" y="5953252"/>
                </a:lnTo>
                <a:lnTo>
                  <a:pt x="8675792" y="6026124"/>
                </a:lnTo>
                <a:cubicBezTo>
                  <a:pt x="8675457" y="6026713"/>
                  <a:pt x="8675169" y="6027329"/>
                  <a:pt x="8674933" y="6027964"/>
                </a:cubicBezTo>
                <a:lnTo>
                  <a:pt x="8645735" y="6092495"/>
                </a:lnTo>
                <a:cubicBezTo>
                  <a:pt x="8645461" y="6093252"/>
                  <a:pt x="8645131" y="6093992"/>
                  <a:pt x="8644754" y="6094704"/>
                </a:cubicBezTo>
                <a:lnTo>
                  <a:pt x="8616783" y="6151629"/>
                </a:lnTo>
                <a:lnTo>
                  <a:pt x="8616048" y="6153100"/>
                </a:lnTo>
                <a:lnTo>
                  <a:pt x="8589915" y="6202909"/>
                </a:lnTo>
                <a:lnTo>
                  <a:pt x="8588443" y="6205731"/>
                </a:lnTo>
                <a:lnTo>
                  <a:pt x="8563050" y="6249896"/>
                </a:lnTo>
                <a:cubicBezTo>
                  <a:pt x="8562643" y="6250658"/>
                  <a:pt x="8562193" y="6251395"/>
                  <a:pt x="8561699" y="6252104"/>
                </a:cubicBezTo>
                <a:lnTo>
                  <a:pt x="8538635" y="6288909"/>
                </a:lnTo>
                <a:lnTo>
                  <a:pt x="8537408" y="6290749"/>
                </a:lnTo>
                <a:lnTo>
                  <a:pt x="8515817" y="6323505"/>
                </a:lnTo>
                <a:lnTo>
                  <a:pt x="8513239" y="6327064"/>
                </a:lnTo>
                <a:lnTo>
                  <a:pt x="8492874" y="6354422"/>
                </a:lnTo>
                <a:cubicBezTo>
                  <a:pt x="8492340" y="6355146"/>
                  <a:pt x="8491766" y="6355843"/>
                  <a:pt x="8491157" y="6356507"/>
                </a:cubicBezTo>
                <a:lnTo>
                  <a:pt x="8473368" y="6378712"/>
                </a:lnTo>
                <a:lnTo>
                  <a:pt x="8471284" y="6381289"/>
                </a:lnTo>
                <a:lnTo>
                  <a:pt x="8454965" y="6400305"/>
                </a:lnTo>
                <a:lnTo>
                  <a:pt x="8452390" y="6403127"/>
                </a:lnTo>
                <a:lnTo>
                  <a:pt x="8437913" y="6417971"/>
                </a:lnTo>
                <a:lnTo>
                  <a:pt x="8434478" y="6421285"/>
                </a:lnTo>
                <a:lnTo>
                  <a:pt x="8422211" y="6432693"/>
                </a:lnTo>
                <a:lnTo>
                  <a:pt x="8418898" y="6435515"/>
                </a:lnTo>
                <a:lnTo>
                  <a:pt x="8409206" y="6443366"/>
                </a:lnTo>
                <a:lnTo>
                  <a:pt x="8405892" y="6445942"/>
                </a:lnTo>
                <a:lnTo>
                  <a:pt x="8404911" y="6445942"/>
                </a:lnTo>
                <a:lnTo>
                  <a:pt x="8375957" y="6472073"/>
                </a:lnTo>
                <a:lnTo>
                  <a:pt x="8371910" y="6475508"/>
                </a:lnTo>
                <a:lnTo>
                  <a:pt x="8332529" y="6506178"/>
                </a:lnTo>
                <a:lnTo>
                  <a:pt x="8327866" y="6509491"/>
                </a:lnTo>
                <a:lnTo>
                  <a:pt x="8287136" y="6536604"/>
                </a:lnTo>
                <a:lnTo>
                  <a:pt x="8282722" y="6539426"/>
                </a:lnTo>
                <a:lnTo>
                  <a:pt x="8241008" y="6563227"/>
                </a:lnTo>
                <a:cubicBezTo>
                  <a:pt x="8239684" y="6564082"/>
                  <a:pt x="8238289" y="6564821"/>
                  <a:pt x="8236838" y="6565434"/>
                </a:cubicBezTo>
                <a:lnTo>
                  <a:pt x="8193531" y="6586782"/>
                </a:lnTo>
                <a:lnTo>
                  <a:pt x="8188377" y="6589113"/>
                </a:lnTo>
                <a:lnTo>
                  <a:pt x="8144212" y="6606902"/>
                </a:lnTo>
                <a:lnTo>
                  <a:pt x="8140041" y="6608495"/>
                </a:lnTo>
                <a:lnTo>
                  <a:pt x="8095508" y="6623341"/>
                </a:lnTo>
                <a:lnTo>
                  <a:pt x="8091214" y="6624568"/>
                </a:lnTo>
                <a:lnTo>
                  <a:pt x="8044964" y="6636836"/>
                </a:lnTo>
                <a:cubicBezTo>
                  <a:pt x="8042950" y="6637455"/>
                  <a:pt x="8040903" y="6637947"/>
                  <a:pt x="8038828" y="6638308"/>
                </a:cubicBezTo>
                <a:lnTo>
                  <a:pt x="7947553" y="6654993"/>
                </a:lnTo>
                <a:cubicBezTo>
                  <a:pt x="7944964" y="6655508"/>
                  <a:pt x="7942338" y="6655836"/>
                  <a:pt x="7939701" y="6655975"/>
                </a:cubicBezTo>
                <a:lnTo>
                  <a:pt x="7846708" y="6663335"/>
                </a:lnTo>
                <a:lnTo>
                  <a:pt x="7840452" y="6663335"/>
                </a:lnTo>
                <a:lnTo>
                  <a:pt x="7746846" y="6663335"/>
                </a:lnTo>
                <a:lnTo>
                  <a:pt x="7741080" y="6663335"/>
                </a:lnTo>
                <a:lnTo>
                  <a:pt x="7647842" y="6655852"/>
                </a:lnTo>
                <a:lnTo>
                  <a:pt x="7643056" y="6655238"/>
                </a:lnTo>
                <a:lnTo>
                  <a:pt x="7551044" y="6641989"/>
                </a:lnTo>
                <a:lnTo>
                  <a:pt x="7546997" y="6641253"/>
                </a:lnTo>
                <a:lnTo>
                  <a:pt x="7456580" y="6622973"/>
                </a:lnTo>
                <a:lnTo>
                  <a:pt x="7452531" y="6622114"/>
                </a:lnTo>
                <a:lnTo>
                  <a:pt x="7364814" y="6599416"/>
                </a:lnTo>
                <a:lnTo>
                  <a:pt x="7362114" y="6598681"/>
                </a:lnTo>
                <a:lnTo>
                  <a:pt x="7277218" y="6573286"/>
                </a:lnTo>
                <a:lnTo>
                  <a:pt x="7274398" y="6572305"/>
                </a:lnTo>
                <a:lnTo>
                  <a:pt x="7193426" y="6544580"/>
                </a:lnTo>
                <a:lnTo>
                  <a:pt x="7191340" y="6543719"/>
                </a:lnTo>
                <a:lnTo>
                  <a:pt x="7114664" y="6514767"/>
                </a:lnTo>
                <a:lnTo>
                  <a:pt x="7112210" y="6513785"/>
                </a:lnTo>
                <a:lnTo>
                  <a:pt x="7041056" y="6484097"/>
                </a:lnTo>
                <a:lnTo>
                  <a:pt x="7039706" y="6483483"/>
                </a:lnTo>
                <a:lnTo>
                  <a:pt x="6973826" y="6454408"/>
                </a:lnTo>
                <a:lnTo>
                  <a:pt x="6970760" y="6453057"/>
                </a:lnTo>
                <a:lnTo>
                  <a:pt x="6891016" y="6413555"/>
                </a:lnTo>
                <a:lnTo>
                  <a:pt x="6888316" y="6412082"/>
                </a:lnTo>
                <a:lnTo>
                  <a:pt x="6809432" y="6369633"/>
                </a:lnTo>
                <a:lnTo>
                  <a:pt x="6806241" y="6367916"/>
                </a:lnTo>
                <a:lnTo>
                  <a:pt x="6730058" y="6321298"/>
                </a:lnTo>
                <a:lnTo>
                  <a:pt x="6727358" y="6319579"/>
                </a:lnTo>
                <a:lnTo>
                  <a:pt x="6611916" y="6241922"/>
                </a:lnTo>
                <a:lnTo>
                  <a:pt x="6573146" y="6217386"/>
                </a:lnTo>
                <a:lnTo>
                  <a:pt x="6536342" y="6196653"/>
                </a:lnTo>
                <a:lnTo>
                  <a:pt x="6498802" y="6178005"/>
                </a:lnTo>
                <a:lnTo>
                  <a:pt x="6463836" y="6161934"/>
                </a:lnTo>
                <a:lnTo>
                  <a:pt x="6430224" y="6148928"/>
                </a:lnTo>
                <a:lnTo>
                  <a:pt x="6397834" y="6138010"/>
                </a:lnTo>
                <a:lnTo>
                  <a:pt x="6368024" y="6129790"/>
                </a:lnTo>
                <a:lnTo>
                  <a:pt x="6305701" y="6117522"/>
                </a:lnTo>
                <a:lnTo>
                  <a:pt x="6250372" y="6112002"/>
                </a:lnTo>
                <a:lnTo>
                  <a:pt x="6198476" y="6112615"/>
                </a:lnTo>
                <a:lnTo>
                  <a:pt x="6149403" y="6118137"/>
                </a:lnTo>
                <a:lnTo>
                  <a:pt x="6115421" y="6124883"/>
                </a:lnTo>
                <a:lnTo>
                  <a:pt x="6083156" y="6133593"/>
                </a:lnTo>
                <a:lnTo>
                  <a:pt x="6052608" y="6144389"/>
                </a:lnTo>
                <a:lnTo>
                  <a:pt x="6022796" y="6156657"/>
                </a:lnTo>
                <a:lnTo>
                  <a:pt x="5995315" y="6170153"/>
                </a:lnTo>
                <a:lnTo>
                  <a:pt x="5969552" y="6184752"/>
                </a:lnTo>
                <a:lnTo>
                  <a:pt x="5945015" y="6200333"/>
                </a:lnTo>
                <a:lnTo>
                  <a:pt x="5922319" y="6216526"/>
                </a:lnTo>
                <a:lnTo>
                  <a:pt x="5901464" y="6232843"/>
                </a:lnTo>
                <a:lnTo>
                  <a:pt x="5882570" y="6249038"/>
                </a:lnTo>
                <a:lnTo>
                  <a:pt x="5850795" y="6279217"/>
                </a:lnTo>
                <a:lnTo>
                  <a:pt x="5807367" y="6328291"/>
                </a:lnTo>
                <a:lnTo>
                  <a:pt x="5743695" y="6406438"/>
                </a:lnTo>
                <a:lnTo>
                  <a:pt x="5742100" y="6408279"/>
                </a:lnTo>
                <a:lnTo>
                  <a:pt x="5670086" y="6489984"/>
                </a:lnTo>
                <a:lnTo>
                  <a:pt x="5667755" y="6492437"/>
                </a:lnTo>
                <a:lnTo>
                  <a:pt x="5588748" y="6574758"/>
                </a:lnTo>
                <a:lnTo>
                  <a:pt x="5586538" y="6576968"/>
                </a:lnTo>
                <a:lnTo>
                  <a:pt x="5500661" y="6659285"/>
                </a:lnTo>
                <a:lnTo>
                  <a:pt x="5498086" y="6661617"/>
                </a:lnTo>
                <a:lnTo>
                  <a:pt x="5404971" y="6742832"/>
                </a:lnTo>
                <a:cubicBezTo>
                  <a:pt x="5404071" y="6743745"/>
                  <a:pt x="5403086" y="6744567"/>
                  <a:pt x="5402026" y="6745287"/>
                </a:cubicBezTo>
                <a:lnTo>
                  <a:pt x="5302039" y="6824171"/>
                </a:lnTo>
                <a:cubicBezTo>
                  <a:pt x="5300954" y="6825108"/>
                  <a:pt x="5299807" y="6825969"/>
                  <a:pt x="5298604" y="6826747"/>
                </a:cubicBezTo>
                <a:lnTo>
                  <a:pt x="5276499" y="6842188"/>
                </a:lnTo>
                <a:lnTo>
                  <a:pt x="4998877" y="6842188"/>
                </a:lnTo>
                <a:lnTo>
                  <a:pt x="5105625" y="6776325"/>
                </a:lnTo>
                <a:lnTo>
                  <a:pt x="5209905" y="6703453"/>
                </a:lnTo>
                <a:lnTo>
                  <a:pt x="5306946" y="6627267"/>
                </a:lnTo>
                <a:lnTo>
                  <a:pt x="5397241" y="6548505"/>
                </a:lnTo>
                <a:lnTo>
                  <a:pt x="5480787" y="6468516"/>
                </a:lnTo>
                <a:lnTo>
                  <a:pt x="5557464" y="6388651"/>
                </a:lnTo>
                <a:lnTo>
                  <a:pt x="5627147" y="6309398"/>
                </a:lnTo>
                <a:lnTo>
                  <a:pt x="5699039" y="6222169"/>
                </a:lnTo>
                <a:lnTo>
                  <a:pt x="5700019" y="6220943"/>
                </a:lnTo>
                <a:lnTo>
                  <a:pt x="5710816" y="6208675"/>
                </a:lnTo>
                <a:lnTo>
                  <a:pt x="5712165" y="6207081"/>
                </a:lnTo>
                <a:lnTo>
                  <a:pt x="5740136" y="6176287"/>
                </a:lnTo>
                <a:lnTo>
                  <a:pt x="5743326" y="6172974"/>
                </a:lnTo>
                <a:lnTo>
                  <a:pt x="5759889" y="6156782"/>
                </a:lnTo>
                <a:lnTo>
                  <a:pt x="5761607" y="6155309"/>
                </a:lnTo>
                <a:lnTo>
                  <a:pt x="5780868" y="6137519"/>
                </a:lnTo>
                <a:cubicBezTo>
                  <a:pt x="5781464" y="6136883"/>
                  <a:pt x="5782122" y="6136309"/>
                  <a:pt x="5782830" y="6135803"/>
                </a:cubicBezTo>
                <a:lnTo>
                  <a:pt x="5803932" y="6117647"/>
                </a:lnTo>
                <a:cubicBezTo>
                  <a:pt x="5804768" y="6116836"/>
                  <a:pt x="5805672" y="6116098"/>
                  <a:pt x="5806630" y="6115437"/>
                </a:cubicBezTo>
                <a:lnTo>
                  <a:pt x="5830185" y="6096913"/>
                </a:lnTo>
                <a:lnTo>
                  <a:pt x="5832884" y="6094949"/>
                </a:lnTo>
                <a:lnTo>
                  <a:pt x="5858279" y="6076792"/>
                </a:lnTo>
                <a:lnTo>
                  <a:pt x="5861224" y="6074707"/>
                </a:lnTo>
                <a:lnTo>
                  <a:pt x="5888583" y="6057041"/>
                </a:lnTo>
                <a:lnTo>
                  <a:pt x="5892263" y="6054833"/>
                </a:lnTo>
                <a:lnTo>
                  <a:pt x="5921706" y="6038024"/>
                </a:lnTo>
                <a:lnTo>
                  <a:pt x="5925756" y="6035939"/>
                </a:lnTo>
                <a:lnTo>
                  <a:pt x="5957162" y="6020481"/>
                </a:lnTo>
                <a:lnTo>
                  <a:pt x="5961086" y="6018764"/>
                </a:lnTo>
                <a:lnTo>
                  <a:pt x="5994947" y="6004287"/>
                </a:lnTo>
                <a:lnTo>
                  <a:pt x="5999486" y="6002569"/>
                </a:lnTo>
                <a:lnTo>
                  <a:pt x="6035065" y="5990301"/>
                </a:lnTo>
                <a:lnTo>
                  <a:pt x="6040463" y="5988584"/>
                </a:lnTo>
                <a:lnTo>
                  <a:pt x="6077268" y="5978524"/>
                </a:lnTo>
                <a:cubicBezTo>
                  <a:pt x="6078833" y="5978040"/>
                  <a:pt x="6080431" y="5977670"/>
                  <a:pt x="6082052" y="5977419"/>
                </a:cubicBezTo>
                <a:lnTo>
                  <a:pt x="6121678" y="5969447"/>
                </a:lnTo>
                <a:cubicBezTo>
                  <a:pt x="6123826" y="5969008"/>
                  <a:pt x="6125997" y="5968680"/>
                  <a:pt x="6128180" y="5968465"/>
                </a:cubicBezTo>
                <a:lnTo>
                  <a:pt x="6184736" y="5962085"/>
                </a:lnTo>
                <a:cubicBezTo>
                  <a:pt x="6187312" y="5962085"/>
                  <a:pt x="6189766" y="5962085"/>
                  <a:pt x="6192343" y="5962085"/>
                </a:cubicBezTo>
                <a:lnTo>
                  <a:pt x="6252088" y="5961471"/>
                </a:lnTo>
                <a:cubicBezTo>
                  <a:pt x="6254744" y="5961289"/>
                  <a:pt x="6257408" y="5961289"/>
                  <a:pt x="6260063" y="5961471"/>
                </a:cubicBezTo>
                <a:lnTo>
                  <a:pt x="6323122" y="5967482"/>
                </a:lnTo>
                <a:cubicBezTo>
                  <a:pt x="6325844" y="5967711"/>
                  <a:pt x="6328549" y="5968121"/>
                  <a:pt x="6331218" y="5968710"/>
                </a:cubicBezTo>
                <a:lnTo>
                  <a:pt x="6399920" y="5982817"/>
                </a:lnTo>
                <a:lnTo>
                  <a:pt x="6404706" y="5983922"/>
                </a:lnTo>
                <a:lnTo>
                  <a:pt x="6439055" y="5993369"/>
                </a:lnTo>
                <a:lnTo>
                  <a:pt x="6443349" y="5994718"/>
                </a:lnTo>
                <a:lnTo>
                  <a:pt x="6479418" y="6006986"/>
                </a:lnTo>
                <a:lnTo>
                  <a:pt x="6482484" y="6008091"/>
                </a:lnTo>
                <a:lnTo>
                  <a:pt x="6519290" y="6022445"/>
                </a:lnTo>
                <a:lnTo>
                  <a:pt x="6523706" y="6024283"/>
                </a:lnTo>
                <a:lnTo>
                  <a:pt x="6561860" y="6041828"/>
                </a:lnTo>
                <a:lnTo>
                  <a:pt x="6563946" y="6042810"/>
                </a:lnTo>
                <a:lnTo>
                  <a:pt x="6604186" y="6062929"/>
                </a:lnTo>
                <a:lnTo>
                  <a:pt x="6607375" y="6064524"/>
                </a:lnTo>
                <a:lnTo>
                  <a:pt x="6647615" y="6086975"/>
                </a:lnTo>
                <a:lnTo>
                  <a:pt x="6650682" y="6088692"/>
                </a:lnTo>
                <a:lnTo>
                  <a:pt x="6692026" y="6114333"/>
                </a:lnTo>
                <a:lnTo>
                  <a:pt x="6694480" y="6115928"/>
                </a:lnTo>
                <a:lnTo>
                  <a:pt x="6809800" y="6193462"/>
                </a:lnTo>
                <a:lnTo>
                  <a:pt x="6883410" y="6238241"/>
                </a:lnTo>
                <a:lnTo>
                  <a:pt x="6958492" y="6279340"/>
                </a:lnTo>
                <a:lnTo>
                  <a:pt x="7035290" y="6317372"/>
                </a:lnTo>
                <a:lnTo>
                  <a:pt x="7098962" y="6345466"/>
                </a:lnTo>
                <a:lnTo>
                  <a:pt x="7168276" y="6374419"/>
                </a:lnTo>
                <a:lnTo>
                  <a:pt x="7242623" y="6402512"/>
                </a:lnTo>
                <a:lnTo>
                  <a:pt x="7321016" y="6429381"/>
                </a:lnTo>
                <a:lnTo>
                  <a:pt x="7402968" y="6453918"/>
                </a:lnTo>
                <a:lnTo>
                  <a:pt x="7487250" y="6475754"/>
                </a:lnTo>
                <a:lnTo>
                  <a:pt x="7573128" y="6493174"/>
                </a:lnTo>
                <a:lnTo>
                  <a:pt x="7660600" y="6505443"/>
                </a:lnTo>
                <a:lnTo>
                  <a:pt x="7748564" y="6512559"/>
                </a:lnTo>
                <a:lnTo>
                  <a:pt x="7836157" y="6512559"/>
                </a:lnTo>
                <a:lnTo>
                  <a:pt x="7922035" y="6505810"/>
                </a:lnTo>
                <a:lnTo>
                  <a:pt x="8006440" y="6490353"/>
                </a:lnTo>
                <a:lnTo>
                  <a:pt x="8047416" y="6479188"/>
                </a:lnTo>
                <a:lnTo>
                  <a:pt x="8087656" y="6465817"/>
                </a:lnTo>
                <a:lnTo>
                  <a:pt x="8127036" y="6449867"/>
                </a:lnTo>
                <a:lnTo>
                  <a:pt x="8165682" y="6430853"/>
                </a:lnTo>
                <a:lnTo>
                  <a:pt x="8203100" y="6409505"/>
                </a:lnTo>
                <a:lnTo>
                  <a:pt x="8239292" y="6384970"/>
                </a:lnTo>
                <a:lnTo>
                  <a:pt x="8274254" y="6357612"/>
                </a:lnTo>
                <a:lnTo>
                  <a:pt x="8304312" y="6330622"/>
                </a:lnTo>
                <a:cubicBezTo>
                  <a:pt x="8306328" y="6328770"/>
                  <a:pt x="8308459" y="6327050"/>
                  <a:pt x="8310692" y="6325468"/>
                </a:cubicBezTo>
                <a:lnTo>
                  <a:pt x="8319646" y="6318476"/>
                </a:lnTo>
                <a:lnTo>
                  <a:pt x="8328726" y="6310134"/>
                </a:lnTo>
                <a:lnTo>
                  <a:pt x="8340258" y="6297865"/>
                </a:lnTo>
                <a:lnTo>
                  <a:pt x="8354244" y="6282038"/>
                </a:lnTo>
                <a:lnTo>
                  <a:pt x="8370194" y="6262287"/>
                </a:lnTo>
                <a:lnTo>
                  <a:pt x="8388473" y="6237750"/>
                </a:lnTo>
                <a:lnTo>
                  <a:pt x="8408346" y="6207693"/>
                </a:lnTo>
                <a:lnTo>
                  <a:pt x="8430183" y="6172483"/>
                </a:lnTo>
                <a:lnTo>
                  <a:pt x="8454107" y="6130894"/>
                </a:lnTo>
                <a:lnTo>
                  <a:pt x="8478642" y="6082558"/>
                </a:lnTo>
                <a:lnTo>
                  <a:pt x="8505634" y="6027597"/>
                </a:lnTo>
                <a:lnTo>
                  <a:pt x="8533973" y="5965030"/>
                </a:lnTo>
                <a:lnTo>
                  <a:pt x="8563417" y="5894977"/>
                </a:lnTo>
                <a:lnTo>
                  <a:pt x="8596050" y="5817565"/>
                </a:lnTo>
                <a:lnTo>
                  <a:pt x="8638988" y="5694883"/>
                </a:lnTo>
                <a:lnTo>
                  <a:pt x="8683275" y="5547664"/>
                </a:lnTo>
                <a:cubicBezTo>
                  <a:pt x="8683221" y="5546929"/>
                  <a:pt x="8683221" y="5546192"/>
                  <a:pt x="8683275" y="5545456"/>
                </a:cubicBezTo>
                <a:lnTo>
                  <a:pt x="8691864" y="5517976"/>
                </a:lnTo>
                <a:cubicBezTo>
                  <a:pt x="8691811" y="5517486"/>
                  <a:pt x="8691811" y="5516992"/>
                  <a:pt x="8691864" y="5516503"/>
                </a:cubicBezTo>
                <a:lnTo>
                  <a:pt x="8702048" y="5486077"/>
                </a:lnTo>
                <a:cubicBezTo>
                  <a:pt x="8701997" y="5485507"/>
                  <a:pt x="8701997" y="5484931"/>
                  <a:pt x="8702048" y="5484360"/>
                </a:cubicBezTo>
                <a:lnTo>
                  <a:pt x="8714316" y="5451482"/>
                </a:lnTo>
                <a:lnTo>
                  <a:pt x="8715419" y="5448538"/>
                </a:lnTo>
                <a:lnTo>
                  <a:pt x="8745476" y="5374929"/>
                </a:lnTo>
                <a:lnTo>
                  <a:pt x="8747072" y="5371248"/>
                </a:lnTo>
                <a:lnTo>
                  <a:pt x="8784859" y="5291626"/>
                </a:lnTo>
                <a:lnTo>
                  <a:pt x="8786453" y="5288314"/>
                </a:lnTo>
                <a:lnTo>
                  <a:pt x="8807923" y="5248197"/>
                </a:lnTo>
                <a:lnTo>
                  <a:pt x="8809518" y="5245377"/>
                </a:lnTo>
                <a:lnTo>
                  <a:pt x="8833439" y="5204768"/>
                </a:lnTo>
                <a:lnTo>
                  <a:pt x="8834911" y="5202437"/>
                </a:lnTo>
                <a:lnTo>
                  <a:pt x="8861166" y="5161462"/>
                </a:lnTo>
                <a:lnTo>
                  <a:pt x="8862884" y="5158762"/>
                </a:lnTo>
                <a:lnTo>
                  <a:pt x="8891101" y="5118522"/>
                </a:lnTo>
                <a:cubicBezTo>
                  <a:pt x="8891835" y="5117542"/>
                  <a:pt x="8892572" y="5116438"/>
                  <a:pt x="8893431" y="5115456"/>
                </a:cubicBezTo>
                <a:lnTo>
                  <a:pt x="8923978" y="5076198"/>
                </a:lnTo>
                <a:lnTo>
                  <a:pt x="8926554" y="5073131"/>
                </a:lnTo>
                <a:lnTo>
                  <a:pt x="8959802" y="5034731"/>
                </a:lnTo>
                <a:lnTo>
                  <a:pt x="8962256" y="5032156"/>
                </a:lnTo>
                <a:lnTo>
                  <a:pt x="8997344" y="4995350"/>
                </a:lnTo>
                <a:lnTo>
                  <a:pt x="9001146" y="4991548"/>
                </a:lnTo>
                <a:lnTo>
                  <a:pt x="9038810" y="4957441"/>
                </a:lnTo>
                <a:lnTo>
                  <a:pt x="9042366" y="4954252"/>
                </a:lnTo>
                <a:lnTo>
                  <a:pt x="9083221" y="4921618"/>
                </a:lnTo>
                <a:cubicBezTo>
                  <a:pt x="9084435" y="4920610"/>
                  <a:pt x="9085705" y="4919668"/>
                  <a:pt x="9087024" y="4918796"/>
                </a:cubicBezTo>
                <a:lnTo>
                  <a:pt x="9129963" y="4888616"/>
                </a:lnTo>
                <a:lnTo>
                  <a:pt x="9134870" y="4885426"/>
                </a:lnTo>
                <a:lnTo>
                  <a:pt x="9180017" y="4858804"/>
                </a:lnTo>
                <a:cubicBezTo>
                  <a:pt x="9181624" y="4857746"/>
                  <a:pt x="9183305" y="4856803"/>
                  <a:pt x="9185045" y="4855982"/>
                </a:cubicBezTo>
                <a:lnTo>
                  <a:pt x="9233260" y="4832184"/>
                </a:lnTo>
                <a:cubicBezTo>
                  <a:pt x="9235135" y="4831222"/>
                  <a:pt x="9237059" y="4830363"/>
                  <a:pt x="9239026" y="4829607"/>
                </a:cubicBezTo>
                <a:lnTo>
                  <a:pt x="9290675" y="4809241"/>
                </a:lnTo>
                <a:cubicBezTo>
                  <a:pt x="9292515" y="4808629"/>
                  <a:pt x="9294232" y="4807893"/>
                  <a:pt x="9296073" y="4807402"/>
                </a:cubicBezTo>
                <a:lnTo>
                  <a:pt x="9350176" y="4790593"/>
                </a:lnTo>
                <a:lnTo>
                  <a:pt x="9356554" y="4788876"/>
                </a:lnTo>
                <a:lnTo>
                  <a:pt x="9414462" y="4776608"/>
                </a:lnTo>
                <a:cubicBezTo>
                  <a:pt x="9416357" y="4776111"/>
                  <a:pt x="9418283" y="4775742"/>
                  <a:pt x="9420228" y="4775504"/>
                </a:cubicBezTo>
                <a:lnTo>
                  <a:pt x="9481568" y="4767284"/>
                </a:lnTo>
                <a:cubicBezTo>
                  <a:pt x="9483857" y="4767159"/>
                  <a:pt x="9486151" y="4767159"/>
                  <a:pt x="9488438" y="4767284"/>
                </a:cubicBezTo>
                <a:close/>
                <a:moveTo>
                  <a:pt x="10267950" y="0"/>
                </a:moveTo>
                <a:lnTo>
                  <a:pt x="10267951" y="0"/>
                </a:lnTo>
                <a:lnTo>
                  <a:pt x="10267951" y="5627"/>
                </a:lnTo>
                <a:lnTo>
                  <a:pt x="10267950" y="5627"/>
                </a:lnTo>
                <a:close/>
                <a:moveTo>
                  <a:pt x="830077" y="0"/>
                </a:moveTo>
                <a:lnTo>
                  <a:pt x="1037467" y="0"/>
                </a:lnTo>
                <a:lnTo>
                  <a:pt x="1037467" y="7656"/>
                </a:lnTo>
                <a:lnTo>
                  <a:pt x="1036387" y="8694"/>
                </a:lnTo>
                <a:lnTo>
                  <a:pt x="1035283" y="9799"/>
                </a:lnTo>
                <a:lnTo>
                  <a:pt x="1025469" y="19123"/>
                </a:lnTo>
                <a:lnTo>
                  <a:pt x="986947" y="58381"/>
                </a:lnTo>
                <a:lnTo>
                  <a:pt x="927200" y="121684"/>
                </a:lnTo>
                <a:lnTo>
                  <a:pt x="891131" y="161925"/>
                </a:lnTo>
                <a:lnTo>
                  <a:pt x="851260" y="207440"/>
                </a:lnTo>
                <a:lnTo>
                  <a:pt x="809180" y="257248"/>
                </a:lnTo>
                <a:lnTo>
                  <a:pt x="763788" y="312700"/>
                </a:lnTo>
                <a:lnTo>
                  <a:pt x="716800" y="372447"/>
                </a:lnTo>
                <a:lnTo>
                  <a:pt x="668343" y="436610"/>
                </a:lnTo>
                <a:lnTo>
                  <a:pt x="619269" y="505066"/>
                </a:lnTo>
                <a:lnTo>
                  <a:pt x="569581" y="577448"/>
                </a:lnTo>
                <a:lnTo>
                  <a:pt x="520509" y="653511"/>
                </a:lnTo>
                <a:lnTo>
                  <a:pt x="471436" y="733500"/>
                </a:lnTo>
                <a:lnTo>
                  <a:pt x="424450" y="816187"/>
                </a:lnTo>
                <a:lnTo>
                  <a:pt x="379548" y="902065"/>
                </a:lnTo>
                <a:lnTo>
                  <a:pt x="336978" y="990763"/>
                </a:lnTo>
                <a:lnTo>
                  <a:pt x="298086" y="1082040"/>
                </a:lnTo>
                <a:lnTo>
                  <a:pt x="261282" y="1175401"/>
                </a:lnTo>
                <a:lnTo>
                  <a:pt x="229508" y="1271215"/>
                </a:lnTo>
                <a:lnTo>
                  <a:pt x="202395" y="1369361"/>
                </a:lnTo>
                <a:lnTo>
                  <a:pt x="180189" y="1468733"/>
                </a:lnTo>
                <a:lnTo>
                  <a:pt x="163873" y="1569210"/>
                </a:lnTo>
                <a:lnTo>
                  <a:pt x="153935" y="1671281"/>
                </a:lnTo>
                <a:lnTo>
                  <a:pt x="150256" y="1774211"/>
                </a:lnTo>
                <a:lnTo>
                  <a:pt x="154672" y="1877878"/>
                </a:lnTo>
                <a:lnTo>
                  <a:pt x="166940" y="1981912"/>
                </a:lnTo>
                <a:lnTo>
                  <a:pt x="187673" y="2086805"/>
                </a:lnTo>
                <a:lnTo>
                  <a:pt x="201168" y="2139068"/>
                </a:lnTo>
                <a:lnTo>
                  <a:pt x="217117" y="2191207"/>
                </a:lnTo>
                <a:lnTo>
                  <a:pt x="235396" y="2243592"/>
                </a:lnTo>
                <a:lnTo>
                  <a:pt x="259319" y="2302603"/>
                </a:lnTo>
                <a:cubicBezTo>
                  <a:pt x="259499" y="2303023"/>
                  <a:pt x="259704" y="2303433"/>
                  <a:pt x="259932" y="2303830"/>
                </a:cubicBezTo>
                <a:lnTo>
                  <a:pt x="263982" y="2312417"/>
                </a:lnTo>
                <a:lnTo>
                  <a:pt x="279562" y="2340021"/>
                </a:lnTo>
                <a:lnTo>
                  <a:pt x="302994" y="2378421"/>
                </a:lnTo>
                <a:lnTo>
                  <a:pt x="318453" y="2400994"/>
                </a:lnTo>
                <a:lnTo>
                  <a:pt x="336363" y="2425531"/>
                </a:lnTo>
                <a:lnTo>
                  <a:pt x="356239" y="2451662"/>
                </a:lnTo>
                <a:lnTo>
                  <a:pt x="404330" y="2507850"/>
                </a:lnTo>
                <a:lnTo>
                  <a:pt x="432669" y="2537171"/>
                </a:lnTo>
                <a:lnTo>
                  <a:pt x="463709" y="2567719"/>
                </a:lnTo>
                <a:lnTo>
                  <a:pt x="497445" y="2598143"/>
                </a:lnTo>
                <a:lnTo>
                  <a:pt x="534249" y="2629060"/>
                </a:lnTo>
                <a:lnTo>
                  <a:pt x="573998" y="2659484"/>
                </a:lnTo>
                <a:lnTo>
                  <a:pt x="616937" y="2689542"/>
                </a:lnTo>
                <a:lnTo>
                  <a:pt x="663189" y="2718864"/>
                </a:lnTo>
                <a:lnTo>
                  <a:pt x="712874" y="2747816"/>
                </a:lnTo>
                <a:lnTo>
                  <a:pt x="765751" y="2775174"/>
                </a:lnTo>
                <a:lnTo>
                  <a:pt x="822307" y="2801306"/>
                </a:lnTo>
                <a:lnTo>
                  <a:pt x="881931" y="2825842"/>
                </a:lnTo>
                <a:lnTo>
                  <a:pt x="945603" y="2848415"/>
                </a:lnTo>
                <a:lnTo>
                  <a:pt x="1013323" y="2868658"/>
                </a:lnTo>
                <a:lnTo>
                  <a:pt x="1084110" y="2886446"/>
                </a:lnTo>
                <a:lnTo>
                  <a:pt x="1159315" y="2901537"/>
                </a:lnTo>
                <a:lnTo>
                  <a:pt x="1238444" y="2913805"/>
                </a:lnTo>
                <a:lnTo>
                  <a:pt x="1321254" y="2922515"/>
                </a:lnTo>
                <a:lnTo>
                  <a:pt x="1408726" y="2928037"/>
                </a:lnTo>
                <a:lnTo>
                  <a:pt x="1499879" y="2929630"/>
                </a:lnTo>
                <a:lnTo>
                  <a:pt x="1599253" y="2926932"/>
                </a:lnTo>
                <a:lnTo>
                  <a:pt x="1601092" y="2926932"/>
                </a:lnTo>
                <a:lnTo>
                  <a:pt x="1611520" y="2926196"/>
                </a:lnTo>
                <a:lnTo>
                  <a:pt x="1613360" y="2926196"/>
                </a:lnTo>
                <a:lnTo>
                  <a:pt x="1658631" y="2924355"/>
                </a:lnTo>
                <a:lnTo>
                  <a:pt x="1660225" y="2924355"/>
                </a:lnTo>
                <a:lnTo>
                  <a:pt x="1733834" y="2922882"/>
                </a:lnTo>
                <a:lnTo>
                  <a:pt x="1779717" y="2922882"/>
                </a:lnTo>
                <a:lnTo>
                  <a:pt x="1781067" y="2922882"/>
                </a:lnTo>
                <a:lnTo>
                  <a:pt x="1831612" y="2922882"/>
                </a:lnTo>
                <a:lnTo>
                  <a:pt x="1888292" y="2923988"/>
                </a:lnTo>
                <a:lnTo>
                  <a:pt x="1889640" y="2923988"/>
                </a:lnTo>
                <a:lnTo>
                  <a:pt x="1950000" y="2926318"/>
                </a:lnTo>
                <a:lnTo>
                  <a:pt x="2015267" y="2929875"/>
                </a:lnTo>
                <a:lnTo>
                  <a:pt x="2084827" y="2934537"/>
                </a:lnTo>
                <a:lnTo>
                  <a:pt x="2156719" y="2940427"/>
                </a:lnTo>
                <a:lnTo>
                  <a:pt x="2158804" y="2940427"/>
                </a:lnTo>
                <a:lnTo>
                  <a:pt x="2232413" y="2948524"/>
                </a:lnTo>
                <a:lnTo>
                  <a:pt x="2234376" y="2948524"/>
                </a:lnTo>
                <a:lnTo>
                  <a:pt x="2389446" y="2969870"/>
                </a:lnTo>
                <a:lnTo>
                  <a:pt x="2392269" y="2969870"/>
                </a:lnTo>
                <a:lnTo>
                  <a:pt x="2471030" y="2983733"/>
                </a:lnTo>
                <a:lnTo>
                  <a:pt x="2472993" y="2983733"/>
                </a:lnTo>
                <a:lnTo>
                  <a:pt x="2553103" y="2999927"/>
                </a:lnTo>
                <a:lnTo>
                  <a:pt x="2555434" y="2999927"/>
                </a:lnTo>
                <a:lnTo>
                  <a:pt x="2635792" y="3018696"/>
                </a:lnTo>
                <a:lnTo>
                  <a:pt x="2638122" y="3019312"/>
                </a:lnTo>
                <a:lnTo>
                  <a:pt x="2718602" y="3040903"/>
                </a:lnTo>
                <a:lnTo>
                  <a:pt x="2720810" y="3041517"/>
                </a:lnTo>
                <a:lnTo>
                  <a:pt x="2801044" y="3066052"/>
                </a:lnTo>
                <a:lnTo>
                  <a:pt x="2803743" y="3066913"/>
                </a:lnTo>
                <a:lnTo>
                  <a:pt x="2882750" y="3094024"/>
                </a:lnTo>
                <a:lnTo>
                  <a:pt x="2885694" y="3095128"/>
                </a:lnTo>
                <a:lnTo>
                  <a:pt x="2963720" y="3125553"/>
                </a:lnTo>
                <a:lnTo>
                  <a:pt x="2966911" y="3126903"/>
                </a:lnTo>
                <a:lnTo>
                  <a:pt x="3042728" y="3160764"/>
                </a:lnTo>
                <a:lnTo>
                  <a:pt x="3046040" y="3162235"/>
                </a:lnTo>
                <a:lnTo>
                  <a:pt x="3119649" y="3199040"/>
                </a:lnTo>
                <a:lnTo>
                  <a:pt x="3123453" y="3201003"/>
                </a:lnTo>
                <a:lnTo>
                  <a:pt x="3194118" y="3241733"/>
                </a:lnTo>
                <a:lnTo>
                  <a:pt x="3197675" y="3243819"/>
                </a:lnTo>
                <a:lnTo>
                  <a:pt x="3265763" y="3287984"/>
                </a:lnTo>
                <a:cubicBezTo>
                  <a:pt x="3267203" y="3288895"/>
                  <a:pt x="3268593" y="3289878"/>
                  <a:pt x="3269934" y="3290928"/>
                </a:cubicBezTo>
                <a:lnTo>
                  <a:pt x="3334219" y="3339388"/>
                </a:lnTo>
                <a:lnTo>
                  <a:pt x="3338268" y="3342578"/>
                </a:lnTo>
                <a:lnTo>
                  <a:pt x="3398628" y="3394472"/>
                </a:lnTo>
                <a:lnTo>
                  <a:pt x="3402677" y="3398275"/>
                </a:lnTo>
                <a:lnTo>
                  <a:pt x="3458620" y="3453971"/>
                </a:lnTo>
                <a:cubicBezTo>
                  <a:pt x="3460062" y="3455357"/>
                  <a:pt x="3461415" y="3456832"/>
                  <a:pt x="3462668" y="3458389"/>
                </a:cubicBezTo>
                <a:lnTo>
                  <a:pt x="3514440" y="3518626"/>
                </a:lnTo>
                <a:cubicBezTo>
                  <a:pt x="3515789" y="3520220"/>
                  <a:pt x="3517017" y="3521816"/>
                  <a:pt x="3518243" y="3523534"/>
                </a:cubicBezTo>
                <a:lnTo>
                  <a:pt x="3566090" y="3589537"/>
                </a:lnTo>
                <a:lnTo>
                  <a:pt x="3567806" y="3591867"/>
                </a:lnTo>
                <a:lnTo>
                  <a:pt x="3568788" y="3593463"/>
                </a:lnTo>
                <a:cubicBezTo>
                  <a:pt x="3569186" y="3593948"/>
                  <a:pt x="3569516" y="3594485"/>
                  <a:pt x="3569770" y="3595057"/>
                </a:cubicBezTo>
                <a:lnTo>
                  <a:pt x="3575045" y="3603399"/>
                </a:lnTo>
                <a:cubicBezTo>
                  <a:pt x="3575770" y="3604375"/>
                  <a:pt x="3576425" y="3605400"/>
                  <a:pt x="3577008" y="3606467"/>
                </a:cubicBezTo>
                <a:lnTo>
                  <a:pt x="3585472" y="3621435"/>
                </a:lnTo>
                <a:lnTo>
                  <a:pt x="3587312" y="3624870"/>
                </a:lnTo>
                <a:lnTo>
                  <a:pt x="3598846" y="3647934"/>
                </a:lnTo>
                <a:lnTo>
                  <a:pt x="3600195" y="3650509"/>
                </a:lnTo>
                <a:lnTo>
                  <a:pt x="3614426" y="3681916"/>
                </a:lnTo>
                <a:cubicBezTo>
                  <a:pt x="3614426" y="3682776"/>
                  <a:pt x="3615284" y="3683757"/>
                  <a:pt x="3615653" y="3684738"/>
                </a:cubicBezTo>
                <a:lnTo>
                  <a:pt x="3631601" y="3723872"/>
                </a:lnTo>
                <a:lnTo>
                  <a:pt x="3632705" y="3726573"/>
                </a:lnTo>
                <a:lnTo>
                  <a:pt x="3649758" y="3773559"/>
                </a:lnTo>
                <a:lnTo>
                  <a:pt x="3651108" y="3777485"/>
                </a:lnTo>
                <a:lnTo>
                  <a:pt x="3667916" y="3833061"/>
                </a:lnTo>
                <a:cubicBezTo>
                  <a:pt x="3667916" y="3834042"/>
                  <a:pt x="3668528" y="3835023"/>
                  <a:pt x="3668774" y="3836005"/>
                </a:cubicBezTo>
                <a:lnTo>
                  <a:pt x="3685458" y="3900168"/>
                </a:lnTo>
                <a:lnTo>
                  <a:pt x="3686195" y="3903481"/>
                </a:lnTo>
                <a:lnTo>
                  <a:pt x="3701899" y="3977090"/>
                </a:lnTo>
                <a:cubicBezTo>
                  <a:pt x="3701899" y="3978071"/>
                  <a:pt x="3701899" y="3979053"/>
                  <a:pt x="3701899" y="3980034"/>
                </a:cubicBezTo>
                <a:lnTo>
                  <a:pt x="3716130" y="4062477"/>
                </a:lnTo>
                <a:cubicBezTo>
                  <a:pt x="3716130" y="4063581"/>
                  <a:pt x="3716130" y="4064685"/>
                  <a:pt x="3716130" y="4065666"/>
                </a:cubicBezTo>
                <a:lnTo>
                  <a:pt x="3721772" y="4109830"/>
                </a:lnTo>
                <a:lnTo>
                  <a:pt x="3727294" y="4158291"/>
                </a:lnTo>
                <a:cubicBezTo>
                  <a:pt x="3727294" y="4158291"/>
                  <a:pt x="3727294" y="4159394"/>
                  <a:pt x="3727294" y="4159885"/>
                </a:cubicBezTo>
                <a:lnTo>
                  <a:pt x="3731956" y="4209940"/>
                </a:lnTo>
                <a:cubicBezTo>
                  <a:pt x="3731901" y="4210389"/>
                  <a:pt x="3731901" y="4210842"/>
                  <a:pt x="3731956" y="4211290"/>
                </a:cubicBezTo>
                <a:lnTo>
                  <a:pt x="3735757" y="4263061"/>
                </a:lnTo>
                <a:cubicBezTo>
                  <a:pt x="3735757" y="4263674"/>
                  <a:pt x="3735757" y="4264288"/>
                  <a:pt x="3735757" y="4264901"/>
                </a:cubicBezTo>
                <a:lnTo>
                  <a:pt x="3738457" y="4319004"/>
                </a:lnTo>
                <a:lnTo>
                  <a:pt x="3738457" y="4320844"/>
                </a:lnTo>
                <a:lnTo>
                  <a:pt x="3740052" y="4377769"/>
                </a:lnTo>
                <a:lnTo>
                  <a:pt x="3740052" y="4379241"/>
                </a:lnTo>
                <a:lnTo>
                  <a:pt x="3740052" y="4438742"/>
                </a:lnTo>
                <a:lnTo>
                  <a:pt x="3740052" y="4440215"/>
                </a:lnTo>
                <a:lnTo>
                  <a:pt x="3739317" y="4502537"/>
                </a:lnTo>
                <a:lnTo>
                  <a:pt x="3739317" y="4503886"/>
                </a:lnTo>
                <a:lnTo>
                  <a:pt x="3737354" y="4568416"/>
                </a:lnTo>
                <a:cubicBezTo>
                  <a:pt x="3737419" y="4568987"/>
                  <a:pt x="3737419" y="4569564"/>
                  <a:pt x="3737354" y="4570134"/>
                </a:cubicBezTo>
                <a:lnTo>
                  <a:pt x="3726679" y="4773173"/>
                </a:lnTo>
                <a:lnTo>
                  <a:pt x="3722754" y="4909227"/>
                </a:lnTo>
                <a:lnTo>
                  <a:pt x="3703985" y="5801740"/>
                </a:lnTo>
                <a:lnTo>
                  <a:pt x="3706438" y="5878906"/>
                </a:lnTo>
                <a:lnTo>
                  <a:pt x="3710363" y="5940247"/>
                </a:lnTo>
                <a:lnTo>
                  <a:pt x="3716743" y="6013856"/>
                </a:lnTo>
                <a:lnTo>
                  <a:pt x="3726679" y="6097648"/>
                </a:lnTo>
                <a:lnTo>
                  <a:pt x="3741034" y="6188678"/>
                </a:lnTo>
                <a:lnTo>
                  <a:pt x="3760173" y="6284862"/>
                </a:lnTo>
                <a:lnTo>
                  <a:pt x="3777960" y="6362028"/>
                </a:lnTo>
                <a:lnTo>
                  <a:pt x="3797468" y="6437968"/>
                </a:lnTo>
                <a:lnTo>
                  <a:pt x="3820531" y="6511576"/>
                </a:lnTo>
                <a:lnTo>
                  <a:pt x="3848012" y="6583469"/>
                </a:lnTo>
                <a:lnTo>
                  <a:pt x="3881014" y="6653152"/>
                </a:lnTo>
                <a:lnTo>
                  <a:pt x="3921499" y="6720014"/>
                </a:lnTo>
                <a:lnTo>
                  <a:pt x="3944685" y="6752525"/>
                </a:lnTo>
                <a:lnTo>
                  <a:pt x="3970081" y="6784176"/>
                </a:lnTo>
                <a:lnTo>
                  <a:pt x="3997929" y="6814602"/>
                </a:lnTo>
                <a:lnTo>
                  <a:pt x="4027527" y="6842188"/>
                </a:lnTo>
                <a:lnTo>
                  <a:pt x="3823538" y="6842188"/>
                </a:lnTo>
                <a:lnTo>
                  <a:pt x="3797835" y="6805644"/>
                </a:lnTo>
                <a:lnTo>
                  <a:pt x="3794769" y="6800983"/>
                </a:lnTo>
                <a:lnTo>
                  <a:pt x="3750725" y="6728356"/>
                </a:lnTo>
                <a:cubicBezTo>
                  <a:pt x="3749380" y="6726174"/>
                  <a:pt x="3748151" y="6723922"/>
                  <a:pt x="3747044" y="6721608"/>
                </a:cubicBezTo>
                <a:lnTo>
                  <a:pt x="3711099" y="6645669"/>
                </a:lnTo>
                <a:cubicBezTo>
                  <a:pt x="3710240" y="6643829"/>
                  <a:pt x="3709504" y="6641989"/>
                  <a:pt x="3708767" y="6640148"/>
                </a:cubicBezTo>
                <a:lnTo>
                  <a:pt x="3679448" y="6563227"/>
                </a:lnTo>
                <a:cubicBezTo>
                  <a:pt x="3678833" y="6561754"/>
                  <a:pt x="3678343" y="6560281"/>
                  <a:pt x="3677852" y="6558686"/>
                </a:cubicBezTo>
                <a:lnTo>
                  <a:pt x="3653315" y="6480660"/>
                </a:lnTo>
                <a:lnTo>
                  <a:pt x="3652212" y="6476858"/>
                </a:lnTo>
                <a:lnTo>
                  <a:pt x="3632092" y="6398220"/>
                </a:lnTo>
                <a:cubicBezTo>
                  <a:pt x="3632038" y="6397648"/>
                  <a:pt x="3632038" y="6397072"/>
                  <a:pt x="3632092" y="6396502"/>
                </a:cubicBezTo>
                <a:lnTo>
                  <a:pt x="3613690" y="6317249"/>
                </a:lnTo>
                <a:cubicBezTo>
                  <a:pt x="3613746" y="6316473"/>
                  <a:pt x="3613746" y="6315694"/>
                  <a:pt x="3613690" y="6314917"/>
                </a:cubicBezTo>
                <a:lnTo>
                  <a:pt x="3594061" y="6216035"/>
                </a:lnTo>
                <a:cubicBezTo>
                  <a:pt x="3594061" y="6215055"/>
                  <a:pt x="3594061" y="6214073"/>
                  <a:pt x="3594061" y="6213091"/>
                </a:cubicBezTo>
                <a:lnTo>
                  <a:pt x="3579340" y="6119118"/>
                </a:lnTo>
                <a:cubicBezTo>
                  <a:pt x="3579219" y="6118221"/>
                  <a:pt x="3579219" y="6117315"/>
                  <a:pt x="3579340" y="6116420"/>
                </a:cubicBezTo>
                <a:lnTo>
                  <a:pt x="3569034" y="6029806"/>
                </a:lnTo>
                <a:cubicBezTo>
                  <a:pt x="3569034" y="6029191"/>
                  <a:pt x="3569034" y="6028701"/>
                  <a:pt x="3569034" y="6028088"/>
                </a:cubicBezTo>
                <a:lnTo>
                  <a:pt x="3562408" y="5951166"/>
                </a:lnTo>
                <a:lnTo>
                  <a:pt x="3559955" y="5916937"/>
                </a:lnTo>
                <a:cubicBezTo>
                  <a:pt x="3559955" y="5916937"/>
                  <a:pt x="3559955" y="5916079"/>
                  <a:pt x="3559955" y="5915588"/>
                </a:cubicBezTo>
                <a:lnTo>
                  <a:pt x="3557010" y="5858419"/>
                </a:lnTo>
                <a:lnTo>
                  <a:pt x="3557010" y="5856209"/>
                </a:lnTo>
                <a:lnTo>
                  <a:pt x="3555785" y="5804561"/>
                </a:lnTo>
                <a:lnTo>
                  <a:pt x="3555785" y="5787877"/>
                </a:lnTo>
                <a:lnTo>
                  <a:pt x="3574432" y="4904564"/>
                </a:lnTo>
                <a:lnTo>
                  <a:pt x="3578479" y="4766917"/>
                </a:lnTo>
                <a:cubicBezTo>
                  <a:pt x="3578419" y="4766345"/>
                  <a:pt x="3578419" y="4765769"/>
                  <a:pt x="3578479" y="4765198"/>
                </a:cubicBezTo>
                <a:lnTo>
                  <a:pt x="3589154" y="4562160"/>
                </a:lnTo>
                <a:lnTo>
                  <a:pt x="3590993" y="4499102"/>
                </a:lnTo>
                <a:lnTo>
                  <a:pt x="3591852" y="4437760"/>
                </a:lnTo>
                <a:lnTo>
                  <a:pt x="3591852" y="4379855"/>
                </a:lnTo>
                <a:lnTo>
                  <a:pt x="3590380" y="4324524"/>
                </a:lnTo>
                <a:lnTo>
                  <a:pt x="3587803" y="4272262"/>
                </a:lnTo>
                <a:lnTo>
                  <a:pt x="3584122" y="4222085"/>
                </a:lnTo>
                <a:lnTo>
                  <a:pt x="3579584" y="4173625"/>
                </a:lnTo>
                <a:lnTo>
                  <a:pt x="3568911" y="4085663"/>
                </a:lnTo>
                <a:lnTo>
                  <a:pt x="3555169" y="4006165"/>
                </a:lnTo>
                <a:lnTo>
                  <a:pt x="3540203" y="3935623"/>
                </a:lnTo>
                <a:lnTo>
                  <a:pt x="3524378" y="3874282"/>
                </a:lnTo>
                <a:lnTo>
                  <a:pt x="3508550" y="3822142"/>
                </a:lnTo>
                <a:lnTo>
                  <a:pt x="3492602" y="3778467"/>
                </a:lnTo>
                <a:lnTo>
                  <a:pt x="3477759" y="3741663"/>
                </a:lnTo>
                <a:lnTo>
                  <a:pt x="3464753" y="3713077"/>
                </a:lnTo>
                <a:lnTo>
                  <a:pt x="3454695" y="3692958"/>
                </a:lnTo>
                <a:lnTo>
                  <a:pt x="3444389" y="3675537"/>
                </a:lnTo>
                <a:lnTo>
                  <a:pt x="3399365" y="3613337"/>
                </a:lnTo>
                <a:lnTo>
                  <a:pt x="3351641" y="3557762"/>
                </a:lnTo>
                <a:lnTo>
                  <a:pt x="3299746" y="3506114"/>
                </a:lnTo>
                <a:lnTo>
                  <a:pt x="3240982" y="3459494"/>
                </a:lnTo>
                <a:lnTo>
                  <a:pt x="3180868" y="3414591"/>
                </a:lnTo>
                <a:lnTo>
                  <a:pt x="3116459" y="3372758"/>
                </a:lnTo>
                <a:lnTo>
                  <a:pt x="3049353" y="3334235"/>
                </a:lnTo>
                <a:lnTo>
                  <a:pt x="2979179" y="3298904"/>
                </a:lnTo>
                <a:lnTo>
                  <a:pt x="2906673" y="3266639"/>
                </a:lnTo>
                <a:lnTo>
                  <a:pt x="2831715" y="3237440"/>
                </a:lnTo>
                <a:lnTo>
                  <a:pt x="2755530" y="3211308"/>
                </a:lnTo>
                <a:lnTo>
                  <a:pt x="2677872" y="3187877"/>
                </a:lnTo>
                <a:lnTo>
                  <a:pt x="2599722" y="3166898"/>
                </a:lnTo>
                <a:lnTo>
                  <a:pt x="2521697" y="3148617"/>
                </a:lnTo>
                <a:lnTo>
                  <a:pt x="2443550" y="3132915"/>
                </a:lnTo>
                <a:lnTo>
                  <a:pt x="2367118" y="3119420"/>
                </a:lnTo>
                <a:lnTo>
                  <a:pt x="2214379" y="3098319"/>
                </a:lnTo>
                <a:lnTo>
                  <a:pt x="2143469" y="3090467"/>
                </a:lnTo>
                <a:lnTo>
                  <a:pt x="2073663" y="3084700"/>
                </a:lnTo>
                <a:lnTo>
                  <a:pt x="2006188" y="3080162"/>
                </a:lnTo>
                <a:lnTo>
                  <a:pt x="1943129" y="3076727"/>
                </a:lnTo>
                <a:lnTo>
                  <a:pt x="1884610" y="3074518"/>
                </a:lnTo>
                <a:lnTo>
                  <a:pt x="1829649" y="3073292"/>
                </a:lnTo>
                <a:lnTo>
                  <a:pt x="1780576" y="3073292"/>
                </a:lnTo>
                <a:lnTo>
                  <a:pt x="1664764" y="3075255"/>
                </a:lnTo>
                <a:lnTo>
                  <a:pt x="1607227" y="3078075"/>
                </a:lnTo>
                <a:lnTo>
                  <a:pt x="1602320" y="3078075"/>
                </a:lnTo>
                <a:lnTo>
                  <a:pt x="1502333" y="3080652"/>
                </a:lnTo>
                <a:lnTo>
                  <a:pt x="1498897" y="3080652"/>
                </a:lnTo>
                <a:lnTo>
                  <a:pt x="1404433" y="3078935"/>
                </a:lnTo>
                <a:lnTo>
                  <a:pt x="1400875" y="3078935"/>
                </a:lnTo>
                <a:lnTo>
                  <a:pt x="1310090" y="3073168"/>
                </a:lnTo>
                <a:lnTo>
                  <a:pt x="1306901" y="3073168"/>
                </a:lnTo>
                <a:lnTo>
                  <a:pt x="1221024" y="3064090"/>
                </a:lnTo>
                <a:lnTo>
                  <a:pt x="1217711" y="3064090"/>
                </a:lnTo>
                <a:lnTo>
                  <a:pt x="1135024" y="3051821"/>
                </a:lnTo>
                <a:lnTo>
                  <a:pt x="1131465" y="3051209"/>
                </a:lnTo>
                <a:lnTo>
                  <a:pt x="1052582" y="3035383"/>
                </a:lnTo>
                <a:lnTo>
                  <a:pt x="1048901" y="3034525"/>
                </a:lnTo>
                <a:lnTo>
                  <a:pt x="975291" y="3015876"/>
                </a:lnTo>
                <a:lnTo>
                  <a:pt x="972102" y="3015017"/>
                </a:lnTo>
                <a:lnTo>
                  <a:pt x="901070" y="2993793"/>
                </a:lnTo>
                <a:lnTo>
                  <a:pt x="897389" y="2992566"/>
                </a:lnTo>
                <a:lnTo>
                  <a:pt x="830404" y="2968767"/>
                </a:lnTo>
                <a:lnTo>
                  <a:pt x="827214" y="2967662"/>
                </a:lnTo>
                <a:lnTo>
                  <a:pt x="764279" y="2942143"/>
                </a:lnTo>
                <a:lnTo>
                  <a:pt x="760844" y="2940671"/>
                </a:lnTo>
                <a:lnTo>
                  <a:pt x="701465" y="2912087"/>
                </a:lnTo>
                <a:lnTo>
                  <a:pt x="698521" y="2910614"/>
                </a:lnTo>
                <a:lnTo>
                  <a:pt x="642456" y="2881786"/>
                </a:lnTo>
                <a:lnTo>
                  <a:pt x="639143" y="2879945"/>
                </a:lnTo>
                <a:lnTo>
                  <a:pt x="586513" y="2849274"/>
                </a:lnTo>
                <a:lnTo>
                  <a:pt x="583937" y="2847802"/>
                </a:lnTo>
                <a:lnTo>
                  <a:pt x="534863" y="2816764"/>
                </a:lnTo>
                <a:lnTo>
                  <a:pt x="531920" y="2814800"/>
                </a:lnTo>
                <a:lnTo>
                  <a:pt x="486282" y="2782781"/>
                </a:lnTo>
                <a:lnTo>
                  <a:pt x="483582" y="2780941"/>
                </a:lnTo>
                <a:lnTo>
                  <a:pt x="441258" y="2748429"/>
                </a:lnTo>
                <a:lnTo>
                  <a:pt x="438804" y="2746466"/>
                </a:lnTo>
                <a:lnTo>
                  <a:pt x="399177" y="2713711"/>
                </a:lnTo>
                <a:lnTo>
                  <a:pt x="397093" y="2711869"/>
                </a:lnTo>
                <a:lnTo>
                  <a:pt x="360900" y="2679359"/>
                </a:lnTo>
                <a:lnTo>
                  <a:pt x="358569" y="2677150"/>
                </a:lnTo>
                <a:lnTo>
                  <a:pt x="325691" y="2644764"/>
                </a:lnTo>
                <a:lnTo>
                  <a:pt x="324217" y="2643291"/>
                </a:lnTo>
                <a:lnTo>
                  <a:pt x="293793" y="2611761"/>
                </a:lnTo>
                <a:cubicBezTo>
                  <a:pt x="292834" y="2610837"/>
                  <a:pt x="291932" y="2609853"/>
                  <a:pt x="291094" y="2608816"/>
                </a:cubicBezTo>
                <a:lnTo>
                  <a:pt x="239199" y="2548089"/>
                </a:lnTo>
                <a:lnTo>
                  <a:pt x="236746" y="2545145"/>
                </a:lnTo>
                <a:lnTo>
                  <a:pt x="215277" y="2516928"/>
                </a:lnTo>
                <a:lnTo>
                  <a:pt x="214295" y="2515578"/>
                </a:lnTo>
                <a:lnTo>
                  <a:pt x="195280" y="2489569"/>
                </a:lnTo>
                <a:lnTo>
                  <a:pt x="194052" y="2487852"/>
                </a:lnTo>
                <a:lnTo>
                  <a:pt x="176877" y="2463318"/>
                </a:lnTo>
                <a:cubicBezTo>
                  <a:pt x="176264" y="2462211"/>
                  <a:pt x="175527" y="2461231"/>
                  <a:pt x="174914" y="2460249"/>
                </a:cubicBezTo>
                <a:lnTo>
                  <a:pt x="149397" y="2417434"/>
                </a:lnTo>
                <a:cubicBezTo>
                  <a:pt x="149119" y="2416795"/>
                  <a:pt x="148789" y="2416179"/>
                  <a:pt x="148415" y="2415593"/>
                </a:cubicBezTo>
                <a:lnTo>
                  <a:pt x="130505" y="2383695"/>
                </a:lnTo>
                <a:lnTo>
                  <a:pt x="128541" y="2379893"/>
                </a:lnTo>
                <a:lnTo>
                  <a:pt x="120200" y="2362962"/>
                </a:lnTo>
                <a:cubicBezTo>
                  <a:pt x="119339" y="2361000"/>
                  <a:pt x="118359" y="2359036"/>
                  <a:pt x="117621" y="2357073"/>
                </a:cubicBezTo>
                <a:lnTo>
                  <a:pt x="94067" y="2297818"/>
                </a:lnTo>
                <a:cubicBezTo>
                  <a:pt x="94067" y="2296836"/>
                  <a:pt x="93331" y="2295855"/>
                  <a:pt x="93085" y="2294997"/>
                </a:cubicBezTo>
                <a:lnTo>
                  <a:pt x="73701" y="2239790"/>
                </a:lnTo>
                <a:cubicBezTo>
                  <a:pt x="73431" y="2238789"/>
                  <a:pt x="73103" y="2237807"/>
                  <a:pt x="72720" y="2236845"/>
                </a:cubicBezTo>
                <a:lnTo>
                  <a:pt x="55913" y="2181515"/>
                </a:lnTo>
                <a:lnTo>
                  <a:pt x="55054" y="2178448"/>
                </a:lnTo>
                <a:lnTo>
                  <a:pt x="40577" y="2122505"/>
                </a:lnTo>
                <a:cubicBezTo>
                  <a:pt x="40577" y="2121033"/>
                  <a:pt x="39841" y="2119684"/>
                  <a:pt x="39596" y="2118211"/>
                </a:cubicBezTo>
                <a:lnTo>
                  <a:pt x="17882" y="2007797"/>
                </a:lnTo>
                <a:cubicBezTo>
                  <a:pt x="17882" y="2005712"/>
                  <a:pt x="17146" y="2003749"/>
                  <a:pt x="16900" y="2001664"/>
                </a:cubicBezTo>
                <a:lnTo>
                  <a:pt x="4631" y="1891250"/>
                </a:lnTo>
                <a:cubicBezTo>
                  <a:pt x="4631" y="1889409"/>
                  <a:pt x="4631" y="1887569"/>
                  <a:pt x="4631" y="1885852"/>
                </a:cubicBezTo>
                <a:lnTo>
                  <a:pt x="92" y="1776419"/>
                </a:lnTo>
                <a:cubicBezTo>
                  <a:pt x="-31" y="1774499"/>
                  <a:pt x="-31" y="1772574"/>
                  <a:pt x="92" y="1770654"/>
                </a:cubicBezTo>
                <a:lnTo>
                  <a:pt x="3772" y="1662448"/>
                </a:lnTo>
                <a:lnTo>
                  <a:pt x="3772" y="1657786"/>
                </a:lnTo>
                <a:lnTo>
                  <a:pt x="14202" y="1550929"/>
                </a:lnTo>
                <a:cubicBezTo>
                  <a:pt x="14202" y="1549212"/>
                  <a:pt x="14202" y="1547618"/>
                  <a:pt x="14202" y="1546022"/>
                </a:cubicBezTo>
                <a:lnTo>
                  <a:pt x="31253" y="1440884"/>
                </a:lnTo>
                <a:cubicBezTo>
                  <a:pt x="31253" y="1439412"/>
                  <a:pt x="31253" y="1437939"/>
                  <a:pt x="32113" y="1436468"/>
                </a:cubicBezTo>
                <a:lnTo>
                  <a:pt x="55299" y="1333047"/>
                </a:lnTo>
                <a:cubicBezTo>
                  <a:pt x="55299" y="1331942"/>
                  <a:pt x="55299" y="1330716"/>
                  <a:pt x="56158" y="1329489"/>
                </a:cubicBezTo>
                <a:lnTo>
                  <a:pt x="84252" y="1228030"/>
                </a:lnTo>
                <a:lnTo>
                  <a:pt x="85356" y="1224351"/>
                </a:lnTo>
                <a:lnTo>
                  <a:pt x="118359" y="1124977"/>
                </a:lnTo>
                <a:cubicBezTo>
                  <a:pt x="118359" y="1123752"/>
                  <a:pt x="119218" y="1122647"/>
                  <a:pt x="119584" y="1121421"/>
                </a:cubicBezTo>
                <a:lnTo>
                  <a:pt x="156390" y="1024869"/>
                </a:lnTo>
                <a:cubicBezTo>
                  <a:pt x="156390" y="1024012"/>
                  <a:pt x="157125" y="1023030"/>
                  <a:pt x="157616" y="1022048"/>
                </a:cubicBezTo>
                <a:lnTo>
                  <a:pt x="198591" y="927951"/>
                </a:lnTo>
                <a:lnTo>
                  <a:pt x="199695" y="925375"/>
                </a:lnTo>
                <a:lnTo>
                  <a:pt x="243494" y="834222"/>
                </a:lnTo>
                <a:lnTo>
                  <a:pt x="244597" y="831890"/>
                </a:lnTo>
                <a:lnTo>
                  <a:pt x="290726" y="743683"/>
                </a:lnTo>
                <a:cubicBezTo>
                  <a:pt x="291182" y="742973"/>
                  <a:pt x="291591" y="742235"/>
                  <a:pt x="291954" y="741474"/>
                </a:cubicBezTo>
                <a:lnTo>
                  <a:pt x="340168" y="656578"/>
                </a:lnTo>
                <a:lnTo>
                  <a:pt x="341271" y="654737"/>
                </a:lnTo>
                <a:lnTo>
                  <a:pt x="390344" y="572908"/>
                </a:lnTo>
                <a:lnTo>
                  <a:pt x="391447" y="571192"/>
                </a:lnTo>
                <a:lnTo>
                  <a:pt x="441501" y="493410"/>
                </a:lnTo>
                <a:cubicBezTo>
                  <a:pt x="441953" y="492827"/>
                  <a:pt x="442363" y="492211"/>
                  <a:pt x="442730" y="491570"/>
                </a:cubicBezTo>
                <a:lnTo>
                  <a:pt x="493519" y="417962"/>
                </a:lnTo>
                <a:lnTo>
                  <a:pt x="494378" y="416857"/>
                </a:lnTo>
                <a:lnTo>
                  <a:pt x="544310" y="346928"/>
                </a:lnTo>
                <a:lnTo>
                  <a:pt x="545536" y="345210"/>
                </a:lnTo>
                <a:lnTo>
                  <a:pt x="594609" y="279698"/>
                </a:lnTo>
                <a:cubicBezTo>
                  <a:pt x="594828" y="279318"/>
                  <a:pt x="595119" y="278984"/>
                  <a:pt x="595468" y="278718"/>
                </a:cubicBezTo>
                <a:lnTo>
                  <a:pt x="643191" y="217376"/>
                </a:lnTo>
                <a:cubicBezTo>
                  <a:pt x="643583" y="217025"/>
                  <a:pt x="643916" y="216610"/>
                  <a:pt x="644172" y="216148"/>
                </a:cubicBezTo>
                <a:lnTo>
                  <a:pt x="690425" y="159714"/>
                </a:lnTo>
                <a:lnTo>
                  <a:pt x="691282" y="158735"/>
                </a:lnTo>
                <a:lnTo>
                  <a:pt x="734590" y="107576"/>
                </a:lnTo>
                <a:lnTo>
                  <a:pt x="775810" y="60344"/>
                </a:lnTo>
                <a:lnTo>
                  <a:pt x="812615" y="18754"/>
                </a:lnTo>
                <a:lnTo>
                  <a:pt x="813720" y="17405"/>
                </a:lnTo>
                <a:close/>
              </a:path>
            </a:pathLst>
          </a:custGeom>
          <a:solidFill>
            <a:srgbClr val="FFFFFF"/>
          </a:solidFill>
          <a:ln w="9525" cap="flat">
            <a:noFill/>
            <a:prstDash val="solid"/>
            <a:miter/>
          </a:ln>
        </p:spPr>
        <p:txBody>
          <a:bodyPr rtlCol="0" anchor="ctr"/>
          <a:lstStyle/>
          <a:p>
            <a:endParaRPr lang="zh-CN" altLang="en-US" dirty="0"/>
          </a:p>
        </p:txBody>
      </p:sp>
      <p:sp>
        <p:nvSpPr>
          <p:cNvPr id="4" name="文本框 10"/>
          <p:cNvSpPr txBox="1"/>
          <p:nvPr>
            <p:custDataLst>
              <p:tags r:id="rId6"/>
            </p:custDataLst>
          </p:nvPr>
        </p:nvSpPr>
        <p:spPr>
          <a:xfrm>
            <a:off x="735330" y="4867910"/>
            <a:ext cx="4119880" cy="1765935"/>
          </a:xfrm>
          <a:prstGeom prst="rect">
            <a:avLst/>
          </a:prstGeom>
          <a:noFill/>
        </p:spPr>
        <p:txBody>
          <a:bodyPr wrap="square" lIns="0" tIns="0" rIns="0" bIns="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2400" kern="0" spc="0" dirty="0">
                <a:ln>
                  <a:noFill/>
                  <a:prstDash val="sysDot"/>
                </a:ln>
                <a:solidFill>
                  <a:srgbClr val="FF0000"/>
                </a:solidFill>
                <a:latin typeface="微软雅黑" panose="020B0503020204020204" charset="-122"/>
                <a:ea typeface="微软雅黑" panose="020B0503020204020204" charset="-122"/>
                <a:sym typeface="+mn-ea"/>
              </a:rPr>
              <a:t>古罗马</a:t>
            </a:r>
            <a:r>
              <a:rPr lang="zh-CN" altLang="en-US" sz="2400" kern="0" spc="0" dirty="0">
                <a:ln>
                  <a:noFill/>
                  <a:prstDash val="sysDot"/>
                </a:ln>
                <a:solidFill>
                  <a:schemeClr val="lt1">
                    <a:lumMod val="85000"/>
                    <a:lumOff val="15000"/>
                  </a:schemeClr>
                </a:solidFill>
                <a:latin typeface="微软雅黑" panose="020B0503020204020204" charset="-122"/>
                <a:ea typeface="微软雅黑" panose="020B0503020204020204" charset="-122"/>
                <a:sym typeface="+mn-ea"/>
              </a:rPr>
              <a:t>时期，</a:t>
            </a:r>
            <a:r>
              <a:rPr lang="zh-CN" altLang="en-US" sz="2400" kern="0" spc="0" dirty="0">
                <a:ln>
                  <a:noFill/>
                  <a:prstDash val="sysDot"/>
                </a:ln>
                <a:solidFill>
                  <a:srgbClr val="FF0000"/>
                </a:solidFill>
                <a:latin typeface="微软雅黑" panose="020B0503020204020204" charset="-122"/>
                <a:ea typeface="微软雅黑" panose="020B0503020204020204" charset="-122"/>
                <a:sym typeface="+mn-ea"/>
              </a:rPr>
              <a:t>宪法是指那些由皇帝发布的谕令，以区别于市民会议通过的法律文件</a:t>
            </a:r>
            <a:r>
              <a:rPr lang="zh-CN" altLang="en-US" sz="2400" kern="0" spc="0" dirty="0">
                <a:ln>
                  <a:noFill/>
                  <a:prstDash val="sysDot"/>
                </a:ln>
                <a:solidFill>
                  <a:schemeClr val="lt1">
                    <a:lumMod val="85000"/>
                    <a:lumOff val="15000"/>
                  </a:schemeClr>
                </a:solidFill>
                <a:latin typeface="微软雅黑" panose="020B0503020204020204" charset="-122"/>
                <a:ea typeface="微软雅黑" panose="020B0503020204020204" charset="-122"/>
                <a:sym typeface="+mn-ea"/>
              </a:rPr>
              <a:t>。</a:t>
            </a:r>
            <a:endParaRPr lang="zh-CN" altLang="en-US" sz="2400" kern="0" spc="0" dirty="0">
              <a:ln>
                <a:noFill/>
                <a:prstDash val="sysDot"/>
              </a:ln>
              <a:solidFill>
                <a:schemeClr val="lt1">
                  <a:lumMod val="85000"/>
                  <a:lumOff val="15000"/>
                </a:schemeClr>
              </a:solidFill>
              <a:latin typeface="微软雅黑" panose="020B0503020204020204" charset="-122"/>
              <a:ea typeface="微软雅黑" panose="020B0503020204020204" charset="-122"/>
              <a:sym typeface="+mn-ea"/>
            </a:endParaRPr>
          </a:p>
        </p:txBody>
      </p:sp>
      <p:sp>
        <p:nvSpPr>
          <p:cNvPr id="7" name="标题 6"/>
          <p:cNvSpPr>
            <a:spLocks noGrp="1"/>
          </p:cNvSpPr>
          <p:nvPr>
            <p:ph type="title"/>
            <p:custDataLst>
              <p:tags r:id="rId7"/>
            </p:custDataLst>
          </p:nvPr>
        </p:nvSpPr>
        <p:spPr>
          <a:xfrm>
            <a:off x="637540" y="3150870"/>
            <a:ext cx="4218305" cy="1438910"/>
          </a:xfrm>
        </p:spPr>
        <p:txBody>
          <a:bodyPr anchor="b" anchorCtr="0">
            <a:normAutofit/>
          </a:bodyPr>
          <a:lstStyle/>
          <a:p>
            <a:r>
              <a:rPr lang="zh-CN" altLang="en-US" sz="4000">
                <a:solidFill>
                  <a:srgbClr val="FFFFFF"/>
                </a:solidFill>
              </a:rPr>
              <a:t>古罗马遗址</a:t>
            </a:r>
            <a:endParaRPr lang="zh-CN" altLang="en-US" sz="4000">
              <a:solidFill>
                <a:srgbClr val="FFFFFF"/>
              </a:solidFill>
            </a:endParaRPr>
          </a:p>
        </p:txBody>
      </p:sp>
    </p:spTree>
    <p:custDataLst>
      <p:tags r:id="rId8"/>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p:nvPr>
            <p:ph type="sldNum" sz="quarter" idx="12"/>
          </p:nvPr>
        </p:nvSpPr>
        <p:spPr/>
        <p:txBody>
          <a:bodyPr/>
          <a:p>
            <a:pPr lvl="0" eaLnBrk="1" hangingPunct="1">
              <a:spcBef>
                <a:spcPct val="50000"/>
              </a:spcBef>
            </a:pPr>
            <a:fld id="{9A0DB2DC-4C9A-4742-B13C-FB6460FD3503}" type="slidenum">
              <a:rPr lang="zh-CN" altLang="en-US" dirty="0">
                <a:latin typeface="Times New Roman" panose="02020603050405020304" pitchFamily="18" charset="0"/>
                <a:ea typeface="黑体" panose="02010609060101010101" charset="-122"/>
              </a:rPr>
            </a:fld>
            <a:endParaRPr lang="zh-CN" altLang="en-US" dirty="0">
              <a:latin typeface="Times New Roman" panose="02020603050405020304" pitchFamily="18" charset="0"/>
              <a:ea typeface="黑体" panose="02010609060101010101" charset="-122"/>
            </a:endParaRPr>
          </a:p>
        </p:txBody>
      </p:sp>
      <p:sp>
        <p:nvSpPr>
          <p:cNvPr id="271364" name="矩形 271363"/>
          <p:cNvSpPr/>
          <p:nvPr/>
        </p:nvSpPr>
        <p:spPr>
          <a:xfrm>
            <a:off x="788670" y="1013460"/>
            <a:ext cx="6409055" cy="4549140"/>
          </a:xfrm>
          <a:prstGeom prst="rect">
            <a:avLst/>
          </a:prstGeom>
          <a:solidFill>
            <a:schemeClr val="accent1">
              <a:lumMod val="60000"/>
              <a:lumOff val="40000"/>
            </a:schemeClr>
          </a:solid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Char char="w"/>
              <a:defRPr sz="2800" u="none" kern="1200" baseline="0">
                <a:solidFill>
                  <a:schemeClr val="tx1"/>
                </a:solidFill>
                <a:latin typeface="Times New Roman" panose="02020603050405020304" pitchFamily="18" charset="0"/>
                <a:ea typeface="黑体" panose="02010609060101010101" charset="-122"/>
              </a:defRPr>
            </a:lvl1pPr>
            <a:lvl2pPr marL="742950" lvl="1" indent="-285750" algn="l" defTabSz="914400" rtl="0" eaLnBrk="1" fontAlgn="base" latinLnBrk="0" hangingPunct="1">
              <a:lnSpc>
                <a:spcPct val="100000"/>
              </a:lnSpc>
              <a:spcBef>
                <a:spcPct val="20000"/>
              </a:spcBef>
              <a:spcAft>
                <a:spcPct val="0"/>
              </a:spcAft>
              <a:buClrTx/>
              <a:buSzPct val="95000"/>
              <a:buFontTx/>
              <a:buChar char="–"/>
              <a:defRPr sz="2400" b="0" i="0" u="none" kern="1200" baseline="0">
                <a:solidFill>
                  <a:schemeClr val="tx1"/>
                </a:solidFill>
                <a:latin typeface="Times New Roman" panose="02020603050405020304" pitchFamily="18" charset="0"/>
                <a:ea typeface="黑体" panose="02010609060101010101"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黑体" panose="02010609060101010101"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黑体" panose="02010609060101010101"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黑体" panose="02010609060101010101" charset="-122"/>
              </a:defRPr>
            </a:lvl5pPr>
          </a:lstStyle>
          <a:p>
            <a:pPr lvl="0">
              <a:lnSpc>
                <a:spcPct val="150000"/>
              </a:lnSpc>
              <a:spcBef>
                <a:spcPts val="0"/>
              </a:spcBef>
              <a:buClr>
                <a:schemeClr val="hlink"/>
              </a:buClr>
              <a:buFont typeface="Wingdings" panose="05000000000000000000" pitchFamily="2" charset="2"/>
              <a:buChar char="v"/>
            </a:pP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英格兰金雀花王朝（也称安茹王朝）第一任国王，在英国乃至欧洲久负盛名的“法律之父”。</a:t>
            </a:r>
            <a:endParaRPr lang="zh-CN" altLang="en-US" b="1" dirty="0">
              <a:solidFill>
                <a:srgbClr val="000000"/>
              </a:solidFill>
              <a:latin typeface="微软雅黑" panose="020B0503020204020204" charset="-122"/>
              <a:ea typeface="微软雅黑" panose="020B0503020204020204" charset="-122"/>
              <a:cs typeface="微软雅黑" panose="020B0503020204020204" charset="-122"/>
            </a:endParaRPr>
          </a:p>
          <a:p>
            <a:pPr lvl="0">
              <a:lnSpc>
                <a:spcPct val="150000"/>
              </a:lnSpc>
              <a:spcBef>
                <a:spcPts val="0"/>
              </a:spcBef>
              <a:buClr>
                <a:schemeClr val="hlink"/>
              </a:buClr>
              <a:buFont typeface="Wingdings" panose="05000000000000000000" pitchFamily="2" charset="2"/>
              <a:buChar char="v"/>
            </a:pP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其</a:t>
            </a:r>
            <a:r>
              <a:rPr lang="en-US" altLang="zh-CN" b="1">
                <a:solidFill>
                  <a:srgbClr val="000000"/>
                </a:solidFill>
                <a:latin typeface="微软雅黑" panose="020B0503020204020204" charset="-122"/>
                <a:ea typeface="微软雅黑" panose="020B0503020204020204" charset="-122"/>
                <a:cs typeface="微软雅黑" panose="020B0503020204020204" charset="-122"/>
              </a:rPr>
              <a:t>1162</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年颁布的</a:t>
            </a:r>
            <a:r>
              <a:rPr lang="en-US" altLang="zh-CN" b="1">
                <a:solidFill>
                  <a:srgbClr val="000000"/>
                </a:solidFill>
                <a:latin typeface="微软雅黑" panose="020B0503020204020204" charset="-122"/>
                <a:ea typeface="微软雅黑" panose="020B0503020204020204" charset="-122"/>
                <a:cs typeface="微软雅黑" panose="020B0503020204020204" charset="-122"/>
              </a:rPr>
              <a:t>《</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克拉伦敦宪法</a:t>
            </a:r>
            <a:r>
              <a:rPr lang="en-US" altLang="zh-CN" b="1">
                <a:solidFill>
                  <a:srgbClr val="000000"/>
                </a:solidFill>
                <a:latin typeface="微软雅黑" panose="020B0503020204020204" charset="-122"/>
                <a:ea typeface="微软雅黑" panose="020B0503020204020204" charset="-122"/>
                <a:cs typeface="微软雅黑" panose="020B0503020204020204" charset="-122"/>
              </a:rPr>
              <a:t>》</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的</a:t>
            </a:r>
            <a:r>
              <a:rPr lang="zh-CN" altLang="en-US" b="1" dirty="0">
                <a:latin typeface="微软雅黑" panose="020B0503020204020204" charset="-122"/>
                <a:ea typeface="微软雅黑" panose="020B0503020204020204" charset="-122"/>
                <a:cs typeface="微软雅黑" panose="020B0503020204020204" charset="-122"/>
              </a:rPr>
              <a:t>主要内容是限制教会法庭的权限。</a:t>
            </a:r>
            <a:endParaRPr lang="zh-CN" altLang="en-US" b="1">
              <a:latin typeface="微软雅黑" panose="020B0503020204020204" charset="-122"/>
              <a:ea typeface="微软雅黑" panose="020B0503020204020204" charset="-122"/>
              <a:cs typeface="微软雅黑" panose="020B0503020204020204" charset="-122"/>
            </a:endParaRPr>
          </a:p>
        </p:txBody>
      </p:sp>
      <p:pic>
        <p:nvPicPr>
          <p:cNvPr id="271365" name="图片 271364" descr="20070416145052427">
            <a:hlinkClick r:id="rId1"/>
          </p:cNvPr>
          <p:cNvPicPr>
            <a:picLocks noChangeAspect="1"/>
          </p:cNvPicPr>
          <p:nvPr/>
        </p:nvPicPr>
        <p:blipFill>
          <a:blip r:embed="rId2"/>
          <a:stretch>
            <a:fillRect/>
          </a:stretch>
        </p:blipFill>
        <p:spPr>
          <a:xfrm>
            <a:off x="7379335" y="1013460"/>
            <a:ext cx="3744595" cy="4549140"/>
          </a:xfrm>
          <a:prstGeom prst="rect">
            <a:avLst/>
          </a:prstGeom>
          <a:noFill/>
          <a:ln w="9525">
            <a:noFill/>
          </a:ln>
        </p:spPr>
      </p:pic>
      <p:sp>
        <p:nvSpPr>
          <p:cNvPr id="271366" name="文本框 271365"/>
          <p:cNvSpPr txBox="1"/>
          <p:nvPr/>
        </p:nvSpPr>
        <p:spPr>
          <a:xfrm>
            <a:off x="7475855" y="5695950"/>
            <a:ext cx="3647440" cy="829945"/>
          </a:xfrm>
          <a:prstGeom prst="rect">
            <a:avLst/>
          </a:prstGeom>
          <a:noFill/>
          <a:ln w="9525">
            <a:noFill/>
          </a:ln>
        </p:spPr>
        <p:txBody>
          <a:bodyPr wrap="square" anchor="t" anchorCtr="0">
            <a:spAutoFit/>
          </a:bodyPr>
          <a:p>
            <a:pPr algn="ctr" eaLnBrk="1" hangingPunct="1"/>
            <a:r>
              <a:rPr lang="zh-CN" altLang="en-US" sz="2400" b="1" dirty="0">
                <a:solidFill>
                  <a:srgbClr val="000000"/>
                </a:solidFill>
                <a:latin typeface="楷体_GB2312" pitchFamily="49" charset="-122"/>
                <a:ea typeface="楷体_GB2312" pitchFamily="49" charset="-122"/>
              </a:rPr>
              <a:t>亨利二世 </a:t>
            </a:r>
            <a:r>
              <a:rPr lang="en-US" altLang="zh-CN" sz="2400" b="1">
                <a:solidFill>
                  <a:srgbClr val="000000"/>
                </a:solidFill>
                <a:latin typeface="楷体_GB2312" pitchFamily="49" charset="-122"/>
                <a:ea typeface="楷体_GB2312" pitchFamily="49" charset="-122"/>
              </a:rPr>
              <a:t>Henry II</a:t>
            </a:r>
            <a:endParaRPr lang="en-US" altLang="zh-CN" sz="2400" b="1">
              <a:solidFill>
                <a:srgbClr val="000000"/>
              </a:solidFill>
              <a:latin typeface="楷体_GB2312" pitchFamily="49" charset="-122"/>
              <a:ea typeface="楷体_GB2312" pitchFamily="49" charset="-122"/>
            </a:endParaRPr>
          </a:p>
          <a:p>
            <a:pPr algn="ctr" eaLnBrk="1" hangingPunct="1"/>
            <a:r>
              <a:rPr lang="en-US" altLang="zh-CN" sz="2400" b="1">
                <a:solidFill>
                  <a:srgbClr val="000000"/>
                </a:solidFill>
                <a:latin typeface="楷体_GB2312" pitchFamily="49" charset="-122"/>
                <a:ea typeface="楷体_GB2312" pitchFamily="49" charset="-122"/>
              </a:rPr>
              <a:t>1154</a:t>
            </a:r>
            <a:r>
              <a:rPr lang="en-US" altLang="zh-CN" sz="2400" b="1">
                <a:solidFill>
                  <a:srgbClr val="000000"/>
                </a:solidFill>
                <a:latin typeface="Times New Roman" panose="02020603050405020304" pitchFamily="18" charset="0"/>
                <a:ea typeface="楷体_GB2312" pitchFamily="49" charset="-122"/>
              </a:rPr>
              <a:t>—</a:t>
            </a:r>
            <a:r>
              <a:rPr lang="en-US" altLang="zh-CN" sz="2400" b="1">
                <a:solidFill>
                  <a:srgbClr val="000000"/>
                </a:solidFill>
                <a:latin typeface="楷体_GB2312" pitchFamily="49" charset="-122"/>
                <a:ea typeface="楷体_GB2312" pitchFamily="49" charset="-122"/>
              </a:rPr>
              <a:t>1189</a:t>
            </a:r>
            <a:r>
              <a:rPr lang="zh-CN" altLang="en-US" sz="2400" b="1" dirty="0">
                <a:solidFill>
                  <a:srgbClr val="000000"/>
                </a:solidFill>
                <a:latin typeface="楷体_GB2312" pitchFamily="49" charset="-122"/>
                <a:ea typeface="楷体_GB2312" pitchFamily="49" charset="-122"/>
              </a:rPr>
              <a:t>年</a:t>
            </a:r>
            <a:r>
              <a:rPr lang="zh-CN" altLang="en-US" sz="2400" b="1" dirty="0">
                <a:latin typeface="楷体_GB2312" pitchFamily="49" charset="-122"/>
                <a:ea typeface="楷体_GB2312" pitchFamily="49" charset="-122"/>
              </a:rPr>
              <a:t> </a:t>
            </a:r>
            <a:endParaRPr lang="zh-CN" altLang="en-US" sz="2400">
              <a:latin typeface="楷体_GB2312" pitchFamily="49" charset="-122"/>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1365"/>
                                        </p:tgtEl>
                                        <p:attrNameLst>
                                          <p:attrName>style.visibility</p:attrName>
                                        </p:attrNameLst>
                                      </p:cBhvr>
                                      <p:to>
                                        <p:strVal val="visible"/>
                                      </p:to>
                                    </p:set>
                                    <p:animEffect transition="in" filter="wipe(left)">
                                      <p:cBhvr>
                                        <p:cTn id="7" dur="500"/>
                                        <p:tgtEl>
                                          <p:spTgt spid="27136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1366"/>
                                        </p:tgtEl>
                                        <p:attrNameLst>
                                          <p:attrName>style.visibility</p:attrName>
                                        </p:attrNameLst>
                                      </p:cBhvr>
                                      <p:to>
                                        <p:strVal val="visible"/>
                                      </p:to>
                                    </p:set>
                                    <p:animEffect transition="in" filter="wipe(left)">
                                      <p:cBhvr>
                                        <p:cTn id="10" dur="500"/>
                                        <p:tgtEl>
                                          <p:spTgt spid="27136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71364">
                                            <p:txEl>
                                              <p:charRg st="4294967295" end="4294967295"/>
                                            </p:txEl>
                                          </p:spTgt>
                                        </p:tgtEl>
                                        <p:attrNameLst>
                                          <p:attrName>style.visibility</p:attrName>
                                        </p:attrNameLst>
                                      </p:cBhvr>
                                      <p:to>
                                        <p:strVal val="visible"/>
                                      </p:to>
                                    </p:set>
                                    <p:animEffect transition="in" filter="blinds(horizontal)">
                                      <p:cBhvr>
                                        <p:cTn id="15" dur="500"/>
                                        <p:tgtEl>
                                          <p:spTgt spid="271364">
                                            <p:txEl>
                                              <p:charRg st="4294967295" end="429496729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71364">
                                            <p:txEl>
                                              <p:charRg st="0" end="42"/>
                                            </p:txEl>
                                          </p:spTgt>
                                        </p:tgtEl>
                                        <p:attrNameLst>
                                          <p:attrName>style.visibility</p:attrName>
                                        </p:attrNameLst>
                                      </p:cBhvr>
                                      <p:to>
                                        <p:strVal val="visible"/>
                                      </p:to>
                                    </p:set>
                                    <p:animEffect transition="in" filter="blinds(horizontal)">
                                      <p:cBhvr>
                                        <p:cTn id="20" dur="500"/>
                                        <p:tgtEl>
                                          <p:spTgt spid="271364">
                                            <p:txEl>
                                              <p:charRg st="0" end="4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71364">
                                            <p:txEl>
                                              <p:charRg st="42" end="76"/>
                                            </p:txEl>
                                          </p:spTgt>
                                        </p:tgtEl>
                                        <p:attrNameLst>
                                          <p:attrName>style.visibility</p:attrName>
                                        </p:attrNameLst>
                                      </p:cBhvr>
                                      <p:to>
                                        <p:strVal val="visible"/>
                                      </p:to>
                                    </p:set>
                                    <p:animEffect transition="in" filter="blinds(horizontal)">
                                      <p:cBhvr>
                                        <p:cTn id="25" dur="500"/>
                                        <p:tgtEl>
                                          <p:spTgt spid="271364">
                                            <p:txEl>
                                              <p:charRg st="42" end="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4" grpId="0" build="p"/>
      <p:bldP spid="27136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p:nvPr>
            <p:ph type="sldNum" sz="quarter" idx="12"/>
          </p:nvPr>
        </p:nvSpPr>
        <p:spPr/>
        <p:txBody>
          <a:bodyPr/>
          <a:p>
            <a:pPr lvl="0" eaLnBrk="1" hangingPunct="1">
              <a:spcBef>
                <a:spcPct val="50000"/>
              </a:spcBef>
            </a:pPr>
            <a:fld id="{9A0DB2DC-4C9A-4742-B13C-FB6460FD3503}" type="slidenum">
              <a:rPr lang="zh-CN" altLang="en-US" dirty="0">
                <a:latin typeface="Times New Roman" panose="02020603050405020304" pitchFamily="18" charset="0"/>
                <a:ea typeface="黑体" panose="02010609060101010101" charset="-122"/>
              </a:rPr>
            </a:fld>
            <a:endParaRPr lang="zh-CN" altLang="en-US" dirty="0">
              <a:latin typeface="Times New Roman" panose="02020603050405020304" pitchFamily="18" charset="0"/>
              <a:ea typeface="黑体" panose="02010609060101010101" charset="-122"/>
            </a:endParaRPr>
          </a:p>
        </p:txBody>
      </p:sp>
      <p:sp>
        <p:nvSpPr>
          <p:cNvPr id="207875" name="文本占位符 207874"/>
          <p:cNvSpPr>
            <a:spLocks noGrp="1"/>
          </p:cNvSpPr>
          <p:nvPr>
            <p:ph type="body" idx="1"/>
          </p:nvPr>
        </p:nvSpPr>
        <p:spPr>
          <a:xfrm>
            <a:off x="3364230" y="549275"/>
            <a:ext cx="7797165" cy="5546725"/>
          </a:xfrm>
          <a:gradFill>
            <a:gsLst>
              <a:gs pos="0">
                <a:srgbClr val="BDD4F6"/>
              </a:gs>
              <a:gs pos="100000">
                <a:srgbClr val="4D8DE5"/>
              </a:gs>
            </a:gsLst>
            <a:lin ang="5400000" scaled="1"/>
          </a:gradFill>
        </p:spPr>
        <p:txBody>
          <a:bodyPr>
            <a:normAutofit lnSpcReduction="20000"/>
          </a:bodyPr>
          <a:p>
            <a:pPr fontAlgn="auto">
              <a:lnSpc>
                <a:spcPct val="150000"/>
              </a:lnSpc>
            </a:pPr>
            <a:r>
              <a:rPr lang="zh-CN" altLang="en-US" b="1" dirty="0">
                <a:latin typeface="微软雅黑" panose="020B0503020204020204" charset="-122"/>
                <a:ea typeface="微软雅黑" panose="020B0503020204020204" charset="-122"/>
                <a:cs typeface="微软雅黑" panose="020B0503020204020204" charset="-122"/>
              </a:rPr>
              <a:t> </a:t>
            </a:r>
            <a:r>
              <a:rPr lang="zh-CN" altLang="en-US" sz="3200" b="1" dirty="0">
                <a:latin typeface="微软雅黑" panose="020B0503020204020204" charset="-122"/>
                <a:ea typeface="微软雅黑" panose="020B0503020204020204" charset="-122"/>
                <a:cs typeface="微软雅黑" panose="020B0503020204020204" charset="-122"/>
              </a:rPr>
              <a:t>宪法词义演变质的飞跃发生于</a:t>
            </a:r>
            <a:r>
              <a:rPr lang="en-US" altLang="zh-CN" sz="3200" b="1">
                <a:latin typeface="微软雅黑" panose="020B0503020204020204" charset="-122"/>
                <a:ea typeface="微软雅黑" panose="020B0503020204020204" charset="-122"/>
                <a:cs typeface="微软雅黑" panose="020B0503020204020204" charset="-122"/>
              </a:rPr>
              <a:t>17</a:t>
            </a:r>
            <a:r>
              <a:rPr lang="zh-CN" altLang="en-US" sz="3200" b="1" dirty="0">
                <a:latin typeface="微软雅黑" panose="020B0503020204020204" charset="-122"/>
                <a:ea typeface="微软雅黑" panose="020B0503020204020204" charset="-122"/>
                <a:cs typeface="微软雅黑" panose="020B0503020204020204" charset="-122"/>
              </a:rPr>
              <a:t>、</a:t>
            </a:r>
            <a:r>
              <a:rPr lang="en-US" altLang="zh-CN" sz="3200" b="1">
                <a:latin typeface="微软雅黑" panose="020B0503020204020204" charset="-122"/>
                <a:ea typeface="微软雅黑" panose="020B0503020204020204" charset="-122"/>
                <a:cs typeface="微软雅黑" panose="020B0503020204020204" charset="-122"/>
              </a:rPr>
              <a:t>18</a:t>
            </a:r>
            <a:r>
              <a:rPr lang="zh-CN" altLang="en-US" sz="3200" b="1" dirty="0">
                <a:latin typeface="微软雅黑" panose="020B0503020204020204" charset="-122"/>
                <a:ea typeface="微软雅黑" panose="020B0503020204020204" charset="-122"/>
                <a:cs typeface="微软雅黑" panose="020B0503020204020204" charset="-122"/>
              </a:rPr>
              <a:t>世纪。受文艺复兴人文主义思潮的影响，人的地位获得了应有的尊重。</a:t>
            </a:r>
            <a:endParaRPr lang="zh-CN" altLang="en-US" sz="3200" b="1" dirty="0">
              <a:latin typeface="微软雅黑" panose="020B0503020204020204" charset="-122"/>
              <a:ea typeface="微软雅黑" panose="020B0503020204020204" charset="-122"/>
              <a:cs typeface="微软雅黑" panose="020B0503020204020204" charset="-122"/>
            </a:endParaRPr>
          </a:p>
          <a:p>
            <a:pPr fontAlgn="auto">
              <a:lnSpc>
                <a:spcPct val="150000"/>
              </a:lnSpc>
            </a:pPr>
            <a:r>
              <a:rPr lang="zh-CN" altLang="en-US" sz="3200" b="1" dirty="0">
                <a:latin typeface="微软雅黑" panose="020B0503020204020204" charset="-122"/>
                <a:ea typeface="微软雅黑" panose="020B0503020204020204" charset="-122"/>
                <a:cs typeface="微软雅黑" panose="020B0503020204020204" charset="-122"/>
              </a:rPr>
              <a:t>法国学者首先认定仅有一部成文法规定各种政治组织的产生、职能以及它们之间的关系，还不足以称之为宪法，唯有“</a:t>
            </a:r>
            <a:r>
              <a:rPr lang="zh-CN" altLang="en-US" sz="3200" b="1" dirty="0">
                <a:solidFill>
                  <a:srgbClr val="C00000"/>
                </a:solidFill>
                <a:latin typeface="微软雅黑" panose="020B0503020204020204" charset="-122"/>
                <a:ea typeface="微软雅黑" panose="020B0503020204020204" charset="-122"/>
                <a:cs typeface="微软雅黑" panose="020B0503020204020204" charset="-122"/>
              </a:rPr>
              <a:t>权力分立和权利有保障的社会</a:t>
            </a:r>
            <a:r>
              <a:rPr lang="zh-CN" altLang="en-US" sz="3200" b="1" dirty="0">
                <a:latin typeface="微软雅黑" panose="020B0503020204020204" charset="-122"/>
                <a:ea typeface="微软雅黑" panose="020B0503020204020204" charset="-122"/>
                <a:cs typeface="微软雅黑" panose="020B0503020204020204" charset="-122"/>
              </a:rPr>
              <a:t>”才有宪法，这是宪法发展史上的重大进步。 </a:t>
            </a:r>
            <a:endParaRPr lang="zh-CN" altLang="en-US" sz="3200" b="1" dirty="0">
              <a:latin typeface="微软雅黑" panose="020B0503020204020204" charset="-122"/>
              <a:ea typeface="微软雅黑" panose="020B0503020204020204" charset="-122"/>
              <a:cs typeface="微软雅黑" panose="020B0503020204020204" charset="-122"/>
            </a:endParaRPr>
          </a:p>
        </p:txBody>
      </p:sp>
      <p:pic>
        <p:nvPicPr>
          <p:cNvPr id="207876" name="图片 207875" descr="20080901093033252[1]"/>
          <p:cNvPicPr>
            <a:picLocks noChangeAspect="1"/>
          </p:cNvPicPr>
          <p:nvPr/>
        </p:nvPicPr>
        <p:blipFill>
          <a:blip r:embed="rId1"/>
          <a:srcRect b="9343"/>
          <a:stretch>
            <a:fillRect/>
          </a:stretch>
        </p:blipFill>
        <p:spPr>
          <a:xfrm>
            <a:off x="933450" y="3284855"/>
            <a:ext cx="2276475" cy="2691765"/>
          </a:xfrm>
          <a:prstGeom prst="rect">
            <a:avLst/>
          </a:prstGeom>
          <a:noFill/>
          <a:ln w="9525">
            <a:noFill/>
          </a:ln>
        </p:spPr>
      </p:pic>
      <p:sp>
        <p:nvSpPr>
          <p:cNvPr id="207877" name="文本框 207876"/>
          <p:cNvSpPr txBox="1"/>
          <p:nvPr/>
        </p:nvSpPr>
        <p:spPr>
          <a:xfrm>
            <a:off x="2063750" y="4941888"/>
            <a:ext cx="1223963" cy="368300"/>
          </a:xfrm>
          <a:prstGeom prst="rect">
            <a:avLst/>
          </a:prstGeom>
          <a:noFill/>
          <a:ln w="9525">
            <a:noFill/>
          </a:ln>
        </p:spPr>
        <p:txBody>
          <a:bodyPr>
            <a:spAutoFit/>
          </a:bodyPr>
          <a:p>
            <a:pPr>
              <a:spcBef>
                <a:spcPct val="50000"/>
              </a:spcBef>
            </a:pPr>
            <a:r>
              <a:rPr lang="zh-CN" altLang="en-US" b="1" dirty="0">
                <a:solidFill>
                  <a:schemeClr val="bg1"/>
                </a:solidFill>
                <a:latin typeface="黑体" panose="02010609060101010101" charset="-122"/>
                <a:ea typeface="黑体" panose="02010609060101010101" charset="-122"/>
              </a:rPr>
              <a:t>孟德斯鸠</a:t>
            </a:r>
            <a:endParaRPr lang="zh-CN" altLang="en-US" b="1" dirty="0">
              <a:solidFill>
                <a:schemeClr val="bg1"/>
              </a:solidFill>
              <a:latin typeface="黑体" panose="02010609060101010101" charset="-122"/>
              <a:ea typeface="黑体" panose="02010609060101010101" charset="-122"/>
            </a:endParaRPr>
          </a:p>
        </p:txBody>
      </p:sp>
      <p:pic>
        <p:nvPicPr>
          <p:cNvPr id="207879" name="图片 207878" descr="u=1881117030,428140933&amp;fm=15&amp;gp=0">
            <a:hlinkClick r:id="rId2"/>
          </p:cNvPr>
          <p:cNvPicPr>
            <a:picLocks noChangeAspect="1"/>
          </p:cNvPicPr>
          <p:nvPr/>
        </p:nvPicPr>
        <p:blipFill>
          <a:blip r:embed="rId3"/>
          <a:srcRect l="16737" r="19168"/>
          <a:stretch>
            <a:fillRect/>
          </a:stretch>
        </p:blipFill>
        <p:spPr>
          <a:xfrm>
            <a:off x="932815" y="549275"/>
            <a:ext cx="2231390" cy="2477135"/>
          </a:xfrm>
          <a:prstGeom prst="rect">
            <a:avLst/>
          </a:prstGeom>
          <a:noFill/>
          <a:ln w="9525" cap="flat" cmpd="sng">
            <a:solidFill>
              <a:schemeClr val="tx1"/>
            </a:solidFill>
            <a:prstDash val="solid"/>
            <a:miter/>
            <a:headEnd type="none" w="med" len="med"/>
            <a:tailEnd type="none" w="med" len="med"/>
          </a:ln>
        </p:spPr>
      </p:pic>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en-US" altLang="zh-CN"/>
              <a:t>3.</a:t>
            </a:r>
            <a:r>
              <a:rPr lang="zh-CN" altLang="en-US"/>
              <a:t>近代</a:t>
            </a:r>
            <a:r>
              <a:rPr lang="en-US" altLang="zh-CN"/>
              <a:t> </a:t>
            </a:r>
            <a:r>
              <a:rPr lang="zh-CN" altLang="en-US"/>
              <a:t>“宪法”</a:t>
            </a:r>
            <a:r>
              <a:rPr lang="en-US" altLang="zh-CN"/>
              <a:t> </a:t>
            </a:r>
            <a:r>
              <a:rPr lang="zh-CN" altLang="en-US"/>
              <a:t>传入中国</a:t>
            </a:r>
            <a:endParaRPr lang="zh-CN" altLang="en-US"/>
          </a:p>
        </p:txBody>
      </p:sp>
      <p:sp>
        <p:nvSpPr>
          <p:cNvPr id="20" name="矩形 9"/>
          <p:cNvSpPr/>
          <p:nvPr>
            <p:custDataLst>
              <p:tags r:id="rId2"/>
            </p:custDataLst>
          </p:nvPr>
        </p:nvSpPr>
        <p:spPr>
          <a:xfrm>
            <a:off x="708660" y="1486535"/>
            <a:ext cx="10782300" cy="4846955"/>
          </a:xfrm>
          <a:prstGeom prst="rect">
            <a:avLst/>
          </a:prstGeom>
          <a:gradFill flip="none" rotWithShape="1">
            <a:gsLst>
              <a:gs pos="52000">
                <a:schemeClr val="accent1">
                  <a:alpha val="0"/>
                </a:schemeClr>
              </a:gs>
              <a:gs pos="0">
                <a:schemeClr val="accent1">
                  <a:alpha val="15000"/>
                </a:schemeClr>
              </a:gs>
              <a:gs pos="100000">
                <a:schemeClr val="accent1">
                  <a:alpha val="10000"/>
                </a:schemeClr>
              </a:gs>
            </a:gsLst>
            <a:lin ang="2700000" scaled="0"/>
          </a:gradFill>
          <a:ln w="6350">
            <a:gradFill>
              <a:gsLst>
                <a:gs pos="24000">
                  <a:schemeClr val="accent1">
                    <a:alpha val="0"/>
                  </a:schemeClr>
                </a:gs>
                <a:gs pos="100000">
                  <a:schemeClr val="accent1">
                    <a:alpha val="70000"/>
                  </a:schemeClr>
                </a:gs>
              </a:gsLst>
              <a:path path="circl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汉仪文黑-55简" panose="00020600040101010101" charset="-122"/>
              <a:ea typeface="汉仪文黑-55简" panose="00020600040101010101" charset="-122"/>
              <a:cs typeface="+mn-cs"/>
            </a:endParaRPr>
          </a:p>
        </p:txBody>
      </p:sp>
      <p:sp>
        <p:nvSpPr>
          <p:cNvPr id="21" name="任意多边形 10"/>
          <p:cNvSpPr/>
          <p:nvPr>
            <p:custDataLst>
              <p:tags r:id="rId3"/>
            </p:custDataLst>
          </p:nvPr>
        </p:nvSpPr>
        <p:spPr>
          <a:xfrm>
            <a:off x="11121390" y="1487805"/>
            <a:ext cx="374650" cy="374015"/>
          </a:xfrm>
          <a:custGeom>
            <a:avLst/>
            <a:gdLst>
              <a:gd name="connsiteX0" fmla="*/ 0 w 616689"/>
              <a:gd name="connsiteY0" fmla="*/ 0 h 482009"/>
              <a:gd name="connsiteX1" fmla="*/ 609600 w 616689"/>
              <a:gd name="connsiteY1" fmla="*/ 0 h 482009"/>
              <a:gd name="connsiteX2" fmla="*/ 609600 w 616689"/>
              <a:gd name="connsiteY2" fmla="*/ 482009 h 482009"/>
              <a:gd name="connsiteX3" fmla="*/ 616689 w 616689"/>
              <a:gd name="connsiteY3" fmla="*/ 482009 h 482009"/>
            </a:gdLst>
            <a:ahLst/>
            <a:cxnLst>
              <a:cxn ang="0">
                <a:pos x="connsiteX0" y="connsiteY0"/>
              </a:cxn>
              <a:cxn ang="0">
                <a:pos x="connsiteX1" y="connsiteY1"/>
              </a:cxn>
              <a:cxn ang="0">
                <a:pos x="connsiteX2" y="connsiteY2"/>
              </a:cxn>
              <a:cxn ang="0">
                <a:pos x="connsiteX3" y="connsiteY3"/>
              </a:cxn>
            </a:cxnLst>
            <a:rect l="l" t="t" r="r" b="b"/>
            <a:pathLst>
              <a:path w="616689" h="482009">
                <a:moveTo>
                  <a:pt x="0" y="0"/>
                </a:moveTo>
                <a:lnTo>
                  <a:pt x="609600" y="0"/>
                </a:lnTo>
                <a:lnTo>
                  <a:pt x="609600" y="482009"/>
                </a:lnTo>
                <a:lnTo>
                  <a:pt x="616689" y="482009"/>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4" name="任意多边形 48"/>
          <p:cNvSpPr/>
          <p:nvPr>
            <p:custDataLst>
              <p:tags r:id="rId4"/>
            </p:custDataLst>
          </p:nvPr>
        </p:nvSpPr>
        <p:spPr>
          <a:xfrm flipH="1" flipV="1">
            <a:off x="10689590" y="5914390"/>
            <a:ext cx="801370" cy="418465"/>
          </a:xfrm>
          <a:custGeom>
            <a:avLst/>
            <a:gdLst>
              <a:gd name="connsiteX0" fmla="*/ 1360968 w 1360968"/>
              <a:gd name="connsiteY0" fmla="*/ 0 h 457200"/>
              <a:gd name="connsiteX1" fmla="*/ 0 w 1360968"/>
              <a:gd name="connsiteY1" fmla="*/ 0 h 457200"/>
              <a:gd name="connsiteX2" fmla="*/ 0 w 1360968"/>
              <a:gd name="connsiteY2" fmla="*/ 457200 h 457200"/>
            </a:gdLst>
            <a:ahLst/>
            <a:cxnLst>
              <a:cxn ang="0">
                <a:pos x="connsiteX0" y="connsiteY0"/>
              </a:cxn>
              <a:cxn ang="0">
                <a:pos x="connsiteX1" y="connsiteY1"/>
              </a:cxn>
              <a:cxn ang="0">
                <a:pos x="connsiteX2" y="connsiteY2"/>
              </a:cxn>
            </a:cxnLst>
            <a:rect l="l" t="t" r="r" b="b"/>
            <a:pathLst>
              <a:path w="1360968" h="457200">
                <a:moveTo>
                  <a:pt x="1360968" y="0"/>
                </a:moveTo>
                <a:lnTo>
                  <a:pt x="0" y="0"/>
                </a:lnTo>
                <a:lnTo>
                  <a:pt x="0" y="4572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汉仪文黑-55简" panose="00020600040101010101" charset="-122"/>
              <a:ea typeface="汉仪文黑-55简" panose="00020600040101010101" charset="-122"/>
              <a:cs typeface="+mn-cs"/>
            </a:endParaRPr>
          </a:p>
        </p:txBody>
      </p:sp>
      <p:sp>
        <p:nvSpPr>
          <p:cNvPr id="25" name="等腰三角形 12"/>
          <p:cNvSpPr/>
          <p:nvPr>
            <p:custDataLst>
              <p:tags r:id="rId5"/>
            </p:custDataLst>
          </p:nvPr>
        </p:nvSpPr>
        <p:spPr>
          <a:xfrm rot="10800000" flipV="1">
            <a:off x="11303635" y="6215380"/>
            <a:ext cx="187325" cy="117475"/>
          </a:xfrm>
          <a:prstGeom prst="triangl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汉仪文黑-55简" panose="00020600040101010101" charset="-122"/>
              <a:ea typeface="汉仪文黑-55简" panose="00020600040101010101" charset="-122"/>
              <a:cs typeface="+mn-cs"/>
            </a:endParaRPr>
          </a:p>
        </p:txBody>
      </p:sp>
      <p:cxnSp>
        <p:nvCxnSpPr>
          <p:cNvPr id="29" name="直接连接符 13"/>
          <p:cNvCxnSpPr/>
          <p:nvPr>
            <p:custDataLst>
              <p:tags r:id="rId6"/>
            </p:custDataLst>
          </p:nvPr>
        </p:nvCxnSpPr>
        <p:spPr>
          <a:xfrm flipH="1" flipV="1">
            <a:off x="11459845" y="5957570"/>
            <a:ext cx="0" cy="12446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任意多边形: 形状 73"/>
          <p:cNvSpPr/>
          <p:nvPr>
            <p:custDataLst>
              <p:tags r:id="rId7"/>
            </p:custDataLst>
          </p:nvPr>
        </p:nvSpPr>
        <p:spPr>
          <a:xfrm flipH="1" flipV="1">
            <a:off x="10883265" y="6330950"/>
            <a:ext cx="286385" cy="40640"/>
          </a:xfrm>
          <a:custGeom>
            <a:avLst/>
            <a:gdLst>
              <a:gd name="connsiteX0" fmla="*/ 149306 w 220641"/>
              <a:gd name="connsiteY0" fmla="*/ 0 h 40720"/>
              <a:gd name="connsiteX1" fmla="*/ 220641 w 220641"/>
              <a:gd name="connsiteY1" fmla="*/ 39541 h 40720"/>
              <a:gd name="connsiteX2" fmla="*/ 0 w 220641"/>
              <a:gd name="connsiteY2" fmla="*/ 40720 h 40720"/>
              <a:gd name="connsiteX3" fmla="*/ 22194 w 220641"/>
              <a:gd name="connsiteY3" fmla="*/ 680 h 40720"/>
              <a:gd name="connsiteX4" fmla="*/ 149306 w 220641"/>
              <a:gd name="connsiteY4" fmla="*/ 0 h 40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641" h="40720">
                <a:moveTo>
                  <a:pt x="149306" y="0"/>
                </a:moveTo>
                <a:lnTo>
                  <a:pt x="220641" y="39541"/>
                </a:lnTo>
                <a:lnTo>
                  <a:pt x="0" y="40720"/>
                </a:lnTo>
                <a:lnTo>
                  <a:pt x="22194" y="680"/>
                </a:lnTo>
                <a:lnTo>
                  <a:pt x="14930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black"/>
              </a:solidFill>
              <a:latin typeface="汉仪文黑-55简" panose="00020600040101010101" charset="-122"/>
              <a:ea typeface="汉仪文黑-55简" panose="00020600040101010101" charset="-122"/>
            </a:endParaRPr>
          </a:p>
        </p:txBody>
      </p:sp>
      <p:sp>
        <p:nvSpPr>
          <p:cNvPr id="31" name="任意多边形 48"/>
          <p:cNvSpPr/>
          <p:nvPr>
            <p:custDataLst>
              <p:tags r:id="rId8"/>
            </p:custDataLst>
          </p:nvPr>
        </p:nvSpPr>
        <p:spPr>
          <a:xfrm>
            <a:off x="696595" y="1486535"/>
            <a:ext cx="801370" cy="418465"/>
          </a:xfrm>
          <a:custGeom>
            <a:avLst/>
            <a:gdLst>
              <a:gd name="connsiteX0" fmla="*/ 1360968 w 1360968"/>
              <a:gd name="connsiteY0" fmla="*/ 0 h 457200"/>
              <a:gd name="connsiteX1" fmla="*/ 0 w 1360968"/>
              <a:gd name="connsiteY1" fmla="*/ 0 h 457200"/>
              <a:gd name="connsiteX2" fmla="*/ 0 w 1360968"/>
              <a:gd name="connsiteY2" fmla="*/ 457200 h 457200"/>
            </a:gdLst>
            <a:ahLst/>
            <a:cxnLst>
              <a:cxn ang="0">
                <a:pos x="connsiteX0" y="connsiteY0"/>
              </a:cxn>
              <a:cxn ang="0">
                <a:pos x="connsiteX1" y="connsiteY1"/>
              </a:cxn>
              <a:cxn ang="0">
                <a:pos x="connsiteX2" y="connsiteY2"/>
              </a:cxn>
            </a:cxnLst>
            <a:rect l="l" t="t" r="r" b="b"/>
            <a:pathLst>
              <a:path w="1360968" h="457200">
                <a:moveTo>
                  <a:pt x="1360968" y="0"/>
                </a:moveTo>
                <a:lnTo>
                  <a:pt x="0" y="0"/>
                </a:lnTo>
                <a:lnTo>
                  <a:pt x="0" y="4572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汉仪文黑-55简" panose="00020600040101010101" charset="-122"/>
              <a:ea typeface="汉仪文黑-55简" panose="00020600040101010101" charset="-122"/>
              <a:cs typeface="+mn-cs"/>
            </a:endParaRPr>
          </a:p>
        </p:txBody>
      </p:sp>
      <p:sp>
        <p:nvSpPr>
          <p:cNvPr id="33" name="等腰三角形 17"/>
          <p:cNvSpPr/>
          <p:nvPr>
            <p:custDataLst>
              <p:tags r:id="rId9"/>
            </p:custDataLst>
          </p:nvPr>
        </p:nvSpPr>
        <p:spPr>
          <a:xfrm rot="10800000" flipH="1">
            <a:off x="696595" y="1486535"/>
            <a:ext cx="187325" cy="117475"/>
          </a:xfrm>
          <a:prstGeom prst="triangl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汉仪文黑-55简" panose="00020600040101010101" charset="-122"/>
              <a:ea typeface="汉仪文黑-55简" panose="00020600040101010101" charset="-122"/>
              <a:cs typeface="+mn-cs"/>
            </a:endParaRPr>
          </a:p>
        </p:txBody>
      </p:sp>
      <p:cxnSp>
        <p:nvCxnSpPr>
          <p:cNvPr id="34" name="直接连接符 19"/>
          <p:cNvCxnSpPr/>
          <p:nvPr>
            <p:custDataLst>
              <p:tags r:id="rId10"/>
            </p:custDataLst>
          </p:nvPr>
        </p:nvCxnSpPr>
        <p:spPr>
          <a:xfrm>
            <a:off x="727710" y="1737360"/>
            <a:ext cx="0" cy="12446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任意多边形: 形状 73"/>
          <p:cNvSpPr/>
          <p:nvPr>
            <p:custDataLst>
              <p:tags r:id="rId11"/>
            </p:custDataLst>
          </p:nvPr>
        </p:nvSpPr>
        <p:spPr>
          <a:xfrm>
            <a:off x="1017270" y="1445895"/>
            <a:ext cx="286385" cy="40640"/>
          </a:xfrm>
          <a:custGeom>
            <a:avLst/>
            <a:gdLst>
              <a:gd name="connsiteX0" fmla="*/ 149306 w 220641"/>
              <a:gd name="connsiteY0" fmla="*/ 0 h 40720"/>
              <a:gd name="connsiteX1" fmla="*/ 220641 w 220641"/>
              <a:gd name="connsiteY1" fmla="*/ 39541 h 40720"/>
              <a:gd name="connsiteX2" fmla="*/ 0 w 220641"/>
              <a:gd name="connsiteY2" fmla="*/ 40720 h 40720"/>
              <a:gd name="connsiteX3" fmla="*/ 22194 w 220641"/>
              <a:gd name="connsiteY3" fmla="*/ 680 h 40720"/>
              <a:gd name="connsiteX4" fmla="*/ 149306 w 220641"/>
              <a:gd name="connsiteY4" fmla="*/ 0 h 40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641" h="40720">
                <a:moveTo>
                  <a:pt x="149306" y="0"/>
                </a:moveTo>
                <a:lnTo>
                  <a:pt x="220641" y="39541"/>
                </a:lnTo>
                <a:lnTo>
                  <a:pt x="0" y="40720"/>
                </a:lnTo>
                <a:lnTo>
                  <a:pt x="22194" y="680"/>
                </a:lnTo>
                <a:lnTo>
                  <a:pt x="14930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black"/>
              </a:solidFill>
              <a:latin typeface="汉仪文黑-55简" panose="00020600040101010101" charset="-122"/>
              <a:ea typeface="汉仪文黑-55简" panose="00020600040101010101" charset="-122"/>
            </a:endParaRPr>
          </a:p>
        </p:txBody>
      </p:sp>
      <p:sp>
        <p:nvSpPr>
          <p:cNvPr id="40" name="任意多边形 2"/>
          <p:cNvSpPr/>
          <p:nvPr>
            <p:custDataLst>
              <p:tags r:id="rId12"/>
            </p:custDataLst>
          </p:nvPr>
        </p:nvSpPr>
        <p:spPr>
          <a:xfrm flipH="1" flipV="1">
            <a:off x="696595" y="5957570"/>
            <a:ext cx="374650" cy="374015"/>
          </a:xfrm>
          <a:custGeom>
            <a:avLst/>
            <a:gdLst>
              <a:gd name="connsiteX0" fmla="*/ 0 w 616689"/>
              <a:gd name="connsiteY0" fmla="*/ 0 h 482009"/>
              <a:gd name="connsiteX1" fmla="*/ 609600 w 616689"/>
              <a:gd name="connsiteY1" fmla="*/ 0 h 482009"/>
              <a:gd name="connsiteX2" fmla="*/ 609600 w 616689"/>
              <a:gd name="connsiteY2" fmla="*/ 482009 h 482009"/>
              <a:gd name="connsiteX3" fmla="*/ 616689 w 616689"/>
              <a:gd name="connsiteY3" fmla="*/ 482009 h 482009"/>
            </a:gdLst>
            <a:ahLst/>
            <a:cxnLst>
              <a:cxn ang="0">
                <a:pos x="connsiteX0" y="connsiteY0"/>
              </a:cxn>
              <a:cxn ang="0">
                <a:pos x="connsiteX1" y="connsiteY1"/>
              </a:cxn>
              <a:cxn ang="0">
                <a:pos x="connsiteX2" y="connsiteY2"/>
              </a:cxn>
              <a:cxn ang="0">
                <a:pos x="connsiteX3" y="connsiteY3"/>
              </a:cxn>
            </a:cxnLst>
            <a:rect l="l" t="t" r="r" b="b"/>
            <a:pathLst>
              <a:path w="616689" h="482009">
                <a:moveTo>
                  <a:pt x="0" y="0"/>
                </a:moveTo>
                <a:lnTo>
                  <a:pt x="609600" y="0"/>
                </a:lnTo>
                <a:lnTo>
                  <a:pt x="609600" y="482009"/>
                </a:lnTo>
                <a:lnTo>
                  <a:pt x="616689" y="482009"/>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1" name="矩形 2"/>
          <p:cNvSpPr/>
          <p:nvPr>
            <p:custDataLst>
              <p:tags r:id="rId13"/>
            </p:custDataLst>
          </p:nvPr>
        </p:nvSpPr>
        <p:spPr>
          <a:xfrm>
            <a:off x="1088390" y="3917315"/>
            <a:ext cx="4531995" cy="2298065"/>
          </a:xfrm>
          <a:prstGeom prst="rect">
            <a:avLst/>
          </a:prstGeom>
          <a:noFill/>
        </p:spPr>
        <p:txBody>
          <a:bodyPr wrap="square" lIns="0" tIns="0" rIns="0" bIns="0" rtlCol="0">
            <a:noAutofit/>
          </a:bodyPr>
          <a:lstStyle/>
          <a:p>
            <a:pPr algn="ctr">
              <a:lnSpc>
                <a:spcPct val="150000"/>
              </a:lnSpc>
              <a:spcBef>
                <a:spcPct val="0"/>
              </a:spcBef>
              <a:spcAft>
                <a:spcPct val="0"/>
              </a:spcAft>
            </a:pPr>
            <a:r>
              <a:rPr kumimoji="1" lang="zh-CN" altLang="en-US" sz="2400" dirty="0">
                <a:solidFill>
                  <a:schemeClr val="tx1">
                    <a:lumMod val="85000"/>
                    <a:lumOff val="15000"/>
                  </a:schemeClr>
                </a:solidFill>
                <a:latin typeface="+mn-ea"/>
                <a:cs typeface="+mn-ea"/>
                <a:sym typeface="+mn-ea"/>
              </a:rPr>
              <a:t>西方</a:t>
            </a:r>
            <a:r>
              <a:rPr kumimoji="1" lang="en-US" altLang="zh-CN" sz="2400" dirty="0">
                <a:solidFill>
                  <a:schemeClr val="tx1">
                    <a:lumMod val="85000"/>
                    <a:lumOff val="15000"/>
                  </a:schemeClr>
                </a:solidFill>
                <a:latin typeface="+mn-ea"/>
                <a:cs typeface="+mn-ea"/>
                <a:sym typeface="+mn-ea"/>
              </a:rPr>
              <a:t>→</a:t>
            </a:r>
            <a:r>
              <a:rPr kumimoji="1" lang="zh-CN" altLang="en-US" sz="2400" dirty="0">
                <a:solidFill>
                  <a:schemeClr val="tx1">
                    <a:lumMod val="85000"/>
                    <a:lumOff val="15000"/>
                  </a:schemeClr>
                </a:solidFill>
                <a:latin typeface="+mn-ea"/>
                <a:cs typeface="+mn-ea"/>
                <a:sym typeface="+mn-ea"/>
              </a:rPr>
              <a:t>日本</a:t>
            </a:r>
            <a:r>
              <a:rPr kumimoji="1" lang="en-US" altLang="zh-CN" sz="2400" dirty="0">
                <a:solidFill>
                  <a:schemeClr val="tx1">
                    <a:lumMod val="85000"/>
                    <a:lumOff val="15000"/>
                  </a:schemeClr>
                </a:solidFill>
                <a:latin typeface="+mn-ea"/>
                <a:cs typeface="+mn-ea"/>
                <a:sym typeface="+mn-ea"/>
              </a:rPr>
              <a:t>→</a:t>
            </a:r>
            <a:r>
              <a:rPr kumimoji="1" lang="zh-CN" altLang="en-US" sz="2400" dirty="0">
                <a:solidFill>
                  <a:schemeClr val="tx1">
                    <a:lumMod val="85000"/>
                    <a:lumOff val="15000"/>
                  </a:schemeClr>
                </a:solidFill>
                <a:latin typeface="+mn-ea"/>
                <a:cs typeface="+mn-ea"/>
                <a:sym typeface="+mn-ea"/>
              </a:rPr>
              <a:t>中国</a:t>
            </a:r>
            <a:r>
              <a:rPr kumimoji="1" lang="en-US" altLang="zh-CN" sz="2400" dirty="0">
                <a:solidFill>
                  <a:schemeClr val="tx1">
                    <a:lumMod val="85000"/>
                    <a:lumOff val="15000"/>
                  </a:schemeClr>
                </a:solidFill>
                <a:latin typeface="+mn-ea"/>
                <a:cs typeface="+mn-ea"/>
                <a:sym typeface="+mn-ea"/>
              </a:rPr>
              <a:t>(</a:t>
            </a:r>
            <a:r>
              <a:rPr kumimoji="1" lang="zh-CN" altLang="en-US" sz="2400" dirty="0">
                <a:solidFill>
                  <a:schemeClr val="tx1">
                    <a:lumMod val="85000"/>
                    <a:lumOff val="15000"/>
                  </a:schemeClr>
                </a:solidFill>
                <a:latin typeface="+mn-ea"/>
                <a:cs typeface="+mn-ea"/>
                <a:sym typeface="+mn-ea"/>
              </a:rPr>
              <a:t>日本明治维新后统一</a:t>
            </a:r>
            <a:r>
              <a:rPr kumimoji="1" lang="en-US" altLang="zh-CN" sz="2400" dirty="0">
                <a:solidFill>
                  <a:schemeClr val="tx1">
                    <a:lumMod val="85000"/>
                    <a:lumOff val="15000"/>
                  </a:schemeClr>
                </a:solidFill>
                <a:latin typeface="+mn-ea"/>
                <a:cs typeface="+mn-ea"/>
                <a:sym typeface="+mn-ea"/>
              </a:rPr>
              <a:t> </a:t>
            </a:r>
            <a:r>
              <a:rPr kumimoji="1" lang="zh-CN" altLang="en-US" sz="2400" dirty="0">
                <a:solidFill>
                  <a:schemeClr val="tx1">
                    <a:lumMod val="85000"/>
                    <a:lumOff val="15000"/>
                  </a:schemeClr>
                </a:solidFill>
                <a:latin typeface="+mn-ea"/>
                <a:cs typeface="+mn-ea"/>
                <a:sym typeface="+mn-ea"/>
              </a:rPr>
              <a:t>“</a:t>
            </a:r>
            <a:r>
              <a:rPr kumimoji="1" lang="en-US" altLang="zh-CN" sz="2400" dirty="0">
                <a:solidFill>
                  <a:schemeClr val="tx1">
                    <a:lumMod val="85000"/>
                    <a:lumOff val="15000"/>
                  </a:schemeClr>
                </a:solidFill>
                <a:latin typeface="+mn-ea"/>
                <a:cs typeface="+mn-ea"/>
                <a:sym typeface="+mn-ea"/>
              </a:rPr>
              <a:t>constitution</a:t>
            </a:r>
            <a:r>
              <a:rPr kumimoji="1" lang="zh-CN" altLang="en-US" sz="2400" dirty="0">
                <a:solidFill>
                  <a:schemeClr val="tx1">
                    <a:lumMod val="85000"/>
                    <a:lumOff val="15000"/>
                  </a:schemeClr>
                </a:solidFill>
                <a:latin typeface="+mn-ea"/>
                <a:cs typeface="+mn-ea"/>
                <a:sym typeface="+mn-ea"/>
              </a:rPr>
              <a:t>”</a:t>
            </a:r>
            <a:r>
              <a:rPr kumimoji="1" lang="en-US" altLang="zh-CN" sz="2400" dirty="0">
                <a:solidFill>
                  <a:schemeClr val="tx1">
                    <a:lumMod val="85000"/>
                    <a:lumOff val="15000"/>
                  </a:schemeClr>
                </a:solidFill>
                <a:latin typeface="+mn-ea"/>
                <a:cs typeface="+mn-ea"/>
                <a:sym typeface="+mn-ea"/>
              </a:rPr>
              <a:t> </a:t>
            </a:r>
            <a:r>
              <a:rPr kumimoji="1" lang="zh-CN" altLang="en-US" sz="2400" dirty="0">
                <a:solidFill>
                  <a:schemeClr val="tx1">
                    <a:lumMod val="85000"/>
                    <a:lumOff val="15000"/>
                  </a:schemeClr>
                </a:solidFill>
                <a:latin typeface="+mn-ea"/>
                <a:cs typeface="+mn-ea"/>
                <a:sym typeface="+mn-ea"/>
              </a:rPr>
              <a:t>译为</a:t>
            </a:r>
            <a:r>
              <a:rPr kumimoji="1" lang="en-US" altLang="zh-CN" sz="2400" dirty="0">
                <a:solidFill>
                  <a:schemeClr val="tx1">
                    <a:lumMod val="85000"/>
                    <a:lumOff val="15000"/>
                  </a:schemeClr>
                </a:solidFill>
                <a:latin typeface="+mn-ea"/>
                <a:cs typeface="+mn-ea"/>
                <a:sym typeface="+mn-ea"/>
              </a:rPr>
              <a:t> </a:t>
            </a:r>
            <a:r>
              <a:rPr kumimoji="1" lang="zh-CN" altLang="en-US" sz="2400" dirty="0">
                <a:solidFill>
                  <a:schemeClr val="tx1">
                    <a:lumMod val="85000"/>
                    <a:lumOff val="15000"/>
                  </a:schemeClr>
                </a:solidFill>
                <a:latin typeface="+mn-ea"/>
                <a:cs typeface="+mn-ea"/>
                <a:sym typeface="+mn-ea"/>
              </a:rPr>
              <a:t>“宪法”</a:t>
            </a:r>
            <a:r>
              <a:rPr kumimoji="1" lang="en-US" altLang="zh-CN" sz="2400" dirty="0">
                <a:solidFill>
                  <a:schemeClr val="tx1">
                    <a:lumMod val="85000"/>
                    <a:lumOff val="15000"/>
                  </a:schemeClr>
                </a:solidFill>
                <a:latin typeface="+mn-ea"/>
                <a:cs typeface="+mn-ea"/>
                <a:sym typeface="+mn-ea"/>
              </a:rPr>
              <a:t>,1889 </a:t>
            </a:r>
            <a:r>
              <a:rPr kumimoji="1" lang="zh-CN" altLang="en-US" sz="2400" dirty="0">
                <a:solidFill>
                  <a:schemeClr val="tx1">
                    <a:lumMod val="85000"/>
                    <a:lumOff val="15000"/>
                  </a:schemeClr>
                </a:solidFill>
                <a:latin typeface="+mn-ea"/>
                <a:cs typeface="+mn-ea"/>
                <a:sym typeface="+mn-ea"/>
              </a:rPr>
              <a:t>年《大日本帝国宪法》定型</a:t>
            </a:r>
            <a:r>
              <a:rPr kumimoji="1" lang="en-US" altLang="zh-CN" sz="2400" dirty="0">
                <a:solidFill>
                  <a:schemeClr val="tx1">
                    <a:lumMod val="85000"/>
                    <a:lumOff val="15000"/>
                  </a:schemeClr>
                </a:solidFill>
                <a:latin typeface="+mn-ea"/>
                <a:cs typeface="+mn-ea"/>
                <a:sym typeface="+mn-ea"/>
              </a:rPr>
              <a:t>)</a:t>
            </a:r>
            <a:r>
              <a:rPr kumimoji="1" lang="zh-CN" altLang="en-US" sz="2400" dirty="0">
                <a:solidFill>
                  <a:schemeClr val="tx1">
                    <a:lumMod val="85000"/>
                    <a:lumOff val="15000"/>
                  </a:schemeClr>
                </a:solidFill>
                <a:latin typeface="+mn-ea"/>
                <a:cs typeface="+mn-ea"/>
                <a:sym typeface="+mn-ea"/>
              </a:rPr>
              <a:t>。</a:t>
            </a:r>
            <a:endParaRPr kumimoji="1" lang="zh-CN" altLang="en-US" sz="2400" dirty="0">
              <a:solidFill>
                <a:schemeClr val="tx1">
                  <a:lumMod val="85000"/>
                  <a:lumOff val="15000"/>
                </a:schemeClr>
              </a:solidFill>
              <a:latin typeface="+mn-ea"/>
              <a:cs typeface="+mn-ea"/>
              <a:sym typeface="+mn-ea"/>
            </a:endParaRPr>
          </a:p>
        </p:txBody>
      </p:sp>
      <p:sp>
        <p:nvSpPr>
          <p:cNvPr id="45" name="矩形 3"/>
          <p:cNvSpPr/>
          <p:nvPr>
            <p:custDataLst>
              <p:tags r:id="rId14"/>
            </p:custDataLst>
          </p:nvPr>
        </p:nvSpPr>
        <p:spPr>
          <a:xfrm>
            <a:off x="6696075" y="3917315"/>
            <a:ext cx="4483735" cy="2141220"/>
          </a:xfrm>
          <a:prstGeom prst="rect">
            <a:avLst/>
          </a:prstGeom>
          <a:noFill/>
        </p:spPr>
        <p:txBody>
          <a:bodyPr wrap="square" lIns="0" tIns="0" rIns="0" bIns="0" rtlCol="0">
            <a:noAutofit/>
          </a:bodyPr>
          <a:lstStyle/>
          <a:p>
            <a:pPr algn="ctr">
              <a:lnSpc>
                <a:spcPct val="150000"/>
              </a:lnSpc>
              <a:spcBef>
                <a:spcPct val="0"/>
              </a:spcBef>
              <a:spcAft>
                <a:spcPct val="0"/>
              </a:spcAft>
            </a:pPr>
            <a:r>
              <a:rPr kumimoji="1" lang="en-US" altLang="en-US" sz="2400">
                <a:solidFill>
                  <a:schemeClr val="tx1">
                    <a:lumMod val="85000"/>
                    <a:lumOff val="15000"/>
                  </a:schemeClr>
                </a:solidFill>
                <a:latin typeface="+mn-ea"/>
                <a:cs typeface="+mn-ea"/>
                <a:sym typeface="+mn-ea"/>
              </a:rPr>
              <a:t>19 </a:t>
            </a:r>
            <a:r>
              <a:rPr kumimoji="1" lang="zh-CN" altLang="en-US" sz="2400">
                <a:solidFill>
                  <a:schemeClr val="tx1">
                    <a:lumMod val="85000"/>
                    <a:lumOff val="15000"/>
                  </a:schemeClr>
                </a:solidFill>
                <a:latin typeface="+mn-ea"/>
                <a:cs typeface="+mn-ea"/>
                <a:sym typeface="+mn-ea"/>
              </a:rPr>
              <a:t>世纪后半叶</a:t>
            </a:r>
            <a:r>
              <a:rPr kumimoji="1" lang="en-US" altLang="zh-CN" sz="2400">
                <a:solidFill>
                  <a:schemeClr val="tx1">
                    <a:lumMod val="85000"/>
                    <a:lumOff val="15000"/>
                  </a:schemeClr>
                </a:solidFill>
                <a:latin typeface="+mn-ea"/>
                <a:cs typeface="+mn-ea"/>
                <a:sym typeface="+mn-ea"/>
              </a:rPr>
              <a:t>,</a:t>
            </a:r>
            <a:r>
              <a:rPr kumimoji="1" lang="zh-CN" altLang="en-US" sz="2400">
                <a:solidFill>
                  <a:schemeClr val="tx1">
                    <a:lumMod val="85000"/>
                    <a:lumOff val="15000"/>
                  </a:schemeClr>
                </a:solidFill>
                <a:latin typeface="+mn-ea"/>
                <a:cs typeface="+mn-ea"/>
                <a:sym typeface="+mn-ea"/>
              </a:rPr>
              <a:t>郑观应在《盛世危言》中首次提出“立宪法”“开议院”</a:t>
            </a:r>
            <a:r>
              <a:rPr kumimoji="1" lang="en-US" altLang="zh-CN" sz="2400">
                <a:solidFill>
                  <a:schemeClr val="tx1">
                    <a:lumMod val="85000"/>
                    <a:lumOff val="15000"/>
                  </a:schemeClr>
                </a:solidFill>
                <a:latin typeface="+mn-ea"/>
                <a:cs typeface="+mn-ea"/>
                <a:sym typeface="+mn-ea"/>
              </a:rPr>
              <a:t>,</a:t>
            </a:r>
            <a:r>
              <a:rPr kumimoji="1" lang="zh-CN" altLang="en-US" sz="2400">
                <a:solidFill>
                  <a:schemeClr val="tx1">
                    <a:lumMod val="85000"/>
                    <a:lumOff val="15000"/>
                  </a:schemeClr>
                </a:solidFill>
                <a:latin typeface="+mn-ea"/>
                <a:cs typeface="+mn-ea"/>
                <a:sym typeface="+mn-ea"/>
              </a:rPr>
              <a:t>主张君主立宪</a:t>
            </a:r>
            <a:r>
              <a:rPr kumimoji="1" lang="en-US" altLang="zh-CN" sz="2400">
                <a:solidFill>
                  <a:schemeClr val="tx1">
                    <a:lumMod val="85000"/>
                    <a:lumOff val="15000"/>
                  </a:schemeClr>
                </a:solidFill>
                <a:latin typeface="+mn-ea"/>
                <a:cs typeface="+mn-ea"/>
                <a:sym typeface="+mn-ea"/>
              </a:rPr>
              <a:t>,</a:t>
            </a:r>
            <a:r>
              <a:rPr kumimoji="1" lang="zh-CN" altLang="en-US" sz="2400">
                <a:solidFill>
                  <a:schemeClr val="tx1">
                    <a:lumMod val="85000"/>
                    <a:lumOff val="15000"/>
                  </a:schemeClr>
                </a:solidFill>
                <a:latin typeface="+mn-ea"/>
                <a:cs typeface="+mn-ea"/>
                <a:sym typeface="+mn-ea"/>
              </a:rPr>
              <a:t>标志近代宪法概念引入中国。</a:t>
            </a:r>
            <a:endParaRPr kumimoji="1" lang="zh-CN" altLang="en-US" sz="2400">
              <a:solidFill>
                <a:schemeClr val="tx1">
                  <a:lumMod val="85000"/>
                  <a:lumOff val="15000"/>
                </a:schemeClr>
              </a:solidFill>
              <a:latin typeface="+mn-ea"/>
              <a:cs typeface="+mn-ea"/>
              <a:sym typeface="+mn-ea"/>
            </a:endParaRPr>
          </a:p>
        </p:txBody>
      </p:sp>
      <p:sp>
        <p:nvSpPr>
          <p:cNvPr id="46" name="矩形 6"/>
          <p:cNvSpPr/>
          <p:nvPr>
            <p:custDataLst>
              <p:tags r:id="rId15"/>
            </p:custDataLst>
          </p:nvPr>
        </p:nvSpPr>
        <p:spPr>
          <a:xfrm>
            <a:off x="1304290" y="3254375"/>
            <a:ext cx="4174490" cy="398780"/>
          </a:xfrm>
          <a:prstGeom prst="rect">
            <a:avLst/>
          </a:prstGeom>
          <a:noFill/>
        </p:spPr>
        <p:txBody>
          <a:bodyPr wrap="square" lIns="0" tIns="0" rIns="0" bIns="0" rtlCol="0" anchor="b" anchorCtr="0">
            <a:noAutofit/>
          </a:bodyPr>
          <a:lstStyle/>
          <a:p>
            <a:pPr algn="ctr">
              <a:spcBef>
                <a:spcPct val="0"/>
              </a:spcBef>
              <a:spcAft>
                <a:spcPct val="0"/>
              </a:spcAft>
            </a:pPr>
            <a:r>
              <a:rPr lang="zh-CN" altLang="en-US" sz="3200" b="1">
                <a:solidFill>
                  <a:schemeClr val="accent1"/>
                </a:solidFill>
                <a:latin typeface="+mn-ea"/>
                <a:cs typeface="+mn-ea"/>
                <a:sym typeface="+mn-ea"/>
              </a:rPr>
              <a:t>传入路径</a:t>
            </a:r>
            <a:endParaRPr lang="zh-CN" altLang="en-US" sz="3200" b="1">
              <a:solidFill>
                <a:schemeClr val="accent1"/>
              </a:solidFill>
              <a:latin typeface="+mn-ea"/>
              <a:cs typeface="+mn-ea"/>
              <a:sym typeface="+mn-ea"/>
            </a:endParaRPr>
          </a:p>
        </p:txBody>
      </p:sp>
      <p:sp>
        <p:nvSpPr>
          <p:cNvPr id="50" name="矩形 7"/>
          <p:cNvSpPr/>
          <p:nvPr>
            <p:custDataLst>
              <p:tags r:id="rId16"/>
            </p:custDataLst>
          </p:nvPr>
        </p:nvSpPr>
        <p:spPr>
          <a:xfrm>
            <a:off x="6704330" y="3234055"/>
            <a:ext cx="4174490" cy="398780"/>
          </a:xfrm>
          <a:prstGeom prst="rect">
            <a:avLst/>
          </a:prstGeom>
          <a:noFill/>
        </p:spPr>
        <p:txBody>
          <a:bodyPr wrap="square" lIns="0" tIns="0" rIns="0" bIns="0" rtlCol="0" anchor="b" anchorCtr="0">
            <a:noAutofit/>
          </a:bodyPr>
          <a:lstStyle/>
          <a:p>
            <a:pPr algn="ctr">
              <a:spcBef>
                <a:spcPct val="0"/>
              </a:spcBef>
              <a:spcAft>
                <a:spcPct val="0"/>
              </a:spcAft>
            </a:pPr>
            <a:r>
              <a:rPr lang="zh-CN" altLang="en-US" sz="3200" b="1">
                <a:solidFill>
                  <a:schemeClr val="accent2"/>
                </a:solidFill>
                <a:latin typeface="+mn-ea"/>
                <a:cs typeface="+mn-ea"/>
                <a:sym typeface="+mn-ea"/>
              </a:rPr>
              <a:t>中国近代实践</a:t>
            </a:r>
            <a:endParaRPr lang="zh-CN" altLang="en-US" sz="3200" b="1">
              <a:solidFill>
                <a:schemeClr val="accent2"/>
              </a:solidFill>
              <a:latin typeface="+mn-ea"/>
              <a:cs typeface="+mn-ea"/>
              <a:sym typeface="+mn-ea"/>
            </a:endParaRPr>
          </a:p>
        </p:txBody>
      </p:sp>
      <p:cxnSp>
        <p:nvCxnSpPr>
          <p:cNvPr id="88" name="直接连接符 87"/>
          <p:cNvCxnSpPr/>
          <p:nvPr>
            <p:custDataLst>
              <p:tags r:id="rId17"/>
            </p:custDataLst>
          </p:nvPr>
        </p:nvCxnSpPr>
        <p:spPr>
          <a:xfrm>
            <a:off x="6092190" y="3376930"/>
            <a:ext cx="0" cy="2411730"/>
          </a:xfrm>
          <a:prstGeom prst="line">
            <a:avLst/>
          </a:prstGeom>
          <a:ln w="9525">
            <a:gradFill>
              <a:gsLst>
                <a:gs pos="26000">
                  <a:schemeClr val="accent2">
                    <a:alpha val="0"/>
                  </a:schemeClr>
                </a:gs>
                <a:gs pos="100000">
                  <a:schemeClr val="accent2">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51" name="任意多边形: 形状 43"/>
          <p:cNvSpPr/>
          <p:nvPr>
            <p:custDataLst>
              <p:tags r:id="rId18"/>
            </p:custDataLst>
          </p:nvPr>
        </p:nvSpPr>
        <p:spPr>
          <a:xfrm>
            <a:off x="8371205" y="2056765"/>
            <a:ext cx="853440" cy="852170"/>
          </a:xfrm>
          <a:custGeom>
            <a:avLst/>
            <a:gdLst>
              <a:gd name="connsiteX0" fmla="*/ 162422 w 973178"/>
              <a:gd name="connsiteY0" fmla="*/ 0 h 973178"/>
              <a:gd name="connsiteX1" fmla="*/ 973178 w 973178"/>
              <a:gd name="connsiteY1" fmla="*/ 0 h 973178"/>
              <a:gd name="connsiteX2" fmla="*/ 973178 w 973178"/>
              <a:gd name="connsiteY2" fmla="*/ 812655 h 973178"/>
              <a:gd name="connsiteX3" fmla="*/ 812655 w 973178"/>
              <a:gd name="connsiteY3" fmla="*/ 973178 h 973178"/>
              <a:gd name="connsiteX4" fmla="*/ 113981 w 973178"/>
              <a:gd name="connsiteY4" fmla="*/ 973178 h 973178"/>
              <a:gd name="connsiteX5" fmla="*/ 113981 w 973178"/>
              <a:gd name="connsiteY5" fmla="*/ 569595 h 973178"/>
              <a:gd name="connsiteX6" fmla="*/ 0 w 973178"/>
              <a:gd name="connsiteY6" fmla="*/ 569595 h 973178"/>
              <a:gd name="connsiteX7" fmla="*/ 0 w 973178"/>
              <a:gd name="connsiteY7" fmla="*/ 162422 h 973178"/>
              <a:gd name="connsiteX0-1" fmla="*/ 162422 w 973178"/>
              <a:gd name="connsiteY0-2" fmla="*/ 0 h 973178"/>
              <a:gd name="connsiteX1-3" fmla="*/ 973178 w 973178"/>
              <a:gd name="connsiteY1-4" fmla="*/ 0 h 973178"/>
              <a:gd name="connsiteX2-5" fmla="*/ 973178 w 973178"/>
              <a:gd name="connsiteY2-6" fmla="*/ 812655 h 973178"/>
              <a:gd name="connsiteX3-7" fmla="*/ 812655 w 973178"/>
              <a:gd name="connsiteY3-8" fmla="*/ 973178 h 973178"/>
              <a:gd name="connsiteX4-9" fmla="*/ 113981 w 973178"/>
              <a:gd name="connsiteY4-10" fmla="*/ 973178 h 973178"/>
              <a:gd name="connsiteX5-11" fmla="*/ 113981 w 973178"/>
              <a:gd name="connsiteY5-12" fmla="*/ 569595 h 973178"/>
              <a:gd name="connsiteX6-13" fmla="*/ 0 w 973178"/>
              <a:gd name="connsiteY6-14" fmla="*/ 494617 h 973178"/>
              <a:gd name="connsiteX7-15" fmla="*/ 0 w 973178"/>
              <a:gd name="connsiteY7-16" fmla="*/ 162422 h 973178"/>
              <a:gd name="connsiteX8" fmla="*/ 162422 w 973178"/>
              <a:gd name="connsiteY8" fmla="*/ 0 h 9731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 y="connsiteY8"/>
              </a:cxn>
            </a:cxnLst>
            <a:rect l="l" t="t" r="r" b="b"/>
            <a:pathLst>
              <a:path w="973178" h="973178">
                <a:moveTo>
                  <a:pt x="162422" y="0"/>
                </a:moveTo>
                <a:lnTo>
                  <a:pt x="973178" y="0"/>
                </a:lnTo>
                <a:lnTo>
                  <a:pt x="973178" y="812655"/>
                </a:lnTo>
                <a:lnTo>
                  <a:pt x="812655" y="973178"/>
                </a:lnTo>
                <a:lnTo>
                  <a:pt x="113981" y="973178"/>
                </a:lnTo>
                <a:lnTo>
                  <a:pt x="113981" y="569595"/>
                </a:lnTo>
                <a:lnTo>
                  <a:pt x="0" y="494617"/>
                </a:lnTo>
                <a:lnTo>
                  <a:pt x="0" y="162422"/>
                </a:lnTo>
                <a:lnTo>
                  <a:pt x="162422" y="0"/>
                </a:lnTo>
                <a:close/>
              </a:path>
            </a:pathLst>
          </a:custGeom>
          <a:gradFill>
            <a:gsLst>
              <a:gs pos="0">
                <a:schemeClr val="accent2">
                  <a:alpha val="0"/>
                </a:schemeClr>
              </a:gs>
              <a:gs pos="100000">
                <a:schemeClr val="accent2">
                  <a:alpha val="30000"/>
                </a:schemeClr>
              </a:gs>
            </a:gsLst>
            <a:lin ang="16200000" scaled="0"/>
          </a:gradFill>
          <a:ln w="6350">
            <a:solidFill>
              <a:schemeClr val="accent2">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2400">
              <a:solidFill>
                <a:schemeClr val="tx1">
                  <a:lumMod val="85000"/>
                  <a:lumOff val="15000"/>
                  <a:alpha val="95000"/>
                </a:schemeClr>
              </a:solidFill>
              <a:latin typeface="汉仪铸字超然体W" panose="00020600040101010101" charset="-122"/>
              <a:ea typeface="汉仪铸字超然体W" panose="00020600040101010101" charset="-122"/>
              <a:cs typeface="MiSans Normal" panose="00000500000000000000" charset="-122"/>
              <a:sym typeface="MiSans Normal" panose="00000500000000000000" charset="-122"/>
            </a:endParaRPr>
          </a:p>
        </p:txBody>
      </p:sp>
      <p:sp>
        <p:nvSpPr>
          <p:cNvPr id="52" name="等腰三角形 35"/>
          <p:cNvSpPr/>
          <p:nvPr>
            <p:custDataLst>
              <p:tags r:id="rId19"/>
            </p:custDataLst>
          </p:nvPr>
        </p:nvSpPr>
        <p:spPr>
          <a:xfrm rot="16200000">
            <a:off x="9112250" y="2103120"/>
            <a:ext cx="65405" cy="65405"/>
          </a:xfrm>
          <a:prstGeom prst="triangle">
            <a:avLst>
              <a:gd name="adj" fmla="val 10000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3" name="任意多边形: 形状 40"/>
          <p:cNvSpPr/>
          <p:nvPr>
            <p:custDataLst>
              <p:tags r:id="rId20"/>
            </p:custDataLst>
          </p:nvPr>
        </p:nvSpPr>
        <p:spPr>
          <a:xfrm>
            <a:off x="8359140" y="2546985"/>
            <a:ext cx="81915" cy="374650"/>
          </a:xfrm>
          <a:custGeom>
            <a:avLst/>
            <a:gdLst>
              <a:gd name="connsiteX0" fmla="*/ 13335 w 146685"/>
              <a:gd name="connsiteY0" fmla="*/ 0 h 198120"/>
              <a:gd name="connsiteX1" fmla="*/ 144780 w 146685"/>
              <a:gd name="connsiteY1" fmla="*/ 85725 h 198120"/>
              <a:gd name="connsiteX2" fmla="*/ 146685 w 146685"/>
              <a:gd name="connsiteY2" fmla="*/ 198120 h 198120"/>
              <a:gd name="connsiteX3" fmla="*/ 0 w 146685"/>
              <a:gd name="connsiteY3" fmla="*/ 89535 h 198120"/>
              <a:gd name="connsiteX4" fmla="*/ 13335 w 146685"/>
              <a:gd name="connsiteY4" fmla="*/ 0 h 198120"/>
              <a:gd name="connsiteX0-1" fmla="*/ 13335 w 144780"/>
              <a:gd name="connsiteY0-2" fmla="*/ 0 h 203835"/>
              <a:gd name="connsiteX1-3" fmla="*/ 144780 w 144780"/>
              <a:gd name="connsiteY1-4" fmla="*/ 85725 h 203835"/>
              <a:gd name="connsiteX2-5" fmla="*/ 137160 w 144780"/>
              <a:gd name="connsiteY2-6" fmla="*/ 203835 h 203835"/>
              <a:gd name="connsiteX3-7" fmla="*/ 0 w 144780"/>
              <a:gd name="connsiteY3-8" fmla="*/ 89535 h 203835"/>
              <a:gd name="connsiteX4-9" fmla="*/ 13335 w 144780"/>
              <a:gd name="connsiteY4-10" fmla="*/ 0 h 203835"/>
              <a:gd name="connsiteX0-11" fmla="*/ 13335 w 144780"/>
              <a:gd name="connsiteY0-12" fmla="*/ 0 h 203835"/>
              <a:gd name="connsiteX1-13" fmla="*/ 144780 w 144780"/>
              <a:gd name="connsiteY1-14" fmla="*/ 85725 h 203835"/>
              <a:gd name="connsiteX2-15" fmla="*/ 144780 w 144780"/>
              <a:gd name="connsiteY2-16" fmla="*/ 203835 h 203835"/>
              <a:gd name="connsiteX3-17" fmla="*/ 0 w 144780"/>
              <a:gd name="connsiteY3-18" fmla="*/ 89535 h 203835"/>
              <a:gd name="connsiteX4-19" fmla="*/ 13335 w 144780"/>
              <a:gd name="connsiteY4-20" fmla="*/ 0 h 203835"/>
              <a:gd name="connsiteX0-21" fmla="*/ 1905 w 133350"/>
              <a:gd name="connsiteY0-22" fmla="*/ 0 h 203835"/>
              <a:gd name="connsiteX1-23" fmla="*/ 133350 w 133350"/>
              <a:gd name="connsiteY1-24" fmla="*/ 85725 h 203835"/>
              <a:gd name="connsiteX2-25" fmla="*/ 133350 w 133350"/>
              <a:gd name="connsiteY2-26" fmla="*/ 203835 h 203835"/>
              <a:gd name="connsiteX3-27" fmla="*/ 0 w 133350"/>
              <a:gd name="connsiteY3-28" fmla="*/ 118110 h 203835"/>
              <a:gd name="connsiteX4-29" fmla="*/ 1905 w 133350"/>
              <a:gd name="connsiteY4-30" fmla="*/ 0 h 2038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8" h="632">
                <a:moveTo>
                  <a:pt x="2" y="0"/>
                </a:moveTo>
                <a:lnTo>
                  <a:pt x="138" y="89"/>
                </a:lnTo>
                <a:lnTo>
                  <a:pt x="138" y="211"/>
                </a:lnTo>
                <a:lnTo>
                  <a:pt x="0" y="122"/>
                </a:lnTo>
                <a:lnTo>
                  <a:pt x="2" y="0"/>
                </a:lnTo>
                <a:close/>
                <a:moveTo>
                  <a:pt x="2" y="208"/>
                </a:moveTo>
                <a:lnTo>
                  <a:pt x="138" y="297"/>
                </a:lnTo>
                <a:lnTo>
                  <a:pt x="138" y="419"/>
                </a:lnTo>
                <a:lnTo>
                  <a:pt x="0" y="330"/>
                </a:lnTo>
                <a:lnTo>
                  <a:pt x="2" y="208"/>
                </a:lnTo>
                <a:close/>
                <a:moveTo>
                  <a:pt x="2" y="421"/>
                </a:moveTo>
                <a:lnTo>
                  <a:pt x="138" y="510"/>
                </a:lnTo>
                <a:lnTo>
                  <a:pt x="138" y="632"/>
                </a:lnTo>
                <a:lnTo>
                  <a:pt x="0" y="543"/>
                </a:lnTo>
                <a:lnTo>
                  <a:pt x="2" y="421"/>
                </a:lnTo>
                <a:close/>
              </a:path>
            </a:pathLst>
          </a:custGeom>
          <a:gradFill>
            <a:gsLst>
              <a:gs pos="0">
                <a:schemeClr val="accent2">
                  <a:alpha val="0"/>
                </a:schemeClr>
              </a:gs>
              <a:gs pos="100000">
                <a:schemeClr val="accent2">
                  <a:alpha val="10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pPr>
            <a:endParaRPr lang="zh-CN" altLang="en-US" noProof="0">
              <a:ln>
                <a:noFill/>
              </a:ln>
              <a:solidFill>
                <a:prstClr val="white"/>
              </a:solidFill>
              <a:effectLst/>
              <a:uLnTx/>
              <a:uFillTx/>
              <a:latin typeface="等线" panose="02010600030101010101" charset="-122"/>
              <a:ea typeface="等线" panose="02010600030101010101" charset="-122"/>
              <a:sym typeface="+mn-ea"/>
            </a:endParaRPr>
          </a:p>
        </p:txBody>
      </p:sp>
      <p:sp>
        <p:nvSpPr>
          <p:cNvPr id="55" name="任意多边形 4"/>
          <p:cNvSpPr/>
          <p:nvPr>
            <p:custDataLst>
              <p:tags r:id="rId21"/>
            </p:custDataLst>
          </p:nvPr>
        </p:nvSpPr>
        <p:spPr>
          <a:xfrm>
            <a:off x="8601075" y="2377440"/>
            <a:ext cx="393700" cy="211455"/>
          </a:xfrm>
          <a:custGeom>
            <a:avLst/>
            <a:gdLst/>
            <a:ahLst/>
            <a:cxnLst>
              <a:cxn ang="3">
                <a:pos x="hc" y="t"/>
              </a:cxn>
              <a:cxn ang="cd2">
                <a:pos x="l" y="vc"/>
              </a:cxn>
              <a:cxn ang="cd4">
                <a:pos x="hc" y="b"/>
              </a:cxn>
              <a:cxn ang="0">
                <a:pos x="r" y="vc"/>
              </a:cxn>
            </a:cxnLst>
            <a:rect l="l" t="t" r="r" b="b"/>
            <a:pathLst>
              <a:path w="620" h="333">
                <a:moveTo>
                  <a:pt x="333" y="142"/>
                </a:moveTo>
                <a:lnTo>
                  <a:pt x="422" y="142"/>
                </a:lnTo>
                <a:lnTo>
                  <a:pt x="422" y="285"/>
                </a:lnTo>
                <a:lnTo>
                  <a:pt x="620" y="285"/>
                </a:lnTo>
                <a:lnTo>
                  <a:pt x="620" y="333"/>
                </a:lnTo>
                <a:lnTo>
                  <a:pt x="333" y="333"/>
                </a:lnTo>
                <a:lnTo>
                  <a:pt x="333" y="142"/>
                </a:lnTo>
                <a:close/>
                <a:moveTo>
                  <a:pt x="344" y="0"/>
                </a:moveTo>
                <a:lnTo>
                  <a:pt x="613" y="0"/>
                </a:lnTo>
                <a:lnTo>
                  <a:pt x="613" y="127"/>
                </a:lnTo>
                <a:lnTo>
                  <a:pt x="547" y="190"/>
                </a:lnTo>
                <a:lnTo>
                  <a:pt x="422" y="190"/>
                </a:lnTo>
                <a:lnTo>
                  <a:pt x="438" y="142"/>
                </a:lnTo>
                <a:lnTo>
                  <a:pt x="524" y="142"/>
                </a:lnTo>
                <a:lnTo>
                  <a:pt x="524" y="48"/>
                </a:lnTo>
                <a:lnTo>
                  <a:pt x="329" y="48"/>
                </a:lnTo>
                <a:lnTo>
                  <a:pt x="344" y="0"/>
                </a:lnTo>
                <a:close/>
                <a:moveTo>
                  <a:pt x="0" y="0"/>
                </a:moveTo>
                <a:lnTo>
                  <a:pt x="89" y="0"/>
                </a:lnTo>
                <a:lnTo>
                  <a:pt x="89" y="285"/>
                </a:lnTo>
                <a:lnTo>
                  <a:pt x="205" y="285"/>
                </a:lnTo>
                <a:lnTo>
                  <a:pt x="205" y="48"/>
                </a:lnTo>
                <a:lnTo>
                  <a:pt x="89" y="48"/>
                </a:lnTo>
                <a:lnTo>
                  <a:pt x="105" y="0"/>
                </a:lnTo>
                <a:lnTo>
                  <a:pt x="227" y="0"/>
                </a:lnTo>
                <a:lnTo>
                  <a:pt x="293" y="62"/>
                </a:lnTo>
                <a:lnTo>
                  <a:pt x="293" y="271"/>
                </a:lnTo>
                <a:lnTo>
                  <a:pt x="227" y="333"/>
                </a:lnTo>
                <a:lnTo>
                  <a:pt x="66" y="333"/>
                </a:lnTo>
                <a:lnTo>
                  <a:pt x="0" y="271"/>
                </a:lnTo>
                <a:lnTo>
                  <a:pt x="0" y="0"/>
                </a:lnTo>
                <a:close/>
              </a:path>
            </a:pathLst>
          </a:custGeom>
          <a:solidFill>
            <a:schemeClr val="tx1">
              <a:lumMod val="85000"/>
              <a:lumOff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solidFill>
                <a:schemeClr val="lt1"/>
              </a:solidFill>
            </a:endParaRPr>
          </a:p>
        </p:txBody>
      </p:sp>
      <p:sp>
        <p:nvSpPr>
          <p:cNvPr id="56" name="任意多边形: 形状 43"/>
          <p:cNvSpPr/>
          <p:nvPr>
            <p:custDataLst>
              <p:tags r:id="rId22"/>
            </p:custDataLst>
          </p:nvPr>
        </p:nvSpPr>
        <p:spPr>
          <a:xfrm>
            <a:off x="2978150" y="2056765"/>
            <a:ext cx="853440" cy="852170"/>
          </a:xfrm>
          <a:custGeom>
            <a:avLst/>
            <a:gdLst>
              <a:gd name="connsiteX0" fmla="*/ 162422 w 973178"/>
              <a:gd name="connsiteY0" fmla="*/ 0 h 973178"/>
              <a:gd name="connsiteX1" fmla="*/ 973178 w 973178"/>
              <a:gd name="connsiteY1" fmla="*/ 0 h 973178"/>
              <a:gd name="connsiteX2" fmla="*/ 973178 w 973178"/>
              <a:gd name="connsiteY2" fmla="*/ 812655 h 973178"/>
              <a:gd name="connsiteX3" fmla="*/ 812655 w 973178"/>
              <a:gd name="connsiteY3" fmla="*/ 973178 h 973178"/>
              <a:gd name="connsiteX4" fmla="*/ 113981 w 973178"/>
              <a:gd name="connsiteY4" fmla="*/ 973178 h 973178"/>
              <a:gd name="connsiteX5" fmla="*/ 113981 w 973178"/>
              <a:gd name="connsiteY5" fmla="*/ 569595 h 973178"/>
              <a:gd name="connsiteX6" fmla="*/ 0 w 973178"/>
              <a:gd name="connsiteY6" fmla="*/ 569595 h 973178"/>
              <a:gd name="connsiteX7" fmla="*/ 0 w 973178"/>
              <a:gd name="connsiteY7" fmla="*/ 162422 h 973178"/>
              <a:gd name="connsiteX0-1" fmla="*/ 162422 w 973178"/>
              <a:gd name="connsiteY0-2" fmla="*/ 0 h 973178"/>
              <a:gd name="connsiteX1-3" fmla="*/ 973178 w 973178"/>
              <a:gd name="connsiteY1-4" fmla="*/ 0 h 973178"/>
              <a:gd name="connsiteX2-5" fmla="*/ 973178 w 973178"/>
              <a:gd name="connsiteY2-6" fmla="*/ 812655 h 973178"/>
              <a:gd name="connsiteX3-7" fmla="*/ 812655 w 973178"/>
              <a:gd name="connsiteY3-8" fmla="*/ 973178 h 973178"/>
              <a:gd name="connsiteX4-9" fmla="*/ 113981 w 973178"/>
              <a:gd name="connsiteY4-10" fmla="*/ 973178 h 973178"/>
              <a:gd name="connsiteX5-11" fmla="*/ 113981 w 973178"/>
              <a:gd name="connsiteY5-12" fmla="*/ 569595 h 973178"/>
              <a:gd name="connsiteX6-13" fmla="*/ 0 w 973178"/>
              <a:gd name="connsiteY6-14" fmla="*/ 494617 h 973178"/>
              <a:gd name="connsiteX7-15" fmla="*/ 0 w 973178"/>
              <a:gd name="connsiteY7-16" fmla="*/ 162422 h 973178"/>
              <a:gd name="connsiteX8" fmla="*/ 162422 w 973178"/>
              <a:gd name="connsiteY8" fmla="*/ 0 h 9731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 y="connsiteY8"/>
              </a:cxn>
            </a:cxnLst>
            <a:rect l="l" t="t" r="r" b="b"/>
            <a:pathLst>
              <a:path w="973178" h="973178">
                <a:moveTo>
                  <a:pt x="162422" y="0"/>
                </a:moveTo>
                <a:lnTo>
                  <a:pt x="973178" y="0"/>
                </a:lnTo>
                <a:lnTo>
                  <a:pt x="973178" y="812655"/>
                </a:lnTo>
                <a:lnTo>
                  <a:pt x="812655" y="973178"/>
                </a:lnTo>
                <a:lnTo>
                  <a:pt x="113981" y="973178"/>
                </a:lnTo>
                <a:lnTo>
                  <a:pt x="113981" y="569595"/>
                </a:lnTo>
                <a:lnTo>
                  <a:pt x="0" y="494617"/>
                </a:lnTo>
                <a:lnTo>
                  <a:pt x="0" y="162422"/>
                </a:lnTo>
                <a:lnTo>
                  <a:pt x="162422" y="0"/>
                </a:lnTo>
                <a:close/>
              </a:path>
            </a:pathLst>
          </a:custGeom>
          <a:gradFill>
            <a:gsLst>
              <a:gs pos="0">
                <a:schemeClr val="accent1">
                  <a:alpha val="0"/>
                </a:schemeClr>
              </a:gs>
              <a:gs pos="100000">
                <a:schemeClr val="accent1">
                  <a:alpha val="30000"/>
                </a:schemeClr>
              </a:gs>
            </a:gsLst>
            <a:lin ang="16200000" scaled="0"/>
          </a:gradFill>
          <a:ln w="6350">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2400">
              <a:solidFill>
                <a:schemeClr val="tx1">
                  <a:lumMod val="85000"/>
                  <a:lumOff val="15000"/>
                  <a:alpha val="95000"/>
                </a:schemeClr>
              </a:solidFill>
              <a:latin typeface="汉仪铸字超然体W" panose="00020600040101010101" charset="-122"/>
              <a:ea typeface="汉仪铸字超然体W" panose="00020600040101010101" charset="-122"/>
              <a:cs typeface="MiSans Normal" panose="00000500000000000000" charset="-122"/>
              <a:sym typeface="MiSans Normal" panose="00000500000000000000" charset="-122"/>
            </a:endParaRPr>
          </a:p>
        </p:txBody>
      </p:sp>
      <p:sp>
        <p:nvSpPr>
          <p:cNvPr id="58" name="等腰三角形 33"/>
          <p:cNvSpPr/>
          <p:nvPr>
            <p:custDataLst>
              <p:tags r:id="rId23"/>
            </p:custDataLst>
          </p:nvPr>
        </p:nvSpPr>
        <p:spPr>
          <a:xfrm rot="16200000">
            <a:off x="3719195" y="2103120"/>
            <a:ext cx="65405" cy="65405"/>
          </a:xfrm>
          <a:prstGeom prst="triangle">
            <a:avLst>
              <a:gd name="adj" fmla="val 100000"/>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2" name="任意多边形: 形状 40"/>
          <p:cNvSpPr/>
          <p:nvPr>
            <p:custDataLst>
              <p:tags r:id="rId24"/>
            </p:custDataLst>
          </p:nvPr>
        </p:nvSpPr>
        <p:spPr>
          <a:xfrm>
            <a:off x="2966085" y="2546985"/>
            <a:ext cx="81915" cy="374650"/>
          </a:xfrm>
          <a:custGeom>
            <a:avLst/>
            <a:gdLst>
              <a:gd name="connsiteX0" fmla="*/ 13335 w 146685"/>
              <a:gd name="connsiteY0" fmla="*/ 0 h 198120"/>
              <a:gd name="connsiteX1" fmla="*/ 144780 w 146685"/>
              <a:gd name="connsiteY1" fmla="*/ 85725 h 198120"/>
              <a:gd name="connsiteX2" fmla="*/ 146685 w 146685"/>
              <a:gd name="connsiteY2" fmla="*/ 198120 h 198120"/>
              <a:gd name="connsiteX3" fmla="*/ 0 w 146685"/>
              <a:gd name="connsiteY3" fmla="*/ 89535 h 198120"/>
              <a:gd name="connsiteX4" fmla="*/ 13335 w 146685"/>
              <a:gd name="connsiteY4" fmla="*/ 0 h 198120"/>
              <a:gd name="connsiteX0-1" fmla="*/ 13335 w 144780"/>
              <a:gd name="connsiteY0-2" fmla="*/ 0 h 203835"/>
              <a:gd name="connsiteX1-3" fmla="*/ 144780 w 144780"/>
              <a:gd name="connsiteY1-4" fmla="*/ 85725 h 203835"/>
              <a:gd name="connsiteX2-5" fmla="*/ 137160 w 144780"/>
              <a:gd name="connsiteY2-6" fmla="*/ 203835 h 203835"/>
              <a:gd name="connsiteX3-7" fmla="*/ 0 w 144780"/>
              <a:gd name="connsiteY3-8" fmla="*/ 89535 h 203835"/>
              <a:gd name="connsiteX4-9" fmla="*/ 13335 w 144780"/>
              <a:gd name="connsiteY4-10" fmla="*/ 0 h 203835"/>
              <a:gd name="connsiteX0-11" fmla="*/ 13335 w 144780"/>
              <a:gd name="connsiteY0-12" fmla="*/ 0 h 203835"/>
              <a:gd name="connsiteX1-13" fmla="*/ 144780 w 144780"/>
              <a:gd name="connsiteY1-14" fmla="*/ 85725 h 203835"/>
              <a:gd name="connsiteX2-15" fmla="*/ 144780 w 144780"/>
              <a:gd name="connsiteY2-16" fmla="*/ 203835 h 203835"/>
              <a:gd name="connsiteX3-17" fmla="*/ 0 w 144780"/>
              <a:gd name="connsiteY3-18" fmla="*/ 89535 h 203835"/>
              <a:gd name="connsiteX4-19" fmla="*/ 13335 w 144780"/>
              <a:gd name="connsiteY4-20" fmla="*/ 0 h 203835"/>
              <a:gd name="connsiteX0-21" fmla="*/ 1905 w 133350"/>
              <a:gd name="connsiteY0-22" fmla="*/ 0 h 203835"/>
              <a:gd name="connsiteX1-23" fmla="*/ 133350 w 133350"/>
              <a:gd name="connsiteY1-24" fmla="*/ 85725 h 203835"/>
              <a:gd name="connsiteX2-25" fmla="*/ 133350 w 133350"/>
              <a:gd name="connsiteY2-26" fmla="*/ 203835 h 203835"/>
              <a:gd name="connsiteX3-27" fmla="*/ 0 w 133350"/>
              <a:gd name="connsiteY3-28" fmla="*/ 118110 h 203835"/>
              <a:gd name="connsiteX4-29" fmla="*/ 1905 w 133350"/>
              <a:gd name="connsiteY4-30" fmla="*/ 0 h 2038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8" h="632">
                <a:moveTo>
                  <a:pt x="2" y="0"/>
                </a:moveTo>
                <a:lnTo>
                  <a:pt x="138" y="89"/>
                </a:lnTo>
                <a:lnTo>
                  <a:pt x="138" y="211"/>
                </a:lnTo>
                <a:lnTo>
                  <a:pt x="0" y="122"/>
                </a:lnTo>
                <a:lnTo>
                  <a:pt x="2" y="0"/>
                </a:lnTo>
                <a:close/>
                <a:moveTo>
                  <a:pt x="2" y="208"/>
                </a:moveTo>
                <a:lnTo>
                  <a:pt x="138" y="297"/>
                </a:lnTo>
                <a:lnTo>
                  <a:pt x="138" y="419"/>
                </a:lnTo>
                <a:lnTo>
                  <a:pt x="0" y="330"/>
                </a:lnTo>
                <a:lnTo>
                  <a:pt x="2" y="208"/>
                </a:lnTo>
                <a:close/>
                <a:moveTo>
                  <a:pt x="2" y="421"/>
                </a:moveTo>
                <a:lnTo>
                  <a:pt x="138" y="510"/>
                </a:lnTo>
                <a:lnTo>
                  <a:pt x="138" y="632"/>
                </a:lnTo>
                <a:lnTo>
                  <a:pt x="0" y="543"/>
                </a:lnTo>
                <a:lnTo>
                  <a:pt x="2" y="421"/>
                </a:lnTo>
                <a:close/>
              </a:path>
            </a:pathLst>
          </a:custGeom>
          <a:gradFill>
            <a:gsLst>
              <a:gs pos="0">
                <a:schemeClr val="accent1">
                  <a:alpha val="0"/>
                </a:schemeClr>
              </a:gs>
              <a:gs pos="100000">
                <a:schemeClr val="accent1">
                  <a:alpha val="10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pPr>
            <a:endParaRPr lang="zh-CN" altLang="en-US" noProof="0">
              <a:ln>
                <a:noFill/>
              </a:ln>
              <a:solidFill>
                <a:prstClr val="white"/>
              </a:solidFill>
              <a:effectLst/>
              <a:uLnTx/>
              <a:uFillTx/>
              <a:latin typeface="等线" panose="02010600030101010101" charset="-122"/>
              <a:ea typeface="等线" panose="02010600030101010101" charset="-122"/>
              <a:sym typeface="+mn-ea"/>
            </a:endParaRPr>
          </a:p>
        </p:txBody>
      </p:sp>
      <p:sp>
        <p:nvSpPr>
          <p:cNvPr id="63" name="任意多边形 39"/>
          <p:cNvSpPr/>
          <p:nvPr>
            <p:custDataLst>
              <p:tags r:id="rId25"/>
            </p:custDataLst>
          </p:nvPr>
        </p:nvSpPr>
        <p:spPr>
          <a:xfrm>
            <a:off x="3244215" y="2376805"/>
            <a:ext cx="321945" cy="212090"/>
          </a:xfrm>
          <a:custGeom>
            <a:avLst/>
            <a:gdLst/>
            <a:ahLst/>
            <a:cxnLst>
              <a:cxn ang="3">
                <a:pos x="hc" y="t"/>
              </a:cxn>
              <a:cxn ang="cd2">
                <a:pos x="l" y="vc"/>
              </a:cxn>
              <a:cxn ang="cd4">
                <a:pos x="hc" y="b"/>
              </a:cxn>
              <a:cxn ang="0">
                <a:pos x="r" y="vc"/>
              </a:cxn>
            </a:cxnLst>
            <a:rect l="l" t="t" r="r" b="b"/>
            <a:pathLst>
              <a:path w="507" h="334">
                <a:moveTo>
                  <a:pt x="0" y="0"/>
                </a:moveTo>
                <a:lnTo>
                  <a:pt x="89" y="0"/>
                </a:lnTo>
                <a:lnTo>
                  <a:pt x="89" y="286"/>
                </a:lnTo>
                <a:lnTo>
                  <a:pt x="204" y="286"/>
                </a:lnTo>
                <a:lnTo>
                  <a:pt x="204" y="49"/>
                </a:lnTo>
                <a:lnTo>
                  <a:pt x="89" y="49"/>
                </a:lnTo>
                <a:lnTo>
                  <a:pt x="105" y="0"/>
                </a:lnTo>
                <a:lnTo>
                  <a:pt x="227" y="0"/>
                </a:lnTo>
                <a:lnTo>
                  <a:pt x="293" y="63"/>
                </a:lnTo>
                <a:lnTo>
                  <a:pt x="293" y="272"/>
                </a:lnTo>
                <a:lnTo>
                  <a:pt x="227" y="334"/>
                </a:lnTo>
                <a:lnTo>
                  <a:pt x="66" y="334"/>
                </a:lnTo>
                <a:lnTo>
                  <a:pt x="0" y="272"/>
                </a:lnTo>
                <a:lnTo>
                  <a:pt x="0" y="0"/>
                </a:lnTo>
                <a:close/>
                <a:moveTo>
                  <a:pt x="350" y="0"/>
                </a:moveTo>
                <a:lnTo>
                  <a:pt x="465" y="0"/>
                </a:lnTo>
                <a:lnTo>
                  <a:pt x="465" y="286"/>
                </a:lnTo>
                <a:lnTo>
                  <a:pt x="507" y="286"/>
                </a:lnTo>
                <a:lnTo>
                  <a:pt x="507" y="334"/>
                </a:lnTo>
                <a:lnTo>
                  <a:pt x="325" y="334"/>
                </a:lnTo>
                <a:lnTo>
                  <a:pt x="340" y="286"/>
                </a:lnTo>
                <a:lnTo>
                  <a:pt x="376" y="286"/>
                </a:lnTo>
                <a:lnTo>
                  <a:pt x="376" y="48"/>
                </a:lnTo>
                <a:lnTo>
                  <a:pt x="335" y="48"/>
                </a:lnTo>
                <a:lnTo>
                  <a:pt x="350" y="0"/>
                </a:lnTo>
                <a:close/>
              </a:path>
            </a:pathLst>
          </a:custGeom>
          <a:solidFill>
            <a:schemeClr val="tx1">
              <a:lumMod val="85000"/>
              <a:lumOff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solidFill>
                <a:schemeClr val="lt1"/>
              </a:solidFill>
            </a:endParaRPr>
          </a:p>
        </p:txBody>
      </p:sp>
    </p:spTree>
    <p:custDataLst>
      <p:tags r:id="rId2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custDataLst>
              <p:tags r:id="rId1"/>
            </p:custDataLst>
          </p:nvPr>
        </p:nvSpPr>
        <p:spPr>
          <a:xfrm>
            <a:off x="695960" y="1440000"/>
            <a:ext cx="10800080" cy="4932000"/>
          </a:xfrm>
          <a:prstGeom prst="rect">
            <a:avLst/>
          </a:prstGeom>
          <a:gradFill>
            <a:gsLst>
              <a:gs pos="0">
                <a:schemeClr val="accent1">
                  <a:alpha val="5000"/>
                </a:schemeClr>
              </a:gs>
              <a:gs pos="10000">
                <a:schemeClr val="accent1">
                  <a:lumMod val="45000"/>
                  <a:lumOff val="55000"/>
                  <a:alpha val="0"/>
                </a:schemeClr>
              </a:gs>
              <a:gs pos="86000">
                <a:schemeClr val="accent1">
                  <a:lumMod val="45000"/>
                  <a:lumOff val="55000"/>
                  <a:alpha val="0"/>
                </a:schemeClr>
              </a:gs>
              <a:gs pos="100000">
                <a:schemeClr val="accent1">
                  <a:alpha val="5000"/>
                </a:schemeClr>
              </a:gs>
            </a:gsLst>
            <a:lin ang="0" scaled="0"/>
          </a:gradFill>
          <a:ln w="22225">
            <a:gradFill>
              <a:gsLst>
                <a:gs pos="100000">
                  <a:schemeClr val="accent1">
                    <a:alpha val="40000"/>
                  </a:schemeClr>
                </a:gs>
                <a:gs pos="27000">
                  <a:schemeClr val="accent1">
                    <a:lumMod val="20000"/>
                    <a:lumOff val="80000"/>
                    <a:alpha val="0"/>
                  </a:schemeClr>
                </a:gs>
                <a:gs pos="73000">
                  <a:schemeClr val="accent1">
                    <a:lumMod val="20000"/>
                    <a:lumOff val="80000"/>
                    <a:alpha val="0"/>
                  </a:schemeClr>
                </a:gs>
                <a:gs pos="0">
                  <a:schemeClr val="accent1">
                    <a:alpha val="40000"/>
                  </a:schemeClr>
                </a:gs>
              </a:gsLst>
              <a:lin ang="0" scaled="1"/>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50000"/>
              </a:lnSpc>
              <a:buClrTx/>
              <a:buSzTx/>
              <a:buFontTx/>
            </a:pPr>
            <a:endParaRPr lang="zh-CN" altLang="en-US" sz="1000" dirty="0">
              <a:solidFill>
                <a:schemeClr val="accent1"/>
              </a:solidFill>
              <a:cs typeface="微软雅黑" panose="020B0503020204020204" charset="-122"/>
              <a:sym typeface="+mn-ea"/>
            </a:endParaRPr>
          </a:p>
        </p:txBody>
      </p:sp>
      <p:sp>
        <p:nvSpPr>
          <p:cNvPr id="3" name="标题 2"/>
          <p:cNvSpPr>
            <a:spLocks noGrp="1"/>
          </p:cNvSpPr>
          <p:nvPr>
            <p:ph type="title"/>
            <p:custDataLst>
              <p:tags r:id="rId2"/>
            </p:custDataLst>
          </p:nvPr>
        </p:nvSpPr>
        <p:spPr>
          <a:xfrm>
            <a:off x="762000" y="365125"/>
            <a:ext cx="10591800" cy="1325880"/>
          </a:xfrm>
        </p:spPr>
        <p:txBody>
          <a:bodyPr>
            <a:normAutofit/>
          </a:bodyPr>
          <a:lstStyle/>
          <a:p>
            <a:r>
              <a:rPr lang="en-US" altLang="zh-CN">
                <a:solidFill>
                  <a:schemeClr val="tx1">
                    <a:lumMod val="85000"/>
                    <a:lumOff val="15000"/>
                  </a:schemeClr>
                </a:solidFill>
              </a:rPr>
              <a:t>4.</a:t>
            </a:r>
            <a:r>
              <a:rPr lang="zh-CN" altLang="en-US">
                <a:solidFill>
                  <a:schemeClr val="tx1">
                    <a:lumMod val="85000"/>
                    <a:lumOff val="15000"/>
                  </a:schemeClr>
                </a:solidFill>
              </a:rPr>
              <a:t>古代</a:t>
            </a:r>
            <a:r>
              <a:rPr lang="en-US" altLang="zh-CN">
                <a:solidFill>
                  <a:schemeClr val="tx1">
                    <a:lumMod val="85000"/>
                    <a:lumOff val="15000"/>
                  </a:schemeClr>
                </a:solidFill>
              </a:rPr>
              <a:t> </a:t>
            </a:r>
            <a:r>
              <a:rPr lang="zh-CN" altLang="en-US">
                <a:solidFill>
                  <a:schemeClr val="tx1">
                    <a:lumMod val="85000"/>
                    <a:lumOff val="15000"/>
                  </a:schemeClr>
                </a:solidFill>
              </a:rPr>
              <a:t>“宪法”</a:t>
            </a:r>
            <a:r>
              <a:rPr lang="en-US" altLang="zh-CN">
                <a:solidFill>
                  <a:schemeClr val="tx1">
                    <a:lumMod val="85000"/>
                    <a:lumOff val="15000"/>
                  </a:schemeClr>
                </a:solidFill>
              </a:rPr>
              <a:t> </a:t>
            </a:r>
            <a:r>
              <a:rPr lang="zh-CN" altLang="en-US">
                <a:solidFill>
                  <a:schemeClr val="tx1">
                    <a:lumMod val="85000"/>
                    <a:lumOff val="15000"/>
                  </a:schemeClr>
                </a:solidFill>
              </a:rPr>
              <a:t>与近代</a:t>
            </a:r>
            <a:r>
              <a:rPr lang="en-US" altLang="zh-CN">
                <a:solidFill>
                  <a:schemeClr val="tx1">
                    <a:lumMod val="85000"/>
                    <a:lumOff val="15000"/>
                  </a:schemeClr>
                </a:solidFill>
              </a:rPr>
              <a:t> </a:t>
            </a:r>
            <a:r>
              <a:rPr lang="zh-CN" altLang="en-US">
                <a:solidFill>
                  <a:schemeClr val="tx1">
                    <a:lumMod val="85000"/>
                    <a:lumOff val="15000"/>
                  </a:schemeClr>
                </a:solidFill>
              </a:rPr>
              <a:t>“宪法”的区别</a:t>
            </a:r>
            <a:endParaRPr lang="zh-CN" altLang="en-US">
              <a:solidFill>
                <a:schemeClr val="tx1">
                  <a:lumMod val="85000"/>
                  <a:lumOff val="15000"/>
                </a:schemeClr>
              </a:solidFill>
            </a:endParaRPr>
          </a:p>
        </p:txBody>
      </p:sp>
      <p:sp>
        <p:nvSpPr>
          <p:cNvPr id="15" name="任意多边形: 形状 14"/>
          <p:cNvSpPr/>
          <p:nvPr>
            <p:custDataLst>
              <p:tags r:id="rId3"/>
            </p:custDataLst>
          </p:nvPr>
        </p:nvSpPr>
        <p:spPr>
          <a:xfrm>
            <a:off x="650074" y="6080227"/>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18900000" algn="b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14"/>
          <p:cNvSpPr/>
          <p:nvPr>
            <p:custDataLst>
              <p:tags r:id="rId4"/>
            </p:custDataLst>
          </p:nvPr>
        </p:nvSpPr>
        <p:spPr>
          <a:xfrm rot="5400000">
            <a:off x="650074" y="1393292"/>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任意多边形: 形状 14"/>
          <p:cNvSpPr/>
          <p:nvPr>
            <p:custDataLst>
              <p:tags r:id="rId5"/>
            </p:custDataLst>
          </p:nvPr>
        </p:nvSpPr>
        <p:spPr>
          <a:xfrm flipH="1">
            <a:off x="11196789" y="6080862"/>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13500000" algn="br"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任意多边形: 形状 14"/>
          <p:cNvSpPr/>
          <p:nvPr>
            <p:custDataLst>
              <p:tags r:id="rId6"/>
            </p:custDataLst>
          </p:nvPr>
        </p:nvSpPr>
        <p:spPr>
          <a:xfrm rot="16200000" flipH="1">
            <a:off x="11196789" y="1393927"/>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8100000" algn="tr"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2" name="表格 2"/>
          <p:cNvGraphicFramePr/>
          <p:nvPr>
            <p:custDataLst>
              <p:tags r:id="rId7"/>
            </p:custDataLst>
          </p:nvPr>
        </p:nvGraphicFramePr>
        <p:xfrm>
          <a:off x="1002030" y="1732915"/>
          <a:ext cx="10194925" cy="4700270"/>
        </p:xfrm>
        <a:graphic>
          <a:graphicData uri="http://schemas.openxmlformats.org/drawingml/2006/table">
            <a:tbl>
              <a:tblPr firstRow="1" bandRow="1">
                <a:tableStyleId>{5C22544A-7EE6-4342-B048-85BDC9FD1C3A}</a:tableStyleId>
              </a:tblPr>
              <a:tblGrid>
                <a:gridCol w="1631950"/>
                <a:gridCol w="4154170"/>
                <a:gridCol w="4408805"/>
              </a:tblGrid>
              <a:tr h="1626870">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对比维度</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cs typeface="微软雅黑" panose="020B0503020204020204" charset="-122"/>
                        </a:rPr>
                        <a:t>古代 “宪法”</a:t>
                      </a:r>
                      <a:endParaRPr lang="zh-CN" altLang="en-US" sz="2100" b="1">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cs typeface="微软雅黑" panose="020B0503020204020204" charset="-122"/>
                        </a:rPr>
                        <a:t>近代 “宪法”</a:t>
                      </a:r>
                      <a:endParaRPr lang="zh-CN" altLang="en-US" sz="2100" b="1">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1537335">
                <a:tc>
                  <a:txBody>
                    <a:bodyPr/>
                    <a:p>
                      <a:pPr marL="0" indent="0" algn="ctr">
                        <a:lnSpc>
                          <a:spcPct val="120000"/>
                        </a:lnSpc>
                        <a:spcBef>
                          <a:spcPts val="0"/>
                        </a:spcBef>
                        <a:spcAft>
                          <a:spcPts val="0"/>
                        </a:spcAft>
                      </a:pPr>
                      <a:r>
                        <a:rPr lang="zh-CN" altLang="en-US" sz="1900" b="0" spc="130">
                          <a:latin typeface="微软雅黑" panose="020B0503020204020204" charset="-122"/>
                          <a:ea typeface="微软雅黑" panose="020B0503020204020204" charset="-122"/>
                        </a:rPr>
                        <a:t>法律地位</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1900" b="0" spc="130">
                          <a:latin typeface="微软雅黑" panose="020B0503020204020204" charset="-122"/>
                          <a:ea typeface="微软雅黑" panose="020B0503020204020204" charset="-122"/>
                        </a:rPr>
                        <a:t>与普通法律平等，无最高效力</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国家根本法，具有最高法律效力</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r>
              <a:tr h="1536065">
                <a:tc>
                  <a:txBody>
                    <a:bodyPr/>
                    <a:p>
                      <a:pPr marL="0" indent="0" algn="ctr">
                        <a:lnSpc>
                          <a:spcPct val="120000"/>
                        </a:lnSpc>
                        <a:spcBef>
                          <a:spcPts val="0"/>
                        </a:spcBef>
                        <a:spcAft>
                          <a:spcPts val="0"/>
                        </a:spcAft>
                      </a:pPr>
                      <a:r>
                        <a:rPr lang="zh-CN" altLang="en-US" sz="1900" b="0" spc="130">
                          <a:latin typeface="微软雅黑" panose="020B0503020204020204" charset="-122"/>
                          <a:ea typeface="微软雅黑" panose="020B0503020204020204" charset="-122"/>
                        </a:rPr>
                        <a:t>核心功能</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1900" b="0" spc="130">
                          <a:latin typeface="微软雅黑" panose="020B0503020204020204" charset="-122"/>
                          <a:ea typeface="微软雅黑" panose="020B0503020204020204" charset="-122"/>
                        </a:rPr>
                        <a:t>维护统治秩序，无限制权力属性</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限制国家权力、保障公民基本权利</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r>
            </a:tbl>
          </a:graphicData>
        </a:graphic>
      </p:graphicFrame>
    </p:spTree>
    <p:custDataLst>
      <p:tags r:id="rId8"/>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326390" y="95250"/>
            <a:ext cx="11163935" cy="1390015"/>
          </a:xfrm>
        </p:spPr>
        <p:txBody>
          <a:bodyPr/>
          <a:lstStyle/>
          <a:p>
            <a:r>
              <a:rPr lang="zh-CN" altLang="en-US"/>
              <a:t>（二）宪法的特征</a:t>
            </a:r>
            <a:endParaRPr lang="zh-CN" altLang="en-US"/>
          </a:p>
        </p:txBody>
      </p:sp>
      <p:sp>
        <p:nvSpPr>
          <p:cNvPr id="5" name="圆角矩形 14"/>
          <p:cNvSpPr/>
          <p:nvPr>
            <p:custDataLst>
              <p:tags r:id="rId2"/>
            </p:custDataLst>
          </p:nvPr>
        </p:nvSpPr>
        <p:spPr>
          <a:xfrm>
            <a:off x="448310" y="2555240"/>
            <a:ext cx="11142980" cy="1139190"/>
          </a:xfrm>
          <a:prstGeom prst="roundRect">
            <a:avLst>
              <a:gd name="adj" fmla="val 15982"/>
            </a:avLst>
          </a:prstGeom>
          <a:solidFill>
            <a:schemeClr val="accent2">
              <a:lumMod val="60000"/>
              <a:lumOff val="40000"/>
              <a:alpha val="12000"/>
            </a:schemeClr>
          </a:solidFill>
          <a:ln w="9525">
            <a:gradFill>
              <a:gsLst>
                <a:gs pos="100000">
                  <a:schemeClr val="accent2">
                    <a:alpha val="15000"/>
                  </a:schemeClr>
                </a:gs>
                <a:gs pos="0">
                  <a:schemeClr val="accent2">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30000"/>
              </a:lnSpc>
              <a:buClrTx/>
              <a:buSzTx/>
              <a:buFontTx/>
            </a:pPr>
            <a:r>
              <a:rPr lang="zh-CN" altLang="en-US" sz="2800" kern="0">
                <a:ln>
                  <a:noFill/>
                  <a:prstDash val="sysDot"/>
                </a:ln>
                <a:solidFill>
                  <a:srgbClr val="0070C0"/>
                </a:solidFill>
                <a:uFillTx/>
                <a:latin typeface="+mn-ea"/>
                <a:sym typeface="+mn-ea"/>
              </a:rPr>
              <a:t>根本制度</a:t>
            </a:r>
            <a:r>
              <a:rPr lang="en-US" altLang="zh-CN" sz="2800" kern="0">
                <a:ln>
                  <a:noFill/>
                  <a:prstDash val="sysDot"/>
                </a:ln>
                <a:solidFill>
                  <a:srgbClr val="0070C0"/>
                </a:solidFill>
                <a:uFillTx/>
                <a:latin typeface="+mn-ea"/>
                <a:sym typeface="+mn-ea"/>
              </a:rPr>
              <a:t>:</a:t>
            </a:r>
            <a:r>
              <a:rPr lang="zh-CN" altLang="en-US" sz="2400" kern="0">
                <a:ln>
                  <a:noFill/>
                  <a:prstDash val="sysDot"/>
                </a:ln>
                <a:solidFill>
                  <a:schemeClr val="tx1">
                    <a:lumMod val="85000"/>
                    <a:lumOff val="15000"/>
                  </a:schemeClr>
                </a:solidFill>
                <a:uFillTx/>
                <a:latin typeface="+mn-ea"/>
                <a:sym typeface="+mn-ea"/>
              </a:rPr>
              <a:t>社会主义制度</a:t>
            </a:r>
            <a:r>
              <a:rPr lang="en-US" altLang="zh-CN" sz="2400" kern="0">
                <a:ln>
                  <a:noFill/>
                  <a:prstDash val="sysDot"/>
                </a:ln>
                <a:solidFill>
                  <a:schemeClr val="tx1">
                    <a:lumMod val="85000"/>
                    <a:lumOff val="15000"/>
                  </a:schemeClr>
                </a:solidFill>
                <a:uFillTx/>
                <a:latin typeface="+mn-ea"/>
                <a:sym typeface="+mn-ea"/>
              </a:rPr>
              <a:t>(</a:t>
            </a:r>
            <a:r>
              <a:rPr lang="zh-CN" altLang="en-US" sz="2400" u="sng" kern="0">
                <a:ln>
                  <a:noFill/>
                  <a:prstDash val="sysDot"/>
                </a:ln>
                <a:solidFill>
                  <a:schemeClr val="tx1">
                    <a:lumMod val="85000"/>
                    <a:lumOff val="15000"/>
                  </a:schemeClr>
                </a:solidFill>
                <a:uFillTx/>
                <a:latin typeface="+mn-ea"/>
                <a:sym typeface="+mn-ea"/>
              </a:rPr>
              <a:t>《宪法》第</a:t>
            </a:r>
            <a:r>
              <a:rPr lang="en-US" altLang="zh-CN" sz="2400" u="sng" kern="0">
                <a:ln>
                  <a:noFill/>
                  <a:prstDash val="sysDot"/>
                </a:ln>
                <a:solidFill>
                  <a:schemeClr val="tx1">
                    <a:lumMod val="85000"/>
                    <a:lumOff val="15000"/>
                  </a:schemeClr>
                </a:solidFill>
                <a:uFillTx/>
                <a:latin typeface="+mn-ea"/>
                <a:sym typeface="+mn-ea"/>
              </a:rPr>
              <a:t>1</a:t>
            </a:r>
            <a:r>
              <a:rPr lang="zh-CN" altLang="en-US" sz="2400" u="sng" kern="0">
                <a:ln>
                  <a:noFill/>
                  <a:prstDash val="sysDot"/>
                </a:ln>
                <a:solidFill>
                  <a:schemeClr val="tx1">
                    <a:lumMod val="85000"/>
                    <a:lumOff val="15000"/>
                  </a:schemeClr>
                </a:solidFill>
                <a:uFillTx/>
                <a:latin typeface="+mn-ea"/>
                <a:sym typeface="+mn-ea"/>
              </a:rPr>
              <a:t>条</a:t>
            </a:r>
            <a:r>
              <a:rPr lang="en-US" altLang="zh-CN" sz="2400" kern="0">
                <a:ln>
                  <a:noFill/>
                  <a:prstDash val="sysDot"/>
                </a:ln>
                <a:solidFill>
                  <a:schemeClr val="tx1">
                    <a:lumMod val="85000"/>
                    <a:lumOff val="15000"/>
                  </a:schemeClr>
                </a:solidFill>
                <a:uFillTx/>
                <a:latin typeface="+mn-ea"/>
                <a:sym typeface="+mn-ea"/>
              </a:rPr>
              <a:t>);</a:t>
            </a:r>
            <a:endParaRPr lang="en-US" altLang="zh-CN" sz="2400" kern="0">
              <a:ln>
                <a:noFill/>
                <a:prstDash val="sysDot"/>
              </a:ln>
              <a:solidFill>
                <a:schemeClr val="tx1">
                  <a:lumMod val="85000"/>
                  <a:lumOff val="15000"/>
                </a:schemeClr>
              </a:solidFill>
              <a:uFillTx/>
              <a:latin typeface="+mn-ea"/>
              <a:sym typeface="+mn-ea"/>
            </a:endParaRPr>
          </a:p>
        </p:txBody>
      </p:sp>
      <p:sp>
        <p:nvSpPr>
          <p:cNvPr id="4" name="圆角矩形 10"/>
          <p:cNvSpPr/>
          <p:nvPr>
            <p:custDataLst>
              <p:tags r:id="rId3"/>
            </p:custDataLst>
          </p:nvPr>
        </p:nvSpPr>
        <p:spPr>
          <a:xfrm>
            <a:off x="686765" y="2546768"/>
            <a:ext cx="730383" cy="90560"/>
          </a:xfrm>
          <a:prstGeom prst="roundRect">
            <a:avLst>
              <a:gd name="adj" fmla="val 50000"/>
            </a:avLst>
          </a:prstGeom>
          <a:gradFill>
            <a:gsLst>
              <a:gs pos="100000">
                <a:schemeClr val="accent2">
                  <a:lumMod val="60000"/>
                  <a:lumOff val="40000"/>
                  <a:alpha val="71000"/>
                </a:schemeClr>
              </a:gs>
              <a:gs pos="0">
                <a:schemeClr val="accent2">
                  <a:alpha val="100000"/>
                </a:schemeClr>
              </a:gs>
            </a:gsLst>
            <a:lin ang="0"/>
          </a:gradFill>
          <a:ln>
            <a:noFill/>
          </a:ln>
          <a:effectLst>
            <a:outerShdw blurRad="508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0" name="圆角矩形 14"/>
          <p:cNvSpPr/>
          <p:nvPr>
            <p:custDataLst>
              <p:tags r:id="rId4"/>
            </p:custDataLst>
          </p:nvPr>
        </p:nvSpPr>
        <p:spPr>
          <a:xfrm>
            <a:off x="448310" y="3834765"/>
            <a:ext cx="11142980" cy="1280795"/>
          </a:xfrm>
          <a:prstGeom prst="roundRect">
            <a:avLst>
              <a:gd name="adj" fmla="val 15982"/>
            </a:avLst>
          </a:prstGeom>
          <a:solidFill>
            <a:schemeClr val="accent3">
              <a:lumMod val="60000"/>
              <a:lumOff val="40000"/>
              <a:alpha val="12000"/>
            </a:schemeClr>
          </a:solidFill>
          <a:ln w="9525">
            <a:gradFill>
              <a:gsLst>
                <a:gs pos="100000">
                  <a:schemeClr val="accent3">
                    <a:alpha val="15000"/>
                  </a:schemeClr>
                </a:gs>
                <a:gs pos="0">
                  <a:schemeClr val="accent3">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30000"/>
              </a:lnSpc>
              <a:buClrTx/>
              <a:buSzTx/>
              <a:buFontTx/>
            </a:pPr>
            <a:r>
              <a:rPr lang="zh-CN" altLang="en-US" sz="2800" kern="0">
                <a:ln>
                  <a:noFill/>
                  <a:prstDash val="sysDot"/>
                </a:ln>
                <a:solidFill>
                  <a:srgbClr val="0070C0"/>
                </a:solidFill>
                <a:uFillTx/>
                <a:latin typeface="+mn-ea"/>
                <a:sym typeface="+mn-ea"/>
              </a:rPr>
              <a:t>根本任务</a:t>
            </a:r>
            <a:r>
              <a:rPr lang="en-US" altLang="zh-CN" sz="2800" kern="0">
                <a:ln>
                  <a:noFill/>
                  <a:prstDash val="sysDot"/>
                </a:ln>
                <a:solidFill>
                  <a:srgbClr val="0070C0"/>
                </a:solidFill>
                <a:uFillTx/>
                <a:latin typeface="+mn-ea"/>
                <a:sym typeface="+mn-ea"/>
              </a:rPr>
              <a:t>:</a:t>
            </a:r>
            <a:r>
              <a:rPr lang="zh-CN" altLang="en-US" sz="2400" kern="0">
                <a:ln>
                  <a:noFill/>
                  <a:prstDash val="sysDot"/>
                </a:ln>
                <a:solidFill>
                  <a:schemeClr val="tx1">
                    <a:lumMod val="85000"/>
                    <a:lumOff val="15000"/>
                  </a:schemeClr>
                </a:solidFill>
                <a:uFillTx/>
                <a:latin typeface="+mn-ea"/>
                <a:sym typeface="+mn-ea"/>
              </a:rPr>
              <a:t>社会主义现代化建设</a:t>
            </a:r>
            <a:r>
              <a:rPr lang="en-US" altLang="zh-CN" sz="2400" kern="0">
                <a:ln>
                  <a:noFill/>
                  <a:prstDash val="sysDot"/>
                </a:ln>
                <a:solidFill>
                  <a:schemeClr val="tx1">
                    <a:lumMod val="85000"/>
                    <a:lumOff val="15000"/>
                  </a:schemeClr>
                </a:solidFill>
                <a:uFillTx/>
                <a:latin typeface="+mn-ea"/>
                <a:sym typeface="+mn-ea"/>
              </a:rPr>
              <a:t>,</a:t>
            </a:r>
            <a:r>
              <a:rPr lang="zh-CN" altLang="en-US" sz="2400" kern="0">
                <a:ln>
                  <a:noFill/>
                  <a:prstDash val="sysDot"/>
                </a:ln>
                <a:solidFill>
                  <a:schemeClr val="tx1">
                    <a:lumMod val="85000"/>
                    <a:lumOff val="15000"/>
                  </a:schemeClr>
                </a:solidFill>
                <a:uFillTx/>
                <a:latin typeface="+mn-ea"/>
                <a:sym typeface="+mn-ea"/>
              </a:rPr>
              <a:t>推动</a:t>
            </a:r>
            <a:r>
              <a:rPr lang="en-US" altLang="zh-CN" sz="2400" kern="0">
                <a:ln>
                  <a:noFill/>
                  <a:prstDash val="sysDot"/>
                </a:ln>
                <a:solidFill>
                  <a:schemeClr val="tx1">
                    <a:lumMod val="85000"/>
                    <a:lumOff val="15000"/>
                  </a:schemeClr>
                </a:solidFill>
                <a:uFillTx/>
                <a:latin typeface="+mn-ea"/>
                <a:sym typeface="+mn-ea"/>
              </a:rPr>
              <a:t> </a:t>
            </a:r>
            <a:r>
              <a:rPr lang="zh-CN" altLang="en-US" sz="2400" kern="0">
                <a:ln>
                  <a:noFill/>
                  <a:prstDash val="sysDot"/>
                </a:ln>
                <a:solidFill>
                  <a:schemeClr val="tx1">
                    <a:lumMod val="85000"/>
                    <a:lumOff val="15000"/>
                  </a:schemeClr>
                </a:solidFill>
                <a:uFillTx/>
                <a:latin typeface="+mn-ea"/>
                <a:sym typeface="+mn-ea"/>
              </a:rPr>
              <a:t>“物质文明、政治文明、精神文明、社会文明、生态文明”协调发展</a:t>
            </a:r>
            <a:r>
              <a:rPr lang="en-US" altLang="zh-CN" sz="2400" kern="0">
                <a:ln>
                  <a:noFill/>
                  <a:prstDash val="sysDot"/>
                </a:ln>
                <a:solidFill>
                  <a:schemeClr val="tx1">
                    <a:lumMod val="85000"/>
                    <a:lumOff val="15000"/>
                  </a:schemeClr>
                </a:solidFill>
                <a:uFillTx/>
                <a:latin typeface="+mn-ea"/>
                <a:sym typeface="+mn-ea"/>
              </a:rPr>
              <a:t>(</a:t>
            </a:r>
            <a:r>
              <a:rPr lang="zh-CN" altLang="en-US" sz="2400" u="sng" kern="0">
                <a:ln>
                  <a:noFill/>
                  <a:prstDash val="sysDot"/>
                </a:ln>
                <a:solidFill>
                  <a:schemeClr val="tx1">
                    <a:lumMod val="85000"/>
                    <a:lumOff val="15000"/>
                  </a:schemeClr>
                </a:solidFill>
                <a:uFillTx/>
                <a:latin typeface="+mn-ea"/>
                <a:sym typeface="+mn-ea"/>
              </a:rPr>
              <a:t>《宪法》序言</a:t>
            </a:r>
            <a:r>
              <a:rPr lang="en-US" altLang="zh-CN" sz="2400" kern="0">
                <a:ln>
                  <a:noFill/>
                  <a:prstDash val="sysDot"/>
                </a:ln>
                <a:solidFill>
                  <a:schemeClr val="tx1">
                    <a:lumMod val="85000"/>
                    <a:lumOff val="15000"/>
                  </a:schemeClr>
                </a:solidFill>
                <a:uFillTx/>
                <a:latin typeface="+mn-ea"/>
                <a:sym typeface="+mn-ea"/>
              </a:rPr>
              <a:t>);</a:t>
            </a:r>
            <a:endParaRPr lang="en-US" altLang="zh-CN" sz="2400" kern="0">
              <a:ln>
                <a:noFill/>
                <a:prstDash val="sysDot"/>
              </a:ln>
              <a:solidFill>
                <a:schemeClr val="tx1">
                  <a:lumMod val="85000"/>
                  <a:lumOff val="15000"/>
                </a:schemeClr>
              </a:solidFill>
              <a:uFillTx/>
              <a:latin typeface="+mn-ea"/>
              <a:sym typeface="+mn-ea"/>
            </a:endParaRPr>
          </a:p>
        </p:txBody>
      </p:sp>
      <p:sp>
        <p:nvSpPr>
          <p:cNvPr id="8" name="圆角矩形 11"/>
          <p:cNvSpPr/>
          <p:nvPr>
            <p:custDataLst>
              <p:tags r:id="rId5"/>
            </p:custDataLst>
          </p:nvPr>
        </p:nvSpPr>
        <p:spPr>
          <a:xfrm>
            <a:off x="686765" y="3834632"/>
            <a:ext cx="730383" cy="90560"/>
          </a:xfrm>
          <a:prstGeom prst="roundRect">
            <a:avLst>
              <a:gd name="adj" fmla="val 50000"/>
            </a:avLst>
          </a:prstGeom>
          <a:gradFill>
            <a:gsLst>
              <a:gs pos="100000">
                <a:schemeClr val="accent3">
                  <a:lumMod val="60000"/>
                  <a:lumOff val="40000"/>
                  <a:alpha val="71000"/>
                </a:schemeClr>
              </a:gs>
              <a:gs pos="0">
                <a:schemeClr val="accent3">
                  <a:alpha val="100000"/>
                </a:schemeClr>
              </a:gs>
            </a:gsLst>
            <a:lin ang="0"/>
          </a:gradFill>
          <a:ln>
            <a:noFill/>
          </a:ln>
          <a:effectLst>
            <a:outerShdw blurRad="50800" dist="38100" dir="2700000" algn="tl" rotWithShape="0">
              <a:schemeClr val="accent3">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3" name="圆角矩形 14"/>
          <p:cNvSpPr/>
          <p:nvPr>
            <p:custDataLst>
              <p:tags r:id="rId6"/>
            </p:custDataLst>
          </p:nvPr>
        </p:nvSpPr>
        <p:spPr>
          <a:xfrm>
            <a:off x="448310" y="5186045"/>
            <a:ext cx="11142980" cy="1323975"/>
          </a:xfrm>
          <a:prstGeom prst="roundRect">
            <a:avLst>
              <a:gd name="adj" fmla="val 15982"/>
            </a:avLst>
          </a:prstGeom>
          <a:solidFill>
            <a:schemeClr val="accent4">
              <a:lumMod val="60000"/>
              <a:lumOff val="40000"/>
              <a:alpha val="12000"/>
            </a:schemeClr>
          </a:solidFill>
          <a:ln w="9525">
            <a:gradFill>
              <a:gsLst>
                <a:gs pos="100000">
                  <a:schemeClr val="accent4">
                    <a:alpha val="15000"/>
                  </a:schemeClr>
                </a:gs>
                <a:gs pos="0">
                  <a:schemeClr val="accent4">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30000"/>
              </a:lnSpc>
              <a:buClrTx/>
              <a:buSzTx/>
              <a:buFontTx/>
            </a:pPr>
            <a:r>
              <a:rPr lang="zh-CN" altLang="en-US" sz="2800" kern="0">
                <a:ln>
                  <a:noFill/>
                  <a:prstDash val="sysDot"/>
                </a:ln>
                <a:solidFill>
                  <a:srgbClr val="0070C0"/>
                </a:solidFill>
                <a:uFillTx/>
                <a:latin typeface="+mn-ea"/>
                <a:sym typeface="+mn-ea"/>
              </a:rPr>
              <a:t>核心内容</a:t>
            </a:r>
            <a:r>
              <a:rPr lang="en-US" altLang="zh-CN" sz="2800" kern="0">
                <a:ln>
                  <a:noFill/>
                  <a:prstDash val="sysDot"/>
                </a:ln>
                <a:solidFill>
                  <a:srgbClr val="0070C0"/>
                </a:solidFill>
                <a:uFillTx/>
                <a:latin typeface="+mn-ea"/>
                <a:sym typeface="+mn-ea"/>
              </a:rPr>
              <a:t>:</a:t>
            </a:r>
            <a:r>
              <a:rPr lang="zh-CN" altLang="en-US" sz="2400" kern="0">
                <a:ln>
                  <a:noFill/>
                  <a:prstDash val="sysDot"/>
                </a:ln>
                <a:solidFill>
                  <a:schemeClr val="tx1">
                    <a:lumMod val="85000"/>
                    <a:lumOff val="15000"/>
                  </a:schemeClr>
                </a:solidFill>
                <a:uFillTx/>
                <a:latin typeface="+mn-ea"/>
                <a:sym typeface="+mn-ea"/>
              </a:rPr>
              <a:t>公民基本权利</a:t>
            </a:r>
            <a:r>
              <a:rPr lang="en-US" altLang="zh-CN" sz="2400" kern="0">
                <a:ln>
                  <a:noFill/>
                  <a:prstDash val="sysDot"/>
                </a:ln>
                <a:solidFill>
                  <a:schemeClr val="tx1">
                    <a:lumMod val="85000"/>
                    <a:lumOff val="15000"/>
                  </a:schemeClr>
                </a:solidFill>
                <a:uFillTx/>
                <a:latin typeface="+mn-ea"/>
                <a:sym typeface="+mn-ea"/>
              </a:rPr>
              <a:t>(</a:t>
            </a:r>
            <a:r>
              <a:rPr lang="zh-CN" altLang="en-US" sz="2400" kern="0">
                <a:ln>
                  <a:noFill/>
                  <a:prstDash val="sysDot"/>
                </a:ln>
                <a:solidFill>
                  <a:schemeClr val="tx1">
                    <a:lumMod val="85000"/>
                    <a:lumOff val="15000"/>
                  </a:schemeClr>
                </a:solidFill>
                <a:uFillTx/>
                <a:latin typeface="+mn-ea"/>
                <a:sym typeface="+mn-ea"/>
              </a:rPr>
              <a:t>如选举权、财产权、受教育权</a:t>
            </a:r>
            <a:r>
              <a:rPr lang="en-US" altLang="zh-CN" sz="2400" kern="0">
                <a:ln>
                  <a:noFill/>
                  <a:prstDash val="sysDot"/>
                </a:ln>
                <a:solidFill>
                  <a:schemeClr val="tx1">
                    <a:lumMod val="85000"/>
                    <a:lumOff val="15000"/>
                  </a:schemeClr>
                </a:solidFill>
                <a:uFillTx/>
                <a:latin typeface="+mn-ea"/>
                <a:sym typeface="+mn-ea"/>
              </a:rPr>
              <a:t>)</a:t>
            </a:r>
            <a:r>
              <a:rPr lang="zh-CN" altLang="en-US" sz="2400" kern="0">
                <a:ln>
                  <a:noFill/>
                  <a:prstDash val="sysDot"/>
                </a:ln>
                <a:solidFill>
                  <a:schemeClr val="tx1">
                    <a:lumMod val="85000"/>
                    <a:lumOff val="15000"/>
                  </a:schemeClr>
                </a:solidFill>
                <a:uFillTx/>
                <a:latin typeface="+mn-ea"/>
                <a:sym typeface="+mn-ea"/>
              </a:rPr>
              <a:t>、国家机构设置</a:t>
            </a:r>
            <a:r>
              <a:rPr lang="en-US" altLang="zh-CN" sz="2400" kern="0">
                <a:ln>
                  <a:noFill/>
                  <a:prstDash val="sysDot"/>
                </a:ln>
                <a:solidFill>
                  <a:schemeClr val="tx1">
                    <a:lumMod val="85000"/>
                    <a:lumOff val="15000"/>
                  </a:schemeClr>
                </a:solidFill>
                <a:uFillTx/>
                <a:latin typeface="+mn-ea"/>
                <a:sym typeface="+mn-ea"/>
              </a:rPr>
              <a:t>(</a:t>
            </a:r>
            <a:r>
              <a:rPr lang="zh-CN" altLang="en-US" sz="2400" kern="0">
                <a:ln>
                  <a:noFill/>
                  <a:prstDash val="sysDot"/>
                </a:ln>
                <a:solidFill>
                  <a:schemeClr val="tx1">
                    <a:lumMod val="85000"/>
                    <a:lumOff val="15000"/>
                  </a:schemeClr>
                </a:solidFill>
                <a:uFillTx/>
                <a:latin typeface="+mn-ea"/>
                <a:sym typeface="+mn-ea"/>
              </a:rPr>
              <a:t>全国人大、国务院、监察委等</a:t>
            </a:r>
            <a:r>
              <a:rPr lang="en-US" altLang="zh-CN" sz="2400" kern="0">
                <a:ln>
                  <a:noFill/>
                  <a:prstDash val="sysDot"/>
                </a:ln>
                <a:solidFill>
                  <a:schemeClr val="tx1">
                    <a:lumMod val="85000"/>
                    <a:lumOff val="15000"/>
                  </a:schemeClr>
                </a:solidFill>
                <a:uFillTx/>
                <a:latin typeface="+mn-ea"/>
                <a:sym typeface="+mn-ea"/>
              </a:rPr>
              <a:t>)</a:t>
            </a:r>
            <a:r>
              <a:rPr lang="zh-CN" altLang="en-US" sz="2400" kern="0">
                <a:ln>
                  <a:noFill/>
                  <a:prstDash val="sysDot"/>
                </a:ln>
                <a:solidFill>
                  <a:schemeClr val="tx1">
                    <a:lumMod val="85000"/>
                    <a:lumOff val="15000"/>
                  </a:schemeClr>
                </a:solidFill>
                <a:uFillTx/>
                <a:latin typeface="+mn-ea"/>
                <a:sym typeface="+mn-ea"/>
              </a:rPr>
              <a:t>及职权分工。</a:t>
            </a:r>
            <a:endParaRPr lang="zh-CN" altLang="en-US" sz="2400" kern="0">
              <a:ln>
                <a:noFill/>
                <a:prstDash val="sysDot"/>
              </a:ln>
              <a:solidFill>
                <a:schemeClr val="tx1">
                  <a:lumMod val="85000"/>
                  <a:lumOff val="15000"/>
                </a:schemeClr>
              </a:solidFill>
              <a:uFillTx/>
              <a:latin typeface="+mn-ea"/>
              <a:sym typeface="+mn-ea"/>
            </a:endParaRPr>
          </a:p>
        </p:txBody>
      </p:sp>
      <p:sp>
        <p:nvSpPr>
          <p:cNvPr id="14" name="圆角矩形 12"/>
          <p:cNvSpPr/>
          <p:nvPr>
            <p:custDataLst>
              <p:tags r:id="rId7"/>
            </p:custDataLst>
          </p:nvPr>
        </p:nvSpPr>
        <p:spPr>
          <a:xfrm>
            <a:off x="686765" y="5203393"/>
            <a:ext cx="730383" cy="90560"/>
          </a:xfrm>
          <a:prstGeom prst="roundRect">
            <a:avLst>
              <a:gd name="adj" fmla="val 50000"/>
            </a:avLst>
          </a:prstGeom>
          <a:gradFill>
            <a:gsLst>
              <a:gs pos="100000">
                <a:schemeClr val="accent4">
                  <a:lumMod val="60000"/>
                  <a:lumOff val="40000"/>
                  <a:alpha val="71000"/>
                </a:schemeClr>
              </a:gs>
              <a:gs pos="0">
                <a:schemeClr val="accent4">
                  <a:alpha val="100000"/>
                </a:schemeClr>
              </a:gs>
            </a:gsLst>
            <a:lin ang="0"/>
          </a:gradFill>
          <a:ln>
            <a:noFill/>
          </a:ln>
          <a:effectLst>
            <a:outerShdw blurRad="50800" dist="38100" dir="2700000" algn="tl" rotWithShape="0">
              <a:schemeClr val="accent4">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51" name="文本框 50"/>
          <p:cNvSpPr txBox="1"/>
          <p:nvPr/>
        </p:nvSpPr>
        <p:spPr>
          <a:xfrm>
            <a:off x="326390" y="1288415"/>
            <a:ext cx="10408285" cy="934085"/>
          </a:xfrm>
          <a:prstGeom prst="rect">
            <a:avLst/>
          </a:prstGeom>
          <a:noFill/>
        </p:spPr>
        <p:txBody>
          <a:bodyPr wrap="square" rtlCol="0">
            <a:noAutofit/>
          </a:bodyPr>
          <a:p>
            <a:pPr indent="0" algn="l" fontAlgn="auto">
              <a:lnSpc>
                <a:spcPct val="130000"/>
              </a:lnSpc>
            </a:pPr>
            <a:r>
              <a:rPr lang="en-US" altLang="en-US" sz="3600" b="1" kern="0">
                <a:ln>
                  <a:noFill/>
                  <a:prstDash val="sysDot"/>
                </a:ln>
                <a:solidFill>
                  <a:srgbClr val="C00000"/>
                </a:solidFill>
                <a:uFillTx/>
                <a:latin typeface="+mn-ea"/>
                <a:sym typeface="+mn-ea"/>
              </a:rPr>
              <a:t>1.</a:t>
            </a:r>
            <a:r>
              <a:rPr lang="zh-CN" altLang="en-US" sz="3600" b="1" kern="0">
                <a:ln>
                  <a:noFill/>
                  <a:prstDash val="sysDot"/>
                </a:ln>
                <a:solidFill>
                  <a:srgbClr val="C00000"/>
                </a:solidFill>
                <a:uFillTx/>
                <a:latin typeface="+mn-ea"/>
                <a:sym typeface="+mn-ea"/>
              </a:rPr>
              <a:t>内容</a:t>
            </a:r>
            <a:r>
              <a:rPr lang="en-US" altLang="zh-CN" sz="3600" b="1" kern="0">
                <a:ln>
                  <a:noFill/>
                  <a:prstDash val="sysDot"/>
                </a:ln>
                <a:solidFill>
                  <a:srgbClr val="C00000"/>
                </a:solidFill>
                <a:uFillTx/>
                <a:latin typeface="+mn-ea"/>
                <a:sym typeface="+mn-ea"/>
              </a:rPr>
              <a:t>——</a:t>
            </a:r>
            <a:r>
              <a:rPr lang="zh-CN" altLang="en-US" sz="3600" b="1" kern="0">
                <a:ln>
                  <a:noFill/>
                  <a:prstDash val="sysDot"/>
                </a:ln>
                <a:solidFill>
                  <a:srgbClr val="C00000"/>
                </a:solidFill>
                <a:uFillTx/>
                <a:latin typeface="+mn-ea"/>
                <a:sym typeface="+mn-ea"/>
              </a:rPr>
              <a:t>根本性</a:t>
            </a:r>
            <a:endParaRPr lang="zh-CN" altLang="en-US" sz="3600" b="1" kern="0">
              <a:ln>
                <a:noFill/>
                <a:prstDash val="sysDot"/>
              </a:ln>
              <a:solidFill>
                <a:srgbClr val="C00000"/>
              </a:solidFill>
              <a:uFillTx/>
              <a:latin typeface="+mn-ea"/>
              <a:sym typeface="+mn-ea"/>
            </a:endParaRPr>
          </a:p>
        </p:txBody>
      </p:sp>
    </p:spTree>
    <p:custDataLst>
      <p:tags r:id="rId8"/>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直角三角形 11"/>
          <p:cNvSpPr/>
          <p:nvPr>
            <p:custDataLst>
              <p:tags r:id="rId1"/>
            </p:custDataLst>
          </p:nvPr>
        </p:nvSpPr>
        <p:spPr>
          <a:xfrm flipH="1">
            <a:off x="8953500" y="3619500"/>
            <a:ext cx="3238500" cy="3238500"/>
          </a:xfrm>
          <a:prstGeom prst="rtTriangl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圆角矩形 12"/>
          <p:cNvSpPr/>
          <p:nvPr>
            <p:custDataLst>
              <p:tags r:id="rId2"/>
            </p:custDataLst>
          </p:nvPr>
        </p:nvSpPr>
        <p:spPr>
          <a:xfrm>
            <a:off x="552768" y="583248"/>
            <a:ext cx="11086465" cy="5691505"/>
          </a:xfrm>
          <a:prstGeom prst="roundRect">
            <a:avLst>
              <a:gd name="adj" fmla="val 3025"/>
            </a:avLst>
          </a:prstGeom>
          <a:solidFill>
            <a:srgbClr val="FFFFFF"/>
          </a:solidFill>
          <a:ln>
            <a:noFill/>
          </a:ln>
          <a:effectLst>
            <a:outerShdw blurRad="342900" dist="38100" dir="5400000" algn="t" rotWithShape="0">
              <a:schemeClr val="accent1">
                <a:alpha val="32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 name="标题 16"/>
          <p:cNvSpPr>
            <a:spLocks noGrp="1"/>
          </p:cNvSpPr>
          <p:nvPr>
            <p:ph type="title"/>
            <p:custDataLst>
              <p:tags r:id="rId3"/>
            </p:custDataLst>
          </p:nvPr>
        </p:nvSpPr>
        <p:spPr>
          <a:xfrm>
            <a:off x="1052830" y="811530"/>
            <a:ext cx="10087610" cy="763270"/>
          </a:xfrm>
        </p:spPr>
        <p:txBody>
          <a:bodyPr>
            <a:normAutofit fontScale="90000"/>
          </a:bodyPr>
          <a:lstStyle/>
          <a:p>
            <a:r>
              <a:rPr lang="en-US" altLang="en-US">
                <a:solidFill>
                  <a:srgbClr val="C00000"/>
                </a:solidFill>
                <a:latin typeface="微软雅黑" panose="020B0503020204020204" charset="-122"/>
                <a:ea typeface="微软雅黑" panose="020B0503020204020204" charset="-122"/>
                <a:cs typeface="微软雅黑" panose="020B0503020204020204" charset="-122"/>
                <a:sym typeface="+mn-ea"/>
              </a:rPr>
              <a:t>2.</a:t>
            </a:r>
            <a:r>
              <a:rPr lang="zh-CN" altLang="en-US">
                <a:solidFill>
                  <a:srgbClr val="C00000"/>
                </a:solidFill>
                <a:latin typeface="微软雅黑" panose="020B0503020204020204" charset="-122"/>
                <a:ea typeface="微软雅黑" panose="020B0503020204020204" charset="-122"/>
                <a:cs typeface="微软雅黑" panose="020B0503020204020204" charset="-122"/>
                <a:sym typeface="+mn-ea"/>
              </a:rPr>
              <a:t>程序</a:t>
            </a:r>
            <a:r>
              <a:rPr lang="en-US" altLang="zh-CN">
                <a:solidFill>
                  <a:srgbClr val="C00000"/>
                </a:solidFill>
                <a:latin typeface="微软雅黑" panose="020B0503020204020204" charset="-122"/>
                <a:ea typeface="微软雅黑" panose="020B0503020204020204" charset="-122"/>
                <a:cs typeface="微软雅黑" panose="020B0503020204020204" charset="-122"/>
                <a:sym typeface="+mn-ea"/>
              </a:rPr>
              <a:t>——</a:t>
            </a:r>
            <a:r>
              <a:rPr lang="zh-CN" altLang="en-US">
                <a:solidFill>
                  <a:srgbClr val="C00000"/>
                </a:solidFill>
                <a:latin typeface="微软雅黑" panose="020B0503020204020204" charset="-122"/>
                <a:ea typeface="微软雅黑" panose="020B0503020204020204" charset="-122"/>
                <a:cs typeface="微软雅黑" panose="020B0503020204020204" charset="-122"/>
                <a:sym typeface="+mn-ea"/>
              </a:rPr>
              <a:t>制定和修改程序的严格性</a:t>
            </a:r>
            <a:endParaRPr lang="zh-CN" altLang="en-US">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3" name="表格 2"/>
          <p:cNvGraphicFramePr/>
          <p:nvPr>
            <p:custDataLst>
              <p:tags r:id="rId4"/>
            </p:custDataLst>
          </p:nvPr>
        </p:nvGraphicFramePr>
        <p:xfrm>
          <a:off x="1050925" y="1724025"/>
          <a:ext cx="10090150" cy="4084320"/>
        </p:xfrm>
        <a:graphic>
          <a:graphicData uri="http://schemas.openxmlformats.org/drawingml/2006/table">
            <a:tbl>
              <a:tblPr firstRow="1" bandRow="1">
                <a:tableStyleId>{5C22544A-7EE6-4342-B048-85BDC9FD1C3A}</a:tableStyleId>
              </a:tblPr>
              <a:tblGrid>
                <a:gridCol w="1631950"/>
                <a:gridCol w="4571365"/>
                <a:gridCol w="3886835"/>
              </a:tblGrid>
              <a:tr h="751205">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程序环节</a:t>
                      </a:r>
                      <a:endParaRPr lang="zh-CN" altLang="en-US" sz="24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宪法制定</a:t>
                      </a:r>
                      <a:endParaRPr lang="zh-CN" altLang="en-US" sz="24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普通法律制定</a:t>
                      </a:r>
                      <a:endParaRPr lang="zh-CN" altLang="en-US" sz="2400" b="1">
                        <a:latin typeface="微软雅黑" panose="020B0503020204020204" charset="-122"/>
                        <a:ea typeface="微软雅黑" panose="020B0503020204020204" charset="-122"/>
                      </a:endParaRPr>
                    </a:p>
                  </a:txBody>
                  <a:tcPr marL="215900" marR="215900" marT="133350" marB="133350" anchor="ctr" anchorCtr="0"/>
                </a:tc>
              </a:tr>
              <a:tr h="1111250">
                <a:tc>
                  <a:txBody>
                    <a:bodyPr/>
                    <a:p>
                      <a:pPr marL="0" indent="0" algn="ctr">
                        <a:lnSpc>
                          <a:spcPct val="120000"/>
                        </a:lnSpc>
                        <a:spcBef>
                          <a:spcPts val="0"/>
                        </a:spcBef>
                        <a:spcAft>
                          <a:spcPts val="0"/>
                        </a:spcAft>
                      </a:pPr>
                      <a:r>
                        <a:rPr lang="zh-CN" altLang="en-US" sz="2000" b="0" spc="130">
                          <a:latin typeface="微软雅黑" panose="020B0503020204020204" charset="-122"/>
                          <a:ea typeface="微软雅黑" panose="020B0503020204020204" charset="-122"/>
                        </a:rPr>
                        <a:t>制定主体</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需成立专门制宪机关（任务完成后解散）</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常设立法机关（如我国全国人大）</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r>
              <a:tr h="1110615">
                <a:tc>
                  <a:txBody>
                    <a:bodyPr/>
                    <a:p>
                      <a:pPr marL="0" indent="0" algn="ctr">
                        <a:lnSpc>
                          <a:spcPct val="120000"/>
                        </a:lnSpc>
                        <a:spcBef>
                          <a:spcPts val="0"/>
                        </a:spcBef>
                        <a:spcAft>
                          <a:spcPts val="0"/>
                        </a:spcAft>
                      </a:pPr>
                      <a:r>
                        <a:rPr lang="zh-CN" altLang="en-US" sz="2000" b="0" spc="130">
                          <a:latin typeface="微软雅黑" panose="020B0503020204020204" charset="-122"/>
                          <a:ea typeface="微软雅黑" panose="020B0503020204020204" charset="-122"/>
                        </a:rPr>
                        <a:t>示例</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我国 </a:t>
                      </a:r>
                      <a:r>
                        <a:rPr lang="en-US" altLang="zh-CN" sz="2000" b="0" spc="130">
                          <a:latin typeface="微软雅黑" panose="020B0503020204020204" charset="-122"/>
                          <a:ea typeface="微软雅黑" panose="020B0503020204020204" charset="-122"/>
                          <a:cs typeface="微软雅黑" panose="020B0503020204020204" charset="-122"/>
                        </a:rPr>
                        <a:t>1954 </a:t>
                      </a:r>
                      <a:r>
                        <a:rPr lang="zh-CN" altLang="en-US" sz="2000" b="0" spc="130">
                          <a:latin typeface="微软雅黑" panose="020B0503020204020204" charset="-122"/>
                          <a:ea typeface="微软雅黑" panose="020B0503020204020204" charset="-122"/>
                          <a:cs typeface="微软雅黑" panose="020B0503020204020204" charset="-122"/>
                        </a:rPr>
                        <a:t>年宪法由宪法起草委员会制定</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我国全国人大制定</a:t>
                      </a:r>
                      <a:r>
                        <a:rPr lang="en-US" altLang="zh-CN" sz="2000" b="0" spc="130">
                          <a:latin typeface="微软雅黑" panose="020B0503020204020204" charset="-122"/>
                          <a:ea typeface="微软雅黑" panose="020B0503020204020204" charset="-122"/>
                        </a:rPr>
                        <a:t>《</a:t>
                      </a:r>
                      <a:r>
                        <a:rPr lang="zh-CN" altLang="en-US" sz="2000" b="0" spc="130">
                          <a:latin typeface="微软雅黑" panose="020B0503020204020204" charset="-122"/>
                          <a:ea typeface="微软雅黑" panose="020B0503020204020204" charset="-122"/>
                        </a:rPr>
                        <a:t>民法典</a:t>
                      </a:r>
                      <a:r>
                        <a:rPr lang="en-US" altLang="zh-CN" sz="2000" b="0" spc="130">
                          <a:latin typeface="微软雅黑" panose="020B0503020204020204" charset="-122"/>
                          <a:ea typeface="微软雅黑" panose="020B0503020204020204" charset="-122"/>
                        </a:rPr>
                        <a:t>》《</a:t>
                      </a:r>
                      <a:r>
                        <a:rPr lang="zh-CN" altLang="en-US" sz="2000" b="0" spc="130">
                          <a:latin typeface="微软雅黑" panose="020B0503020204020204" charset="-122"/>
                          <a:ea typeface="微软雅黑" panose="020B0503020204020204" charset="-122"/>
                        </a:rPr>
                        <a:t>刑法</a:t>
                      </a:r>
                      <a:r>
                        <a:rPr lang="en-US" altLang="zh-CN" sz="2000" b="0" spc="130">
                          <a:latin typeface="微软雅黑" panose="020B0503020204020204" charset="-122"/>
                          <a:ea typeface="微软雅黑" panose="020B0503020204020204" charset="-122"/>
                        </a:rPr>
                        <a:t>》</a:t>
                      </a:r>
                      <a:endParaRPr lang="en-US" altLang="zh-CN" sz="2000" b="0" spc="130">
                        <a:latin typeface="微软雅黑" panose="020B0503020204020204" charset="-122"/>
                        <a:ea typeface="微软雅黑" panose="020B0503020204020204" charset="-122"/>
                      </a:endParaRPr>
                    </a:p>
                  </a:txBody>
                  <a:tcPr marL="215900" marR="215900" marT="133350" marB="133350" anchor="ctr" anchorCtr="0"/>
                </a:tc>
              </a:tr>
              <a:tr h="1111250">
                <a:tc>
                  <a:txBody>
                    <a:bodyPr/>
                    <a:p>
                      <a:pPr marL="0" indent="0" algn="ctr">
                        <a:lnSpc>
                          <a:spcPct val="120000"/>
                        </a:lnSpc>
                        <a:spcBef>
                          <a:spcPts val="0"/>
                        </a:spcBef>
                        <a:spcAft>
                          <a:spcPts val="0"/>
                        </a:spcAft>
                      </a:pPr>
                      <a:r>
                        <a:rPr lang="zh-CN" altLang="en-US" sz="2000" b="0" spc="130">
                          <a:latin typeface="微软雅黑" panose="020B0503020204020204" charset="-122"/>
                          <a:ea typeface="微软雅黑" panose="020B0503020204020204" charset="-122"/>
                        </a:rPr>
                        <a:t>通过比例</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制宪机关 </a:t>
                      </a:r>
                      <a:r>
                        <a:rPr lang="en-US" altLang="zh-CN" sz="2000" b="0" spc="130">
                          <a:latin typeface="微软雅黑" panose="020B0503020204020204" charset="-122"/>
                          <a:ea typeface="微软雅黑" panose="020B0503020204020204" charset="-122"/>
                          <a:cs typeface="微软雅黑" panose="020B0503020204020204" charset="-122"/>
                        </a:rPr>
                        <a:t>2/3 </a:t>
                      </a:r>
                      <a:r>
                        <a:rPr lang="zh-CN" altLang="en-US" sz="2000" b="0" spc="130">
                          <a:latin typeface="微软雅黑" panose="020B0503020204020204" charset="-122"/>
                          <a:ea typeface="微软雅黑" panose="020B0503020204020204" charset="-122"/>
                          <a:cs typeface="微软雅黑" panose="020B0503020204020204" charset="-122"/>
                        </a:rPr>
                        <a:t>以上或 </a:t>
                      </a:r>
                      <a:r>
                        <a:rPr lang="en-US" altLang="zh-CN" sz="2000" b="0" spc="130">
                          <a:latin typeface="微软雅黑" panose="020B0503020204020204" charset="-122"/>
                          <a:ea typeface="微软雅黑" panose="020B0503020204020204" charset="-122"/>
                          <a:cs typeface="微软雅黑" panose="020B0503020204020204" charset="-122"/>
                        </a:rPr>
                        <a:t>3/4 </a:t>
                      </a:r>
                      <a:r>
                        <a:rPr lang="zh-CN" altLang="en-US" sz="2000" b="0" spc="130">
                          <a:latin typeface="微软雅黑" panose="020B0503020204020204" charset="-122"/>
                          <a:ea typeface="微软雅黑" panose="020B0503020204020204" charset="-122"/>
                          <a:cs typeface="微软雅黑" panose="020B0503020204020204" charset="-122"/>
                        </a:rPr>
                        <a:t>以上同意，部分国家需全民公决</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立法机关过半数同意</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r>
            </a:tbl>
          </a:graphicData>
        </a:graphic>
      </p:graphicFrame>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p:cNvSpPr/>
          <p:nvPr>
            <p:custDataLst>
              <p:tags r:id="rId1"/>
            </p:custDataLst>
          </p:nvPr>
        </p:nvSpPr>
        <p:spPr>
          <a:xfrm>
            <a:off x="5358954" y="347530"/>
            <a:ext cx="6549201" cy="222491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2400" b="1" dirty="0">
                <a:solidFill>
                  <a:schemeClr val="accent1"/>
                </a:solidFill>
                <a:latin typeface="微软雅黑" panose="020B0503020204020204" charset="-122"/>
                <a:ea typeface="微软雅黑" panose="020B0503020204020204" charset="-122"/>
                <a:cs typeface="微软雅黑" panose="020B0503020204020204" charset="-122"/>
              </a:rPr>
              <a:t>提案主体限制</a:t>
            </a:r>
            <a:r>
              <a:rPr lang="en-US" altLang="zh-CN" sz="2400" b="1" dirty="0">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我国宪法第</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64 </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条规定</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仅</a:t>
            </a:r>
            <a:r>
              <a:rPr lang="zh-CN" altLang="en-US" sz="2400" dirty="0">
                <a:solidFill>
                  <a:srgbClr val="C00000"/>
                </a:solidFill>
                <a:latin typeface="微软雅黑" panose="020B0503020204020204" charset="-122"/>
                <a:ea typeface="微软雅黑" panose="020B0503020204020204" charset="-122"/>
                <a:cs typeface="微软雅黑" panose="020B0503020204020204" charset="-122"/>
              </a:rPr>
              <a:t>全国人大常委会或</a:t>
            </a:r>
            <a:r>
              <a:rPr lang="en-US" altLang="zh-CN" sz="2400" dirty="0">
                <a:solidFill>
                  <a:srgbClr val="C00000"/>
                </a:solidFill>
                <a:latin typeface="微软雅黑" panose="020B0503020204020204" charset="-122"/>
                <a:ea typeface="微软雅黑" panose="020B0503020204020204" charset="-122"/>
                <a:cs typeface="微软雅黑" panose="020B0503020204020204" charset="-122"/>
              </a:rPr>
              <a:t> 1/5 </a:t>
            </a:r>
            <a:r>
              <a:rPr lang="zh-CN" altLang="en-US" sz="2400" dirty="0">
                <a:solidFill>
                  <a:srgbClr val="C00000"/>
                </a:solidFill>
                <a:latin typeface="微软雅黑" panose="020B0503020204020204" charset="-122"/>
                <a:ea typeface="微软雅黑" panose="020B0503020204020204" charset="-122"/>
                <a:cs typeface="微软雅黑" panose="020B0503020204020204" charset="-122"/>
              </a:rPr>
              <a:t>以上全国人大代表</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可提议修宪</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普通法律提案主体更广泛。</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57" name="矩形 156"/>
          <p:cNvSpPr/>
          <p:nvPr>
            <p:custDataLst>
              <p:tags r:id="rId2"/>
            </p:custDataLst>
          </p:nvPr>
        </p:nvSpPr>
        <p:spPr>
          <a:xfrm>
            <a:off x="5358765" y="2613660"/>
            <a:ext cx="6549390" cy="2038985"/>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2400" b="1">
                <a:solidFill>
                  <a:schemeClr val="accent1"/>
                </a:solidFill>
                <a:latin typeface="微软雅黑" panose="020B0503020204020204" charset="-122"/>
                <a:ea typeface="微软雅黑" panose="020B0503020204020204" charset="-122"/>
                <a:cs typeface="微软雅黑" panose="020B0503020204020204" charset="-122"/>
              </a:rPr>
              <a:t>通过比例的要求更高</a:t>
            </a:r>
            <a:r>
              <a:rPr lang="en-US" altLang="zh-CN" sz="2400" b="1">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我国宪法修改需</a:t>
            </a:r>
            <a:r>
              <a:rPr lang="zh-CN" altLang="en-US" sz="2400">
                <a:solidFill>
                  <a:srgbClr val="C00000"/>
                </a:solidFill>
                <a:latin typeface="微软雅黑" panose="020B0503020204020204" charset="-122"/>
                <a:ea typeface="微软雅黑" panose="020B0503020204020204" charset="-122"/>
                <a:cs typeface="微软雅黑" panose="020B0503020204020204" charset="-122"/>
              </a:rPr>
              <a:t>全国人大全体代表</a:t>
            </a:r>
            <a:r>
              <a:rPr lang="en-US" altLang="zh-CN" sz="2400">
                <a:solidFill>
                  <a:srgbClr val="C00000"/>
                </a:solidFill>
                <a:latin typeface="微软雅黑" panose="020B0503020204020204" charset="-122"/>
                <a:ea typeface="微软雅黑" panose="020B0503020204020204" charset="-122"/>
                <a:cs typeface="微软雅黑" panose="020B0503020204020204" charset="-122"/>
              </a:rPr>
              <a:t> 2/3 </a:t>
            </a:r>
            <a:r>
              <a:rPr lang="zh-CN" altLang="en-US" sz="2400">
                <a:solidFill>
                  <a:srgbClr val="C00000"/>
                </a:solidFill>
                <a:latin typeface="微软雅黑" panose="020B0503020204020204" charset="-122"/>
                <a:ea typeface="微软雅黑" panose="020B0503020204020204" charset="-122"/>
                <a:cs typeface="微软雅黑" panose="020B0503020204020204" charset="-122"/>
              </a:rPr>
              <a:t>以上多数</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通过</a:t>
            </a:r>
            <a:r>
              <a:rPr lang="en-US" altLang="zh-CN"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普通法律仅需</a:t>
            </a:r>
            <a:r>
              <a:rPr lang="zh-CN" altLang="en-US" sz="2400">
                <a:solidFill>
                  <a:srgbClr val="C00000"/>
                </a:solidFill>
                <a:latin typeface="微软雅黑" panose="020B0503020204020204" charset="-122"/>
                <a:ea typeface="微软雅黑" panose="020B0503020204020204" charset="-122"/>
                <a:cs typeface="微软雅黑" panose="020B0503020204020204" charset="-122"/>
              </a:rPr>
              <a:t>过半数</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通过。</a:t>
            </a:r>
            <a:endPar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58" name="矩形 157"/>
          <p:cNvSpPr/>
          <p:nvPr>
            <p:custDataLst>
              <p:tags r:id="rId3"/>
            </p:custDataLst>
          </p:nvPr>
        </p:nvSpPr>
        <p:spPr>
          <a:xfrm>
            <a:off x="5358659" y="4802157"/>
            <a:ext cx="6549085" cy="1476543"/>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2400" b="1">
                <a:solidFill>
                  <a:schemeClr val="accent1"/>
                </a:solidFill>
                <a:latin typeface="微软雅黑" panose="020B0503020204020204" charset="-122"/>
                <a:ea typeface="微软雅黑" panose="020B0503020204020204" charset="-122"/>
                <a:cs typeface="微软雅黑" panose="020B0503020204020204" charset="-122"/>
              </a:rPr>
              <a:t>内容限制</a:t>
            </a:r>
            <a:r>
              <a:rPr lang="en-US" altLang="zh-CN" sz="2400" b="1">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部分国家禁止修改宪法根本原则</a:t>
            </a:r>
            <a:r>
              <a:rPr lang="en-US" altLang="zh-CN"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如德国基本法禁止修改“联邦制</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“人权原则”</a:t>
            </a:r>
            <a:r>
              <a:rPr lang="en-US" altLang="zh-CN" sz="2400">
                <a:solidFill>
                  <a:schemeClr val="tx1">
                    <a:lumMod val="85000"/>
                    <a:lumOff val="15000"/>
                  </a:schemeClr>
                </a:solidFill>
                <a:latin typeface="+mn-ea"/>
                <a:cs typeface="+mn-ea"/>
              </a:rPr>
              <a:t>)</a:t>
            </a:r>
            <a:r>
              <a:rPr lang="zh-CN" altLang="en-US" sz="2400">
                <a:solidFill>
                  <a:schemeClr val="tx1">
                    <a:lumMod val="85000"/>
                    <a:lumOff val="15000"/>
                  </a:schemeClr>
                </a:solidFill>
                <a:latin typeface="+mn-ea"/>
                <a:cs typeface="+mn-ea"/>
              </a:rPr>
              <a:t>。</a:t>
            </a:r>
            <a:endParaRPr lang="zh-CN" altLang="en-US" sz="2400">
              <a:solidFill>
                <a:schemeClr val="tx1">
                  <a:lumMod val="85000"/>
                  <a:lumOff val="15000"/>
                </a:schemeClr>
              </a:solidFill>
              <a:latin typeface="+mn-ea"/>
              <a:cs typeface="+mn-ea"/>
            </a:endParaRPr>
          </a:p>
        </p:txBody>
      </p:sp>
      <p:sp>
        <p:nvSpPr>
          <p:cNvPr id="159" name="任意多边形: 形状 27"/>
          <p:cNvSpPr/>
          <p:nvPr>
            <p:custDataLst>
              <p:tags r:id="rId4"/>
            </p:custDataLst>
          </p:nvPr>
        </p:nvSpPr>
        <p:spPr>
          <a:xfrm flipV="1">
            <a:off x="2424806" y="3872415"/>
            <a:ext cx="1621069" cy="1573065"/>
          </a:xfrm>
          <a:custGeom>
            <a:avLst/>
            <a:gdLst>
              <a:gd name="connsiteX0" fmla="*/ 1211583 w 1494674"/>
              <a:gd name="connsiteY0" fmla="*/ 0 h 1450413"/>
              <a:gd name="connsiteX1" fmla="*/ 1213202 w 1494674"/>
              <a:gd name="connsiteY1" fmla="*/ 16540 h 1450413"/>
              <a:gd name="connsiteX2" fmla="*/ 1425172 w 1494674"/>
              <a:gd name="connsiteY2" fmla="*/ 342247 h 1450413"/>
              <a:gd name="connsiteX3" fmla="*/ 1494674 w 1494674"/>
              <a:gd name="connsiteY3" fmla="*/ 381088 h 1450413"/>
              <a:gd name="connsiteX4" fmla="*/ 1369085 w 1494674"/>
              <a:gd name="connsiteY4" fmla="*/ 442401 h 1450413"/>
              <a:gd name="connsiteX5" fmla="*/ 1213794 w 1494674"/>
              <a:gd name="connsiteY5" fmla="*/ 549822 h 1450413"/>
              <a:gd name="connsiteX6" fmla="*/ 762270 w 1494674"/>
              <a:gd name="connsiteY6" fmla="*/ 1381425 h 1450413"/>
              <a:gd name="connsiteX7" fmla="*/ 758333 w 1494674"/>
              <a:gd name="connsiteY7" fmla="*/ 1450413 h 1450413"/>
              <a:gd name="connsiteX8" fmla="*/ 0 w 1494674"/>
              <a:gd name="connsiteY8" fmla="*/ 513950 h 1450413"/>
              <a:gd name="connsiteX9" fmla="*/ 68299 w 1494674"/>
              <a:gd name="connsiteY9" fmla="*/ 524442 h 1450413"/>
              <a:gd name="connsiteX10" fmla="*/ 975607 w 1494674"/>
              <a:gd name="connsiteY10" fmla="*/ 255686 h 1450413"/>
              <a:gd name="connsiteX11" fmla="*/ 1112968 w 1494674"/>
              <a:gd name="connsiteY11" fmla="*/ 126122 h 1450413"/>
              <a:gd name="connsiteX12" fmla="*/ 1211583 w 1494674"/>
              <a:gd name="connsiteY12" fmla="*/ 0 h 1450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4674" h="1450413">
                <a:moveTo>
                  <a:pt x="1211583" y="0"/>
                </a:moveTo>
                <a:lnTo>
                  <a:pt x="1213202" y="16540"/>
                </a:lnTo>
                <a:cubicBezTo>
                  <a:pt x="1240057" y="151658"/>
                  <a:pt x="1317920" y="267646"/>
                  <a:pt x="1425172" y="342247"/>
                </a:cubicBezTo>
                <a:lnTo>
                  <a:pt x="1494674" y="381088"/>
                </a:lnTo>
                <a:lnTo>
                  <a:pt x="1369085" y="442401"/>
                </a:lnTo>
                <a:cubicBezTo>
                  <a:pt x="1315471" y="473746"/>
                  <a:pt x="1263543" y="509536"/>
                  <a:pt x="1213794" y="549822"/>
                </a:cubicBezTo>
                <a:cubicBezTo>
                  <a:pt x="948465" y="764681"/>
                  <a:pt x="795344" y="1066744"/>
                  <a:pt x="762270" y="1381425"/>
                </a:cubicBezTo>
                <a:lnTo>
                  <a:pt x="758333" y="1450413"/>
                </a:lnTo>
                <a:lnTo>
                  <a:pt x="0" y="513950"/>
                </a:lnTo>
                <a:lnTo>
                  <a:pt x="68299" y="524442"/>
                </a:lnTo>
                <a:cubicBezTo>
                  <a:pt x="382980" y="557517"/>
                  <a:pt x="710278" y="470544"/>
                  <a:pt x="975607" y="255686"/>
                </a:cubicBezTo>
                <a:cubicBezTo>
                  <a:pt x="1025356" y="215400"/>
                  <a:pt x="1071160" y="172048"/>
                  <a:pt x="1112968" y="126122"/>
                </a:cubicBezTo>
                <a:lnTo>
                  <a:pt x="1211583" y="0"/>
                </a:lnTo>
                <a:close/>
              </a:path>
            </a:pathLst>
          </a:cu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160" name="任意多边形: 形状 41"/>
          <p:cNvSpPr/>
          <p:nvPr>
            <p:custDataLst>
              <p:tags r:id="rId5"/>
            </p:custDataLst>
          </p:nvPr>
        </p:nvSpPr>
        <p:spPr>
          <a:xfrm>
            <a:off x="3250555" y="3291842"/>
            <a:ext cx="566221" cy="624708"/>
          </a:xfrm>
          <a:custGeom>
            <a:avLst/>
            <a:gdLst>
              <a:gd name="connsiteX0" fmla="*/ 0 w 522072"/>
              <a:gd name="connsiteY0" fmla="*/ 0 h 576000"/>
              <a:gd name="connsiteX1" fmla="*/ 57685 w 522072"/>
              <a:gd name="connsiteY1" fmla="*/ 36499 h 576000"/>
              <a:gd name="connsiteX2" fmla="*/ 305792 w 522072"/>
              <a:gd name="connsiteY2" fmla="*/ 94890 h 576000"/>
              <a:gd name="connsiteX3" fmla="*/ 434252 w 522072"/>
              <a:gd name="connsiteY3" fmla="*/ 79794 h 576000"/>
              <a:gd name="connsiteX4" fmla="*/ 513663 w 522072"/>
              <a:gd name="connsiteY4" fmla="*/ 51059 h 576000"/>
              <a:gd name="connsiteX5" fmla="*/ 495233 w 522072"/>
              <a:gd name="connsiteY5" fmla="*/ 86018 h 576000"/>
              <a:gd name="connsiteX6" fmla="*/ 455626 w 522072"/>
              <a:gd name="connsiteY6" fmla="*/ 288000 h 576000"/>
              <a:gd name="connsiteX7" fmla="*/ 495233 w 522072"/>
              <a:gd name="connsiteY7" fmla="*/ 489982 h 576000"/>
              <a:gd name="connsiteX8" fmla="*/ 522072 w 522072"/>
              <a:gd name="connsiteY8" fmla="*/ 540891 h 576000"/>
              <a:gd name="connsiteX9" fmla="*/ 421275 w 522072"/>
              <a:gd name="connsiteY9" fmla="*/ 504416 h 576000"/>
              <a:gd name="connsiteX10" fmla="*/ 292815 w 522072"/>
              <a:gd name="connsiteY10" fmla="*/ 489320 h 576000"/>
              <a:gd name="connsiteX11" fmla="*/ 44708 w 522072"/>
              <a:gd name="connsiteY11" fmla="*/ 547712 h 576000"/>
              <a:gd name="connsiteX12" fmla="*/ 0 w 522072"/>
              <a:gd name="connsiteY12" fmla="*/ 576000 h 576000"/>
              <a:gd name="connsiteX13" fmla="*/ 0 w 522072"/>
              <a:gd name="connsiteY13" fmla="*/ 0 h 5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2072" h="576000">
                <a:moveTo>
                  <a:pt x="0" y="0"/>
                </a:moveTo>
                <a:lnTo>
                  <a:pt x="57685" y="36499"/>
                </a:lnTo>
                <a:cubicBezTo>
                  <a:pt x="133943" y="74098"/>
                  <a:pt x="217785" y="94890"/>
                  <a:pt x="305792" y="94890"/>
                </a:cubicBezTo>
                <a:cubicBezTo>
                  <a:pt x="349796" y="94890"/>
                  <a:pt x="392758" y="89692"/>
                  <a:pt x="434252" y="79794"/>
                </a:cubicBezTo>
                <a:lnTo>
                  <a:pt x="513663" y="51059"/>
                </a:lnTo>
                <a:lnTo>
                  <a:pt x="495233" y="86018"/>
                </a:lnTo>
                <a:cubicBezTo>
                  <a:pt x="469729" y="148100"/>
                  <a:pt x="455626" y="216354"/>
                  <a:pt x="455626" y="288000"/>
                </a:cubicBezTo>
                <a:cubicBezTo>
                  <a:pt x="455626" y="359646"/>
                  <a:pt x="469729" y="427901"/>
                  <a:pt x="495233" y="489982"/>
                </a:cubicBezTo>
                <a:lnTo>
                  <a:pt x="522072" y="540891"/>
                </a:lnTo>
                <a:lnTo>
                  <a:pt x="421275" y="504416"/>
                </a:lnTo>
                <a:cubicBezTo>
                  <a:pt x="379781" y="494518"/>
                  <a:pt x="336819" y="489320"/>
                  <a:pt x="292815" y="489320"/>
                </a:cubicBezTo>
                <a:cubicBezTo>
                  <a:pt x="204808" y="489320"/>
                  <a:pt x="120966" y="510112"/>
                  <a:pt x="44708" y="547712"/>
                </a:cubicBezTo>
                <a:lnTo>
                  <a:pt x="0" y="576000"/>
                </a:lnTo>
                <a:lnTo>
                  <a:pt x="0" y="0"/>
                </a:lnTo>
                <a:close/>
              </a:path>
            </a:pathLst>
          </a:custGeom>
          <a:solidFill>
            <a:schemeClr val="accent2">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161" name="任意多边形: 形状 17"/>
          <p:cNvSpPr/>
          <p:nvPr>
            <p:custDataLst>
              <p:tags r:id="rId6"/>
            </p:custDataLst>
          </p:nvPr>
        </p:nvSpPr>
        <p:spPr>
          <a:xfrm>
            <a:off x="2439957" y="1754669"/>
            <a:ext cx="1621069" cy="1573065"/>
          </a:xfrm>
          <a:custGeom>
            <a:avLst/>
            <a:gdLst>
              <a:gd name="connsiteX0" fmla="*/ 1211583 w 1494674"/>
              <a:gd name="connsiteY0" fmla="*/ 0 h 1450413"/>
              <a:gd name="connsiteX1" fmla="*/ 1213202 w 1494674"/>
              <a:gd name="connsiteY1" fmla="*/ 16540 h 1450413"/>
              <a:gd name="connsiteX2" fmla="*/ 1425172 w 1494674"/>
              <a:gd name="connsiteY2" fmla="*/ 342247 h 1450413"/>
              <a:gd name="connsiteX3" fmla="*/ 1494674 w 1494674"/>
              <a:gd name="connsiteY3" fmla="*/ 381088 h 1450413"/>
              <a:gd name="connsiteX4" fmla="*/ 1369085 w 1494674"/>
              <a:gd name="connsiteY4" fmla="*/ 442401 h 1450413"/>
              <a:gd name="connsiteX5" fmla="*/ 1213794 w 1494674"/>
              <a:gd name="connsiteY5" fmla="*/ 549822 h 1450413"/>
              <a:gd name="connsiteX6" fmla="*/ 762270 w 1494674"/>
              <a:gd name="connsiteY6" fmla="*/ 1381425 h 1450413"/>
              <a:gd name="connsiteX7" fmla="*/ 758333 w 1494674"/>
              <a:gd name="connsiteY7" fmla="*/ 1450413 h 1450413"/>
              <a:gd name="connsiteX8" fmla="*/ 0 w 1494674"/>
              <a:gd name="connsiteY8" fmla="*/ 513950 h 1450413"/>
              <a:gd name="connsiteX9" fmla="*/ 68299 w 1494674"/>
              <a:gd name="connsiteY9" fmla="*/ 524442 h 1450413"/>
              <a:gd name="connsiteX10" fmla="*/ 975607 w 1494674"/>
              <a:gd name="connsiteY10" fmla="*/ 255686 h 1450413"/>
              <a:gd name="connsiteX11" fmla="*/ 1112968 w 1494674"/>
              <a:gd name="connsiteY11" fmla="*/ 126122 h 1450413"/>
              <a:gd name="connsiteX12" fmla="*/ 1211583 w 1494674"/>
              <a:gd name="connsiteY12" fmla="*/ 0 h 1450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4674" h="1450413">
                <a:moveTo>
                  <a:pt x="1211583" y="0"/>
                </a:moveTo>
                <a:lnTo>
                  <a:pt x="1213202" y="16540"/>
                </a:lnTo>
                <a:cubicBezTo>
                  <a:pt x="1240057" y="151658"/>
                  <a:pt x="1317920" y="267646"/>
                  <a:pt x="1425172" y="342247"/>
                </a:cubicBezTo>
                <a:lnTo>
                  <a:pt x="1494674" y="381088"/>
                </a:lnTo>
                <a:lnTo>
                  <a:pt x="1369085" y="442401"/>
                </a:lnTo>
                <a:cubicBezTo>
                  <a:pt x="1315471" y="473746"/>
                  <a:pt x="1263543" y="509536"/>
                  <a:pt x="1213794" y="549822"/>
                </a:cubicBezTo>
                <a:cubicBezTo>
                  <a:pt x="948465" y="764681"/>
                  <a:pt x="795344" y="1066744"/>
                  <a:pt x="762270" y="1381425"/>
                </a:cubicBezTo>
                <a:lnTo>
                  <a:pt x="758333" y="1450413"/>
                </a:lnTo>
                <a:lnTo>
                  <a:pt x="0" y="513950"/>
                </a:lnTo>
                <a:lnTo>
                  <a:pt x="68299" y="524442"/>
                </a:lnTo>
                <a:cubicBezTo>
                  <a:pt x="382980" y="557517"/>
                  <a:pt x="710278" y="470544"/>
                  <a:pt x="975607" y="255686"/>
                </a:cubicBezTo>
                <a:cubicBezTo>
                  <a:pt x="1025356" y="215400"/>
                  <a:pt x="1071160" y="172048"/>
                  <a:pt x="1112968" y="126122"/>
                </a:cubicBezTo>
                <a:lnTo>
                  <a:pt x="1211583" y="0"/>
                </a:lnTo>
                <a:close/>
              </a:path>
            </a:pathLst>
          </a:cu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162" name="圆: 空心 26"/>
          <p:cNvSpPr/>
          <p:nvPr>
            <p:custDataLst>
              <p:tags r:id="rId7"/>
            </p:custDataLst>
          </p:nvPr>
        </p:nvSpPr>
        <p:spPr>
          <a:xfrm>
            <a:off x="3736776" y="4977775"/>
            <a:ext cx="1093240" cy="1125573"/>
          </a:xfrm>
          <a:prstGeom prst="donut">
            <a:avLst>
              <a:gd name="adj" fmla="val 885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163" name="圆: 空心 9"/>
          <p:cNvSpPr/>
          <p:nvPr>
            <p:custDataLst>
              <p:tags r:id="rId8"/>
            </p:custDataLst>
          </p:nvPr>
        </p:nvSpPr>
        <p:spPr>
          <a:xfrm>
            <a:off x="3736776" y="3041156"/>
            <a:ext cx="1093240" cy="1125573"/>
          </a:xfrm>
          <a:prstGeom prst="donut">
            <a:avLst>
              <a:gd name="adj" fmla="val 8856"/>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pic>
        <p:nvPicPr>
          <p:cNvPr id="164" name="图片 4" descr="/data/temp/efb8676c-d060-43ff-b94a-bae6e3c275e5/163a8fa3-b498-11f0-b0af-822ace6f5ff1.svg163a8fa3-b498-11f0-b0af-822ace6f5ff1"/>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rcRect/>
          <a:stretch>
            <a:fillRect/>
          </a:stretch>
        </p:blipFill>
        <p:spPr>
          <a:xfrm>
            <a:off x="4107295" y="1492274"/>
            <a:ext cx="351398" cy="351398"/>
          </a:xfrm>
          <a:prstGeom prst="rect">
            <a:avLst/>
          </a:prstGeom>
        </p:spPr>
      </p:pic>
      <p:sp>
        <p:nvSpPr>
          <p:cNvPr id="165" name="圆: 空心 12"/>
          <p:cNvSpPr/>
          <p:nvPr>
            <p:custDataLst>
              <p:tags r:id="rId12"/>
            </p:custDataLst>
          </p:nvPr>
        </p:nvSpPr>
        <p:spPr>
          <a:xfrm>
            <a:off x="3736776" y="1105226"/>
            <a:ext cx="1093240" cy="1125573"/>
          </a:xfrm>
          <a:prstGeom prst="donut">
            <a:avLst>
              <a:gd name="adj" fmla="val 885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pic>
        <p:nvPicPr>
          <p:cNvPr id="166" name="图片 7" descr="/data/temp/efb8676c-d060-43ff-b94a-bae6e3c275e5/163a955e-b498-11f0-b0af-822ace6f5ff1.svg163a955e-b498-11f0-b0af-822ace6f5ff1"/>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rcRect/>
          <a:stretch>
            <a:fillRect/>
          </a:stretch>
        </p:blipFill>
        <p:spPr>
          <a:xfrm>
            <a:off x="4119691" y="3440601"/>
            <a:ext cx="326675" cy="326675"/>
          </a:xfrm>
          <a:prstGeom prst="rect">
            <a:avLst/>
          </a:prstGeom>
        </p:spPr>
      </p:pic>
      <p:pic>
        <p:nvPicPr>
          <p:cNvPr id="167" name="图片 23" descr="/data/temp/efb8676c-d060-43ff-b94a-bae6e3c275e5/163a97dc-b498-11f0-b0af-822ace6f5ff1.svg163a97dc-b498-11f0-b0af-822ace6f5ff1"/>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rcRect/>
          <a:stretch>
            <a:fillRect/>
          </a:stretch>
        </p:blipFill>
        <p:spPr>
          <a:xfrm>
            <a:off x="4119691" y="5377219"/>
            <a:ext cx="326674" cy="326674"/>
          </a:xfrm>
          <a:prstGeom prst="rect">
            <a:avLst/>
          </a:prstGeom>
        </p:spPr>
      </p:pic>
      <p:sp>
        <p:nvSpPr>
          <p:cNvPr id="168" name="圆: 空心 4"/>
          <p:cNvSpPr/>
          <p:nvPr>
            <p:custDataLst>
              <p:tags r:id="rId19"/>
            </p:custDataLst>
          </p:nvPr>
        </p:nvSpPr>
        <p:spPr>
          <a:xfrm>
            <a:off x="367665" y="2109348"/>
            <a:ext cx="2989375" cy="2989375"/>
          </a:xfrm>
          <a:prstGeom prst="donut">
            <a:avLst>
              <a:gd name="adj" fmla="val 7833"/>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p>
            <a:pPr indent="0" algn="ctr" fontAlgn="auto">
              <a:lnSpc>
                <a:spcPct val="130000"/>
              </a:lnSpc>
            </a:pPr>
            <a:r>
              <a:rPr lang="zh-CN" altLang="en-US" sz="2800" b="1">
                <a:solidFill>
                  <a:schemeClr val="accent1"/>
                </a:solidFill>
              </a:rPr>
              <a:t>宪法修改程序的特殊性</a:t>
            </a:r>
            <a:endParaRPr lang="zh-CN" altLang="en-US" sz="2800" b="1">
              <a:solidFill>
                <a:schemeClr val="accent1"/>
              </a:solidFill>
            </a:endParaRPr>
          </a:p>
        </p:txBody>
      </p:sp>
    </p:spTree>
    <p:custDataLst>
      <p:tags r:id="rId20"/>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p:nvPr>
            <p:ph type="sldNum" sz="quarter" idx="12"/>
          </p:nvPr>
        </p:nvSpPr>
        <p:spPr/>
        <p:txBody>
          <a:bodyPr/>
          <a:p>
            <a:pPr lvl="0" eaLnBrk="1" hangingPunct="1">
              <a:spcBef>
                <a:spcPct val="50000"/>
              </a:spcBef>
            </a:pPr>
            <a:fld id="{9A0DB2DC-4C9A-4742-B13C-FB6460FD3503}" type="slidenum">
              <a:rPr lang="zh-CN" altLang="en-US" dirty="0">
                <a:latin typeface="Times New Roman" panose="02020603050405020304" pitchFamily="18" charset="0"/>
                <a:ea typeface="黑体" panose="02010609060101010101" charset="-122"/>
              </a:rPr>
            </a:fld>
            <a:endParaRPr lang="zh-CN" altLang="en-US" dirty="0">
              <a:latin typeface="Times New Roman" panose="02020603050405020304" pitchFamily="18" charset="0"/>
              <a:ea typeface="黑体" panose="02010609060101010101" charset="-122"/>
            </a:endParaRPr>
          </a:p>
        </p:txBody>
      </p:sp>
      <p:sp>
        <p:nvSpPr>
          <p:cNvPr id="279556" name="文本占位符 279555"/>
          <p:cNvSpPr>
            <a:spLocks noGrp="1"/>
          </p:cNvSpPr>
          <p:nvPr>
            <p:ph type="body" idx="1"/>
          </p:nvPr>
        </p:nvSpPr>
        <p:spPr>
          <a:xfrm>
            <a:off x="1537970" y="3606800"/>
            <a:ext cx="8749030" cy="2749550"/>
          </a:xfrm>
          <a:solidFill>
            <a:srgbClr val="00B0F0"/>
          </a:solidFill>
        </p:spPr>
        <p:txBody>
          <a:bodyPr/>
          <a:p>
            <a:pPr fontAlgn="auto">
              <a:lnSpc>
                <a:spcPct val="150000"/>
              </a:lnSpc>
              <a:buClr>
                <a:schemeClr val="hlink"/>
              </a:buClr>
              <a:buFont typeface="Wingdings" panose="05000000000000000000" pitchFamily="2" charset="2"/>
              <a:buChar char="v"/>
            </a:pPr>
            <a:r>
              <a:rPr lang="zh-CN" altLang="en-US" dirty="0">
                <a:latin typeface="微软雅黑" panose="020B0503020204020204" charset="-122"/>
                <a:ea typeface="微软雅黑" panose="020B0503020204020204" charset="-122"/>
                <a:cs typeface="微软雅黑" panose="020B0503020204020204" charset="-122"/>
              </a:rPr>
              <a:t> </a:t>
            </a:r>
            <a:r>
              <a:rPr lang="zh-CN" altLang="en-US" dirty="0">
                <a:solidFill>
                  <a:srgbClr val="C00000"/>
                </a:solidFill>
                <a:latin typeface="微软雅黑" panose="020B0503020204020204" charset="-122"/>
                <a:ea typeface="微软雅黑" panose="020B0503020204020204" charset="-122"/>
                <a:cs typeface="微软雅黑" panose="020B0503020204020204" charset="-122"/>
              </a:rPr>
              <a:t>  </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宪法第</a:t>
            </a:r>
            <a:r>
              <a:rPr lang="en-US" altLang="zh-CN" b="1">
                <a:solidFill>
                  <a:srgbClr val="C00000"/>
                </a:solidFill>
                <a:latin typeface="微软雅黑" panose="020B0503020204020204" charset="-122"/>
                <a:ea typeface="微软雅黑" panose="020B0503020204020204" charset="-122"/>
                <a:cs typeface="微软雅黑" panose="020B0503020204020204" charset="-122"/>
              </a:rPr>
              <a:t>64</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条：</a:t>
            </a:r>
            <a:r>
              <a:rPr lang="zh-CN" altLang="en-US" b="1" dirty="0">
                <a:latin typeface="微软雅黑" panose="020B0503020204020204" charset="-122"/>
                <a:ea typeface="微软雅黑" panose="020B0503020204020204" charset="-122"/>
                <a:cs typeface="微软雅黑" panose="020B0503020204020204" charset="-122"/>
              </a:rPr>
              <a:t>宪法的修改，由全国人民代表大会常务委员会或者五分之一以上的全国人民代表大会代表提议，并由全国人民代表大会以全体代表的三分之二以上的多数通过。</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279557" name="文本框 279556"/>
          <p:cNvSpPr txBox="1"/>
          <p:nvPr/>
        </p:nvSpPr>
        <p:spPr>
          <a:xfrm>
            <a:off x="1064895" y="643255"/>
            <a:ext cx="3839210" cy="2750185"/>
          </a:xfrm>
          <a:prstGeom prst="rect">
            <a:avLst/>
          </a:prstGeom>
          <a:gradFill>
            <a:gsLst>
              <a:gs pos="0">
                <a:srgbClr val="D7F0FC"/>
              </a:gs>
              <a:gs pos="52000">
                <a:srgbClr val="FFEFDE"/>
              </a:gs>
              <a:gs pos="100000">
                <a:srgbClr val="FFDCFC"/>
              </a:gs>
            </a:gsLst>
            <a:lin ang="5400000" scaled="1"/>
          </a:gradFill>
          <a:ln w="9525">
            <a:noFill/>
          </a:ln>
        </p:spPr>
        <p:txBody>
          <a:bodyPr vert="horz" wrap="square">
            <a:noAutofit/>
          </a:bodyPr>
          <a:p>
            <a:pPr indent="0" fontAlgn="auto">
              <a:lnSpc>
                <a:spcPct val="150000"/>
              </a:lnSpc>
            </a:pPr>
            <a:r>
              <a:rPr lang="zh-CN" altLang="en-US" sz="2400" b="1" dirty="0">
                <a:solidFill>
                  <a:schemeClr val="hlink"/>
                </a:solidFill>
                <a:latin typeface="微软雅黑" panose="020B0503020204020204" charset="-122"/>
                <a:ea typeface="微软雅黑" panose="020B0503020204020204" charset="-122"/>
                <a:cs typeface="微软雅黑" panose="020B0503020204020204" charset="-122"/>
              </a:rPr>
              <a:t>  </a:t>
            </a:r>
            <a:r>
              <a:rPr lang="en-US" altLang="zh-CN" sz="2400" b="1">
                <a:solidFill>
                  <a:schemeClr val="hlink"/>
                </a:solidFill>
                <a:latin typeface="微软雅黑" panose="020B0503020204020204" charset="-122"/>
                <a:ea typeface="微软雅黑" panose="020B0503020204020204" charset="-122"/>
                <a:cs typeface="微软雅黑" panose="020B0503020204020204" charset="-122"/>
              </a:rPr>
              <a:t>1954</a:t>
            </a:r>
            <a:r>
              <a:rPr lang="zh-CN" altLang="en-US" sz="2400" b="1" dirty="0">
                <a:solidFill>
                  <a:schemeClr val="hlink"/>
                </a:solidFill>
                <a:latin typeface="微软雅黑" panose="020B0503020204020204" charset="-122"/>
                <a:ea typeface="微软雅黑" panose="020B0503020204020204" charset="-122"/>
                <a:cs typeface="微软雅黑" panose="020B0503020204020204" charset="-122"/>
              </a:rPr>
              <a:t>年</a:t>
            </a:r>
            <a:r>
              <a:rPr lang="en-US" altLang="zh-CN" sz="2400" b="1">
                <a:solidFill>
                  <a:schemeClr val="hlink"/>
                </a:solidFill>
                <a:latin typeface="微软雅黑" panose="020B0503020204020204" charset="-122"/>
                <a:ea typeface="微软雅黑" panose="020B0503020204020204" charset="-122"/>
                <a:cs typeface="微软雅黑" panose="020B0503020204020204" charset="-122"/>
              </a:rPr>
              <a:t>3</a:t>
            </a:r>
            <a:r>
              <a:rPr lang="zh-CN" altLang="en-US" sz="2400" b="1" dirty="0">
                <a:solidFill>
                  <a:schemeClr val="hlink"/>
                </a:solidFill>
                <a:latin typeface="微软雅黑" panose="020B0503020204020204" charset="-122"/>
                <a:ea typeface="微软雅黑" panose="020B0503020204020204" charset="-122"/>
                <a:cs typeface="微软雅黑" panose="020B0503020204020204" charset="-122"/>
              </a:rPr>
              <a:t>月</a:t>
            </a:r>
            <a:r>
              <a:rPr lang="en-US" altLang="zh-CN" sz="2400" b="1">
                <a:solidFill>
                  <a:schemeClr val="hlink"/>
                </a:solidFill>
                <a:latin typeface="微软雅黑" panose="020B0503020204020204" charset="-122"/>
                <a:ea typeface="微软雅黑" panose="020B0503020204020204" charset="-122"/>
                <a:cs typeface="微软雅黑" panose="020B0503020204020204" charset="-122"/>
              </a:rPr>
              <a:t>23</a:t>
            </a:r>
            <a:r>
              <a:rPr lang="zh-CN" altLang="en-US" sz="2400" b="1" dirty="0">
                <a:solidFill>
                  <a:schemeClr val="hlink"/>
                </a:solidFill>
                <a:latin typeface="微软雅黑" panose="020B0503020204020204" charset="-122"/>
                <a:ea typeface="微软雅黑" panose="020B0503020204020204" charset="-122"/>
                <a:cs typeface="微软雅黑" panose="020B0503020204020204" charset="-122"/>
              </a:rPr>
              <a:t>日 宪法起草委员会举行第一次会议</a:t>
            </a:r>
            <a:endParaRPr lang="zh-CN" altLang="en-US" sz="2400" b="1" dirty="0">
              <a:solidFill>
                <a:schemeClr val="hlink"/>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endParaRPr lang="zh-CN" altLang="en-US" sz="2400" b="1" dirty="0">
              <a:solidFill>
                <a:schemeClr val="hlink"/>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400" b="1" dirty="0">
                <a:solidFill>
                  <a:schemeClr val="hlink"/>
                </a:solidFill>
                <a:latin typeface="微软雅黑" panose="020B0503020204020204" charset="-122"/>
                <a:ea typeface="微软雅黑" panose="020B0503020204020204" charset="-122"/>
                <a:cs typeface="微软雅黑" panose="020B0503020204020204" charset="-122"/>
              </a:rPr>
              <a:t>  图为出席会议的</a:t>
            </a:r>
            <a:r>
              <a:rPr lang="en-US" altLang="zh-CN" sz="2400" b="1">
                <a:solidFill>
                  <a:schemeClr val="hlink"/>
                </a:solidFill>
                <a:latin typeface="微软雅黑" panose="020B0503020204020204" charset="-122"/>
                <a:ea typeface="微软雅黑" panose="020B0503020204020204" charset="-122"/>
                <a:cs typeface="微软雅黑" panose="020B0503020204020204" charset="-122"/>
              </a:rPr>
              <a:t>26</a:t>
            </a:r>
            <a:r>
              <a:rPr lang="zh-CN" altLang="en-US" sz="2400" b="1" dirty="0">
                <a:solidFill>
                  <a:schemeClr val="hlink"/>
                </a:solidFill>
                <a:latin typeface="微软雅黑" panose="020B0503020204020204" charset="-122"/>
                <a:ea typeface="微软雅黑" panose="020B0503020204020204" charset="-122"/>
                <a:cs typeface="微软雅黑" panose="020B0503020204020204" charset="-122"/>
              </a:rPr>
              <a:t>位委员 </a:t>
            </a:r>
            <a:endParaRPr lang="zh-CN" altLang="en-US" sz="2400">
              <a:solidFill>
                <a:schemeClr val="hlink"/>
              </a:solidFill>
              <a:latin typeface="微软雅黑" panose="020B0503020204020204" charset="-122"/>
              <a:ea typeface="微软雅黑" panose="020B0503020204020204" charset="-122"/>
              <a:cs typeface="微软雅黑" panose="020B0503020204020204" charset="-122"/>
            </a:endParaRPr>
          </a:p>
        </p:txBody>
      </p:sp>
      <p:pic>
        <p:nvPicPr>
          <p:cNvPr id="279558" name="图片 279557" descr="F200703130948551561066032"/>
          <p:cNvPicPr>
            <a:picLocks noChangeAspect="1"/>
          </p:cNvPicPr>
          <p:nvPr/>
        </p:nvPicPr>
        <p:blipFill>
          <a:blip r:embed="rId1"/>
          <a:stretch>
            <a:fillRect/>
          </a:stretch>
        </p:blipFill>
        <p:spPr>
          <a:xfrm>
            <a:off x="4953000" y="685800"/>
            <a:ext cx="5029200" cy="2667000"/>
          </a:xfrm>
          <a:prstGeom prst="rect">
            <a:avLst/>
          </a:prstGeom>
          <a:noFill/>
          <a:ln w="9525">
            <a:noFill/>
          </a:ln>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9557"/>
                                        </p:tgtEl>
                                        <p:attrNameLst>
                                          <p:attrName>style.visibility</p:attrName>
                                        </p:attrNameLst>
                                      </p:cBhvr>
                                      <p:to>
                                        <p:strVal val="visible"/>
                                      </p:to>
                                    </p:set>
                                    <p:anim calcmode="lin" valueType="num">
                                      <p:cBhvr additive="base">
                                        <p:cTn id="7" dur="500" fill="hold"/>
                                        <p:tgtEl>
                                          <p:spTgt spid="279557"/>
                                        </p:tgtEl>
                                        <p:attrNameLst>
                                          <p:attrName>ppt_x</p:attrName>
                                        </p:attrNameLst>
                                      </p:cBhvr>
                                      <p:tavLst>
                                        <p:tav tm="0">
                                          <p:val>
                                            <p:strVal val="0-#ppt_w/2"/>
                                          </p:val>
                                        </p:tav>
                                        <p:tav tm="100000">
                                          <p:val>
                                            <p:strVal val="#ppt_x"/>
                                          </p:val>
                                        </p:tav>
                                      </p:tavLst>
                                    </p:anim>
                                    <p:anim calcmode="lin" valueType="num">
                                      <p:cBhvr additive="base">
                                        <p:cTn id="8" dur="500" fill="hold"/>
                                        <p:tgtEl>
                                          <p:spTgt spid="27955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79558"/>
                                        </p:tgtEl>
                                        <p:attrNameLst>
                                          <p:attrName>style.visibility</p:attrName>
                                        </p:attrNameLst>
                                      </p:cBhvr>
                                      <p:to>
                                        <p:strVal val="visible"/>
                                      </p:to>
                                    </p:set>
                                    <p:anim calcmode="lin" valueType="num">
                                      <p:cBhvr additive="base">
                                        <p:cTn id="13" dur="500" fill="hold"/>
                                        <p:tgtEl>
                                          <p:spTgt spid="279558"/>
                                        </p:tgtEl>
                                        <p:attrNameLst>
                                          <p:attrName>ppt_x</p:attrName>
                                        </p:attrNameLst>
                                      </p:cBhvr>
                                      <p:tavLst>
                                        <p:tav tm="0">
                                          <p:val>
                                            <p:strVal val="0-#ppt_w/2"/>
                                          </p:val>
                                        </p:tav>
                                        <p:tav tm="100000">
                                          <p:val>
                                            <p:strVal val="#ppt_x"/>
                                          </p:val>
                                        </p:tav>
                                      </p:tavLst>
                                    </p:anim>
                                    <p:anim calcmode="lin" valueType="num">
                                      <p:cBhvr additive="base">
                                        <p:cTn id="14" dur="500" fill="hold"/>
                                        <p:tgtEl>
                                          <p:spTgt spid="27955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79556">
                                            <p:txEl>
                                              <p:charRg st="4294967295" end="4294967295"/>
                                            </p:txEl>
                                          </p:spTgt>
                                        </p:tgtEl>
                                        <p:attrNameLst>
                                          <p:attrName>style.visibility</p:attrName>
                                        </p:attrNameLst>
                                      </p:cBhvr>
                                      <p:to>
                                        <p:strVal val="visible"/>
                                      </p:to>
                                    </p:set>
                                    <p:anim calcmode="lin" valueType="num">
                                      <p:cBhvr additive="base">
                                        <p:cTn id="19" dur="500" fill="hold"/>
                                        <p:tgtEl>
                                          <p:spTgt spid="279556">
                                            <p:txEl>
                                              <p:charRg st="4294967295" end="429496729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79556">
                                            <p:txEl>
                                              <p:char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79556">
                                            <p:txEl>
                                              <p:charRg st="0" end="81"/>
                                            </p:txEl>
                                          </p:spTgt>
                                        </p:tgtEl>
                                        <p:attrNameLst>
                                          <p:attrName>style.visibility</p:attrName>
                                        </p:attrNameLst>
                                      </p:cBhvr>
                                      <p:to>
                                        <p:strVal val="visible"/>
                                      </p:to>
                                    </p:set>
                                    <p:anim calcmode="lin" valueType="num">
                                      <p:cBhvr additive="base">
                                        <p:cTn id="25" dur="500" fill="hold"/>
                                        <p:tgtEl>
                                          <p:spTgt spid="279556">
                                            <p:txEl>
                                              <p:charRg st="0" end="8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79556">
                                            <p:txEl>
                                              <p:charRg st="0" end="8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6" grpId="0" build="p"/>
      <p:bldP spid="279557"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8200" y="128270"/>
            <a:ext cx="10515600" cy="891540"/>
          </a:xfrm>
        </p:spPr>
        <p:txBody>
          <a:bodyPr/>
          <a:lstStyle/>
          <a:p>
            <a:r>
              <a:rPr lang="en-US" altLang="en-US">
                <a:solidFill>
                  <a:srgbClr val="C00000"/>
                </a:solidFill>
              </a:rPr>
              <a:t>3.</a:t>
            </a:r>
            <a:r>
              <a:rPr lang="zh-CN" altLang="en-US">
                <a:solidFill>
                  <a:srgbClr val="C00000"/>
                </a:solidFill>
              </a:rPr>
              <a:t>效力</a:t>
            </a:r>
            <a:r>
              <a:rPr lang="en-US" altLang="zh-CN">
                <a:solidFill>
                  <a:srgbClr val="C00000"/>
                </a:solidFill>
              </a:rPr>
              <a:t>——</a:t>
            </a:r>
            <a:r>
              <a:rPr lang="zh-CN" altLang="en-US">
                <a:solidFill>
                  <a:srgbClr val="C00000"/>
                </a:solidFill>
              </a:rPr>
              <a:t>最高法律效力</a:t>
            </a:r>
            <a:endParaRPr lang="zh-CN" altLang="en-US">
              <a:solidFill>
                <a:srgbClr val="C00000"/>
              </a:solidFill>
            </a:endParaRPr>
          </a:p>
        </p:txBody>
      </p:sp>
      <p:sp>
        <p:nvSpPr>
          <p:cNvPr id="73" name="矩形: 对角圆角 18"/>
          <p:cNvSpPr/>
          <p:nvPr>
            <p:custDataLst>
              <p:tags r:id="rId2"/>
            </p:custDataLst>
          </p:nvPr>
        </p:nvSpPr>
        <p:spPr>
          <a:xfrm>
            <a:off x="1637720" y="1103278"/>
            <a:ext cx="801536" cy="801536"/>
          </a:xfrm>
          <a:prstGeom prst="round2DiagRect">
            <a:avLst>
              <a:gd name="adj1" fmla="val 0"/>
              <a:gd name="adj2" fmla="val 29787"/>
            </a:avLst>
          </a:prstGeom>
          <a:gradFill flip="none" rotWithShape="1">
            <a:gsLst>
              <a:gs pos="0">
                <a:schemeClr val="accent1">
                  <a:lumMod val="60000"/>
                  <a:lumOff val="40000"/>
                  <a:alpha val="100000"/>
                </a:schemeClr>
              </a:gs>
              <a:gs pos="88000">
                <a:schemeClr val="accent1">
                  <a:alpha val="100000"/>
                </a:schemeClr>
              </a:gs>
            </a:gsLst>
            <a:path path="circle">
              <a:fillToRect l="100000" t="100000"/>
            </a:path>
            <a:tileRect r="-100000" b="-100000"/>
          </a:gradFill>
          <a:ln w="7620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pic>
        <p:nvPicPr>
          <p:cNvPr id="74" name="图片 73" descr="/data/temp/c1f39a66-84f6-4bf5-906e-1d57854d3c7d/d181355d-b5a2-11f0-b190-525e030f11ff.svgd181355d-b5a2-11f0-b190-525e030f11ff"/>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rcRect/>
          <a:stretch>
            <a:fillRect/>
          </a:stretch>
        </p:blipFill>
        <p:spPr>
          <a:xfrm>
            <a:off x="1821867" y="1287425"/>
            <a:ext cx="432478" cy="432478"/>
          </a:xfrm>
          <a:prstGeom prst="rect">
            <a:avLst/>
          </a:prstGeom>
        </p:spPr>
      </p:pic>
      <p:sp>
        <p:nvSpPr>
          <p:cNvPr id="75" name="文本框 74"/>
          <p:cNvSpPr txBox="1"/>
          <p:nvPr>
            <p:custDataLst>
              <p:tags r:id="rId6"/>
            </p:custDataLst>
          </p:nvPr>
        </p:nvSpPr>
        <p:spPr>
          <a:xfrm>
            <a:off x="2763520" y="934085"/>
            <a:ext cx="9091295" cy="3044190"/>
          </a:xfrm>
          <a:prstGeom prst="rect">
            <a:avLst/>
          </a:prstGeom>
          <a:noFill/>
        </p:spPr>
        <p:txBody>
          <a:bodyPr wrap="square" lIns="0" tIns="0" rIns="0" bIns="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50000"/>
              </a:lnSpc>
              <a:buClrTx/>
              <a:buSzTx/>
              <a:buFontTx/>
            </a:pPr>
            <a:r>
              <a:rPr lang="zh-CN" altLang="en-US" sz="2400" kern="0" dirty="0">
                <a:ln>
                  <a:noFill/>
                  <a:prstDash val="sysDot"/>
                </a:ln>
                <a:solidFill>
                  <a:srgbClr val="FF0000"/>
                </a:solidFill>
                <a:latin typeface="微软雅黑" panose="020B0503020204020204" charset="-122"/>
                <a:ea typeface="微软雅黑" panose="020B0503020204020204" charset="-122"/>
                <a:cs typeface="微软雅黑" panose="020B0503020204020204" charset="-122"/>
                <a:sym typeface="+mn-ea"/>
              </a:rPr>
              <a:t>宪法是普通法律的制定基础与依据。</a:t>
            </a:r>
            <a:endParaRPr lang="zh-CN" altLang="en-US" sz="2400" kern="0" dirty="0">
              <a:ln>
                <a:noFill/>
                <a:prstDash val="sysDot"/>
              </a:ln>
              <a:solidFill>
                <a:srgbClr val="FF0000"/>
              </a:solidFill>
              <a:latin typeface="微软雅黑" panose="020B0503020204020204" charset="-122"/>
              <a:ea typeface="微软雅黑" panose="020B0503020204020204" charset="-122"/>
              <a:cs typeface="微软雅黑" panose="020B0503020204020204" charset="-122"/>
              <a:sym typeface="+mn-ea"/>
            </a:endParaRPr>
          </a:p>
          <a:p>
            <a:pPr lvl="0" algn="just">
              <a:lnSpc>
                <a:spcPct val="150000"/>
              </a:lnSpc>
              <a:buClrTx/>
              <a:buSzTx/>
              <a:buFontTx/>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我国《国家赔偿法》第</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条明确规定“根据宪法</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制定本法”</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其依据是《宪法》第</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41</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条第</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款</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公民因国家机关和国家工作人员侵权受损的</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有权获得赔偿</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lvl="0" algn="just">
              <a:lnSpc>
                <a:spcPct val="150000"/>
              </a:lnSpc>
              <a:buClrTx/>
              <a:buSzTx/>
              <a:buFontTx/>
            </a:pP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注意</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部分法律无直接宪法条文依据</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但需符合宪法原则与精神。</a:t>
            </a:r>
            <a:endPar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6" name="矩形: 对角圆角 18"/>
          <p:cNvSpPr/>
          <p:nvPr>
            <p:custDataLst>
              <p:tags r:id="rId7"/>
            </p:custDataLst>
          </p:nvPr>
        </p:nvSpPr>
        <p:spPr>
          <a:xfrm>
            <a:off x="1637720" y="4209328"/>
            <a:ext cx="801536" cy="801536"/>
          </a:xfrm>
          <a:prstGeom prst="round2DiagRect">
            <a:avLst>
              <a:gd name="adj1" fmla="val 0"/>
              <a:gd name="adj2" fmla="val 29787"/>
            </a:avLst>
          </a:prstGeom>
          <a:gradFill flip="none" rotWithShape="1">
            <a:gsLst>
              <a:gs pos="0">
                <a:schemeClr val="accent2">
                  <a:lumMod val="60000"/>
                  <a:lumOff val="40000"/>
                  <a:alpha val="100000"/>
                </a:schemeClr>
              </a:gs>
              <a:gs pos="88000">
                <a:schemeClr val="accent2">
                  <a:alpha val="100000"/>
                </a:schemeClr>
              </a:gs>
            </a:gsLst>
            <a:path path="circle">
              <a:fillToRect l="100000" t="100000"/>
            </a:path>
            <a:tileRect r="-100000" b="-100000"/>
          </a:gra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pic>
        <p:nvPicPr>
          <p:cNvPr id="77" name="图片 16" descr="/data/temp/c1f39a66-84f6-4bf5-906e-1d57854d3c7d/d1813608-b5a2-11f0-b190-525e030f11ff.svgd1813608-b5a2-11f0-b190-525e030f11ff"/>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rcRect/>
          <a:stretch>
            <a:fillRect/>
          </a:stretch>
        </p:blipFill>
        <p:spPr>
          <a:xfrm>
            <a:off x="1821867" y="4393474"/>
            <a:ext cx="432478" cy="432478"/>
          </a:xfrm>
          <a:prstGeom prst="rect">
            <a:avLst/>
          </a:prstGeom>
        </p:spPr>
      </p:pic>
      <p:sp>
        <p:nvSpPr>
          <p:cNvPr id="78" name="文本框 77"/>
          <p:cNvSpPr txBox="1"/>
          <p:nvPr>
            <p:custDataLst>
              <p:tags r:id="rId11"/>
            </p:custDataLst>
          </p:nvPr>
        </p:nvSpPr>
        <p:spPr>
          <a:xfrm>
            <a:off x="2763507" y="4039959"/>
            <a:ext cx="9090760" cy="2404021"/>
          </a:xfrm>
          <a:prstGeom prst="rect">
            <a:avLst/>
          </a:prstGeom>
          <a:noFill/>
        </p:spPr>
        <p:txBody>
          <a:bodyPr wrap="square" lIns="0" tIns="0" rIns="0" bIns="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50000"/>
              </a:lnSpc>
              <a:buClrTx/>
              <a:buSzTx/>
              <a:buFontTx/>
            </a:pPr>
            <a:r>
              <a:rPr lang="zh-CN" altLang="en-US" sz="2400" kern="0" dirty="0">
                <a:ln>
                  <a:noFill/>
                  <a:prstDash val="sysDot"/>
                </a:ln>
                <a:solidFill>
                  <a:srgbClr val="FF0000"/>
                </a:solidFill>
                <a:latin typeface="微软雅黑" panose="020B0503020204020204" charset="-122"/>
                <a:ea typeface="微软雅黑" panose="020B0503020204020204" charset="-122"/>
                <a:cs typeface="微软雅黑" panose="020B0503020204020204" charset="-122"/>
                <a:sym typeface="+mn-ea"/>
              </a:rPr>
              <a:t>与宪法抵触的普通法律无效。</a:t>
            </a:r>
            <a:endParaRPr lang="zh-CN" altLang="en-US" sz="2400" kern="0" dirty="0">
              <a:ln>
                <a:noFill/>
                <a:prstDash val="sysDot"/>
              </a:ln>
              <a:solidFill>
                <a:srgbClr val="FF0000"/>
              </a:solidFill>
              <a:latin typeface="微软雅黑" panose="020B0503020204020204" charset="-122"/>
              <a:ea typeface="微软雅黑" panose="020B0503020204020204" charset="-122"/>
              <a:cs typeface="微软雅黑" panose="020B0503020204020204" charset="-122"/>
              <a:sym typeface="+mn-ea"/>
            </a:endParaRPr>
          </a:p>
          <a:p>
            <a:pPr lvl="0" algn="just">
              <a:lnSpc>
                <a:spcPct val="150000"/>
              </a:lnSpc>
              <a:buClrTx/>
              <a:buSzTx/>
              <a:buFontTx/>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若普通法律违反宪法</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要么全部无效</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要么抵触部分无效。比如</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日本《刑法》第</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200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条规定“杀害尊亲属者一律加罚”</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因违反日本宪法</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“法律面前人人平等”原则</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被最高法院废止。</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userDrawn="1">
            <p:custDataLst>
              <p:tags r:id="rId1"/>
            </p:custDataLst>
          </p:nvPr>
        </p:nvSpPr>
        <p:spPr>
          <a:xfrm>
            <a:off x="0" y="0"/>
            <a:ext cx="3068320" cy="6858000"/>
          </a:xfrm>
          <a:prstGeom prst="rect">
            <a:avLst/>
          </a:prstGeom>
          <a:solidFill>
            <a:schemeClr val="accent1">
              <a:lumMod val="20000"/>
              <a:lumOff val="80000"/>
              <a:alpha val="4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latin typeface="微软雅黑" panose="020B0503020204020204" charset="-122"/>
              <a:ea typeface="微软雅黑" panose="020B0503020204020204" charset="-122"/>
              <a:sym typeface="+mn-ea"/>
            </a:endParaRPr>
          </a:p>
        </p:txBody>
      </p:sp>
      <p:sp>
        <p:nvSpPr>
          <p:cNvPr id="2" name="标题 1"/>
          <p:cNvSpPr>
            <a:spLocks noGrp="1"/>
          </p:cNvSpPr>
          <p:nvPr>
            <p:ph type="title"/>
            <p:custDataLst>
              <p:tags r:id="rId2"/>
            </p:custDataLst>
          </p:nvPr>
        </p:nvSpPr>
        <p:spPr>
          <a:xfrm>
            <a:off x="205105" y="1605280"/>
            <a:ext cx="2862580" cy="2938780"/>
          </a:xfrm>
        </p:spPr>
        <p:txBody>
          <a:bodyPr anchor="b" anchorCtr="0">
            <a:normAutofit/>
          </a:bodyPr>
          <a:lstStyle/>
          <a:p>
            <a:pPr marL="0" indent="0" fontAlgn="auto">
              <a:lnSpc>
                <a:spcPct val="150000"/>
              </a:lnSpc>
            </a:pPr>
            <a:r>
              <a:rPr lang="zh-CN" altLang="en-US" sz="45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sym typeface="+mn-ea"/>
              </a:rPr>
              <a:t>二、宪法的本质</a:t>
            </a:r>
            <a:endParaRPr lang="zh-CN" altLang="en-US" sz="4500" b="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sym typeface="+mn-ea"/>
            </a:endParaRPr>
          </a:p>
        </p:txBody>
      </p:sp>
      <p:sp>
        <p:nvSpPr>
          <p:cNvPr id="11" name="Title 6"/>
          <p:cNvSpPr txBox="1"/>
          <p:nvPr>
            <p:custDataLst>
              <p:tags r:id="rId3"/>
            </p:custDataLst>
          </p:nvPr>
        </p:nvSpPr>
        <p:spPr>
          <a:xfrm>
            <a:off x="3067050" y="-635"/>
            <a:ext cx="9125585" cy="694753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742950" lvl="1" indent="-285750" algn="just" fontAlgn="auto">
              <a:lnSpc>
                <a:spcPct val="150000"/>
              </a:lnSpc>
              <a:spcAft>
                <a:spcPts val="1200"/>
              </a:spcAft>
              <a:buClr>
                <a:srgbClr val="BFBFBF"/>
              </a:buClr>
              <a:buFont typeface="Wingdings" panose="05000000000000000000" charset="0"/>
              <a:buChar char="l"/>
            </a:pPr>
            <a:r>
              <a:rPr lang="zh-CN" altLang="en-US" sz="32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sym typeface="+mn-ea"/>
              </a:rPr>
              <a:t>(一)</a:t>
            </a:r>
            <a:r>
              <a:rPr lang="en-US" altLang="zh-CN" sz="32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sym typeface="+mn-ea"/>
              </a:rPr>
              <a:t> </a:t>
            </a:r>
            <a:r>
              <a:rPr lang="zh-CN" altLang="en-US" sz="32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sym typeface="+mn-ea"/>
              </a:rPr>
              <a:t>宪法是民主制度化、法律化的基本形式</a:t>
            </a:r>
            <a:endParaRPr lang="zh-CN" altLang="en-US" sz="32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sym typeface="+mn-ea"/>
            </a:endParaRPr>
          </a:p>
          <a:p>
            <a:pPr marL="1200150" lvl="2" indent="-285750" algn="just" fontAlgn="auto">
              <a:lnSpc>
                <a:spcPct val="150000"/>
              </a:lnSpc>
              <a:spcAft>
                <a:spcPts val="1200"/>
              </a:spcAft>
              <a:buClr>
                <a:srgbClr val="BFBFBF"/>
              </a:buClr>
              <a:buFont typeface="Wingdings" panose="05000000000000000000" charset="0"/>
              <a:buChar char="l"/>
            </a:pPr>
            <a:r>
              <a:rPr lang="zh-CN" altLang="en-US" sz="2000" spc="100" dirty="0">
                <a:ln w="3175">
                  <a:noFill/>
                  <a:prstDash val="dash"/>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世界多数国家宪法明确“人民主权”。我国历部宪法均规定 “中华人民共和国的一切权力属于人民”,通过宪法将人民主权转化为具体民主制度。</a:t>
            </a:r>
            <a:endParaRPr lang="zh-CN" altLang="en-US" sz="2000" spc="100" dirty="0">
              <a:ln w="3175">
                <a:noFill/>
                <a:prstDash val="dash"/>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a:p>
            <a:pPr marL="742950" lvl="1" indent="-285750" algn="just" fontAlgn="auto">
              <a:lnSpc>
                <a:spcPct val="150000"/>
              </a:lnSpc>
              <a:spcAft>
                <a:spcPts val="1200"/>
              </a:spcAft>
              <a:buClr>
                <a:srgbClr val="BFBFBF"/>
              </a:buClr>
              <a:buFont typeface="Wingdings" panose="05000000000000000000" charset="0"/>
              <a:buChar char="l"/>
            </a:pPr>
            <a:r>
              <a:rPr lang="zh-CN" altLang="en-US" sz="2000" spc="100" dirty="0">
                <a:ln w="3175">
                  <a:noFill/>
                  <a:prstDash val="dash"/>
                </a:ln>
                <a:solidFill>
                  <a:srgbClr val="C00000"/>
                </a:solidFill>
                <a:uFillTx/>
                <a:latin typeface="微软雅黑" panose="020B0503020204020204" charset="-122"/>
                <a:ea typeface="微软雅黑" panose="020B0503020204020204" charset="-122"/>
                <a:cs typeface="微软雅黑" panose="020B0503020204020204" charset="-122"/>
                <a:sym typeface="+mn-ea"/>
              </a:rPr>
              <a:t>宪法与民主的动态关系</a:t>
            </a:r>
            <a:endParaRPr lang="zh-CN" altLang="en-US" sz="2000" spc="100" dirty="0">
              <a:ln w="3175">
                <a:noFill/>
                <a:prstDash val="dash"/>
              </a:ln>
              <a:solidFill>
                <a:srgbClr val="C00000"/>
              </a:solidFill>
              <a:uFillTx/>
              <a:latin typeface="微软雅黑" panose="020B0503020204020204" charset="-122"/>
              <a:ea typeface="微软雅黑" panose="020B0503020204020204" charset="-122"/>
              <a:cs typeface="微软雅黑" panose="020B0503020204020204" charset="-122"/>
              <a:sym typeface="+mn-ea"/>
            </a:endParaRPr>
          </a:p>
          <a:p>
            <a:pPr marL="1200150" lvl="2" indent="-285750" algn="just" fontAlgn="auto">
              <a:lnSpc>
                <a:spcPct val="150000"/>
              </a:lnSpc>
              <a:spcAft>
                <a:spcPts val="1200"/>
              </a:spcAft>
              <a:buClr>
                <a:srgbClr val="BFBFBF"/>
              </a:buClr>
              <a:buFont typeface="Wingdings" panose="05000000000000000000" charset="0"/>
              <a:buChar char="l"/>
            </a:pPr>
            <a:r>
              <a:rPr lang="zh-CN" altLang="en-US" sz="2000" spc="100" dirty="0">
                <a:ln w="3175">
                  <a:noFill/>
                  <a:prstDash val="dash"/>
                </a:ln>
                <a:solidFill>
                  <a:srgbClr val="C00000"/>
                </a:solidFill>
                <a:uFillTx/>
                <a:latin typeface="微软雅黑" panose="020B0503020204020204" charset="-122"/>
                <a:ea typeface="微软雅黑" panose="020B0503020204020204" charset="-122"/>
                <a:cs typeface="微软雅黑" panose="020B0503020204020204" charset="-122"/>
                <a:sym typeface="+mn-ea"/>
              </a:rPr>
              <a:t>质的变化:民主事实性质改变→宪法性质改变。</a:t>
            </a:r>
            <a:endParaRPr lang="zh-CN" altLang="en-US" sz="2000" spc="100" dirty="0">
              <a:ln w="3175">
                <a:noFill/>
                <a:prstDash val="dash"/>
              </a:ln>
              <a:solidFill>
                <a:srgbClr val="C00000"/>
              </a:solidFill>
              <a:uFillTx/>
              <a:latin typeface="微软雅黑" panose="020B0503020204020204" charset="-122"/>
              <a:ea typeface="微软雅黑" panose="020B0503020204020204" charset="-122"/>
              <a:cs typeface="微软雅黑" panose="020B0503020204020204" charset="-122"/>
              <a:sym typeface="+mn-ea"/>
            </a:endParaRPr>
          </a:p>
          <a:p>
            <a:pPr marL="1200150" lvl="2" indent="-285750" algn="just" fontAlgn="auto">
              <a:lnSpc>
                <a:spcPct val="150000"/>
              </a:lnSpc>
              <a:spcAft>
                <a:spcPts val="1200"/>
              </a:spcAft>
              <a:buClr>
                <a:srgbClr val="BFBFBF"/>
              </a:buClr>
              <a:buFont typeface="Wingdings" panose="05000000000000000000" charset="0"/>
              <a:buChar char="l"/>
            </a:pPr>
            <a:r>
              <a:rPr lang="zh-CN" altLang="en-US" sz="2000" spc="100" dirty="0">
                <a:ln w="3175">
                  <a:noFill/>
                  <a:prstDash val="dash"/>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示例:新中国成立后,人民成为国家主人(民主事实质变),1954 年宪法(社会主义性质)取代旧中国宪法(半殖民地半封建性质)。</a:t>
            </a:r>
            <a:endParaRPr lang="zh-CN" altLang="en-US" sz="2000" spc="100" dirty="0">
              <a:ln w="3175">
                <a:noFill/>
                <a:prstDash val="dash"/>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a:p>
            <a:pPr marL="1200150" lvl="2" indent="-285750" algn="just" fontAlgn="auto">
              <a:lnSpc>
                <a:spcPct val="150000"/>
              </a:lnSpc>
              <a:spcAft>
                <a:spcPts val="1200"/>
              </a:spcAft>
              <a:buClr>
                <a:srgbClr val="BFBFBF"/>
              </a:buClr>
              <a:buFont typeface="Wingdings" panose="05000000000000000000" charset="0"/>
              <a:buChar char="l"/>
            </a:pPr>
            <a:r>
              <a:rPr lang="zh-CN" altLang="en-US" sz="2000" spc="100" dirty="0">
                <a:ln w="3175">
                  <a:noFill/>
                  <a:prstDash val="dash"/>
                </a:ln>
                <a:solidFill>
                  <a:srgbClr val="C00000"/>
                </a:solidFill>
                <a:uFillTx/>
                <a:latin typeface="微软雅黑" panose="020B0503020204020204" charset="-122"/>
                <a:ea typeface="微软雅黑" panose="020B0503020204020204" charset="-122"/>
                <a:cs typeface="微软雅黑" panose="020B0503020204020204" charset="-122"/>
                <a:sym typeface="+mn-ea"/>
              </a:rPr>
              <a:t>量的变化:民主事实内容扩展→宪法内容调整。</a:t>
            </a:r>
            <a:endParaRPr lang="zh-CN" altLang="en-US" sz="2000" spc="100" dirty="0">
              <a:ln w="3175">
                <a:noFill/>
                <a:prstDash val="dash"/>
              </a:ln>
              <a:solidFill>
                <a:srgbClr val="C00000"/>
              </a:solidFill>
              <a:uFillTx/>
              <a:latin typeface="微软雅黑" panose="020B0503020204020204" charset="-122"/>
              <a:ea typeface="微软雅黑" panose="020B0503020204020204" charset="-122"/>
              <a:cs typeface="微软雅黑" panose="020B0503020204020204" charset="-122"/>
              <a:sym typeface="+mn-ea"/>
            </a:endParaRPr>
          </a:p>
          <a:p>
            <a:pPr marL="1200150" lvl="2" indent="-285750" algn="just" fontAlgn="auto">
              <a:lnSpc>
                <a:spcPct val="150000"/>
              </a:lnSpc>
              <a:spcAft>
                <a:spcPts val="1200"/>
              </a:spcAft>
              <a:buClr>
                <a:srgbClr val="BFBFBF"/>
              </a:buClr>
              <a:buFont typeface="Wingdings" panose="05000000000000000000" charset="0"/>
              <a:buChar char="l"/>
            </a:pPr>
            <a:r>
              <a:rPr lang="zh-CN" altLang="en-US" sz="2000" spc="100" dirty="0">
                <a:ln w="3175">
                  <a:noFill/>
                  <a:prstDash val="dash"/>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示例:我国1982年宪法比1954年宪法增加“基层群众自治制度”“社会保障权”,社会主义民主内容不断丰富。</a:t>
            </a:r>
            <a:endParaRPr lang="zh-CN" altLang="en-US" sz="2000" spc="100" dirty="0">
              <a:ln w="3175">
                <a:noFill/>
                <a:prstDash val="dash"/>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p:txBody>
      </p:sp>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41985" y="260350"/>
            <a:ext cx="10711815" cy="1297305"/>
          </a:xfrm>
        </p:spPr>
        <p:txBody>
          <a:bodyPr/>
          <a:lstStyle/>
          <a:p>
            <a:r>
              <a:rPr lang="zh-CN" altLang="en-US" sz="3200">
                <a:latin typeface="微软雅黑" panose="020B0503020204020204" charset="-122"/>
                <a:ea typeface="微软雅黑" panose="020B0503020204020204" charset="-122"/>
              </a:rPr>
              <a:t>（二）宪法是各种政治力量对比关系的集中体现</a:t>
            </a:r>
            <a:endParaRPr lang="zh-CN" altLang="en-US" sz="3200">
              <a:latin typeface="微软雅黑" panose="020B0503020204020204" charset="-122"/>
              <a:ea typeface="微软雅黑" panose="020B0503020204020204" charset="-122"/>
            </a:endParaRPr>
          </a:p>
        </p:txBody>
      </p:sp>
      <p:sp>
        <p:nvSpPr>
          <p:cNvPr id="4" name="椭圆 609"/>
          <p:cNvSpPr/>
          <p:nvPr>
            <p:custDataLst>
              <p:tags r:id="rId2"/>
            </p:custDataLst>
          </p:nvPr>
        </p:nvSpPr>
        <p:spPr>
          <a:xfrm>
            <a:off x="4204286" y="2936741"/>
            <a:ext cx="2327600" cy="2473553"/>
          </a:xfrm>
          <a:prstGeom prst="ellipse">
            <a:avLst/>
          </a:prstGeom>
          <a:gradFill>
            <a:gsLst>
              <a:gs pos="0">
                <a:schemeClr val="accent1">
                  <a:lumMod val="20000"/>
                  <a:lumOff val="80000"/>
                  <a:alpha val="0"/>
                </a:schemeClr>
              </a:gs>
              <a:gs pos="100000">
                <a:schemeClr val="accent1">
                  <a:lumMod val="20000"/>
                  <a:lumOff val="80000"/>
                  <a:alpha val="51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dirty="0">
              <a:solidFill>
                <a:schemeClr val="lt1"/>
              </a:solidFill>
              <a:sym typeface="+mn-ea"/>
            </a:endParaRPr>
          </a:p>
        </p:txBody>
      </p:sp>
      <p:sp>
        <p:nvSpPr>
          <p:cNvPr id="13" name="椭圆 12"/>
          <p:cNvSpPr/>
          <p:nvPr>
            <p:custDataLst>
              <p:tags r:id="rId3"/>
            </p:custDataLst>
          </p:nvPr>
        </p:nvSpPr>
        <p:spPr>
          <a:xfrm>
            <a:off x="3969385" y="2915285"/>
            <a:ext cx="2726055" cy="2494915"/>
          </a:xfrm>
          <a:prstGeom prst="ellipse">
            <a:avLst/>
          </a:prstGeom>
          <a:gradFill>
            <a:gsLst>
              <a:gs pos="100000">
                <a:schemeClr val="accent1">
                  <a:alpha val="100000"/>
                </a:schemeClr>
              </a:gs>
              <a:gs pos="50000">
                <a:schemeClr val="accent1">
                  <a:lumMod val="80000"/>
                  <a:lumOff val="20000"/>
                  <a:alpha val="100000"/>
                </a:schemeClr>
              </a:gs>
              <a:gs pos="0">
                <a:schemeClr val="accent1">
                  <a:lumMod val="60000"/>
                  <a:lumOff val="40000"/>
                  <a:alpha val="100000"/>
                </a:schemeClr>
              </a:gs>
            </a:gsLst>
            <a:lin ang="16200000" scaled="0"/>
          </a:gradFill>
          <a:ln>
            <a:noFill/>
          </a:ln>
          <a:effectLst>
            <a:outerShdw blurRad="215900" dist="381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algn="ctr">
              <a:spcBef>
                <a:spcPct val="0"/>
              </a:spcBef>
              <a:spcAft>
                <a:spcPct val="0"/>
              </a:spcAft>
            </a:pPr>
            <a:r>
              <a:rPr lang="en-US" altLang="zh-CN" sz="2800" b="1" dirty="0">
                <a:solidFill>
                  <a:srgbClr val="C00000"/>
                </a:solidFill>
                <a:latin typeface="微软雅黑" panose="020B0503020204020204" charset="-122"/>
                <a:ea typeface="微软雅黑" panose="020B0503020204020204" charset="-122"/>
                <a:cs typeface="微软雅黑" panose="020B0503020204020204" charset="-122"/>
                <a:sym typeface="+mn-ea"/>
              </a:rPr>
              <a:t>1.</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sym typeface="+mn-ea"/>
              </a:rPr>
              <a:t>宪法是阶级斗争的产物</a:t>
            </a:r>
            <a:endParaRPr lang="zh-CN" altLang="en-US" sz="2800" b="1" dirty="0">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
        <p:nvSpPr>
          <p:cNvPr id="5" name="矩形 14"/>
          <p:cNvSpPr/>
          <p:nvPr>
            <p:custDataLst>
              <p:tags r:id="rId4"/>
            </p:custDataLst>
          </p:nvPr>
        </p:nvSpPr>
        <p:spPr>
          <a:xfrm>
            <a:off x="431997" y="3235968"/>
            <a:ext cx="4111709" cy="462141"/>
          </a:xfrm>
          <a:prstGeom prst="rect">
            <a:avLst/>
          </a:prstGeom>
          <a:noFill/>
        </p:spPr>
        <p:txBody>
          <a:bodyPr wrap="square" lIns="0" tIns="0" rIns="0" bIns="0" rtlCol="0" anchor="b">
            <a:noAutofit/>
          </a:bodyPr>
          <a:lstStyle/>
          <a:p>
            <a:pPr algn="r">
              <a:spcBef>
                <a:spcPct val="0"/>
              </a:spcBef>
              <a:spcAft>
                <a:spcPct val="0"/>
              </a:spcAft>
            </a:pPr>
            <a:r>
              <a:rPr lang="en-US" altLang="zh-CN" sz="1900" b="1" dirty="0">
                <a:solidFill>
                  <a:schemeClr val="accent1"/>
                </a:solidFill>
                <a:latin typeface="+mn-ea"/>
                <a:cs typeface="+mn-ea"/>
                <a:sym typeface="+mn-ea"/>
              </a:rPr>
              <a:t>:</a:t>
            </a:r>
            <a:endParaRPr lang="en-US" altLang="zh-CN" sz="1900" b="1" dirty="0">
              <a:solidFill>
                <a:schemeClr val="accent1"/>
              </a:solidFill>
              <a:latin typeface="+mn-ea"/>
              <a:cs typeface="+mn-ea"/>
              <a:sym typeface="+mn-ea"/>
            </a:endParaRPr>
          </a:p>
        </p:txBody>
      </p:sp>
      <p:sp>
        <p:nvSpPr>
          <p:cNvPr id="6" name="矩形 15"/>
          <p:cNvSpPr/>
          <p:nvPr>
            <p:custDataLst>
              <p:tags r:id="rId5"/>
            </p:custDataLst>
          </p:nvPr>
        </p:nvSpPr>
        <p:spPr>
          <a:xfrm>
            <a:off x="427990" y="3186430"/>
            <a:ext cx="3351530" cy="2745740"/>
          </a:xfrm>
          <a:prstGeom prst="rect">
            <a:avLst/>
          </a:prstGeom>
          <a:noFill/>
        </p:spPr>
        <p:txBody>
          <a:bodyPr wrap="square" lIns="0" tIns="0" rIns="0" bIns="0" rtlCol="0" anchor="t" anchorCtr="0">
            <a:noAutofit/>
          </a:bodyPr>
          <a:lstStyle/>
          <a:p>
            <a:pPr algn="r">
              <a:lnSpc>
                <a:spcPct val="150000"/>
              </a:lnSpc>
              <a:spcBef>
                <a:spcPct val="0"/>
              </a:spcBef>
              <a:spcAft>
                <a:spcPct val="0"/>
              </a:spcAft>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宪法是由在阶级斗争中获胜并掌握政权的阶级制定</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是阶级斗争成果的总结。</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7" name="弧形 30"/>
          <p:cNvSpPr/>
          <p:nvPr>
            <p:custDataLst>
              <p:tags r:id="rId6"/>
            </p:custDataLst>
          </p:nvPr>
        </p:nvSpPr>
        <p:spPr>
          <a:xfrm rot="20460000">
            <a:off x="3934630" y="2997446"/>
            <a:ext cx="2304932" cy="2183374"/>
          </a:xfrm>
          <a:prstGeom prst="arc">
            <a:avLst>
              <a:gd name="adj1" fmla="val 12007265"/>
              <a:gd name="adj2" fmla="val 0"/>
            </a:avLst>
          </a:prstGeom>
          <a:ln>
            <a:gradFill>
              <a:gsLst>
                <a:gs pos="100000">
                  <a:schemeClr val="accent1">
                    <a:alpha val="5000"/>
                  </a:schemeClr>
                </a:gs>
                <a:gs pos="0">
                  <a:schemeClr val="accent1">
                    <a:alpha val="100000"/>
                  </a:schemeClr>
                </a:gs>
              </a:gsLst>
              <a:lin ang="0" scaled="1"/>
            </a:gradFill>
            <a:headEnd type="oval"/>
          </a:ln>
        </p:spPr>
        <p:style>
          <a:lnRef idx="2">
            <a:schemeClr val="accent1"/>
          </a:lnRef>
          <a:fillRef idx="0">
            <a:srgbClr val="FFFFFF"/>
          </a:fillRef>
          <a:effectRef idx="0">
            <a:srgbClr val="FFFFFF"/>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8" name="弧形 31"/>
          <p:cNvSpPr/>
          <p:nvPr>
            <p:custDataLst>
              <p:tags r:id="rId7"/>
            </p:custDataLst>
          </p:nvPr>
        </p:nvSpPr>
        <p:spPr>
          <a:xfrm rot="9660000">
            <a:off x="4500131" y="3151947"/>
            <a:ext cx="2183099" cy="2183099"/>
          </a:xfrm>
          <a:prstGeom prst="arc">
            <a:avLst>
              <a:gd name="adj1" fmla="val 10197608"/>
              <a:gd name="adj2" fmla="val 0"/>
            </a:avLst>
          </a:prstGeom>
          <a:ln>
            <a:gradFill>
              <a:gsLst>
                <a:gs pos="100000">
                  <a:schemeClr val="accent1">
                    <a:alpha val="5000"/>
                  </a:schemeClr>
                </a:gs>
                <a:gs pos="0">
                  <a:schemeClr val="accent1">
                    <a:alpha val="100000"/>
                  </a:schemeClr>
                </a:gs>
              </a:gsLst>
              <a:lin ang="0" scaled="1"/>
            </a:gradFill>
            <a:headEnd type="oval"/>
          </a:ln>
        </p:spPr>
        <p:style>
          <a:lnRef idx="2">
            <a:schemeClr val="accent1"/>
          </a:lnRef>
          <a:fillRef idx="0">
            <a:srgbClr val="FFFFFF"/>
          </a:fillRef>
          <a:effectRef idx="0">
            <a:srgbClr val="FFFFFF"/>
          </a:effectRef>
          <a:fontRef idx="minor">
            <a:schemeClr val="tx1"/>
          </a:fontRef>
        </p:style>
        <p:txBody>
          <a:bodyPr vert="horz" wrap="square" tIns="0" numCol="1" spcCol="0" rtlCol="0" fromWordArt="0" anchor="ctr" anchorCtr="0" forceAA="0" compatLnSpc="1">
            <a:noAutofit/>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tx1"/>
              </a:solidFill>
              <a:sym typeface="+mn-ea"/>
            </a:endParaRPr>
          </a:p>
        </p:txBody>
      </p:sp>
      <p:sp>
        <p:nvSpPr>
          <p:cNvPr id="10" name="矩形 13"/>
          <p:cNvSpPr/>
          <p:nvPr>
            <p:custDataLst>
              <p:tags r:id="rId8"/>
            </p:custDataLst>
          </p:nvPr>
        </p:nvSpPr>
        <p:spPr>
          <a:xfrm flipH="1">
            <a:off x="7197090" y="2497455"/>
            <a:ext cx="4451985" cy="688975"/>
          </a:xfrm>
          <a:prstGeom prst="rect">
            <a:avLst/>
          </a:prstGeom>
          <a:noFill/>
        </p:spPr>
        <p:txBody>
          <a:bodyPr wrap="square" lIns="0" tIns="0" rIns="0" bIns="0" rtlCol="0" anchor="b">
            <a:noAutofit/>
          </a:bodyPr>
          <a:lstStyle/>
          <a:p>
            <a:pPr>
              <a:spcBef>
                <a:spcPct val="0"/>
              </a:spcBef>
              <a:spcAft>
                <a:spcPct val="0"/>
              </a:spcAft>
            </a:pPr>
            <a:r>
              <a:rPr lang="zh-CN" altLang="en-US" sz="2400" b="1" dirty="0">
                <a:solidFill>
                  <a:schemeClr val="accent2"/>
                </a:solidFill>
                <a:latin typeface="微软雅黑" panose="020B0503020204020204" charset="-122"/>
                <a:ea typeface="微软雅黑" panose="020B0503020204020204" charset="-122"/>
                <a:cs typeface="微软雅黑" panose="020B0503020204020204" charset="-122"/>
                <a:sym typeface="+mn-ea"/>
              </a:rPr>
              <a:t>示例</a:t>
            </a:r>
            <a:r>
              <a:rPr lang="en-US" altLang="zh-CN" sz="2400" b="1" dirty="0">
                <a:solidFill>
                  <a:schemeClr val="accent2"/>
                </a:solidFill>
                <a:latin typeface="微软雅黑" panose="020B0503020204020204" charset="-122"/>
                <a:ea typeface="微软雅黑" panose="020B0503020204020204" charset="-122"/>
                <a:cs typeface="微软雅黑" panose="020B0503020204020204" charset="-122"/>
                <a:sym typeface="+mn-ea"/>
              </a:rPr>
              <a:t>:</a:t>
            </a:r>
            <a:endParaRPr lang="en-US" altLang="zh-CN" sz="2400" b="1"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1" name="矩形 16"/>
          <p:cNvSpPr/>
          <p:nvPr>
            <p:custDataLst>
              <p:tags r:id="rId9"/>
            </p:custDataLst>
          </p:nvPr>
        </p:nvSpPr>
        <p:spPr>
          <a:xfrm flipH="1">
            <a:off x="6957060" y="3285490"/>
            <a:ext cx="4667885" cy="294830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1791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年法国宪法</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法国资产阶级在</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1789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年大革命后制定</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确认资产阶级统治</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nSpc>
                <a:spcPct val="150000"/>
              </a:lnSpc>
              <a:spcBef>
                <a:spcPct val="0"/>
              </a:spcBef>
              <a:spcAft>
                <a:spcPct val="0"/>
              </a:spcAft>
            </a:pP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1918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年《苏俄宪法》</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俄国工人阶级在十月革命后制定</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确认无产阶级专政</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nSpc>
                <a:spcPct val="150000"/>
              </a:lnSpc>
              <a:spcBef>
                <a:spcPct val="0"/>
              </a:spcBef>
              <a:spcAft>
                <a:spcPct val="0"/>
              </a:spcAft>
            </a:pPr>
            <a:r>
              <a:rPr lang="zh-CN"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我国</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1954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年宪法</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中国共产党领导人民推翻“三座大山”后制定</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确认人民民主专政。</a:t>
            </a:r>
            <a:endPar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3723640" y="1660525"/>
            <a:ext cx="5714365" cy="682625"/>
          </a:xfrm>
          <a:prstGeom prst="rect">
            <a:avLst/>
          </a:prstGeom>
          <a:noFill/>
        </p:spPr>
        <p:txBody>
          <a:bodyPr wrap="square" rtlCol="0">
            <a:noAutofit/>
          </a:bodyPr>
          <a:p>
            <a:pPr algn="ctr">
              <a:spcBef>
                <a:spcPct val="0"/>
              </a:spcBef>
              <a:spcAft>
                <a:spcPct val="0"/>
              </a:spcAft>
            </a:pPr>
            <a:r>
              <a:rPr lang="zh-CN" altLang="en-US" sz="3200" b="1">
                <a:solidFill>
                  <a:schemeClr val="tx1"/>
                </a:solidFill>
                <a:latin typeface="微软雅黑" panose="020B0503020204020204" charset="-122"/>
                <a:ea typeface="微软雅黑" panose="020B0503020204020204" charset="-122"/>
                <a:cs typeface="微软雅黑" panose="020B0503020204020204" charset="-122"/>
                <a:sym typeface="+mn-ea"/>
              </a:rPr>
              <a:t>核心：阶级力量对比关系</a:t>
            </a:r>
            <a:r>
              <a:rPr lang="zh-CN" altLang="en-US" sz="2800" b="1">
                <a:solidFill>
                  <a:srgbClr val="FFFFFF"/>
                </a:solidFill>
                <a:latin typeface="微软雅黑" panose="020B0503020204020204" charset="-122"/>
                <a:ea typeface="微软雅黑" panose="020B0503020204020204" charset="-122"/>
                <a:cs typeface="微软雅黑" panose="020B0503020204020204" charset="-122"/>
                <a:sym typeface="+mn-ea"/>
              </a:rPr>
              <a:t>级</a:t>
            </a:r>
            <a:r>
              <a:rPr lang="zh-CN" altLang="en-US" b="1">
                <a:solidFill>
                  <a:srgbClr val="FFFFFF"/>
                </a:solidFill>
                <a:latin typeface="+mn-ea"/>
                <a:cs typeface="+mn-ea"/>
                <a:sym typeface="+mn-ea"/>
              </a:rPr>
              <a:t>力量对比关系</a:t>
            </a:r>
            <a:endParaRPr lang="zh-CN" altLang="en-US"/>
          </a:p>
        </p:txBody>
      </p:sp>
    </p:spTree>
    <p:custDataLst>
      <p:tags r:id="rId10"/>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normAutofit fontScale="90000"/>
          </a:bodyPr>
          <a:lstStyle/>
          <a:p>
            <a:r>
              <a:rPr lang="en-US" altLang="zh-CN"/>
              <a:t>2.</a:t>
            </a:r>
            <a:r>
              <a:rPr lang="zh-CN" altLang="en-US"/>
              <a:t>宪法规定各阶级在国家中的地位及相互关系</a:t>
            </a:r>
            <a:endParaRPr lang="zh-CN" altLang="en-US"/>
          </a:p>
        </p:txBody>
      </p:sp>
      <p:sp useBgFill="1">
        <p:nvSpPr>
          <p:cNvPr id="14" name="矩形: 圆角 33"/>
          <p:cNvSpPr/>
          <p:nvPr>
            <p:custDataLst>
              <p:tags r:id="rId2"/>
            </p:custDataLst>
          </p:nvPr>
        </p:nvSpPr>
        <p:spPr>
          <a:xfrm>
            <a:off x="696913" y="3995445"/>
            <a:ext cx="10800080" cy="1863563"/>
          </a:xfrm>
          <a:prstGeom prst="roundRect">
            <a:avLst>
              <a:gd name="adj" fmla="val 50000"/>
            </a:avLst>
          </a:prstGeom>
          <a:ln w="3175">
            <a:gradFill>
              <a:gsLst>
                <a:gs pos="0">
                  <a:schemeClr val="accent2">
                    <a:lumMod val="60000"/>
                    <a:lumOff val="40000"/>
                    <a:alpha val="35000"/>
                  </a:schemeClr>
                </a:gs>
                <a:gs pos="100000">
                  <a:schemeClr val="accent2">
                    <a:lumMod val="60000"/>
                    <a:lumOff val="40000"/>
                    <a:alpha val="0"/>
                  </a:schemeClr>
                </a:gs>
              </a:gsLst>
              <a:lin ang="5400000" scaled="1"/>
            </a:gradFill>
          </a:ln>
          <a:effectLst>
            <a:outerShdw blurRad="254000" dist="127000" dir="2700000" algn="tl" rotWithShape="0">
              <a:schemeClr val="accent2">
                <a:lumMod val="40000"/>
                <a:lumOff val="6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628000" tIns="238581" rIns="622300" bIns="238580" numCol="1" spcCol="0" rtlCol="0" fromWordArt="0" anchor="ctr" anchorCtr="0" forceAA="0" compatLnSpc="1">
            <a:noAutofit/>
          </a:bodyPr>
          <a:p>
            <a:pPr marL="0" algn="l" rtl="0" eaLnBrk="1" latinLnBrk="0" hangingPunct="1">
              <a:lnSpc>
                <a:spcPct val="130000"/>
              </a:lnSpc>
              <a:spcBef>
                <a:spcPts val="0"/>
              </a:spcBef>
              <a:spcAft>
                <a:spcPts val="0"/>
              </a:spcAft>
            </a:pPr>
            <a:endParaRPr lang="zh-CN" altLang="en-US" kern="0" dirty="0">
              <a:ln>
                <a:noFill/>
                <a:prstDash val="sysDot"/>
              </a:ln>
              <a:solidFill>
                <a:schemeClr val="tx1">
                  <a:lumMod val="85000"/>
                  <a:lumOff val="15000"/>
                </a:schemeClr>
              </a:solidFill>
              <a:effectLst/>
              <a:latin typeface="+mn-ea"/>
              <a:cs typeface="+mn-ea"/>
              <a:sym typeface="+mn-ea"/>
            </a:endParaRPr>
          </a:p>
        </p:txBody>
      </p:sp>
      <p:sp>
        <p:nvSpPr>
          <p:cNvPr id="15" name="矩形: 圆角 1"/>
          <p:cNvSpPr/>
          <p:nvPr>
            <p:custDataLst>
              <p:tags r:id="rId3"/>
            </p:custDataLst>
          </p:nvPr>
        </p:nvSpPr>
        <p:spPr>
          <a:xfrm>
            <a:off x="696913" y="3995445"/>
            <a:ext cx="10800080" cy="1863563"/>
          </a:xfrm>
          <a:prstGeom prst="roundRect">
            <a:avLst>
              <a:gd name="adj" fmla="val 50000"/>
            </a:avLst>
          </a:prstGeom>
          <a:solidFill>
            <a:schemeClr val="lt1">
              <a:lumMod val="100000"/>
              <a:alpha val="2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628000" tIns="238580" rIns="622300" bIns="238581" numCol="1" spcCol="0" rtlCol="0" fromWordArt="0" anchor="ctr" anchorCtr="0" forceAA="0" compatLnSpc="1">
            <a:noAutofit/>
          </a:bodyPr>
          <a:p>
            <a:pPr marL="0" algn="l" rtl="0" eaLnBrk="1" latinLnBrk="0" hangingPunct="1">
              <a:lnSpc>
                <a:spcPct val="130000"/>
              </a:lnSpc>
              <a:spcBef>
                <a:spcPts val="0"/>
              </a:spcBef>
              <a:spcAft>
                <a:spcPts val="0"/>
              </a:spcAft>
            </a:pPr>
            <a:endParaRPr lang="zh-CN" altLang="zh-CN" dirty="0">
              <a:solidFill>
                <a:schemeClr val="tx1">
                  <a:lumMod val="85000"/>
                  <a:lumOff val="15000"/>
                </a:schemeClr>
              </a:solidFill>
              <a:effectLst/>
              <a:latin typeface="+mn-ea"/>
              <a:cs typeface="+mn-ea"/>
              <a:sym typeface="+mn-ea"/>
            </a:endParaRPr>
          </a:p>
        </p:txBody>
      </p:sp>
      <p:sp useBgFill="1">
        <p:nvSpPr>
          <p:cNvPr id="23" name="矩形: 圆角 36"/>
          <p:cNvSpPr/>
          <p:nvPr>
            <p:custDataLst>
              <p:tags r:id="rId4"/>
            </p:custDataLst>
          </p:nvPr>
        </p:nvSpPr>
        <p:spPr>
          <a:xfrm>
            <a:off x="696913" y="1561758"/>
            <a:ext cx="10800080" cy="1863563"/>
          </a:xfrm>
          <a:prstGeom prst="roundRect">
            <a:avLst>
              <a:gd name="adj" fmla="val 50000"/>
            </a:avLst>
          </a:prstGeom>
          <a:ln w="3175">
            <a:noFill/>
          </a:ln>
          <a:effectLst>
            <a:outerShdw blurRad="254000" dist="127000" dir="2700000" algn="tl" rotWithShape="0">
              <a:schemeClr val="accent1">
                <a:lumMod val="40000"/>
                <a:lumOff val="6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628000" tIns="238580" rIns="622300" bIns="238581" numCol="1" spcCol="0" rtlCol="0" fromWordArt="0" anchor="ctr" anchorCtr="0" forceAA="0" compatLnSpc="1">
            <a:noAutofit/>
          </a:bodyPr>
          <a:p>
            <a:pPr marL="0" algn="l" rtl="0" eaLnBrk="1" latinLnBrk="0" hangingPunct="1">
              <a:lnSpc>
                <a:spcPct val="130000"/>
              </a:lnSpc>
              <a:spcBef>
                <a:spcPts val="0"/>
              </a:spcBef>
              <a:spcAft>
                <a:spcPts val="0"/>
              </a:spcAft>
            </a:pPr>
            <a:endParaRPr lang="zh-CN" altLang="zh-CN" dirty="0">
              <a:solidFill>
                <a:schemeClr val="tx1">
                  <a:lumMod val="85000"/>
                  <a:lumOff val="15000"/>
                </a:schemeClr>
              </a:solidFill>
              <a:effectLst/>
              <a:latin typeface="+mn-ea"/>
              <a:cs typeface="+mn-ea"/>
              <a:sym typeface="+mn-ea"/>
            </a:endParaRPr>
          </a:p>
        </p:txBody>
      </p:sp>
      <p:sp>
        <p:nvSpPr>
          <p:cNvPr id="24" name="矩形: 圆角 1"/>
          <p:cNvSpPr/>
          <p:nvPr>
            <p:custDataLst>
              <p:tags r:id="rId5"/>
            </p:custDataLst>
          </p:nvPr>
        </p:nvSpPr>
        <p:spPr>
          <a:xfrm>
            <a:off x="696913" y="1561758"/>
            <a:ext cx="10800080" cy="1863563"/>
          </a:xfrm>
          <a:prstGeom prst="roundRect">
            <a:avLst>
              <a:gd name="adj" fmla="val 50000"/>
            </a:avLst>
          </a:prstGeom>
          <a:solidFill>
            <a:schemeClr val="lt1">
              <a:lumMod val="100000"/>
              <a:alpha val="20000"/>
            </a:schemeClr>
          </a:solidFill>
          <a:ln w="3175">
            <a:gradFill>
              <a:gsLst>
                <a:gs pos="0">
                  <a:schemeClr val="accent1">
                    <a:lumMod val="60000"/>
                    <a:lumOff val="40000"/>
                    <a:alpha val="35000"/>
                  </a:schemeClr>
                </a:gs>
                <a:gs pos="100000">
                  <a:schemeClr val="accent1">
                    <a:lumMod val="40000"/>
                    <a:lumOff val="6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628000" tIns="238580" rIns="622300" bIns="238581" numCol="1" spcCol="0" rtlCol="0" fromWordArt="0" anchor="ctr" anchorCtr="0" forceAA="0" compatLnSpc="1">
            <a:noAutofit/>
          </a:bodyPr>
          <a:p>
            <a:pPr marL="0" algn="l" rtl="0" eaLnBrk="1" latinLnBrk="0" hangingPunct="1">
              <a:lnSpc>
                <a:spcPct val="130000"/>
              </a:lnSpc>
              <a:spcBef>
                <a:spcPts val="0"/>
              </a:spcBef>
              <a:spcAft>
                <a:spcPts val="0"/>
              </a:spcAft>
            </a:pPr>
            <a:endParaRPr lang="zh-CN" altLang="zh-CN" dirty="0">
              <a:solidFill>
                <a:schemeClr val="tx1">
                  <a:lumMod val="85000"/>
                  <a:lumOff val="15000"/>
                </a:schemeClr>
              </a:solidFill>
              <a:effectLst/>
              <a:latin typeface="+mn-ea"/>
              <a:cs typeface="+mn-ea"/>
              <a:sym typeface="+mn-ea"/>
            </a:endParaRPr>
          </a:p>
        </p:txBody>
      </p:sp>
      <p:sp>
        <p:nvSpPr>
          <p:cNvPr id="25" name="矩形 6"/>
          <p:cNvSpPr/>
          <p:nvPr>
            <p:custDataLst>
              <p:tags r:id="rId6"/>
            </p:custDataLst>
          </p:nvPr>
        </p:nvSpPr>
        <p:spPr>
          <a:xfrm>
            <a:off x="1312481" y="4233668"/>
            <a:ext cx="2166242" cy="1386776"/>
          </a:xfrm>
          <a:prstGeom prst="rect">
            <a:avLst/>
          </a:prstGeom>
          <a:noFill/>
        </p:spPr>
        <p:txBody>
          <a:bodyPr wrap="square" lIns="0" tIns="0" rIns="0" bIns="0" rtlCol="0" anchor="ctr">
            <a:noAutofit/>
          </a:bodyPr>
          <a:p>
            <a:pPr>
              <a:spcBef>
                <a:spcPct val="0"/>
              </a:spcBef>
              <a:spcAft>
                <a:spcPct val="0"/>
              </a:spcAft>
            </a:pPr>
            <a:r>
              <a:rPr lang="zh-CN" altLang="en-US" sz="2800" b="1" dirty="0">
                <a:solidFill>
                  <a:schemeClr val="accent2"/>
                </a:solidFill>
                <a:latin typeface="+mn-ea"/>
                <a:cs typeface="+mn-ea"/>
                <a:sym typeface="+mn-ea"/>
              </a:rPr>
              <a:t>我国实践</a:t>
            </a:r>
            <a:endParaRPr lang="zh-CN" altLang="en-US" sz="2800" b="1" dirty="0">
              <a:solidFill>
                <a:schemeClr val="accent2"/>
              </a:solidFill>
              <a:latin typeface="+mn-ea"/>
              <a:cs typeface="+mn-ea"/>
              <a:sym typeface="+mn-ea"/>
            </a:endParaRPr>
          </a:p>
        </p:txBody>
      </p:sp>
      <p:sp>
        <p:nvSpPr>
          <p:cNvPr id="26" name="矩形 7"/>
          <p:cNvSpPr/>
          <p:nvPr>
            <p:custDataLst>
              <p:tags r:id="rId7"/>
            </p:custDataLst>
          </p:nvPr>
        </p:nvSpPr>
        <p:spPr>
          <a:xfrm>
            <a:off x="1312481" y="1799346"/>
            <a:ext cx="2166242" cy="1386776"/>
          </a:xfrm>
          <a:prstGeom prst="rect">
            <a:avLst/>
          </a:prstGeom>
          <a:noFill/>
        </p:spPr>
        <p:txBody>
          <a:bodyPr wrap="square" lIns="0" tIns="0" rIns="0" bIns="0" rtlCol="0" anchor="ctr">
            <a:noAutofit/>
          </a:bodyPr>
          <a:p>
            <a:pPr>
              <a:spcBef>
                <a:spcPct val="0"/>
              </a:spcBef>
              <a:spcAft>
                <a:spcPct val="0"/>
              </a:spcAft>
            </a:pPr>
            <a:r>
              <a:rPr lang="zh-CN" altLang="en-US" sz="2800" b="1" dirty="0">
                <a:solidFill>
                  <a:schemeClr val="accent1"/>
                </a:solidFill>
                <a:latin typeface="+mn-ea"/>
                <a:cs typeface="+mn-ea"/>
                <a:sym typeface="+mn-ea"/>
              </a:rPr>
              <a:t>核心</a:t>
            </a:r>
            <a:endParaRPr lang="zh-CN" altLang="en-US" sz="2800" b="1" dirty="0">
              <a:solidFill>
                <a:schemeClr val="accent1"/>
              </a:solidFill>
              <a:latin typeface="+mn-ea"/>
              <a:cs typeface="+mn-ea"/>
              <a:sym typeface="+mn-ea"/>
            </a:endParaRPr>
          </a:p>
        </p:txBody>
      </p:sp>
      <p:sp>
        <p:nvSpPr>
          <p:cNvPr id="27" name="正文"/>
          <p:cNvSpPr txBox="1"/>
          <p:nvPr>
            <p:custDataLst>
              <p:tags r:id="rId8"/>
            </p:custDataLst>
          </p:nvPr>
        </p:nvSpPr>
        <p:spPr>
          <a:xfrm>
            <a:off x="3152775" y="2003425"/>
            <a:ext cx="7791450" cy="1066800"/>
          </a:xfrm>
          <a:prstGeom prst="rect">
            <a:avLst/>
          </a:prstGeom>
          <a:noFill/>
        </p:spPr>
        <p:txBody>
          <a:bodyPr wrap="square" lIns="0" tIns="0" rIns="0" bIns="0" rtlCol="0" anchor="ctr" anchorCtr="0">
            <a:noAutofit/>
          </a:bodyPr>
          <a:p>
            <a:pPr indent="0" algn="l" fontAlgn="auto">
              <a:lnSpc>
                <a:spcPct val="130000"/>
              </a:lnSpc>
            </a:pPr>
            <a:r>
              <a:rPr lang="zh-CN" altLang="zh-CN"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通过宪法使统治阶级地位</a:t>
            </a:r>
            <a:r>
              <a:rPr lang="zh-CN" altLang="en-US"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“合法化”</a:t>
            </a:r>
            <a:r>
              <a:rPr lang="en-US" altLang="zh-CN"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并维护统治关系。</a:t>
            </a:r>
            <a:endParaRPr lang="zh-CN" altLang="en-US"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8" name="正文"/>
          <p:cNvSpPr txBox="1"/>
          <p:nvPr>
            <p:custDataLst>
              <p:tags r:id="rId9"/>
            </p:custDataLst>
          </p:nvPr>
        </p:nvSpPr>
        <p:spPr>
          <a:xfrm>
            <a:off x="3041015" y="4100830"/>
            <a:ext cx="8091805" cy="1619250"/>
          </a:xfrm>
          <a:prstGeom prst="rect">
            <a:avLst/>
          </a:prstGeom>
          <a:noFill/>
        </p:spPr>
        <p:txBody>
          <a:bodyPr wrap="square" lIns="0" tIns="0" rIns="0" bIns="0" rtlCol="0" anchor="ctr" anchorCtr="0">
            <a:noAutofit/>
          </a:bodyPr>
          <a:p>
            <a:pPr indent="0" algn="l" fontAlgn="auto">
              <a:lnSpc>
                <a:spcPct val="130000"/>
              </a:lnSpc>
            </a:pPr>
            <a:r>
              <a:rPr lang="zh-CN" altLang="zh-CN"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确认中国共产党的领导地位</a:t>
            </a:r>
            <a:r>
              <a:rPr lang="en-US" altLang="zh-CN"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明确“剥削阶级作为阶级已消灭</a:t>
            </a:r>
            <a:r>
              <a:rPr lang="en-US" altLang="zh-CN"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但阶级斗争仍在一定范围内长期存在”</a:t>
            </a:r>
            <a:r>
              <a:rPr lang="en-US" altLang="zh-CN"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《宪法》序言</a:t>
            </a:r>
            <a:r>
              <a:rPr lang="en-US" altLang="zh-CN"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rPr>
              <a:t>需防范敌对势力破坏。</a:t>
            </a:r>
            <a:endParaRPr lang="zh-CN" altLang="en-US" sz="2400" dirty="0">
              <a:solidFill>
                <a:schemeClr val="tx1">
                  <a:lumMod val="85000"/>
                  <a:lumOff val="15000"/>
                </a:schemeClr>
              </a:solidFill>
              <a:effectLst/>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0" y="0"/>
            <a:ext cx="12192000" cy="6858000"/>
          </a:xfrm>
          <a:prstGeom prst="rect">
            <a:avLst/>
          </a:prstGeom>
          <a:solidFill>
            <a:schemeClr val="accent1">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81" name="任意多边形: 形状 680"/>
          <p:cNvSpPr/>
          <p:nvPr userDrawn="1">
            <p:custDataLst>
              <p:tags r:id="rId2"/>
            </p:custDataLst>
          </p:nvPr>
        </p:nvSpPr>
        <p:spPr>
          <a:xfrm>
            <a:off x="0" y="13970"/>
            <a:ext cx="12192000" cy="6844030"/>
          </a:xfrm>
          <a:custGeom>
            <a:avLst/>
            <a:gdLst>
              <a:gd name="connsiteX0" fmla="*/ 0 w 11245921"/>
              <a:gd name="connsiteY0" fmla="*/ 0 h 19179"/>
              <a:gd name="connsiteX1" fmla="*/ 11245921 w 11245921"/>
              <a:gd name="connsiteY1" fmla="*/ 0 h 19179"/>
              <a:gd name="connsiteX2" fmla="*/ 11245921 w 11245921"/>
              <a:gd name="connsiteY2" fmla="*/ 19180 h 19179"/>
              <a:gd name="connsiteX3" fmla="*/ 0 w 11245921"/>
              <a:gd name="connsiteY3" fmla="*/ 19180 h 19179"/>
            </a:gdLst>
            <a:ahLst/>
            <a:cxnLst>
              <a:cxn ang="0">
                <a:pos x="connsiteX0" y="connsiteY0"/>
              </a:cxn>
              <a:cxn ang="0">
                <a:pos x="connsiteX1" y="connsiteY1"/>
              </a:cxn>
              <a:cxn ang="0">
                <a:pos x="connsiteX2" y="connsiteY2"/>
              </a:cxn>
              <a:cxn ang="0">
                <a:pos x="connsiteX3" y="connsiteY3"/>
              </a:cxn>
            </a:cxnLst>
            <a:rect l="l" t="t" r="r" b="b"/>
            <a:pathLst>
              <a:path w="19200" h="10778">
                <a:moveTo>
                  <a:pt x="18302" y="9738"/>
                </a:moveTo>
                <a:lnTo>
                  <a:pt x="18302" y="10188"/>
                </a:lnTo>
                <a:lnTo>
                  <a:pt x="18751" y="10188"/>
                </a:lnTo>
                <a:lnTo>
                  <a:pt x="18751" y="9738"/>
                </a:lnTo>
                <a:lnTo>
                  <a:pt x="18302" y="9738"/>
                </a:lnTo>
                <a:close/>
                <a:moveTo>
                  <a:pt x="17819" y="9738"/>
                </a:moveTo>
                <a:lnTo>
                  <a:pt x="17819" y="10188"/>
                </a:lnTo>
                <a:lnTo>
                  <a:pt x="18269" y="10188"/>
                </a:lnTo>
                <a:lnTo>
                  <a:pt x="18269" y="9738"/>
                </a:lnTo>
                <a:lnTo>
                  <a:pt x="17819" y="9738"/>
                </a:lnTo>
                <a:close/>
                <a:moveTo>
                  <a:pt x="17336" y="9738"/>
                </a:moveTo>
                <a:lnTo>
                  <a:pt x="17336" y="10188"/>
                </a:lnTo>
                <a:lnTo>
                  <a:pt x="17786" y="10188"/>
                </a:lnTo>
                <a:lnTo>
                  <a:pt x="17786" y="9738"/>
                </a:lnTo>
                <a:lnTo>
                  <a:pt x="17336" y="9738"/>
                </a:lnTo>
                <a:close/>
                <a:moveTo>
                  <a:pt x="16854" y="9738"/>
                </a:moveTo>
                <a:lnTo>
                  <a:pt x="16854" y="10188"/>
                </a:lnTo>
                <a:lnTo>
                  <a:pt x="17303" y="10188"/>
                </a:lnTo>
                <a:lnTo>
                  <a:pt x="17303" y="9738"/>
                </a:lnTo>
                <a:lnTo>
                  <a:pt x="16854" y="9738"/>
                </a:lnTo>
                <a:close/>
                <a:moveTo>
                  <a:pt x="16371" y="9738"/>
                </a:moveTo>
                <a:lnTo>
                  <a:pt x="16371" y="10188"/>
                </a:lnTo>
                <a:lnTo>
                  <a:pt x="16821" y="10188"/>
                </a:lnTo>
                <a:lnTo>
                  <a:pt x="16821" y="9738"/>
                </a:lnTo>
                <a:lnTo>
                  <a:pt x="16371" y="9738"/>
                </a:lnTo>
                <a:close/>
                <a:moveTo>
                  <a:pt x="15888" y="9738"/>
                </a:moveTo>
                <a:lnTo>
                  <a:pt x="15888" y="10188"/>
                </a:lnTo>
                <a:lnTo>
                  <a:pt x="16338" y="10188"/>
                </a:lnTo>
                <a:lnTo>
                  <a:pt x="16338" y="9738"/>
                </a:lnTo>
                <a:lnTo>
                  <a:pt x="15888" y="9738"/>
                </a:lnTo>
                <a:close/>
                <a:moveTo>
                  <a:pt x="15406" y="9738"/>
                </a:moveTo>
                <a:lnTo>
                  <a:pt x="15406" y="10188"/>
                </a:lnTo>
                <a:lnTo>
                  <a:pt x="15855" y="10188"/>
                </a:lnTo>
                <a:lnTo>
                  <a:pt x="15855" y="9738"/>
                </a:lnTo>
                <a:lnTo>
                  <a:pt x="15406" y="9738"/>
                </a:lnTo>
                <a:close/>
                <a:moveTo>
                  <a:pt x="14923" y="9738"/>
                </a:moveTo>
                <a:lnTo>
                  <a:pt x="14923" y="10188"/>
                </a:lnTo>
                <a:lnTo>
                  <a:pt x="15373" y="10188"/>
                </a:lnTo>
                <a:lnTo>
                  <a:pt x="15373" y="9738"/>
                </a:lnTo>
                <a:lnTo>
                  <a:pt x="14923" y="9738"/>
                </a:lnTo>
                <a:close/>
                <a:moveTo>
                  <a:pt x="14440" y="9738"/>
                </a:moveTo>
                <a:lnTo>
                  <a:pt x="14440" y="10188"/>
                </a:lnTo>
                <a:lnTo>
                  <a:pt x="14890" y="10188"/>
                </a:lnTo>
                <a:lnTo>
                  <a:pt x="14890" y="9738"/>
                </a:lnTo>
                <a:lnTo>
                  <a:pt x="14440" y="9738"/>
                </a:lnTo>
                <a:close/>
                <a:moveTo>
                  <a:pt x="13958" y="9738"/>
                </a:moveTo>
                <a:lnTo>
                  <a:pt x="13958" y="10188"/>
                </a:lnTo>
                <a:lnTo>
                  <a:pt x="14407" y="10188"/>
                </a:lnTo>
                <a:lnTo>
                  <a:pt x="14407" y="9738"/>
                </a:lnTo>
                <a:lnTo>
                  <a:pt x="13958" y="9738"/>
                </a:lnTo>
                <a:close/>
                <a:moveTo>
                  <a:pt x="13475" y="9738"/>
                </a:moveTo>
                <a:lnTo>
                  <a:pt x="13475" y="10188"/>
                </a:lnTo>
                <a:lnTo>
                  <a:pt x="13925" y="10188"/>
                </a:lnTo>
                <a:lnTo>
                  <a:pt x="13925" y="9738"/>
                </a:lnTo>
                <a:lnTo>
                  <a:pt x="13475" y="9738"/>
                </a:lnTo>
                <a:close/>
                <a:moveTo>
                  <a:pt x="12992" y="9738"/>
                </a:moveTo>
                <a:lnTo>
                  <a:pt x="12992" y="10188"/>
                </a:lnTo>
                <a:lnTo>
                  <a:pt x="13442" y="10188"/>
                </a:lnTo>
                <a:lnTo>
                  <a:pt x="13442" y="9738"/>
                </a:lnTo>
                <a:lnTo>
                  <a:pt x="12992" y="9738"/>
                </a:lnTo>
                <a:close/>
                <a:moveTo>
                  <a:pt x="12510" y="9738"/>
                </a:moveTo>
                <a:lnTo>
                  <a:pt x="12510" y="10188"/>
                </a:lnTo>
                <a:lnTo>
                  <a:pt x="12959" y="10188"/>
                </a:lnTo>
                <a:lnTo>
                  <a:pt x="12959" y="9738"/>
                </a:lnTo>
                <a:lnTo>
                  <a:pt x="12510" y="9738"/>
                </a:lnTo>
                <a:close/>
                <a:moveTo>
                  <a:pt x="12027" y="9738"/>
                </a:moveTo>
                <a:lnTo>
                  <a:pt x="12027" y="10188"/>
                </a:lnTo>
                <a:lnTo>
                  <a:pt x="12477" y="10188"/>
                </a:lnTo>
                <a:lnTo>
                  <a:pt x="12477" y="9738"/>
                </a:lnTo>
                <a:lnTo>
                  <a:pt x="12027" y="9738"/>
                </a:lnTo>
                <a:close/>
                <a:moveTo>
                  <a:pt x="11544" y="9738"/>
                </a:moveTo>
                <a:lnTo>
                  <a:pt x="11544" y="10188"/>
                </a:lnTo>
                <a:lnTo>
                  <a:pt x="11994" y="10188"/>
                </a:lnTo>
                <a:lnTo>
                  <a:pt x="11994" y="9738"/>
                </a:lnTo>
                <a:lnTo>
                  <a:pt x="11544" y="9738"/>
                </a:lnTo>
                <a:close/>
                <a:moveTo>
                  <a:pt x="11062" y="9738"/>
                </a:moveTo>
                <a:lnTo>
                  <a:pt x="11062" y="10188"/>
                </a:lnTo>
                <a:lnTo>
                  <a:pt x="11511" y="10188"/>
                </a:lnTo>
                <a:lnTo>
                  <a:pt x="11511" y="9738"/>
                </a:lnTo>
                <a:lnTo>
                  <a:pt x="11062" y="9738"/>
                </a:lnTo>
                <a:close/>
                <a:moveTo>
                  <a:pt x="10579" y="9738"/>
                </a:moveTo>
                <a:lnTo>
                  <a:pt x="10579" y="10188"/>
                </a:lnTo>
                <a:lnTo>
                  <a:pt x="11029" y="10188"/>
                </a:lnTo>
                <a:lnTo>
                  <a:pt x="11029" y="9738"/>
                </a:lnTo>
                <a:lnTo>
                  <a:pt x="10579" y="9738"/>
                </a:lnTo>
                <a:close/>
                <a:moveTo>
                  <a:pt x="10096" y="9738"/>
                </a:moveTo>
                <a:lnTo>
                  <a:pt x="10096" y="10188"/>
                </a:lnTo>
                <a:lnTo>
                  <a:pt x="10546" y="10188"/>
                </a:lnTo>
                <a:lnTo>
                  <a:pt x="10546" y="9738"/>
                </a:lnTo>
                <a:lnTo>
                  <a:pt x="10096" y="9738"/>
                </a:lnTo>
                <a:close/>
                <a:moveTo>
                  <a:pt x="9614" y="9738"/>
                </a:moveTo>
                <a:lnTo>
                  <a:pt x="9614" y="10188"/>
                </a:lnTo>
                <a:lnTo>
                  <a:pt x="10063" y="10188"/>
                </a:lnTo>
                <a:lnTo>
                  <a:pt x="10063" y="9738"/>
                </a:lnTo>
                <a:lnTo>
                  <a:pt x="9614" y="9738"/>
                </a:lnTo>
                <a:close/>
                <a:moveTo>
                  <a:pt x="9131" y="9738"/>
                </a:moveTo>
                <a:lnTo>
                  <a:pt x="9131" y="10188"/>
                </a:lnTo>
                <a:lnTo>
                  <a:pt x="9581" y="10188"/>
                </a:lnTo>
                <a:lnTo>
                  <a:pt x="9581" y="9738"/>
                </a:lnTo>
                <a:lnTo>
                  <a:pt x="9131" y="9738"/>
                </a:lnTo>
                <a:close/>
                <a:moveTo>
                  <a:pt x="8648" y="9738"/>
                </a:moveTo>
                <a:lnTo>
                  <a:pt x="8648" y="10188"/>
                </a:lnTo>
                <a:lnTo>
                  <a:pt x="9098" y="10188"/>
                </a:lnTo>
                <a:lnTo>
                  <a:pt x="9098" y="9738"/>
                </a:lnTo>
                <a:lnTo>
                  <a:pt x="8648" y="9738"/>
                </a:lnTo>
                <a:close/>
                <a:moveTo>
                  <a:pt x="8166" y="9738"/>
                </a:moveTo>
                <a:lnTo>
                  <a:pt x="8166" y="10188"/>
                </a:lnTo>
                <a:lnTo>
                  <a:pt x="8615" y="10188"/>
                </a:lnTo>
                <a:lnTo>
                  <a:pt x="8615" y="9738"/>
                </a:lnTo>
                <a:lnTo>
                  <a:pt x="8166" y="9738"/>
                </a:lnTo>
                <a:close/>
                <a:moveTo>
                  <a:pt x="7683" y="9738"/>
                </a:moveTo>
                <a:lnTo>
                  <a:pt x="7683" y="10188"/>
                </a:lnTo>
                <a:lnTo>
                  <a:pt x="8133" y="10188"/>
                </a:lnTo>
                <a:lnTo>
                  <a:pt x="8133" y="9738"/>
                </a:lnTo>
                <a:lnTo>
                  <a:pt x="7683" y="9738"/>
                </a:lnTo>
                <a:close/>
                <a:moveTo>
                  <a:pt x="7200" y="9738"/>
                </a:moveTo>
                <a:lnTo>
                  <a:pt x="7200" y="10188"/>
                </a:lnTo>
                <a:lnTo>
                  <a:pt x="7650" y="10188"/>
                </a:lnTo>
                <a:lnTo>
                  <a:pt x="7650" y="9738"/>
                </a:lnTo>
                <a:lnTo>
                  <a:pt x="7200" y="9738"/>
                </a:lnTo>
                <a:close/>
                <a:moveTo>
                  <a:pt x="6718" y="9738"/>
                </a:moveTo>
                <a:lnTo>
                  <a:pt x="6718" y="10188"/>
                </a:lnTo>
                <a:lnTo>
                  <a:pt x="7167" y="10188"/>
                </a:lnTo>
                <a:lnTo>
                  <a:pt x="7167" y="9738"/>
                </a:lnTo>
                <a:lnTo>
                  <a:pt x="6718" y="9738"/>
                </a:lnTo>
                <a:close/>
                <a:moveTo>
                  <a:pt x="6235" y="9738"/>
                </a:moveTo>
                <a:lnTo>
                  <a:pt x="6235" y="10188"/>
                </a:lnTo>
                <a:lnTo>
                  <a:pt x="6685" y="10188"/>
                </a:lnTo>
                <a:lnTo>
                  <a:pt x="6685" y="9738"/>
                </a:lnTo>
                <a:lnTo>
                  <a:pt x="6235" y="9738"/>
                </a:lnTo>
                <a:close/>
                <a:moveTo>
                  <a:pt x="5752" y="9738"/>
                </a:moveTo>
                <a:lnTo>
                  <a:pt x="5752" y="10188"/>
                </a:lnTo>
                <a:lnTo>
                  <a:pt x="6202" y="10188"/>
                </a:lnTo>
                <a:lnTo>
                  <a:pt x="6202" y="9738"/>
                </a:lnTo>
                <a:lnTo>
                  <a:pt x="5752" y="9738"/>
                </a:lnTo>
                <a:close/>
                <a:moveTo>
                  <a:pt x="5270" y="9738"/>
                </a:moveTo>
                <a:lnTo>
                  <a:pt x="5270" y="10188"/>
                </a:lnTo>
                <a:lnTo>
                  <a:pt x="5719" y="10188"/>
                </a:lnTo>
                <a:lnTo>
                  <a:pt x="5719" y="9738"/>
                </a:lnTo>
                <a:lnTo>
                  <a:pt x="5270" y="9738"/>
                </a:lnTo>
                <a:close/>
                <a:moveTo>
                  <a:pt x="4787" y="9738"/>
                </a:moveTo>
                <a:lnTo>
                  <a:pt x="4787" y="10188"/>
                </a:lnTo>
                <a:lnTo>
                  <a:pt x="5237" y="10188"/>
                </a:lnTo>
                <a:lnTo>
                  <a:pt x="5237" y="9738"/>
                </a:lnTo>
                <a:lnTo>
                  <a:pt x="4787" y="9738"/>
                </a:lnTo>
                <a:close/>
                <a:moveTo>
                  <a:pt x="4304" y="9738"/>
                </a:moveTo>
                <a:lnTo>
                  <a:pt x="4304" y="10188"/>
                </a:lnTo>
                <a:lnTo>
                  <a:pt x="4754" y="10188"/>
                </a:lnTo>
                <a:lnTo>
                  <a:pt x="4754" y="9738"/>
                </a:lnTo>
                <a:lnTo>
                  <a:pt x="4304" y="9738"/>
                </a:lnTo>
                <a:close/>
                <a:moveTo>
                  <a:pt x="3822" y="9738"/>
                </a:moveTo>
                <a:lnTo>
                  <a:pt x="3822" y="10188"/>
                </a:lnTo>
                <a:lnTo>
                  <a:pt x="4271" y="10188"/>
                </a:lnTo>
                <a:lnTo>
                  <a:pt x="4271" y="9738"/>
                </a:lnTo>
                <a:lnTo>
                  <a:pt x="3822" y="9738"/>
                </a:lnTo>
                <a:close/>
                <a:moveTo>
                  <a:pt x="3339" y="9738"/>
                </a:moveTo>
                <a:lnTo>
                  <a:pt x="3339" y="10188"/>
                </a:lnTo>
                <a:lnTo>
                  <a:pt x="3789" y="10188"/>
                </a:lnTo>
                <a:lnTo>
                  <a:pt x="3789" y="9738"/>
                </a:lnTo>
                <a:lnTo>
                  <a:pt x="3339" y="9738"/>
                </a:lnTo>
                <a:close/>
                <a:moveTo>
                  <a:pt x="2856" y="9738"/>
                </a:moveTo>
                <a:lnTo>
                  <a:pt x="2856" y="10188"/>
                </a:lnTo>
                <a:lnTo>
                  <a:pt x="3306" y="10188"/>
                </a:lnTo>
                <a:lnTo>
                  <a:pt x="3306" y="9738"/>
                </a:lnTo>
                <a:lnTo>
                  <a:pt x="2856" y="9738"/>
                </a:lnTo>
                <a:close/>
                <a:moveTo>
                  <a:pt x="2374" y="9738"/>
                </a:moveTo>
                <a:lnTo>
                  <a:pt x="2374" y="10188"/>
                </a:lnTo>
                <a:lnTo>
                  <a:pt x="2823" y="10188"/>
                </a:lnTo>
                <a:lnTo>
                  <a:pt x="2823" y="9738"/>
                </a:lnTo>
                <a:lnTo>
                  <a:pt x="2374" y="9738"/>
                </a:lnTo>
                <a:close/>
                <a:moveTo>
                  <a:pt x="1891" y="9738"/>
                </a:moveTo>
                <a:lnTo>
                  <a:pt x="1891" y="10188"/>
                </a:lnTo>
                <a:lnTo>
                  <a:pt x="2341" y="10188"/>
                </a:lnTo>
                <a:lnTo>
                  <a:pt x="2341" y="9738"/>
                </a:lnTo>
                <a:lnTo>
                  <a:pt x="1891" y="9738"/>
                </a:lnTo>
                <a:close/>
                <a:moveTo>
                  <a:pt x="1408" y="9738"/>
                </a:moveTo>
                <a:lnTo>
                  <a:pt x="1408" y="10188"/>
                </a:lnTo>
                <a:lnTo>
                  <a:pt x="1858" y="10188"/>
                </a:lnTo>
                <a:lnTo>
                  <a:pt x="1858" y="9738"/>
                </a:lnTo>
                <a:lnTo>
                  <a:pt x="1408" y="9738"/>
                </a:lnTo>
                <a:close/>
                <a:moveTo>
                  <a:pt x="926" y="9738"/>
                </a:moveTo>
                <a:lnTo>
                  <a:pt x="926" y="10188"/>
                </a:lnTo>
                <a:lnTo>
                  <a:pt x="1375" y="10188"/>
                </a:lnTo>
                <a:lnTo>
                  <a:pt x="1375" y="9738"/>
                </a:lnTo>
                <a:lnTo>
                  <a:pt x="926" y="9738"/>
                </a:lnTo>
                <a:close/>
                <a:moveTo>
                  <a:pt x="443" y="9738"/>
                </a:moveTo>
                <a:lnTo>
                  <a:pt x="443" y="10188"/>
                </a:lnTo>
                <a:lnTo>
                  <a:pt x="893" y="10188"/>
                </a:lnTo>
                <a:lnTo>
                  <a:pt x="893" y="9738"/>
                </a:lnTo>
                <a:lnTo>
                  <a:pt x="443" y="9738"/>
                </a:lnTo>
                <a:close/>
                <a:moveTo>
                  <a:pt x="18302" y="9256"/>
                </a:moveTo>
                <a:lnTo>
                  <a:pt x="18302" y="9705"/>
                </a:lnTo>
                <a:lnTo>
                  <a:pt x="18751" y="9705"/>
                </a:lnTo>
                <a:lnTo>
                  <a:pt x="18751" y="9256"/>
                </a:lnTo>
                <a:lnTo>
                  <a:pt x="18302" y="9256"/>
                </a:lnTo>
                <a:close/>
                <a:moveTo>
                  <a:pt x="17819" y="9256"/>
                </a:moveTo>
                <a:lnTo>
                  <a:pt x="17819" y="9705"/>
                </a:lnTo>
                <a:lnTo>
                  <a:pt x="18269" y="9705"/>
                </a:lnTo>
                <a:lnTo>
                  <a:pt x="18269" y="9256"/>
                </a:lnTo>
                <a:lnTo>
                  <a:pt x="17819" y="9256"/>
                </a:lnTo>
                <a:close/>
                <a:moveTo>
                  <a:pt x="17336" y="9256"/>
                </a:moveTo>
                <a:lnTo>
                  <a:pt x="17336" y="9705"/>
                </a:lnTo>
                <a:lnTo>
                  <a:pt x="17786" y="9705"/>
                </a:lnTo>
                <a:lnTo>
                  <a:pt x="17786" y="9256"/>
                </a:lnTo>
                <a:lnTo>
                  <a:pt x="17336" y="9256"/>
                </a:lnTo>
                <a:close/>
                <a:moveTo>
                  <a:pt x="16854" y="9256"/>
                </a:moveTo>
                <a:lnTo>
                  <a:pt x="16854" y="9705"/>
                </a:lnTo>
                <a:lnTo>
                  <a:pt x="17303" y="9705"/>
                </a:lnTo>
                <a:lnTo>
                  <a:pt x="17303" y="9256"/>
                </a:lnTo>
                <a:lnTo>
                  <a:pt x="16854" y="9256"/>
                </a:lnTo>
                <a:close/>
                <a:moveTo>
                  <a:pt x="16371" y="9256"/>
                </a:moveTo>
                <a:lnTo>
                  <a:pt x="16371" y="9705"/>
                </a:lnTo>
                <a:lnTo>
                  <a:pt x="16821" y="9705"/>
                </a:lnTo>
                <a:lnTo>
                  <a:pt x="16821" y="9256"/>
                </a:lnTo>
                <a:lnTo>
                  <a:pt x="16371" y="9256"/>
                </a:lnTo>
                <a:close/>
                <a:moveTo>
                  <a:pt x="15888" y="9256"/>
                </a:moveTo>
                <a:lnTo>
                  <a:pt x="15888" y="9705"/>
                </a:lnTo>
                <a:lnTo>
                  <a:pt x="16338" y="9705"/>
                </a:lnTo>
                <a:lnTo>
                  <a:pt x="16338" y="9256"/>
                </a:lnTo>
                <a:lnTo>
                  <a:pt x="15888" y="9256"/>
                </a:lnTo>
                <a:close/>
                <a:moveTo>
                  <a:pt x="15406" y="9256"/>
                </a:moveTo>
                <a:lnTo>
                  <a:pt x="15406" y="9705"/>
                </a:lnTo>
                <a:lnTo>
                  <a:pt x="15855" y="9705"/>
                </a:lnTo>
                <a:lnTo>
                  <a:pt x="15855" y="9256"/>
                </a:lnTo>
                <a:lnTo>
                  <a:pt x="15406" y="9256"/>
                </a:lnTo>
                <a:close/>
                <a:moveTo>
                  <a:pt x="14923" y="9256"/>
                </a:moveTo>
                <a:lnTo>
                  <a:pt x="14923" y="9705"/>
                </a:lnTo>
                <a:lnTo>
                  <a:pt x="15373" y="9705"/>
                </a:lnTo>
                <a:lnTo>
                  <a:pt x="15373" y="9256"/>
                </a:lnTo>
                <a:lnTo>
                  <a:pt x="14923" y="9256"/>
                </a:lnTo>
                <a:close/>
                <a:moveTo>
                  <a:pt x="14440" y="9256"/>
                </a:moveTo>
                <a:lnTo>
                  <a:pt x="14440" y="9705"/>
                </a:lnTo>
                <a:lnTo>
                  <a:pt x="14890" y="9705"/>
                </a:lnTo>
                <a:lnTo>
                  <a:pt x="14890" y="9256"/>
                </a:lnTo>
                <a:lnTo>
                  <a:pt x="14440" y="9256"/>
                </a:lnTo>
                <a:close/>
                <a:moveTo>
                  <a:pt x="13958" y="9256"/>
                </a:moveTo>
                <a:lnTo>
                  <a:pt x="13958" y="9705"/>
                </a:lnTo>
                <a:lnTo>
                  <a:pt x="14407" y="9705"/>
                </a:lnTo>
                <a:lnTo>
                  <a:pt x="14407" y="9256"/>
                </a:lnTo>
                <a:lnTo>
                  <a:pt x="13958" y="9256"/>
                </a:lnTo>
                <a:close/>
                <a:moveTo>
                  <a:pt x="13475" y="9256"/>
                </a:moveTo>
                <a:lnTo>
                  <a:pt x="13475" y="9705"/>
                </a:lnTo>
                <a:lnTo>
                  <a:pt x="13925" y="9705"/>
                </a:lnTo>
                <a:lnTo>
                  <a:pt x="13925" y="9256"/>
                </a:lnTo>
                <a:lnTo>
                  <a:pt x="13475" y="9256"/>
                </a:lnTo>
                <a:close/>
                <a:moveTo>
                  <a:pt x="12992" y="9256"/>
                </a:moveTo>
                <a:lnTo>
                  <a:pt x="12992" y="9705"/>
                </a:lnTo>
                <a:lnTo>
                  <a:pt x="13442" y="9705"/>
                </a:lnTo>
                <a:lnTo>
                  <a:pt x="13442" y="9256"/>
                </a:lnTo>
                <a:lnTo>
                  <a:pt x="12992" y="9256"/>
                </a:lnTo>
                <a:close/>
                <a:moveTo>
                  <a:pt x="12510" y="9256"/>
                </a:moveTo>
                <a:lnTo>
                  <a:pt x="12510" y="9705"/>
                </a:lnTo>
                <a:lnTo>
                  <a:pt x="12959" y="9705"/>
                </a:lnTo>
                <a:lnTo>
                  <a:pt x="12959" y="9256"/>
                </a:lnTo>
                <a:lnTo>
                  <a:pt x="12510" y="9256"/>
                </a:lnTo>
                <a:close/>
                <a:moveTo>
                  <a:pt x="12027" y="9256"/>
                </a:moveTo>
                <a:lnTo>
                  <a:pt x="12027" y="9705"/>
                </a:lnTo>
                <a:lnTo>
                  <a:pt x="12477" y="9705"/>
                </a:lnTo>
                <a:lnTo>
                  <a:pt x="12477" y="9256"/>
                </a:lnTo>
                <a:lnTo>
                  <a:pt x="12027" y="9256"/>
                </a:lnTo>
                <a:close/>
                <a:moveTo>
                  <a:pt x="11544" y="9256"/>
                </a:moveTo>
                <a:lnTo>
                  <a:pt x="11544" y="9705"/>
                </a:lnTo>
                <a:lnTo>
                  <a:pt x="11994" y="9705"/>
                </a:lnTo>
                <a:lnTo>
                  <a:pt x="11994" y="9256"/>
                </a:lnTo>
                <a:lnTo>
                  <a:pt x="11544" y="9256"/>
                </a:lnTo>
                <a:close/>
                <a:moveTo>
                  <a:pt x="11062" y="9256"/>
                </a:moveTo>
                <a:lnTo>
                  <a:pt x="11062" y="9705"/>
                </a:lnTo>
                <a:lnTo>
                  <a:pt x="11511" y="9705"/>
                </a:lnTo>
                <a:lnTo>
                  <a:pt x="11511" y="9256"/>
                </a:lnTo>
                <a:lnTo>
                  <a:pt x="11062" y="9256"/>
                </a:lnTo>
                <a:close/>
                <a:moveTo>
                  <a:pt x="10579" y="9256"/>
                </a:moveTo>
                <a:lnTo>
                  <a:pt x="10579" y="9705"/>
                </a:lnTo>
                <a:lnTo>
                  <a:pt x="11029" y="9705"/>
                </a:lnTo>
                <a:lnTo>
                  <a:pt x="11029" y="9256"/>
                </a:lnTo>
                <a:lnTo>
                  <a:pt x="10579" y="9256"/>
                </a:lnTo>
                <a:close/>
                <a:moveTo>
                  <a:pt x="10096" y="9256"/>
                </a:moveTo>
                <a:lnTo>
                  <a:pt x="10096" y="9705"/>
                </a:lnTo>
                <a:lnTo>
                  <a:pt x="10546" y="9705"/>
                </a:lnTo>
                <a:lnTo>
                  <a:pt x="10546" y="9256"/>
                </a:lnTo>
                <a:lnTo>
                  <a:pt x="10096" y="9256"/>
                </a:lnTo>
                <a:close/>
                <a:moveTo>
                  <a:pt x="9614" y="9256"/>
                </a:moveTo>
                <a:lnTo>
                  <a:pt x="9614" y="9705"/>
                </a:lnTo>
                <a:lnTo>
                  <a:pt x="10063" y="9705"/>
                </a:lnTo>
                <a:lnTo>
                  <a:pt x="10063" y="9256"/>
                </a:lnTo>
                <a:lnTo>
                  <a:pt x="9614" y="9256"/>
                </a:lnTo>
                <a:close/>
                <a:moveTo>
                  <a:pt x="9131" y="9256"/>
                </a:moveTo>
                <a:lnTo>
                  <a:pt x="9131" y="9705"/>
                </a:lnTo>
                <a:lnTo>
                  <a:pt x="9581" y="9705"/>
                </a:lnTo>
                <a:lnTo>
                  <a:pt x="9581" y="9256"/>
                </a:lnTo>
                <a:lnTo>
                  <a:pt x="9131" y="9256"/>
                </a:lnTo>
                <a:close/>
                <a:moveTo>
                  <a:pt x="8648" y="9256"/>
                </a:moveTo>
                <a:lnTo>
                  <a:pt x="8648" y="9705"/>
                </a:lnTo>
                <a:lnTo>
                  <a:pt x="9098" y="9705"/>
                </a:lnTo>
                <a:lnTo>
                  <a:pt x="9098" y="9256"/>
                </a:lnTo>
                <a:lnTo>
                  <a:pt x="8648" y="9256"/>
                </a:lnTo>
                <a:close/>
                <a:moveTo>
                  <a:pt x="8166" y="9256"/>
                </a:moveTo>
                <a:lnTo>
                  <a:pt x="8166" y="9705"/>
                </a:lnTo>
                <a:lnTo>
                  <a:pt x="8615" y="9705"/>
                </a:lnTo>
                <a:lnTo>
                  <a:pt x="8615" y="9256"/>
                </a:lnTo>
                <a:lnTo>
                  <a:pt x="8166" y="9256"/>
                </a:lnTo>
                <a:close/>
                <a:moveTo>
                  <a:pt x="7683" y="9256"/>
                </a:moveTo>
                <a:lnTo>
                  <a:pt x="7683" y="9705"/>
                </a:lnTo>
                <a:lnTo>
                  <a:pt x="8133" y="9705"/>
                </a:lnTo>
                <a:lnTo>
                  <a:pt x="8133" y="9256"/>
                </a:lnTo>
                <a:lnTo>
                  <a:pt x="7683" y="9256"/>
                </a:lnTo>
                <a:close/>
                <a:moveTo>
                  <a:pt x="7200" y="9256"/>
                </a:moveTo>
                <a:lnTo>
                  <a:pt x="7200" y="9705"/>
                </a:lnTo>
                <a:lnTo>
                  <a:pt x="7650" y="9705"/>
                </a:lnTo>
                <a:lnTo>
                  <a:pt x="7650" y="9256"/>
                </a:lnTo>
                <a:lnTo>
                  <a:pt x="7200" y="9256"/>
                </a:lnTo>
                <a:close/>
                <a:moveTo>
                  <a:pt x="6718" y="9256"/>
                </a:moveTo>
                <a:lnTo>
                  <a:pt x="6718" y="9705"/>
                </a:lnTo>
                <a:lnTo>
                  <a:pt x="7167" y="9705"/>
                </a:lnTo>
                <a:lnTo>
                  <a:pt x="7167" y="9256"/>
                </a:lnTo>
                <a:lnTo>
                  <a:pt x="6718" y="9256"/>
                </a:lnTo>
                <a:close/>
                <a:moveTo>
                  <a:pt x="6235" y="9256"/>
                </a:moveTo>
                <a:lnTo>
                  <a:pt x="6235" y="9705"/>
                </a:lnTo>
                <a:lnTo>
                  <a:pt x="6685" y="9705"/>
                </a:lnTo>
                <a:lnTo>
                  <a:pt x="6685" y="9256"/>
                </a:lnTo>
                <a:lnTo>
                  <a:pt x="6235" y="9256"/>
                </a:lnTo>
                <a:close/>
                <a:moveTo>
                  <a:pt x="5752" y="9256"/>
                </a:moveTo>
                <a:lnTo>
                  <a:pt x="5752" y="9705"/>
                </a:lnTo>
                <a:lnTo>
                  <a:pt x="6202" y="9705"/>
                </a:lnTo>
                <a:lnTo>
                  <a:pt x="6202" y="9256"/>
                </a:lnTo>
                <a:lnTo>
                  <a:pt x="5752" y="9256"/>
                </a:lnTo>
                <a:close/>
                <a:moveTo>
                  <a:pt x="5270" y="9256"/>
                </a:moveTo>
                <a:lnTo>
                  <a:pt x="5270" y="9705"/>
                </a:lnTo>
                <a:lnTo>
                  <a:pt x="5719" y="9705"/>
                </a:lnTo>
                <a:lnTo>
                  <a:pt x="5719" y="9256"/>
                </a:lnTo>
                <a:lnTo>
                  <a:pt x="5270" y="9256"/>
                </a:lnTo>
                <a:close/>
                <a:moveTo>
                  <a:pt x="4787" y="9256"/>
                </a:moveTo>
                <a:lnTo>
                  <a:pt x="4787" y="9705"/>
                </a:lnTo>
                <a:lnTo>
                  <a:pt x="5237" y="9705"/>
                </a:lnTo>
                <a:lnTo>
                  <a:pt x="5237" y="9256"/>
                </a:lnTo>
                <a:lnTo>
                  <a:pt x="4787" y="9256"/>
                </a:lnTo>
                <a:close/>
                <a:moveTo>
                  <a:pt x="4304" y="9256"/>
                </a:moveTo>
                <a:lnTo>
                  <a:pt x="4304" y="9705"/>
                </a:lnTo>
                <a:lnTo>
                  <a:pt x="4754" y="9705"/>
                </a:lnTo>
                <a:lnTo>
                  <a:pt x="4754" y="9256"/>
                </a:lnTo>
                <a:lnTo>
                  <a:pt x="4304" y="9256"/>
                </a:lnTo>
                <a:close/>
                <a:moveTo>
                  <a:pt x="3822" y="9256"/>
                </a:moveTo>
                <a:lnTo>
                  <a:pt x="3822" y="9705"/>
                </a:lnTo>
                <a:lnTo>
                  <a:pt x="4271" y="9705"/>
                </a:lnTo>
                <a:lnTo>
                  <a:pt x="4271" y="9256"/>
                </a:lnTo>
                <a:lnTo>
                  <a:pt x="3822" y="9256"/>
                </a:lnTo>
                <a:close/>
                <a:moveTo>
                  <a:pt x="3339" y="9256"/>
                </a:moveTo>
                <a:lnTo>
                  <a:pt x="3339" y="9705"/>
                </a:lnTo>
                <a:lnTo>
                  <a:pt x="3789" y="9705"/>
                </a:lnTo>
                <a:lnTo>
                  <a:pt x="3789" y="9256"/>
                </a:lnTo>
                <a:lnTo>
                  <a:pt x="3339" y="9256"/>
                </a:lnTo>
                <a:close/>
                <a:moveTo>
                  <a:pt x="2856" y="9256"/>
                </a:moveTo>
                <a:lnTo>
                  <a:pt x="2856" y="9705"/>
                </a:lnTo>
                <a:lnTo>
                  <a:pt x="3306" y="9705"/>
                </a:lnTo>
                <a:lnTo>
                  <a:pt x="3306" y="9256"/>
                </a:lnTo>
                <a:lnTo>
                  <a:pt x="2856" y="9256"/>
                </a:lnTo>
                <a:close/>
                <a:moveTo>
                  <a:pt x="2374" y="9256"/>
                </a:moveTo>
                <a:lnTo>
                  <a:pt x="2374" y="9705"/>
                </a:lnTo>
                <a:lnTo>
                  <a:pt x="2823" y="9705"/>
                </a:lnTo>
                <a:lnTo>
                  <a:pt x="2823" y="9256"/>
                </a:lnTo>
                <a:lnTo>
                  <a:pt x="2374" y="9256"/>
                </a:lnTo>
                <a:close/>
                <a:moveTo>
                  <a:pt x="1891" y="9256"/>
                </a:moveTo>
                <a:lnTo>
                  <a:pt x="1891" y="9705"/>
                </a:lnTo>
                <a:lnTo>
                  <a:pt x="2341" y="9705"/>
                </a:lnTo>
                <a:lnTo>
                  <a:pt x="2341" y="9256"/>
                </a:lnTo>
                <a:lnTo>
                  <a:pt x="1891" y="9256"/>
                </a:lnTo>
                <a:close/>
                <a:moveTo>
                  <a:pt x="1408" y="9256"/>
                </a:moveTo>
                <a:lnTo>
                  <a:pt x="1408" y="9705"/>
                </a:lnTo>
                <a:lnTo>
                  <a:pt x="1858" y="9705"/>
                </a:lnTo>
                <a:lnTo>
                  <a:pt x="1858" y="9256"/>
                </a:lnTo>
                <a:lnTo>
                  <a:pt x="1408" y="9256"/>
                </a:lnTo>
                <a:close/>
                <a:moveTo>
                  <a:pt x="926" y="9256"/>
                </a:moveTo>
                <a:lnTo>
                  <a:pt x="926" y="9705"/>
                </a:lnTo>
                <a:lnTo>
                  <a:pt x="1375" y="9705"/>
                </a:lnTo>
                <a:lnTo>
                  <a:pt x="1375" y="9256"/>
                </a:lnTo>
                <a:lnTo>
                  <a:pt x="926" y="9256"/>
                </a:lnTo>
                <a:close/>
                <a:moveTo>
                  <a:pt x="443" y="9256"/>
                </a:moveTo>
                <a:lnTo>
                  <a:pt x="443" y="9705"/>
                </a:lnTo>
                <a:lnTo>
                  <a:pt x="893" y="9705"/>
                </a:lnTo>
                <a:lnTo>
                  <a:pt x="893" y="9256"/>
                </a:lnTo>
                <a:lnTo>
                  <a:pt x="443" y="9256"/>
                </a:lnTo>
                <a:close/>
                <a:moveTo>
                  <a:pt x="18302" y="8773"/>
                </a:moveTo>
                <a:lnTo>
                  <a:pt x="18302" y="9223"/>
                </a:lnTo>
                <a:lnTo>
                  <a:pt x="18751" y="9223"/>
                </a:lnTo>
                <a:lnTo>
                  <a:pt x="18751" y="8773"/>
                </a:lnTo>
                <a:lnTo>
                  <a:pt x="18302" y="8773"/>
                </a:lnTo>
                <a:close/>
                <a:moveTo>
                  <a:pt x="17819" y="8773"/>
                </a:moveTo>
                <a:lnTo>
                  <a:pt x="17819" y="9223"/>
                </a:lnTo>
                <a:lnTo>
                  <a:pt x="18269" y="9223"/>
                </a:lnTo>
                <a:lnTo>
                  <a:pt x="18269" y="8773"/>
                </a:lnTo>
                <a:lnTo>
                  <a:pt x="17819" y="8773"/>
                </a:lnTo>
                <a:close/>
                <a:moveTo>
                  <a:pt x="17336" y="8773"/>
                </a:moveTo>
                <a:lnTo>
                  <a:pt x="17336" y="9223"/>
                </a:lnTo>
                <a:lnTo>
                  <a:pt x="17786" y="9223"/>
                </a:lnTo>
                <a:lnTo>
                  <a:pt x="17786" y="8773"/>
                </a:lnTo>
                <a:lnTo>
                  <a:pt x="17336" y="8773"/>
                </a:lnTo>
                <a:close/>
                <a:moveTo>
                  <a:pt x="16854" y="8773"/>
                </a:moveTo>
                <a:lnTo>
                  <a:pt x="16854" y="9223"/>
                </a:lnTo>
                <a:lnTo>
                  <a:pt x="17303" y="9223"/>
                </a:lnTo>
                <a:lnTo>
                  <a:pt x="17303" y="8773"/>
                </a:lnTo>
                <a:lnTo>
                  <a:pt x="16854" y="8773"/>
                </a:lnTo>
                <a:close/>
                <a:moveTo>
                  <a:pt x="16371" y="8773"/>
                </a:moveTo>
                <a:lnTo>
                  <a:pt x="16371" y="9223"/>
                </a:lnTo>
                <a:lnTo>
                  <a:pt x="16821" y="9223"/>
                </a:lnTo>
                <a:lnTo>
                  <a:pt x="16821" y="8773"/>
                </a:lnTo>
                <a:lnTo>
                  <a:pt x="16371" y="8773"/>
                </a:lnTo>
                <a:close/>
                <a:moveTo>
                  <a:pt x="15888" y="8773"/>
                </a:moveTo>
                <a:lnTo>
                  <a:pt x="15888" y="9223"/>
                </a:lnTo>
                <a:lnTo>
                  <a:pt x="16338" y="9223"/>
                </a:lnTo>
                <a:lnTo>
                  <a:pt x="16338" y="8773"/>
                </a:lnTo>
                <a:lnTo>
                  <a:pt x="15888" y="8773"/>
                </a:lnTo>
                <a:close/>
                <a:moveTo>
                  <a:pt x="15406" y="8773"/>
                </a:moveTo>
                <a:lnTo>
                  <a:pt x="15406" y="9223"/>
                </a:lnTo>
                <a:lnTo>
                  <a:pt x="15855" y="9223"/>
                </a:lnTo>
                <a:lnTo>
                  <a:pt x="15855" y="8773"/>
                </a:lnTo>
                <a:lnTo>
                  <a:pt x="15406" y="8773"/>
                </a:lnTo>
                <a:close/>
                <a:moveTo>
                  <a:pt x="14923" y="8773"/>
                </a:moveTo>
                <a:lnTo>
                  <a:pt x="14923" y="9223"/>
                </a:lnTo>
                <a:lnTo>
                  <a:pt x="15373" y="9223"/>
                </a:lnTo>
                <a:lnTo>
                  <a:pt x="15373" y="8773"/>
                </a:lnTo>
                <a:lnTo>
                  <a:pt x="14923" y="8773"/>
                </a:lnTo>
                <a:close/>
                <a:moveTo>
                  <a:pt x="14440" y="8773"/>
                </a:moveTo>
                <a:lnTo>
                  <a:pt x="14440" y="9223"/>
                </a:lnTo>
                <a:lnTo>
                  <a:pt x="14890" y="9223"/>
                </a:lnTo>
                <a:lnTo>
                  <a:pt x="14890" y="8773"/>
                </a:lnTo>
                <a:lnTo>
                  <a:pt x="14440" y="8773"/>
                </a:lnTo>
                <a:close/>
                <a:moveTo>
                  <a:pt x="13958" y="8773"/>
                </a:moveTo>
                <a:lnTo>
                  <a:pt x="13958" y="9223"/>
                </a:lnTo>
                <a:lnTo>
                  <a:pt x="14407" y="9223"/>
                </a:lnTo>
                <a:lnTo>
                  <a:pt x="14407" y="8773"/>
                </a:lnTo>
                <a:lnTo>
                  <a:pt x="13958" y="8773"/>
                </a:lnTo>
                <a:close/>
                <a:moveTo>
                  <a:pt x="13475" y="8773"/>
                </a:moveTo>
                <a:lnTo>
                  <a:pt x="13475" y="9223"/>
                </a:lnTo>
                <a:lnTo>
                  <a:pt x="13925" y="9223"/>
                </a:lnTo>
                <a:lnTo>
                  <a:pt x="13925" y="8773"/>
                </a:lnTo>
                <a:lnTo>
                  <a:pt x="13475" y="8773"/>
                </a:lnTo>
                <a:close/>
                <a:moveTo>
                  <a:pt x="12992" y="8773"/>
                </a:moveTo>
                <a:lnTo>
                  <a:pt x="12992" y="9223"/>
                </a:lnTo>
                <a:lnTo>
                  <a:pt x="13442" y="9223"/>
                </a:lnTo>
                <a:lnTo>
                  <a:pt x="13442" y="8773"/>
                </a:lnTo>
                <a:lnTo>
                  <a:pt x="12992" y="8773"/>
                </a:lnTo>
                <a:close/>
                <a:moveTo>
                  <a:pt x="12510" y="8773"/>
                </a:moveTo>
                <a:lnTo>
                  <a:pt x="12510" y="9223"/>
                </a:lnTo>
                <a:lnTo>
                  <a:pt x="12959" y="9223"/>
                </a:lnTo>
                <a:lnTo>
                  <a:pt x="12959" y="8773"/>
                </a:lnTo>
                <a:lnTo>
                  <a:pt x="12510" y="8773"/>
                </a:lnTo>
                <a:close/>
                <a:moveTo>
                  <a:pt x="12027" y="8773"/>
                </a:moveTo>
                <a:lnTo>
                  <a:pt x="12027" y="9223"/>
                </a:lnTo>
                <a:lnTo>
                  <a:pt x="12477" y="9223"/>
                </a:lnTo>
                <a:lnTo>
                  <a:pt x="12477" y="8773"/>
                </a:lnTo>
                <a:lnTo>
                  <a:pt x="12027" y="8773"/>
                </a:lnTo>
                <a:close/>
                <a:moveTo>
                  <a:pt x="11544" y="8773"/>
                </a:moveTo>
                <a:lnTo>
                  <a:pt x="11544" y="9223"/>
                </a:lnTo>
                <a:lnTo>
                  <a:pt x="11994" y="9223"/>
                </a:lnTo>
                <a:lnTo>
                  <a:pt x="11994" y="8773"/>
                </a:lnTo>
                <a:lnTo>
                  <a:pt x="11544" y="8773"/>
                </a:lnTo>
                <a:close/>
                <a:moveTo>
                  <a:pt x="11062" y="8773"/>
                </a:moveTo>
                <a:lnTo>
                  <a:pt x="11062" y="9223"/>
                </a:lnTo>
                <a:lnTo>
                  <a:pt x="11511" y="9223"/>
                </a:lnTo>
                <a:lnTo>
                  <a:pt x="11511" y="8773"/>
                </a:lnTo>
                <a:lnTo>
                  <a:pt x="11062" y="8773"/>
                </a:lnTo>
                <a:close/>
                <a:moveTo>
                  <a:pt x="10579" y="8773"/>
                </a:moveTo>
                <a:lnTo>
                  <a:pt x="10579" y="9223"/>
                </a:lnTo>
                <a:lnTo>
                  <a:pt x="11029" y="9223"/>
                </a:lnTo>
                <a:lnTo>
                  <a:pt x="11029" y="8773"/>
                </a:lnTo>
                <a:lnTo>
                  <a:pt x="10579" y="8773"/>
                </a:lnTo>
                <a:close/>
                <a:moveTo>
                  <a:pt x="10096" y="8773"/>
                </a:moveTo>
                <a:lnTo>
                  <a:pt x="10096" y="9223"/>
                </a:lnTo>
                <a:lnTo>
                  <a:pt x="10546" y="9223"/>
                </a:lnTo>
                <a:lnTo>
                  <a:pt x="10546" y="8773"/>
                </a:lnTo>
                <a:lnTo>
                  <a:pt x="10096" y="8773"/>
                </a:lnTo>
                <a:close/>
                <a:moveTo>
                  <a:pt x="9614" y="8773"/>
                </a:moveTo>
                <a:lnTo>
                  <a:pt x="9614" y="9223"/>
                </a:lnTo>
                <a:lnTo>
                  <a:pt x="10063" y="9223"/>
                </a:lnTo>
                <a:lnTo>
                  <a:pt x="10063" y="8773"/>
                </a:lnTo>
                <a:lnTo>
                  <a:pt x="9614" y="8773"/>
                </a:lnTo>
                <a:close/>
                <a:moveTo>
                  <a:pt x="9131" y="8773"/>
                </a:moveTo>
                <a:lnTo>
                  <a:pt x="9131" y="9223"/>
                </a:lnTo>
                <a:lnTo>
                  <a:pt x="9581" y="9223"/>
                </a:lnTo>
                <a:lnTo>
                  <a:pt x="9581" y="8773"/>
                </a:lnTo>
                <a:lnTo>
                  <a:pt x="9131" y="8773"/>
                </a:lnTo>
                <a:close/>
                <a:moveTo>
                  <a:pt x="8648" y="8773"/>
                </a:moveTo>
                <a:lnTo>
                  <a:pt x="8648" y="9223"/>
                </a:lnTo>
                <a:lnTo>
                  <a:pt x="9098" y="9223"/>
                </a:lnTo>
                <a:lnTo>
                  <a:pt x="9098" y="8773"/>
                </a:lnTo>
                <a:lnTo>
                  <a:pt x="8648" y="8773"/>
                </a:lnTo>
                <a:close/>
                <a:moveTo>
                  <a:pt x="8166" y="8773"/>
                </a:moveTo>
                <a:lnTo>
                  <a:pt x="8166" y="9223"/>
                </a:lnTo>
                <a:lnTo>
                  <a:pt x="8615" y="9223"/>
                </a:lnTo>
                <a:lnTo>
                  <a:pt x="8615" y="8773"/>
                </a:lnTo>
                <a:lnTo>
                  <a:pt x="8166" y="8773"/>
                </a:lnTo>
                <a:close/>
                <a:moveTo>
                  <a:pt x="7683" y="8773"/>
                </a:moveTo>
                <a:lnTo>
                  <a:pt x="7683" y="9223"/>
                </a:lnTo>
                <a:lnTo>
                  <a:pt x="8133" y="9223"/>
                </a:lnTo>
                <a:lnTo>
                  <a:pt x="8133" y="8773"/>
                </a:lnTo>
                <a:lnTo>
                  <a:pt x="7683" y="8773"/>
                </a:lnTo>
                <a:close/>
                <a:moveTo>
                  <a:pt x="7200" y="8773"/>
                </a:moveTo>
                <a:lnTo>
                  <a:pt x="7200" y="9223"/>
                </a:lnTo>
                <a:lnTo>
                  <a:pt x="7650" y="9223"/>
                </a:lnTo>
                <a:lnTo>
                  <a:pt x="7650" y="8773"/>
                </a:lnTo>
                <a:lnTo>
                  <a:pt x="7200" y="8773"/>
                </a:lnTo>
                <a:close/>
                <a:moveTo>
                  <a:pt x="6718" y="8773"/>
                </a:moveTo>
                <a:lnTo>
                  <a:pt x="6718" y="9223"/>
                </a:lnTo>
                <a:lnTo>
                  <a:pt x="7167" y="9223"/>
                </a:lnTo>
                <a:lnTo>
                  <a:pt x="7167" y="8773"/>
                </a:lnTo>
                <a:lnTo>
                  <a:pt x="6718" y="8773"/>
                </a:lnTo>
                <a:close/>
                <a:moveTo>
                  <a:pt x="6235" y="8773"/>
                </a:moveTo>
                <a:lnTo>
                  <a:pt x="6235" y="9223"/>
                </a:lnTo>
                <a:lnTo>
                  <a:pt x="6685" y="9223"/>
                </a:lnTo>
                <a:lnTo>
                  <a:pt x="6685" y="8773"/>
                </a:lnTo>
                <a:lnTo>
                  <a:pt x="6235" y="8773"/>
                </a:lnTo>
                <a:close/>
                <a:moveTo>
                  <a:pt x="5752" y="8773"/>
                </a:moveTo>
                <a:lnTo>
                  <a:pt x="5752" y="9223"/>
                </a:lnTo>
                <a:lnTo>
                  <a:pt x="6202" y="9223"/>
                </a:lnTo>
                <a:lnTo>
                  <a:pt x="6202" y="8773"/>
                </a:lnTo>
                <a:lnTo>
                  <a:pt x="5752" y="8773"/>
                </a:lnTo>
                <a:close/>
                <a:moveTo>
                  <a:pt x="5270" y="8773"/>
                </a:moveTo>
                <a:lnTo>
                  <a:pt x="5270" y="9223"/>
                </a:lnTo>
                <a:lnTo>
                  <a:pt x="5719" y="9223"/>
                </a:lnTo>
                <a:lnTo>
                  <a:pt x="5719" y="8773"/>
                </a:lnTo>
                <a:lnTo>
                  <a:pt x="5270" y="8773"/>
                </a:lnTo>
                <a:close/>
                <a:moveTo>
                  <a:pt x="4787" y="8773"/>
                </a:moveTo>
                <a:lnTo>
                  <a:pt x="4787" y="9223"/>
                </a:lnTo>
                <a:lnTo>
                  <a:pt x="5237" y="9223"/>
                </a:lnTo>
                <a:lnTo>
                  <a:pt x="5237" y="8773"/>
                </a:lnTo>
                <a:lnTo>
                  <a:pt x="4787" y="8773"/>
                </a:lnTo>
                <a:close/>
                <a:moveTo>
                  <a:pt x="4304" y="8773"/>
                </a:moveTo>
                <a:lnTo>
                  <a:pt x="4304" y="9223"/>
                </a:lnTo>
                <a:lnTo>
                  <a:pt x="4754" y="9223"/>
                </a:lnTo>
                <a:lnTo>
                  <a:pt x="4754" y="8773"/>
                </a:lnTo>
                <a:lnTo>
                  <a:pt x="4304" y="8773"/>
                </a:lnTo>
                <a:close/>
                <a:moveTo>
                  <a:pt x="3822" y="8773"/>
                </a:moveTo>
                <a:lnTo>
                  <a:pt x="3822" y="9223"/>
                </a:lnTo>
                <a:lnTo>
                  <a:pt x="4271" y="9223"/>
                </a:lnTo>
                <a:lnTo>
                  <a:pt x="4271" y="8773"/>
                </a:lnTo>
                <a:lnTo>
                  <a:pt x="3822" y="8773"/>
                </a:lnTo>
                <a:close/>
                <a:moveTo>
                  <a:pt x="3339" y="8773"/>
                </a:moveTo>
                <a:lnTo>
                  <a:pt x="3339" y="9223"/>
                </a:lnTo>
                <a:lnTo>
                  <a:pt x="3789" y="9223"/>
                </a:lnTo>
                <a:lnTo>
                  <a:pt x="3789" y="8773"/>
                </a:lnTo>
                <a:lnTo>
                  <a:pt x="3339" y="8773"/>
                </a:lnTo>
                <a:close/>
                <a:moveTo>
                  <a:pt x="2856" y="8773"/>
                </a:moveTo>
                <a:lnTo>
                  <a:pt x="2856" y="9223"/>
                </a:lnTo>
                <a:lnTo>
                  <a:pt x="3306" y="9223"/>
                </a:lnTo>
                <a:lnTo>
                  <a:pt x="3306" y="8773"/>
                </a:lnTo>
                <a:lnTo>
                  <a:pt x="2856" y="8773"/>
                </a:lnTo>
                <a:close/>
                <a:moveTo>
                  <a:pt x="2374" y="8773"/>
                </a:moveTo>
                <a:lnTo>
                  <a:pt x="2374" y="9223"/>
                </a:lnTo>
                <a:lnTo>
                  <a:pt x="2823" y="9223"/>
                </a:lnTo>
                <a:lnTo>
                  <a:pt x="2823" y="8773"/>
                </a:lnTo>
                <a:lnTo>
                  <a:pt x="2374" y="8773"/>
                </a:lnTo>
                <a:close/>
                <a:moveTo>
                  <a:pt x="1891" y="8773"/>
                </a:moveTo>
                <a:lnTo>
                  <a:pt x="1891" y="9223"/>
                </a:lnTo>
                <a:lnTo>
                  <a:pt x="2341" y="9223"/>
                </a:lnTo>
                <a:lnTo>
                  <a:pt x="2341" y="8773"/>
                </a:lnTo>
                <a:lnTo>
                  <a:pt x="1891" y="8773"/>
                </a:lnTo>
                <a:close/>
                <a:moveTo>
                  <a:pt x="1408" y="8773"/>
                </a:moveTo>
                <a:lnTo>
                  <a:pt x="1408" y="9223"/>
                </a:lnTo>
                <a:lnTo>
                  <a:pt x="1858" y="9223"/>
                </a:lnTo>
                <a:lnTo>
                  <a:pt x="1858" y="8773"/>
                </a:lnTo>
                <a:lnTo>
                  <a:pt x="1408" y="8773"/>
                </a:lnTo>
                <a:close/>
                <a:moveTo>
                  <a:pt x="926" y="8773"/>
                </a:moveTo>
                <a:lnTo>
                  <a:pt x="926" y="9223"/>
                </a:lnTo>
                <a:lnTo>
                  <a:pt x="1375" y="9223"/>
                </a:lnTo>
                <a:lnTo>
                  <a:pt x="1375" y="8773"/>
                </a:lnTo>
                <a:lnTo>
                  <a:pt x="926" y="8773"/>
                </a:lnTo>
                <a:close/>
                <a:moveTo>
                  <a:pt x="443" y="8773"/>
                </a:moveTo>
                <a:lnTo>
                  <a:pt x="443" y="9223"/>
                </a:lnTo>
                <a:lnTo>
                  <a:pt x="893" y="9223"/>
                </a:lnTo>
                <a:lnTo>
                  <a:pt x="893" y="8773"/>
                </a:lnTo>
                <a:lnTo>
                  <a:pt x="443" y="8773"/>
                </a:lnTo>
                <a:close/>
                <a:moveTo>
                  <a:pt x="18302" y="8290"/>
                </a:moveTo>
                <a:lnTo>
                  <a:pt x="18302" y="8740"/>
                </a:lnTo>
                <a:lnTo>
                  <a:pt x="18751" y="8740"/>
                </a:lnTo>
                <a:lnTo>
                  <a:pt x="18751" y="8290"/>
                </a:lnTo>
                <a:lnTo>
                  <a:pt x="18302" y="8290"/>
                </a:lnTo>
                <a:close/>
                <a:moveTo>
                  <a:pt x="17819" y="8290"/>
                </a:moveTo>
                <a:lnTo>
                  <a:pt x="17819" y="8740"/>
                </a:lnTo>
                <a:lnTo>
                  <a:pt x="18269" y="8740"/>
                </a:lnTo>
                <a:lnTo>
                  <a:pt x="18269" y="8290"/>
                </a:lnTo>
                <a:lnTo>
                  <a:pt x="17819" y="8290"/>
                </a:lnTo>
                <a:close/>
                <a:moveTo>
                  <a:pt x="17336" y="8290"/>
                </a:moveTo>
                <a:lnTo>
                  <a:pt x="17336" y="8740"/>
                </a:lnTo>
                <a:lnTo>
                  <a:pt x="17786" y="8740"/>
                </a:lnTo>
                <a:lnTo>
                  <a:pt x="17786" y="8290"/>
                </a:lnTo>
                <a:lnTo>
                  <a:pt x="17336" y="8290"/>
                </a:lnTo>
                <a:close/>
                <a:moveTo>
                  <a:pt x="16854" y="8290"/>
                </a:moveTo>
                <a:lnTo>
                  <a:pt x="16854" y="8740"/>
                </a:lnTo>
                <a:lnTo>
                  <a:pt x="17303" y="8740"/>
                </a:lnTo>
                <a:lnTo>
                  <a:pt x="17303" y="8290"/>
                </a:lnTo>
                <a:lnTo>
                  <a:pt x="16854" y="8290"/>
                </a:lnTo>
                <a:close/>
                <a:moveTo>
                  <a:pt x="16371" y="8290"/>
                </a:moveTo>
                <a:lnTo>
                  <a:pt x="16371" y="8740"/>
                </a:lnTo>
                <a:lnTo>
                  <a:pt x="16821" y="8740"/>
                </a:lnTo>
                <a:lnTo>
                  <a:pt x="16821" y="8290"/>
                </a:lnTo>
                <a:lnTo>
                  <a:pt x="16371" y="8290"/>
                </a:lnTo>
                <a:close/>
                <a:moveTo>
                  <a:pt x="15888" y="8290"/>
                </a:moveTo>
                <a:lnTo>
                  <a:pt x="15888" y="8740"/>
                </a:lnTo>
                <a:lnTo>
                  <a:pt x="16338" y="8740"/>
                </a:lnTo>
                <a:lnTo>
                  <a:pt x="16338" y="8290"/>
                </a:lnTo>
                <a:lnTo>
                  <a:pt x="15888" y="8290"/>
                </a:lnTo>
                <a:close/>
                <a:moveTo>
                  <a:pt x="15406" y="8290"/>
                </a:moveTo>
                <a:lnTo>
                  <a:pt x="15406" y="8740"/>
                </a:lnTo>
                <a:lnTo>
                  <a:pt x="15855" y="8740"/>
                </a:lnTo>
                <a:lnTo>
                  <a:pt x="15855" y="8290"/>
                </a:lnTo>
                <a:lnTo>
                  <a:pt x="15406" y="8290"/>
                </a:lnTo>
                <a:close/>
                <a:moveTo>
                  <a:pt x="14923" y="8290"/>
                </a:moveTo>
                <a:lnTo>
                  <a:pt x="14923" y="8740"/>
                </a:lnTo>
                <a:lnTo>
                  <a:pt x="15373" y="8740"/>
                </a:lnTo>
                <a:lnTo>
                  <a:pt x="15373" y="8290"/>
                </a:lnTo>
                <a:lnTo>
                  <a:pt x="14923" y="8290"/>
                </a:lnTo>
                <a:close/>
                <a:moveTo>
                  <a:pt x="14440" y="8290"/>
                </a:moveTo>
                <a:lnTo>
                  <a:pt x="14440" y="8740"/>
                </a:lnTo>
                <a:lnTo>
                  <a:pt x="14890" y="8740"/>
                </a:lnTo>
                <a:lnTo>
                  <a:pt x="14890" y="8290"/>
                </a:lnTo>
                <a:lnTo>
                  <a:pt x="14440" y="8290"/>
                </a:lnTo>
                <a:close/>
                <a:moveTo>
                  <a:pt x="13958" y="8290"/>
                </a:moveTo>
                <a:lnTo>
                  <a:pt x="13958" y="8740"/>
                </a:lnTo>
                <a:lnTo>
                  <a:pt x="14407" y="8740"/>
                </a:lnTo>
                <a:lnTo>
                  <a:pt x="14407" y="8290"/>
                </a:lnTo>
                <a:lnTo>
                  <a:pt x="13958" y="8290"/>
                </a:lnTo>
                <a:close/>
                <a:moveTo>
                  <a:pt x="13475" y="8290"/>
                </a:moveTo>
                <a:lnTo>
                  <a:pt x="13475" y="8740"/>
                </a:lnTo>
                <a:lnTo>
                  <a:pt x="13925" y="8740"/>
                </a:lnTo>
                <a:lnTo>
                  <a:pt x="13925" y="8290"/>
                </a:lnTo>
                <a:lnTo>
                  <a:pt x="13475" y="8290"/>
                </a:lnTo>
                <a:close/>
                <a:moveTo>
                  <a:pt x="12992" y="8290"/>
                </a:moveTo>
                <a:lnTo>
                  <a:pt x="12992" y="8740"/>
                </a:lnTo>
                <a:lnTo>
                  <a:pt x="13442" y="8740"/>
                </a:lnTo>
                <a:lnTo>
                  <a:pt x="13442" y="8290"/>
                </a:lnTo>
                <a:lnTo>
                  <a:pt x="12992" y="8290"/>
                </a:lnTo>
                <a:close/>
                <a:moveTo>
                  <a:pt x="12510" y="8290"/>
                </a:moveTo>
                <a:lnTo>
                  <a:pt x="12510" y="8740"/>
                </a:lnTo>
                <a:lnTo>
                  <a:pt x="12959" y="8740"/>
                </a:lnTo>
                <a:lnTo>
                  <a:pt x="12959" y="8290"/>
                </a:lnTo>
                <a:lnTo>
                  <a:pt x="12510" y="8290"/>
                </a:lnTo>
                <a:close/>
                <a:moveTo>
                  <a:pt x="12027" y="8290"/>
                </a:moveTo>
                <a:lnTo>
                  <a:pt x="12027" y="8740"/>
                </a:lnTo>
                <a:lnTo>
                  <a:pt x="12477" y="8740"/>
                </a:lnTo>
                <a:lnTo>
                  <a:pt x="12477" y="8290"/>
                </a:lnTo>
                <a:lnTo>
                  <a:pt x="12027" y="8290"/>
                </a:lnTo>
                <a:close/>
                <a:moveTo>
                  <a:pt x="11544" y="8290"/>
                </a:moveTo>
                <a:lnTo>
                  <a:pt x="11544" y="8740"/>
                </a:lnTo>
                <a:lnTo>
                  <a:pt x="11994" y="8740"/>
                </a:lnTo>
                <a:lnTo>
                  <a:pt x="11994" y="8290"/>
                </a:lnTo>
                <a:lnTo>
                  <a:pt x="11544" y="8290"/>
                </a:lnTo>
                <a:close/>
                <a:moveTo>
                  <a:pt x="11062" y="8290"/>
                </a:moveTo>
                <a:lnTo>
                  <a:pt x="11062" y="8740"/>
                </a:lnTo>
                <a:lnTo>
                  <a:pt x="11511" y="8740"/>
                </a:lnTo>
                <a:lnTo>
                  <a:pt x="11511" y="8290"/>
                </a:lnTo>
                <a:lnTo>
                  <a:pt x="11062" y="8290"/>
                </a:lnTo>
                <a:close/>
                <a:moveTo>
                  <a:pt x="10579" y="8290"/>
                </a:moveTo>
                <a:lnTo>
                  <a:pt x="10579" y="8740"/>
                </a:lnTo>
                <a:lnTo>
                  <a:pt x="11029" y="8740"/>
                </a:lnTo>
                <a:lnTo>
                  <a:pt x="11029" y="8290"/>
                </a:lnTo>
                <a:lnTo>
                  <a:pt x="10579" y="8290"/>
                </a:lnTo>
                <a:close/>
                <a:moveTo>
                  <a:pt x="10096" y="8290"/>
                </a:moveTo>
                <a:lnTo>
                  <a:pt x="10096" y="8740"/>
                </a:lnTo>
                <a:lnTo>
                  <a:pt x="10546" y="8740"/>
                </a:lnTo>
                <a:lnTo>
                  <a:pt x="10546" y="8290"/>
                </a:lnTo>
                <a:lnTo>
                  <a:pt x="10096" y="8290"/>
                </a:lnTo>
                <a:close/>
                <a:moveTo>
                  <a:pt x="9614" y="8290"/>
                </a:moveTo>
                <a:lnTo>
                  <a:pt x="9614" y="8740"/>
                </a:lnTo>
                <a:lnTo>
                  <a:pt x="10063" y="8740"/>
                </a:lnTo>
                <a:lnTo>
                  <a:pt x="10063" y="8290"/>
                </a:lnTo>
                <a:lnTo>
                  <a:pt x="9614" y="8290"/>
                </a:lnTo>
                <a:close/>
                <a:moveTo>
                  <a:pt x="9131" y="8290"/>
                </a:moveTo>
                <a:lnTo>
                  <a:pt x="9131" y="8740"/>
                </a:lnTo>
                <a:lnTo>
                  <a:pt x="9581" y="8740"/>
                </a:lnTo>
                <a:lnTo>
                  <a:pt x="9581" y="8290"/>
                </a:lnTo>
                <a:lnTo>
                  <a:pt x="9131" y="8290"/>
                </a:lnTo>
                <a:close/>
                <a:moveTo>
                  <a:pt x="8648" y="8290"/>
                </a:moveTo>
                <a:lnTo>
                  <a:pt x="8648" y="8740"/>
                </a:lnTo>
                <a:lnTo>
                  <a:pt x="9098" y="8740"/>
                </a:lnTo>
                <a:lnTo>
                  <a:pt x="9098" y="8290"/>
                </a:lnTo>
                <a:lnTo>
                  <a:pt x="8648" y="8290"/>
                </a:lnTo>
                <a:close/>
                <a:moveTo>
                  <a:pt x="8166" y="8290"/>
                </a:moveTo>
                <a:lnTo>
                  <a:pt x="8166" y="8740"/>
                </a:lnTo>
                <a:lnTo>
                  <a:pt x="8615" y="8740"/>
                </a:lnTo>
                <a:lnTo>
                  <a:pt x="8615" y="8290"/>
                </a:lnTo>
                <a:lnTo>
                  <a:pt x="8166" y="8290"/>
                </a:lnTo>
                <a:close/>
                <a:moveTo>
                  <a:pt x="7683" y="8290"/>
                </a:moveTo>
                <a:lnTo>
                  <a:pt x="7683" y="8740"/>
                </a:lnTo>
                <a:lnTo>
                  <a:pt x="8133" y="8740"/>
                </a:lnTo>
                <a:lnTo>
                  <a:pt x="8133" y="8290"/>
                </a:lnTo>
                <a:lnTo>
                  <a:pt x="7683" y="8290"/>
                </a:lnTo>
                <a:close/>
                <a:moveTo>
                  <a:pt x="7200" y="8290"/>
                </a:moveTo>
                <a:lnTo>
                  <a:pt x="7200" y="8740"/>
                </a:lnTo>
                <a:lnTo>
                  <a:pt x="7650" y="8740"/>
                </a:lnTo>
                <a:lnTo>
                  <a:pt x="7650" y="8290"/>
                </a:lnTo>
                <a:lnTo>
                  <a:pt x="7200" y="8290"/>
                </a:lnTo>
                <a:close/>
                <a:moveTo>
                  <a:pt x="6718" y="8290"/>
                </a:moveTo>
                <a:lnTo>
                  <a:pt x="6718" y="8740"/>
                </a:lnTo>
                <a:lnTo>
                  <a:pt x="7167" y="8740"/>
                </a:lnTo>
                <a:lnTo>
                  <a:pt x="7167" y="8290"/>
                </a:lnTo>
                <a:lnTo>
                  <a:pt x="6718" y="8290"/>
                </a:lnTo>
                <a:close/>
                <a:moveTo>
                  <a:pt x="6235" y="8290"/>
                </a:moveTo>
                <a:lnTo>
                  <a:pt x="6235" y="8740"/>
                </a:lnTo>
                <a:lnTo>
                  <a:pt x="6685" y="8740"/>
                </a:lnTo>
                <a:lnTo>
                  <a:pt x="6685" y="8290"/>
                </a:lnTo>
                <a:lnTo>
                  <a:pt x="6235" y="8290"/>
                </a:lnTo>
                <a:close/>
                <a:moveTo>
                  <a:pt x="5752" y="8290"/>
                </a:moveTo>
                <a:lnTo>
                  <a:pt x="5752" y="8740"/>
                </a:lnTo>
                <a:lnTo>
                  <a:pt x="6202" y="8740"/>
                </a:lnTo>
                <a:lnTo>
                  <a:pt x="6202" y="8290"/>
                </a:lnTo>
                <a:lnTo>
                  <a:pt x="5752" y="8290"/>
                </a:lnTo>
                <a:close/>
                <a:moveTo>
                  <a:pt x="5270" y="8290"/>
                </a:moveTo>
                <a:lnTo>
                  <a:pt x="5270" y="8740"/>
                </a:lnTo>
                <a:lnTo>
                  <a:pt x="5719" y="8740"/>
                </a:lnTo>
                <a:lnTo>
                  <a:pt x="5719" y="8290"/>
                </a:lnTo>
                <a:lnTo>
                  <a:pt x="5270" y="8290"/>
                </a:lnTo>
                <a:close/>
                <a:moveTo>
                  <a:pt x="4787" y="8290"/>
                </a:moveTo>
                <a:lnTo>
                  <a:pt x="4787" y="8740"/>
                </a:lnTo>
                <a:lnTo>
                  <a:pt x="5237" y="8740"/>
                </a:lnTo>
                <a:lnTo>
                  <a:pt x="5237" y="8290"/>
                </a:lnTo>
                <a:lnTo>
                  <a:pt x="4787" y="8290"/>
                </a:lnTo>
                <a:close/>
                <a:moveTo>
                  <a:pt x="4304" y="8290"/>
                </a:moveTo>
                <a:lnTo>
                  <a:pt x="4304" y="8740"/>
                </a:lnTo>
                <a:lnTo>
                  <a:pt x="4754" y="8740"/>
                </a:lnTo>
                <a:lnTo>
                  <a:pt x="4754" y="8290"/>
                </a:lnTo>
                <a:lnTo>
                  <a:pt x="4304" y="8290"/>
                </a:lnTo>
                <a:close/>
                <a:moveTo>
                  <a:pt x="3822" y="8290"/>
                </a:moveTo>
                <a:lnTo>
                  <a:pt x="3822" y="8740"/>
                </a:lnTo>
                <a:lnTo>
                  <a:pt x="4271" y="8740"/>
                </a:lnTo>
                <a:lnTo>
                  <a:pt x="4271" y="8290"/>
                </a:lnTo>
                <a:lnTo>
                  <a:pt x="3822" y="8290"/>
                </a:lnTo>
                <a:close/>
                <a:moveTo>
                  <a:pt x="3339" y="8290"/>
                </a:moveTo>
                <a:lnTo>
                  <a:pt x="3339" y="8740"/>
                </a:lnTo>
                <a:lnTo>
                  <a:pt x="3789" y="8740"/>
                </a:lnTo>
                <a:lnTo>
                  <a:pt x="3789" y="8290"/>
                </a:lnTo>
                <a:lnTo>
                  <a:pt x="3339" y="8290"/>
                </a:lnTo>
                <a:close/>
                <a:moveTo>
                  <a:pt x="2856" y="8290"/>
                </a:moveTo>
                <a:lnTo>
                  <a:pt x="2856" y="8740"/>
                </a:lnTo>
                <a:lnTo>
                  <a:pt x="3306" y="8740"/>
                </a:lnTo>
                <a:lnTo>
                  <a:pt x="3306" y="8290"/>
                </a:lnTo>
                <a:lnTo>
                  <a:pt x="2856" y="8290"/>
                </a:lnTo>
                <a:close/>
                <a:moveTo>
                  <a:pt x="2374" y="8290"/>
                </a:moveTo>
                <a:lnTo>
                  <a:pt x="2374" y="8740"/>
                </a:lnTo>
                <a:lnTo>
                  <a:pt x="2823" y="8740"/>
                </a:lnTo>
                <a:lnTo>
                  <a:pt x="2823" y="8290"/>
                </a:lnTo>
                <a:lnTo>
                  <a:pt x="2374" y="8290"/>
                </a:lnTo>
                <a:close/>
                <a:moveTo>
                  <a:pt x="1891" y="8290"/>
                </a:moveTo>
                <a:lnTo>
                  <a:pt x="1891" y="8740"/>
                </a:lnTo>
                <a:lnTo>
                  <a:pt x="2341" y="8740"/>
                </a:lnTo>
                <a:lnTo>
                  <a:pt x="2341" y="8290"/>
                </a:lnTo>
                <a:lnTo>
                  <a:pt x="1891" y="8290"/>
                </a:lnTo>
                <a:close/>
                <a:moveTo>
                  <a:pt x="1408" y="8290"/>
                </a:moveTo>
                <a:lnTo>
                  <a:pt x="1408" y="8740"/>
                </a:lnTo>
                <a:lnTo>
                  <a:pt x="1858" y="8740"/>
                </a:lnTo>
                <a:lnTo>
                  <a:pt x="1858" y="8290"/>
                </a:lnTo>
                <a:lnTo>
                  <a:pt x="1408" y="8290"/>
                </a:lnTo>
                <a:close/>
                <a:moveTo>
                  <a:pt x="926" y="8290"/>
                </a:moveTo>
                <a:lnTo>
                  <a:pt x="926" y="8740"/>
                </a:lnTo>
                <a:lnTo>
                  <a:pt x="1375" y="8740"/>
                </a:lnTo>
                <a:lnTo>
                  <a:pt x="1375" y="8290"/>
                </a:lnTo>
                <a:lnTo>
                  <a:pt x="926" y="8290"/>
                </a:lnTo>
                <a:close/>
                <a:moveTo>
                  <a:pt x="443" y="8290"/>
                </a:moveTo>
                <a:lnTo>
                  <a:pt x="443" y="8740"/>
                </a:lnTo>
                <a:lnTo>
                  <a:pt x="893" y="8740"/>
                </a:lnTo>
                <a:lnTo>
                  <a:pt x="893" y="8290"/>
                </a:lnTo>
                <a:lnTo>
                  <a:pt x="443" y="8290"/>
                </a:lnTo>
                <a:close/>
                <a:moveTo>
                  <a:pt x="18302" y="7808"/>
                </a:moveTo>
                <a:lnTo>
                  <a:pt x="18302" y="8257"/>
                </a:lnTo>
                <a:lnTo>
                  <a:pt x="18751" y="8257"/>
                </a:lnTo>
                <a:lnTo>
                  <a:pt x="18751" y="7808"/>
                </a:lnTo>
                <a:lnTo>
                  <a:pt x="18302" y="7808"/>
                </a:lnTo>
                <a:close/>
                <a:moveTo>
                  <a:pt x="17819" y="7808"/>
                </a:moveTo>
                <a:lnTo>
                  <a:pt x="17819" y="8257"/>
                </a:lnTo>
                <a:lnTo>
                  <a:pt x="18269" y="8257"/>
                </a:lnTo>
                <a:lnTo>
                  <a:pt x="18269" y="7808"/>
                </a:lnTo>
                <a:lnTo>
                  <a:pt x="17819" y="7808"/>
                </a:lnTo>
                <a:close/>
                <a:moveTo>
                  <a:pt x="17336" y="7808"/>
                </a:moveTo>
                <a:lnTo>
                  <a:pt x="17336" y="8257"/>
                </a:lnTo>
                <a:lnTo>
                  <a:pt x="17786" y="8257"/>
                </a:lnTo>
                <a:lnTo>
                  <a:pt x="17786" y="7808"/>
                </a:lnTo>
                <a:lnTo>
                  <a:pt x="17336" y="7808"/>
                </a:lnTo>
                <a:close/>
                <a:moveTo>
                  <a:pt x="16854" y="7808"/>
                </a:moveTo>
                <a:lnTo>
                  <a:pt x="16854" y="8257"/>
                </a:lnTo>
                <a:lnTo>
                  <a:pt x="17303" y="8257"/>
                </a:lnTo>
                <a:lnTo>
                  <a:pt x="17303" y="7808"/>
                </a:lnTo>
                <a:lnTo>
                  <a:pt x="16854" y="7808"/>
                </a:lnTo>
                <a:close/>
                <a:moveTo>
                  <a:pt x="16371" y="7808"/>
                </a:moveTo>
                <a:lnTo>
                  <a:pt x="16371" y="8257"/>
                </a:lnTo>
                <a:lnTo>
                  <a:pt x="16821" y="8257"/>
                </a:lnTo>
                <a:lnTo>
                  <a:pt x="16821" y="7808"/>
                </a:lnTo>
                <a:lnTo>
                  <a:pt x="16371" y="7808"/>
                </a:lnTo>
                <a:close/>
                <a:moveTo>
                  <a:pt x="15888" y="7808"/>
                </a:moveTo>
                <a:lnTo>
                  <a:pt x="15888" y="8257"/>
                </a:lnTo>
                <a:lnTo>
                  <a:pt x="16338" y="8257"/>
                </a:lnTo>
                <a:lnTo>
                  <a:pt x="16338" y="7808"/>
                </a:lnTo>
                <a:lnTo>
                  <a:pt x="15888" y="7808"/>
                </a:lnTo>
                <a:close/>
                <a:moveTo>
                  <a:pt x="15406" y="7808"/>
                </a:moveTo>
                <a:lnTo>
                  <a:pt x="15406" y="8257"/>
                </a:lnTo>
                <a:lnTo>
                  <a:pt x="15855" y="8257"/>
                </a:lnTo>
                <a:lnTo>
                  <a:pt x="15855" y="7808"/>
                </a:lnTo>
                <a:lnTo>
                  <a:pt x="15406" y="7808"/>
                </a:lnTo>
                <a:close/>
                <a:moveTo>
                  <a:pt x="14923" y="7808"/>
                </a:moveTo>
                <a:lnTo>
                  <a:pt x="14923" y="8257"/>
                </a:lnTo>
                <a:lnTo>
                  <a:pt x="15373" y="8257"/>
                </a:lnTo>
                <a:lnTo>
                  <a:pt x="15373" y="7808"/>
                </a:lnTo>
                <a:lnTo>
                  <a:pt x="14923" y="7808"/>
                </a:lnTo>
                <a:close/>
                <a:moveTo>
                  <a:pt x="14440" y="7808"/>
                </a:moveTo>
                <a:lnTo>
                  <a:pt x="14440" y="8257"/>
                </a:lnTo>
                <a:lnTo>
                  <a:pt x="14890" y="8257"/>
                </a:lnTo>
                <a:lnTo>
                  <a:pt x="14890" y="7808"/>
                </a:lnTo>
                <a:lnTo>
                  <a:pt x="14440" y="7808"/>
                </a:lnTo>
                <a:close/>
                <a:moveTo>
                  <a:pt x="13958" y="7808"/>
                </a:moveTo>
                <a:lnTo>
                  <a:pt x="13958" y="8257"/>
                </a:lnTo>
                <a:lnTo>
                  <a:pt x="14407" y="8257"/>
                </a:lnTo>
                <a:lnTo>
                  <a:pt x="14407" y="7808"/>
                </a:lnTo>
                <a:lnTo>
                  <a:pt x="13958" y="7808"/>
                </a:lnTo>
                <a:close/>
                <a:moveTo>
                  <a:pt x="13475" y="7808"/>
                </a:moveTo>
                <a:lnTo>
                  <a:pt x="13475" y="8257"/>
                </a:lnTo>
                <a:lnTo>
                  <a:pt x="13925" y="8257"/>
                </a:lnTo>
                <a:lnTo>
                  <a:pt x="13925" y="7808"/>
                </a:lnTo>
                <a:lnTo>
                  <a:pt x="13475" y="7808"/>
                </a:lnTo>
                <a:close/>
                <a:moveTo>
                  <a:pt x="12992" y="7808"/>
                </a:moveTo>
                <a:lnTo>
                  <a:pt x="12992" y="8257"/>
                </a:lnTo>
                <a:lnTo>
                  <a:pt x="13442" y="8257"/>
                </a:lnTo>
                <a:lnTo>
                  <a:pt x="13442" y="7808"/>
                </a:lnTo>
                <a:lnTo>
                  <a:pt x="12992" y="7808"/>
                </a:lnTo>
                <a:close/>
                <a:moveTo>
                  <a:pt x="12510" y="7808"/>
                </a:moveTo>
                <a:lnTo>
                  <a:pt x="12510" y="8257"/>
                </a:lnTo>
                <a:lnTo>
                  <a:pt x="12959" y="8257"/>
                </a:lnTo>
                <a:lnTo>
                  <a:pt x="12959" y="7808"/>
                </a:lnTo>
                <a:lnTo>
                  <a:pt x="12510" y="7808"/>
                </a:lnTo>
                <a:close/>
                <a:moveTo>
                  <a:pt x="12027" y="7808"/>
                </a:moveTo>
                <a:lnTo>
                  <a:pt x="12027" y="8257"/>
                </a:lnTo>
                <a:lnTo>
                  <a:pt x="12477" y="8257"/>
                </a:lnTo>
                <a:lnTo>
                  <a:pt x="12477" y="7808"/>
                </a:lnTo>
                <a:lnTo>
                  <a:pt x="12027" y="7808"/>
                </a:lnTo>
                <a:close/>
                <a:moveTo>
                  <a:pt x="11544" y="7808"/>
                </a:moveTo>
                <a:lnTo>
                  <a:pt x="11544" y="8257"/>
                </a:lnTo>
                <a:lnTo>
                  <a:pt x="11994" y="8257"/>
                </a:lnTo>
                <a:lnTo>
                  <a:pt x="11994" y="7808"/>
                </a:lnTo>
                <a:lnTo>
                  <a:pt x="11544" y="7808"/>
                </a:lnTo>
                <a:close/>
                <a:moveTo>
                  <a:pt x="11062" y="7808"/>
                </a:moveTo>
                <a:lnTo>
                  <a:pt x="11062" y="8257"/>
                </a:lnTo>
                <a:lnTo>
                  <a:pt x="11511" y="8257"/>
                </a:lnTo>
                <a:lnTo>
                  <a:pt x="11511" y="7808"/>
                </a:lnTo>
                <a:lnTo>
                  <a:pt x="11062" y="7808"/>
                </a:lnTo>
                <a:close/>
                <a:moveTo>
                  <a:pt x="10579" y="7808"/>
                </a:moveTo>
                <a:lnTo>
                  <a:pt x="10579" y="8257"/>
                </a:lnTo>
                <a:lnTo>
                  <a:pt x="11029" y="8257"/>
                </a:lnTo>
                <a:lnTo>
                  <a:pt x="11029" y="7808"/>
                </a:lnTo>
                <a:lnTo>
                  <a:pt x="10579" y="7808"/>
                </a:lnTo>
                <a:close/>
                <a:moveTo>
                  <a:pt x="10096" y="7808"/>
                </a:moveTo>
                <a:lnTo>
                  <a:pt x="10096" y="8257"/>
                </a:lnTo>
                <a:lnTo>
                  <a:pt x="10546" y="8257"/>
                </a:lnTo>
                <a:lnTo>
                  <a:pt x="10546" y="7808"/>
                </a:lnTo>
                <a:lnTo>
                  <a:pt x="10096" y="7808"/>
                </a:lnTo>
                <a:close/>
                <a:moveTo>
                  <a:pt x="9614" y="7808"/>
                </a:moveTo>
                <a:lnTo>
                  <a:pt x="9614" y="8257"/>
                </a:lnTo>
                <a:lnTo>
                  <a:pt x="10063" y="8257"/>
                </a:lnTo>
                <a:lnTo>
                  <a:pt x="10063" y="7808"/>
                </a:lnTo>
                <a:lnTo>
                  <a:pt x="9614" y="7808"/>
                </a:lnTo>
                <a:close/>
                <a:moveTo>
                  <a:pt x="9131" y="7808"/>
                </a:moveTo>
                <a:lnTo>
                  <a:pt x="9131" y="8257"/>
                </a:lnTo>
                <a:lnTo>
                  <a:pt x="9581" y="8257"/>
                </a:lnTo>
                <a:lnTo>
                  <a:pt x="9581" y="7808"/>
                </a:lnTo>
                <a:lnTo>
                  <a:pt x="9131" y="7808"/>
                </a:lnTo>
                <a:close/>
                <a:moveTo>
                  <a:pt x="8648" y="7808"/>
                </a:moveTo>
                <a:lnTo>
                  <a:pt x="8648" y="8257"/>
                </a:lnTo>
                <a:lnTo>
                  <a:pt x="9098" y="8257"/>
                </a:lnTo>
                <a:lnTo>
                  <a:pt x="9098" y="7808"/>
                </a:lnTo>
                <a:lnTo>
                  <a:pt x="8648" y="7808"/>
                </a:lnTo>
                <a:close/>
                <a:moveTo>
                  <a:pt x="8166" y="7808"/>
                </a:moveTo>
                <a:lnTo>
                  <a:pt x="8166" y="8257"/>
                </a:lnTo>
                <a:lnTo>
                  <a:pt x="8615" y="8257"/>
                </a:lnTo>
                <a:lnTo>
                  <a:pt x="8615" y="7808"/>
                </a:lnTo>
                <a:lnTo>
                  <a:pt x="8166" y="7808"/>
                </a:lnTo>
                <a:close/>
                <a:moveTo>
                  <a:pt x="7683" y="7808"/>
                </a:moveTo>
                <a:lnTo>
                  <a:pt x="7683" y="8257"/>
                </a:lnTo>
                <a:lnTo>
                  <a:pt x="8133" y="8257"/>
                </a:lnTo>
                <a:lnTo>
                  <a:pt x="8133" y="7808"/>
                </a:lnTo>
                <a:lnTo>
                  <a:pt x="7683" y="7808"/>
                </a:lnTo>
                <a:close/>
                <a:moveTo>
                  <a:pt x="7200" y="7808"/>
                </a:moveTo>
                <a:lnTo>
                  <a:pt x="7200" y="8257"/>
                </a:lnTo>
                <a:lnTo>
                  <a:pt x="7650" y="8257"/>
                </a:lnTo>
                <a:lnTo>
                  <a:pt x="7650" y="7808"/>
                </a:lnTo>
                <a:lnTo>
                  <a:pt x="7200" y="7808"/>
                </a:lnTo>
                <a:close/>
                <a:moveTo>
                  <a:pt x="6718" y="7808"/>
                </a:moveTo>
                <a:lnTo>
                  <a:pt x="6718" y="8257"/>
                </a:lnTo>
                <a:lnTo>
                  <a:pt x="7167" y="8257"/>
                </a:lnTo>
                <a:lnTo>
                  <a:pt x="7167" y="7808"/>
                </a:lnTo>
                <a:lnTo>
                  <a:pt x="6718" y="7808"/>
                </a:lnTo>
                <a:close/>
                <a:moveTo>
                  <a:pt x="6235" y="7808"/>
                </a:moveTo>
                <a:lnTo>
                  <a:pt x="6235" y="8257"/>
                </a:lnTo>
                <a:lnTo>
                  <a:pt x="6685" y="8257"/>
                </a:lnTo>
                <a:lnTo>
                  <a:pt x="6685" y="7808"/>
                </a:lnTo>
                <a:lnTo>
                  <a:pt x="6235" y="7808"/>
                </a:lnTo>
                <a:close/>
                <a:moveTo>
                  <a:pt x="5752" y="7808"/>
                </a:moveTo>
                <a:lnTo>
                  <a:pt x="5752" y="8257"/>
                </a:lnTo>
                <a:lnTo>
                  <a:pt x="6202" y="8257"/>
                </a:lnTo>
                <a:lnTo>
                  <a:pt x="6202" y="7808"/>
                </a:lnTo>
                <a:lnTo>
                  <a:pt x="5752" y="7808"/>
                </a:lnTo>
                <a:close/>
                <a:moveTo>
                  <a:pt x="5270" y="7808"/>
                </a:moveTo>
                <a:lnTo>
                  <a:pt x="5270" y="8257"/>
                </a:lnTo>
                <a:lnTo>
                  <a:pt x="5719" y="8257"/>
                </a:lnTo>
                <a:lnTo>
                  <a:pt x="5719" y="7808"/>
                </a:lnTo>
                <a:lnTo>
                  <a:pt x="5270" y="7808"/>
                </a:lnTo>
                <a:close/>
                <a:moveTo>
                  <a:pt x="4787" y="7808"/>
                </a:moveTo>
                <a:lnTo>
                  <a:pt x="4787" y="8257"/>
                </a:lnTo>
                <a:lnTo>
                  <a:pt x="5237" y="8257"/>
                </a:lnTo>
                <a:lnTo>
                  <a:pt x="5237" y="7808"/>
                </a:lnTo>
                <a:lnTo>
                  <a:pt x="4787" y="7808"/>
                </a:lnTo>
                <a:close/>
                <a:moveTo>
                  <a:pt x="4304" y="7808"/>
                </a:moveTo>
                <a:lnTo>
                  <a:pt x="4304" y="8257"/>
                </a:lnTo>
                <a:lnTo>
                  <a:pt x="4754" y="8257"/>
                </a:lnTo>
                <a:lnTo>
                  <a:pt x="4754" y="7808"/>
                </a:lnTo>
                <a:lnTo>
                  <a:pt x="4304" y="7808"/>
                </a:lnTo>
                <a:close/>
                <a:moveTo>
                  <a:pt x="3822" y="7808"/>
                </a:moveTo>
                <a:lnTo>
                  <a:pt x="3822" y="8257"/>
                </a:lnTo>
                <a:lnTo>
                  <a:pt x="4271" y="8257"/>
                </a:lnTo>
                <a:lnTo>
                  <a:pt x="4271" y="7808"/>
                </a:lnTo>
                <a:lnTo>
                  <a:pt x="3822" y="7808"/>
                </a:lnTo>
                <a:close/>
                <a:moveTo>
                  <a:pt x="3339" y="7808"/>
                </a:moveTo>
                <a:lnTo>
                  <a:pt x="3339" y="8257"/>
                </a:lnTo>
                <a:lnTo>
                  <a:pt x="3789" y="8257"/>
                </a:lnTo>
                <a:lnTo>
                  <a:pt x="3789" y="7808"/>
                </a:lnTo>
                <a:lnTo>
                  <a:pt x="3339" y="7808"/>
                </a:lnTo>
                <a:close/>
                <a:moveTo>
                  <a:pt x="2856" y="7808"/>
                </a:moveTo>
                <a:lnTo>
                  <a:pt x="2856" y="8257"/>
                </a:lnTo>
                <a:lnTo>
                  <a:pt x="3306" y="8257"/>
                </a:lnTo>
                <a:lnTo>
                  <a:pt x="3306" y="7808"/>
                </a:lnTo>
                <a:lnTo>
                  <a:pt x="2856" y="7808"/>
                </a:lnTo>
                <a:close/>
                <a:moveTo>
                  <a:pt x="2374" y="7808"/>
                </a:moveTo>
                <a:lnTo>
                  <a:pt x="2374" y="8257"/>
                </a:lnTo>
                <a:lnTo>
                  <a:pt x="2823" y="8257"/>
                </a:lnTo>
                <a:lnTo>
                  <a:pt x="2823" y="7808"/>
                </a:lnTo>
                <a:lnTo>
                  <a:pt x="2374" y="7808"/>
                </a:lnTo>
                <a:close/>
                <a:moveTo>
                  <a:pt x="1891" y="7808"/>
                </a:moveTo>
                <a:lnTo>
                  <a:pt x="1891" y="8257"/>
                </a:lnTo>
                <a:lnTo>
                  <a:pt x="2341" y="8257"/>
                </a:lnTo>
                <a:lnTo>
                  <a:pt x="2341" y="7808"/>
                </a:lnTo>
                <a:lnTo>
                  <a:pt x="1891" y="7808"/>
                </a:lnTo>
                <a:close/>
                <a:moveTo>
                  <a:pt x="1408" y="7808"/>
                </a:moveTo>
                <a:lnTo>
                  <a:pt x="1408" y="8257"/>
                </a:lnTo>
                <a:lnTo>
                  <a:pt x="1858" y="8257"/>
                </a:lnTo>
                <a:lnTo>
                  <a:pt x="1858" y="7808"/>
                </a:lnTo>
                <a:lnTo>
                  <a:pt x="1408" y="7808"/>
                </a:lnTo>
                <a:close/>
                <a:moveTo>
                  <a:pt x="926" y="7808"/>
                </a:moveTo>
                <a:lnTo>
                  <a:pt x="926" y="8257"/>
                </a:lnTo>
                <a:lnTo>
                  <a:pt x="1375" y="8257"/>
                </a:lnTo>
                <a:lnTo>
                  <a:pt x="1375" y="7808"/>
                </a:lnTo>
                <a:lnTo>
                  <a:pt x="926" y="7808"/>
                </a:lnTo>
                <a:close/>
                <a:moveTo>
                  <a:pt x="443" y="7808"/>
                </a:moveTo>
                <a:lnTo>
                  <a:pt x="443" y="8257"/>
                </a:lnTo>
                <a:lnTo>
                  <a:pt x="893" y="8257"/>
                </a:lnTo>
                <a:lnTo>
                  <a:pt x="893" y="7808"/>
                </a:lnTo>
                <a:lnTo>
                  <a:pt x="443" y="7808"/>
                </a:lnTo>
                <a:close/>
                <a:moveTo>
                  <a:pt x="18302" y="7325"/>
                </a:moveTo>
                <a:lnTo>
                  <a:pt x="18302" y="7775"/>
                </a:lnTo>
                <a:lnTo>
                  <a:pt x="18751" y="7775"/>
                </a:lnTo>
                <a:lnTo>
                  <a:pt x="18751" y="7325"/>
                </a:lnTo>
                <a:lnTo>
                  <a:pt x="18302" y="7325"/>
                </a:lnTo>
                <a:close/>
                <a:moveTo>
                  <a:pt x="17819" y="7325"/>
                </a:moveTo>
                <a:lnTo>
                  <a:pt x="17819" y="7775"/>
                </a:lnTo>
                <a:lnTo>
                  <a:pt x="18269" y="7775"/>
                </a:lnTo>
                <a:lnTo>
                  <a:pt x="18269" y="7325"/>
                </a:lnTo>
                <a:lnTo>
                  <a:pt x="17819" y="7325"/>
                </a:lnTo>
                <a:close/>
                <a:moveTo>
                  <a:pt x="17336" y="7325"/>
                </a:moveTo>
                <a:lnTo>
                  <a:pt x="17336" y="7775"/>
                </a:lnTo>
                <a:lnTo>
                  <a:pt x="17786" y="7775"/>
                </a:lnTo>
                <a:lnTo>
                  <a:pt x="17786" y="7325"/>
                </a:lnTo>
                <a:lnTo>
                  <a:pt x="17336" y="7325"/>
                </a:lnTo>
                <a:close/>
                <a:moveTo>
                  <a:pt x="16854" y="7325"/>
                </a:moveTo>
                <a:lnTo>
                  <a:pt x="16854" y="7775"/>
                </a:lnTo>
                <a:lnTo>
                  <a:pt x="17303" y="7775"/>
                </a:lnTo>
                <a:lnTo>
                  <a:pt x="17303" y="7325"/>
                </a:lnTo>
                <a:lnTo>
                  <a:pt x="16854" y="7325"/>
                </a:lnTo>
                <a:close/>
                <a:moveTo>
                  <a:pt x="16371" y="7325"/>
                </a:moveTo>
                <a:lnTo>
                  <a:pt x="16371" y="7775"/>
                </a:lnTo>
                <a:lnTo>
                  <a:pt x="16821" y="7775"/>
                </a:lnTo>
                <a:lnTo>
                  <a:pt x="16821" y="7325"/>
                </a:lnTo>
                <a:lnTo>
                  <a:pt x="16371" y="7325"/>
                </a:lnTo>
                <a:close/>
                <a:moveTo>
                  <a:pt x="15888" y="7325"/>
                </a:moveTo>
                <a:lnTo>
                  <a:pt x="15888" y="7775"/>
                </a:lnTo>
                <a:lnTo>
                  <a:pt x="16338" y="7775"/>
                </a:lnTo>
                <a:lnTo>
                  <a:pt x="16338" y="7325"/>
                </a:lnTo>
                <a:lnTo>
                  <a:pt x="15888" y="7325"/>
                </a:lnTo>
                <a:close/>
                <a:moveTo>
                  <a:pt x="15406" y="7325"/>
                </a:moveTo>
                <a:lnTo>
                  <a:pt x="15406" y="7775"/>
                </a:lnTo>
                <a:lnTo>
                  <a:pt x="15855" y="7775"/>
                </a:lnTo>
                <a:lnTo>
                  <a:pt x="15855" y="7325"/>
                </a:lnTo>
                <a:lnTo>
                  <a:pt x="15406" y="7325"/>
                </a:lnTo>
                <a:close/>
                <a:moveTo>
                  <a:pt x="14923" y="7325"/>
                </a:moveTo>
                <a:lnTo>
                  <a:pt x="14923" y="7775"/>
                </a:lnTo>
                <a:lnTo>
                  <a:pt x="15373" y="7775"/>
                </a:lnTo>
                <a:lnTo>
                  <a:pt x="15373" y="7325"/>
                </a:lnTo>
                <a:lnTo>
                  <a:pt x="14923" y="7325"/>
                </a:lnTo>
                <a:close/>
                <a:moveTo>
                  <a:pt x="14440" y="7325"/>
                </a:moveTo>
                <a:lnTo>
                  <a:pt x="14440" y="7775"/>
                </a:lnTo>
                <a:lnTo>
                  <a:pt x="14890" y="7775"/>
                </a:lnTo>
                <a:lnTo>
                  <a:pt x="14890" y="7325"/>
                </a:lnTo>
                <a:lnTo>
                  <a:pt x="14440" y="7325"/>
                </a:lnTo>
                <a:close/>
                <a:moveTo>
                  <a:pt x="13958" y="7325"/>
                </a:moveTo>
                <a:lnTo>
                  <a:pt x="13958" y="7775"/>
                </a:lnTo>
                <a:lnTo>
                  <a:pt x="14407" y="7775"/>
                </a:lnTo>
                <a:lnTo>
                  <a:pt x="14407" y="7325"/>
                </a:lnTo>
                <a:lnTo>
                  <a:pt x="13958" y="7325"/>
                </a:lnTo>
                <a:close/>
                <a:moveTo>
                  <a:pt x="13475" y="7325"/>
                </a:moveTo>
                <a:lnTo>
                  <a:pt x="13475" y="7775"/>
                </a:lnTo>
                <a:lnTo>
                  <a:pt x="13925" y="7775"/>
                </a:lnTo>
                <a:lnTo>
                  <a:pt x="13925" y="7325"/>
                </a:lnTo>
                <a:lnTo>
                  <a:pt x="13475" y="7325"/>
                </a:lnTo>
                <a:close/>
                <a:moveTo>
                  <a:pt x="12992" y="7325"/>
                </a:moveTo>
                <a:lnTo>
                  <a:pt x="12992" y="7775"/>
                </a:lnTo>
                <a:lnTo>
                  <a:pt x="13442" y="7775"/>
                </a:lnTo>
                <a:lnTo>
                  <a:pt x="13442" y="7325"/>
                </a:lnTo>
                <a:lnTo>
                  <a:pt x="12992" y="7325"/>
                </a:lnTo>
                <a:close/>
                <a:moveTo>
                  <a:pt x="12510" y="7325"/>
                </a:moveTo>
                <a:lnTo>
                  <a:pt x="12510" y="7775"/>
                </a:lnTo>
                <a:lnTo>
                  <a:pt x="12959" y="7775"/>
                </a:lnTo>
                <a:lnTo>
                  <a:pt x="12959" y="7325"/>
                </a:lnTo>
                <a:lnTo>
                  <a:pt x="12510" y="7325"/>
                </a:lnTo>
                <a:close/>
                <a:moveTo>
                  <a:pt x="12027" y="7325"/>
                </a:moveTo>
                <a:lnTo>
                  <a:pt x="12027" y="7775"/>
                </a:lnTo>
                <a:lnTo>
                  <a:pt x="12477" y="7775"/>
                </a:lnTo>
                <a:lnTo>
                  <a:pt x="12477" y="7325"/>
                </a:lnTo>
                <a:lnTo>
                  <a:pt x="12027" y="7325"/>
                </a:lnTo>
                <a:close/>
                <a:moveTo>
                  <a:pt x="11544" y="7325"/>
                </a:moveTo>
                <a:lnTo>
                  <a:pt x="11544" y="7775"/>
                </a:lnTo>
                <a:lnTo>
                  <a:pt x="11994" y="7775"/>
                </a:lnTo>
                <a:lnTo>
                  <a:pt x="11994" y="7325"/>
                </a:lnTo>
                <a:lnTo>
                  <a:pt x="11544" y="7325"/>
                </a:lnTo>
                <a:close/>
                <a:moveTo>
                  <a:pt x="11062" y="7325"/>
                </a:moveTo>
                <a:lnTo>
                  <a:pt x="11062" y="7775"/>
                </a:lnTo>
                <a:lnTo>
                  <a:pt x="11511" y="7775"/>
                </a:lnTo>
                <a:lnTo>
                  <a:pt x="11511" y="7325"/>
                </a:lnTo>
                <a:lnTo>
                  <a:pt x="11062" y="7325"/>
                </a:lnTo>
                <a:close/>
                <a:moveTo>
                  <a:pt x="10579" y="7325"/>
                </a:moveTo>
                <a:lnTo>
                  <a:pt x="10579" y="7775"/>
                </a:lnTo>
                <a:lnTo>
                  <a:pt x="11029" y="7775"/>
                </a:lnTo>
                <a:lnTo>
                  <a:pt x="11029" y="7325"/>
                </a:lnTo>
                <a:lnTo>
                  <a:pt x="10579" y="7325"/>
                </a:lnTo>
                <a:close/>
                <a:moveTo>
                  <a:pt x="10096" y="7325"/>
                </a:moveTo>
                <a:lnTo>
                  <a:pt x="10096" y="7775"/>
                </a:lnTo>
                <a:lnTo>
                  <a:pt x="10546" y="7775"/>
                </a:lnTo>
                <a:lnTo>
                  <a:pt x="10546" y="7325"/>
                </a:lnTo>
                <a:lnTo>
                  <a:pt x="10096" y="7325"/>
                </a:lnTo>
                <a:close/>
                <a:moveTo>
                  <a:pt x="9614" y="7325"/>
                </a:moveTo>
                <a:lnTo>
                  <a:pt x="9614" y="7775"/>
                </a:lnTo>
                <a:lnTo>
                  <a:pt x="10063" y="7775"/>
                </a:lnTo>
                <a:lnTo>
                  <a:pt x="10063" y="7325"/>
                </a:lnTo>
                <a:lnTo>
                  <a:pt x="9614" y="7325"/>
                </a:lnTo>
                <a:close/>
                <a:moveTo>
                  <a:pt x="9131" y="7325"/>
                </a:moveTo>
                <a:lnTo>
                  <a:pt x="9131" y="7775"/>
                </a:lnTo>
                <a:lnTo>
                  <a:pt x="9581" y="7775"/>
                </a:lnTo>
                <a:lnTo>
                  <a:pt x="9581" y="7325"/>
                </a:lnTo>
                <a:lnTo>
                  <a:pt x="9131" y="7325"/>
                </a:lnTo>
                <a:close/>
                <a:moveTo>
                  <a:pt x="8648" y="7325"/>
                </a:moveTo>
                <a:lnTo>
                  <a:pt x="8648" y="7775"/>
                </a:lnTo>
                <a:lnTo>
                  <a:pt x="9098" y="7775"/>
                </a:lnTo>
                <a:lnTo>
                  <a:pt x="9098" y="7325"/>
                </a:lnTo>
                <a:lnTo>
                  <a:pt x="8648" y="7325"/>
                </a:lnTo>
                <a:close/>
                <a:moveTo>
                  <a:pt x="8166" y="7325"/>
                </a:moveTo>
                <a:lnTo>
                  <a:pt x="8166" y="7775"/>
                </a:lnTo>
                <a:lnTo>
                  <a:pt x="8615" y="7775"/>
                </a:lnTo>
                <a:lnTo>
                  <a:pt x="8615" y="7325"/>
                </a:lnTo>
                <a:lnTo>
                  <a:pt x="8166" y="7325"/>
                </a:lnTo>
                <a:close/>
                <a:moveTo>
                  <a:pt x="7683" y="7325"/>
                </a:moveTo>
                <a:lnTo>
                  <a:pt x="7683" y="7775"/>
                </a:lnTo>
                <a:lnTo>
                  <a:pt x="8133" y="7775"/>
                </a:lnTo>
                <a:lnTo>
                  <a:pt x="8133" y="7325"/>
                </a:lnTo>
                <a:lnTo>
                  <a:pt x="7683" y="7325"/>
                </a:lnTo>
                <a:close/>
                <a:moveTo>
                  <a:pt x="7200" y="7325"/>
                </a:moveTo>
                <a:lnTo>
                  <a:pt x="7200" y="7775"/>
                </a:lnTo>
                <a:lnTo>
                  <a:pt x="7650" y="7775"/>
                </a:lnTo>
                <a:lnTo>
                  <a:pt x="7650" y="7325"/>
                </a:lnTo>
                <a:lnTo>
                  <a:pt x="7200" y="7325"/>
                </a:lnTo>
                <a:close/>
                <a:moveTo>
                  <a:pt x="6718" y="7325"/>
                </a:moveTo>
                <a:lnTo>
                  <a:pt x="6718" y="7775"/>
                </a:lnTo>
                <a:lnTo>
                  <a:pt x="7167" y="7775"/>
                </a:lnTo>
                <a:lnTo>
                  <a:pt x="7167" y="7325"/>
                </a:lnTo>
                <a:lnTo>
                  <a:pt x="6718" y="7325"/>
                </a:lnTo>
                <a:close/>
                <a:moveTo>
                  <a:pt x="6235" y="7325"/>
                </a:moveTo>
                <a:lnTo>
                  <a:pt x="6235" y="7775"/>
                </a:lnTo>
                <a:lnTo>
                  <a:pt x="6685" y="7775"/>
                </a:lnTo>
                <a:lnTo>
                  <a:pt x="6685" y="7325"/>
                </a:lnTo>
                <a:lnTo>
                  <a:pt x="6235" y="7325"/>
                </a:lnTo>
                <a:close/>
                <a:moveTo>
                  <a:pt x="5752" y="7325"/>
                </a:moveTo>
                <a:lnTo>
                  <a:pt x="5752" y="7775"/>
                </a:lnTo>
                <a:lnTo>
                  <a:pt x="6202" y="7775"/>
                </a:lnTo>
                <a:lnTo>
                  <a:pt x="6202" y="7325"/>
                </a:lnTo>
                <a:lnTo>
                  <a:pt x="5752" y="7325"/>
                </a:lnTo>
                <a:close/>
                <a:moveTo>
                  <a:pt x="5270" y="7325"/>
                </a:moveTo>
                <a:lnTo>
                  <a:pt x="5270" y="7775"/>
                </a:lnTo>
                <a:lnTo>
                  <a:pt x="5719" y="7775"/>
                </a:lnTo>
                <a:lnTo>
                  <a:pt x="5719" y="7325"/>
                </a:lnTo>
                <a:lnTo>
                  <a:pt x="5270" y="7325"/>
                </a:lnTo>
                <a:close/>
                <a:moveTo>
                  <a:pt x="4787" y="7325"/>
                </a:moveTo>
                <a:lnTo>
                  <a:pt x="4787" y="7775"/>
                </a:lnTo>
                <a:lnTo>
                  <a:pt x="5237" y="7775"/>
                </a:lnTo>
                <a:lnTo>
                  <a:pt x="5237" y="7325"/>
                </a:lnTo>
                <a:lnTo>
                  <a:pt x="4787" y="7325"/>
                </a:lnTo>
                <a:close/>
                <a:moveTo>
                  <a:pt x="4304" y="7325"/>
                </a:moveTo>
                <a:lnTo>
                  <a:pt x="4304" y="7775"/>
                </a:lnTo>
                <a:lnTo>
                  <a:pt x="4754" y="7775"/>
                </a:lnTo>
                <a:lnTo>
                  <a:pt x="4754" y="7325"/>
                </a:lnTo>
                <a:lnTo>
                  <a:pt x="4304" y="7325"/>
                </a:lnTo>
                <a:close/>
                <a:moveTo>
                  <a:pt x="3822" y="7325"/>
                </a:moveTo>
                <a:lnTo>
                  <a:pt x="3822" y="7775"/>
                </a:lnTo>
                <a:lnTo>
                  <a:pt x="4271" y="7775"/>
                </a:lnTo>
                <a:lnTo>
                  <a:pt x="4271" y="7325"/>
                </a:lnTo>
                <a:lnTo>
                  <a:pt x="3822" y="7325"/>
                </a:lnTo>
                <a:close/>
                <a:moveTo>
                  <a:pt x="3339" y="7325"/>
                </a:moveTo>
                <a:lnTo>
                  <a:pt x="3339" y="7775"/>
                </a:lnTo>
                <a:lnTo>
                  <a:pt x="3789" y="7775"/>
                </a:lnTo>
                <a:lnTo>
                  <a:pt x="3789" y="7325"/>
                </a:lnTo>
                <a:lnTo>
                  <a:pt x="3339" y="7325"/>
                </a:lnTo>
                <a:close/>
                <a:moveTo>
                  <a:pt x="2856" y="7325"/>
                </a:moveTo>
                <a:lnTo>
                  <a:pt x="2856" y="7775"/>
                </a:lnTo>
                <a:lnTo>
                  <a:pt x="3306" y="7775"/>
                </a:lnTo>
                <a:lnTo>
                  <a:pt x="3306" y="7325"/>
                </a:lnTo>
                <a:lnTo>
                  <a:pt x="2856" y="7325"/>
                </a:lnTo>
                <a:close/>
                <a:moveTo>
                  <a:pt x="2374" y="7325"/>
                </a:moveTo>
                <a:lnTo>
                  <a:pt x="2374" y="7775"/>
                </a:lnTo>
                <a:lnTo>
                  <a:pt x="2823" y="7775"/>
                </a:lnTo>
                <a:lnTo>
                  <a:pt x="2823" y="7325"/>
                </a:lnTo>
                <a:lnTo>
                  <a:pt x="2374" y="7325"/>
                </a:lnTo>
                <a:close/>
                <a:moveTo>
                  <a:pt x="1891" y="7325"/>
                </a:moveTo>
                <a:lnTo>
                  <a:pt x="1891" y="7775"/>
                </a:lnTo>
                <a:lnTo>
                  <a:pt x="2341" y="7775"/>
                </a:lnTo>
                <a:lnTo>
                  <a:pt x="2341" y="7325"/>
                </a:lnTo>
                <a:lnTo>
                  <a:pt x="1891" y="7325"/>
                </a:lnTo>
                <a:close/>
                <a:moveTo>
                  <a:pt x="1408" y="7325"/>
                </a:moveTo>
                <a:lnTo>
                  <a:pt x="1408" y="7775"/>
                </a:lnTo>
                <a:lnTo>
                  <a:pt x="1858" y="7775"/>
                </a:lnTo>
                <a:lnTo>
                  <a:pt x="1858" y="7325"/>
                </a:lnTo>
                <a:lnTo>
                  <a:pt x="1408" y="7325"/>
                </a:lnTo>
                <a:close/>
                <a:moveTo>
                  <a:pt x="926" y="7325"/>
                </a:moveTo>
                <a:lnTo>
                  <a:pt x="926" y="7775"/>
                </a:lnTo>
                <a:lnTo>
                  <a:pt x="1375" y="7775"/>
                </a:lnTo>
                <a:lnTo>
                  <a:pt x="1375" y="7325"/>
                </a:lnTo>
                <a:lnTo>
                  <a:pt x="926" y="7325"/>
                </a:lnTo>
                <a:close/>
                <a:moveTo>
                  <a:pt x="443" y="7325"/>
                </a:moveTo>
                <a:lnTo>
                  <a:pt x="443" y="7775"/>
                </a:lnTo>
                <a:lnTo>
                  <a:pt x="893" y="7775"/>
                </a:lnTo>
                <a:lnTo>
                  <a:pt x="893" y="7325"/>
                </a:lnTo>
                <a:lnTo>
                  <a:pt x="443" y="7325"/>
                </a:lnTo>
                <a:close/>
                <a:moveTo>
                  <a:pt x="18302" y="6842"/>
                </a:moveTo>
                <a:lnTo>
                  <a:pt x="18302" y="7292"/>
                </a:lnTo>
                <a:lnTo>
                  <a:pt x="18751" y="7292"/>
                </a:lnTo>
                <a:lnTo>
                  <a:pt x="18751" y="6842"/>
                </a:lnTo>
                <a:lnTo>
                  <a:pt x="18302" y="6842"/>
                </a:lnTo>
                <a:close/>
                <a:moveTo>
                  <a:pt x="17819" y="6842"/>
                </a:moveTo>
                <a:lnTo>
                  <a:pt x="17819" y="7292"/>
                </a:lnTo>
                <a:lnTo>
                  <a:pt x="18269" y="7292"/>
                </a:lnTo>
                <a:lnTo>
                  <a:pt x="18269" y="6842"/>
                </a:lnTo>
                <a:lnTo>
                  <a:pt x="17819" y="6842"/>
                </a:lnTo>
                <a:close/>
                <a:moveTo>
                  <a:pt x="17336" y="6842"/>
                </a:moveTo>
                <a:lnTo>
                  <a:pt x="17336" y="7292"/>
                </a:lnTo>
                <a:lnTo>
                  <a:pt x="17786" y="7292"/>
                </a:lnTo>
                <a:lnTo>
                  <a:pt x="17786" y="6842"/>
                </a:lnTo>
                <a:lnTo>
                  <a:pt x="17336" y="6842"/>
                </a:lnTo>
                <a:close/>
                <a:moveTo>
                  <a:pt x="16854" y="6842"/>
                </a:moveTo>
                <a:lnTo>
                  <a:pt x="16854" y="7292"/>
                </a:lnTo>
                <a:lnTo>
                  <a:pt x="17303" y="7292"/>
                </a:lnTo>
                <a:lnTo>
                  <a:pt x="17303" y="6842"/>
                </a:lnTo>
                <a:lnTo>
                  <a:pt x="16854" y="6842"/>
                </a:lnTo>
                <a:close/>
                <a:moveTo>
                  <a:pt x="16371" y="6842"/>
                </a:moveTo>
                <a:lnTo>
                  <a:pt x="16371" y="7292"/>
                </a:lnTo>
                <a:lnTo>
                  <a:pt x="16821" y="7292"/>
                </a:lnTo>
                <a:lnTo>
                  <a:pt x="16821" y="6842"/>
                </a:lnTo>
                <a:lnTo>
                  <a:pt x="16371" y="6842"/>
                </a:lnTo>
                <a:close/>
                <a:moveTo>
                  <a:pt x="15888" y="6842"/>
                </a:moveTo>
                <a:lnTo>
                  <a:pt x="15888" y="7292"/>
                </a:lnTo>
                <a:lnTo>
                  <a:pt x="16338" y="7292"/>
                </a:lnTo>
                <a:lnTo>
                  <a:pt x="16338" y="6842"/>
                </a:lnTo>
                <a:lnTo>
                  <a:pt x="15888" y="6842"/>
                </a:lnTo>
                <a:close/>
                <a:moveTo>
                  <a:pt x="15406" y="6842"/>
                </a:moveTo>
                <a:lnTo>
                  <a:pt x="15406" y="7292"/>
                </a:lnTo>
                <a:lnTo>
                  <a:pt x="15855" y="7292"/>
                </a:lnTo>
                <a:lnTo>
                  <a:pt x="15855" y="6842"/>
                </a:lnTo>
                <a:lnTo>
                  <a:pt x="15406" y="6842"/>
                </a:lnTo>
                <a:close/>
                <a:moveTo>
                  <a:pt x="14923" y="6842"/>
                </a:moveTo>
                <a:lnTo>
                  <a:pt x="14923" y="7292"/>
                </a:lnTo>
                <a:lnTo>
                  <a:pt x="15373" y="7292"/>
                </a:lnTo>
                <a:lnTo>
                  <a:pt x="15373" y="6842"/>
                </a:lnTo>
                <a:lnTo>
                  <a:pt x="14923" y="6842"/>
                </a:lnTo>
                <a:close/>
                <a:moveTo>
                  <a:pt x="14440" y="6842"/>
                </a:moveTo>
                <a:lnTo>
                  <a:pt x="14440" y="7292"/>
                </a:lnTo>
                <a:lnTo>
                  <a:pt x="14890" y="7292"/>
                </a:lnTo>
                <a:lnTo>
                  <a:pt x="14890" y="6842"/>
                </a:lnTo>
                <a:lnTo>
                  <a:pt x="14440" y="6842"/>
                </a:lnTo>
                <a:close/>
                <a:moveTo>
                  <a:pt x="13958" y="6842"/>
                </a:moveTo>
                <a:lnTo>
                  <a:pt x="13958" y="7292"/>
                </a:lnTo>
                <a:lnTo>
                  <a:pt x="14407" y="7292"/>
                </a:lnTo>
                <a:lnTo>
                  <a:pt x="14407" y="6842"/>
                </a:lnTo>
                <a:lnTo>
                  <a:pt x="13958" y="6842"/>
                </a:lnTo>
                <a:close/>
                <a:moveTo>
                  <a:pt x="13475" y="6842"/>
                </a:moveTo>
                <a:lnTo>
                  <a:pt x="13475" y="7292"/>
                </a:lnTo>
                <a:lnTo>
                  <a:pt x="13925" y="7292"/>
                </a:lnTo>
                <a:lnTo>
                  <a:pt x="13925" y="6842"/>
                </a:lnTo>
                <a:lnTo>
                  <a:pt x="13475" y="6842"/>
                </a:lnTo>
                <a:close/>
                <a:moveTo>
                  <a:pt x="12992" y="6842"/>
                </a:moveTo>
                <a:lnTo>
                  <a:pt x="12992" y="7292"/>
                </a:lnTo>
                <a:lnTo>
                  <a:pt x="13442" y="7292"/>
                </a:lnTo>
                <a:lnTo>
                  <a:pt x="13442" y="6842"/>
                </a:lnTo>
                <a:lnTo>
                  <a:pt x="12992" y="6842"/>
                </a:lnTo>
                <a:close/>
                <a:moveTo>
                  <a:pt x="12510" y="6842"/>
                </a:moveTo>
                <a:lnTo>
                  <a:pt x="12510" y="7292"/>
                </a:lnTo>
                <a:lnTo>
                  <a:pt x="12959" y="7292"/>
                </a:lnTo>
                <a:lnTo>
                  <a:pt x="12959" y="6842"/>
                </a:lnTo>
                <a:lnTo>
                  <a:pt x="12510" y="6842"/>
                </a:lnTo>
                <a:close/>
                <a:moveTo>
                  <a:pt x="12027" y="6842"/>
                </a:moveTo>
                <a:lnTo>
                  <a:pt x="12027" y="7292"/>
                </a:lnTo>
                <a:lnTo>
                  <a:pt x="12477" y="7292"/>
                </a:lnTo>
                <a:lnTo>
                  <a:pt x="12477" y="6842"/>
                </a:lnTo>
                <a:lnTo>
                  <a:pt x="12027" y="6842"/>
                </a:lnTo>
                <a:close/>
                <a:moveTo>
                  <a:pt x="11544" y="6842"/>
                </a:moveTo>
                <a:lnTo>
                  <a:pt x="11544" y="7292"/>
                </a:lnTo>
                <a:lnTo>
                  <a:pt x="11994" y="7292"/>
                </a:lnTo>
                <a:lnTo>
                  <a:pt x="11994" y="6842"/>
                </a:lnTo>
                <a:lnTo>
                  <a:pt x="11544" y="6842"/>
                </a:lnTo>
                <a:close/>
                <a:moveTo>
                  <a:pt x="11062" y="6842"/>
                </a:moveTo>
                <a:lnTo>
                  <a:pt x="11062" y="7292"/>
                </a:lnTo>
                <a:lnTo>
                  <a:pt x="11511" y="7292"/>
                </a:lnTo>
                <a:lnTo>
                  <a:pt x="11511" y="6842"/>
                </a:lnTo>
                <a:lnTo>
                  <a:pt x="11062" y="6842"/>
                </a:lnTo>
                <a:close/>
                <a:moveTo>
                  <a:pt x="10579" y="6842"/>
                </a:moveTo>
                <a:lnTo>
                  <a:pt x="10579" y="7292"/>
                </a:lnTo>
                <a:lnTo>
                  <a:pt x="11029" y="7292"/>
                </a:lnTo>
                <a:lnTo>
                  <a:pt x="11029" y="6842"/>
                </a:lnTo>
                <a:lnTo>
                  <a:pt x="10579" y="6842"/>
                </a:lnTo>
                <a:close/>
                <a:moveTo>
                  <a:pt x="10096" y="6842"/>
                </a:moveTo>
                <a:lnTo>
                  <a:pt x="10096" y="7292"/>
                </a:lnTo>
                <a:lnTo>
                  <a:pt x="10546" y="7292"/>
                </a:lnTo>
                <a:lnTo>
                  <a:pt x="10546" y="6842"/>
                </a:lnTo>
                <a:lnTo>
                  <a:pt x="10096" y="6842"/>
                </a:lnTo>
                <a:close/>
                <a:moveTo>
                  <a:pt x="9614" y="6842"/>
                </a:moveTo>
                <a:lnTo>
                  <a:pt x="9614" y="7292"/>
                </a:lnTo>
                <a:lnTo>
                  <a:pt x="10063" y="7292"/>
                </a:lnTo>
                <a:lnTo>
                  <a:pt x="10063" y="6842"/>
                </a:lnTo>
                <a:lnTo>
                  <a:pt x="9614" y="6842"/>
                </a:lnTo>
                <a:close/>
                <a:moveTo>
                  <a:pt x="9131" y="6842"/>
                </a:moveTo>
                <a:lnTo>
                  <a:pt x="9131" y="7292"/>
                </a:lnTo>
                <a:lnTo>
                  <a:pt x="9581" y="7292"/>
                </a:lnTo>
                <a:lnTo>
                  <a:pt x="9581" y="6842"/>
                </a:lnTo>
                <a:lnTo>
                  <a:pt x="9131" y="6842"/>
                </a:lnTo>
                <a:close/>
                <a:moveTo>
                  <a:pt x="8648" y="6842"/>
                </a:moveTo>
                <a:lnTo>
                  <a:pt x="8648" y="7292"/>
                </a:lnTo>
                <a:lnTo>
                  <a:pt x="9098" y="7292"/>
                </a:lnTo>
                <a:lnTo>
                  <a:pt x="9098" y="6842"/>
                </a:lnTo>
                <a:lnTo>
                  <a:pt x="8648" y="6842"/>
                </a:lnTo>
                <a:close/>
                <a:moveTo>
                  <a:pt x="8166" y="6842"/>
                </a:moveTo>
                <a:lnTo>
                  <a:pt x="8166" y="7292"/>
                </a:lnTo>
                <a:lnTo>
                  <a:pt x="8615" y="7292"/>
                </a:lnTo>
                <a:lnTo>
                  <a:pt x="8615" y="6842"/>
                </a:lnTo>
                <a:lnTo>
                  <a:pt x="8166" y="6842"/>
                </a:lnTo>
                <a:close/>
                <a:moveTo>
                  <a:pt x="7683" y="6842"/>
                </a:moveTo>
                <a:lnTo>
                  <a:pt x="7683" y="7292"/>
                </a:lnTo>
                <a:lnTo>
                  <a:pt x="8133" y="7292"/>
                </a:lnTo>
                <a:lnTo>
                  <a:pt x="8133" y="6842"/>
                </a:lnTo>
                <a:lnTo>
                  <a:pt x="7683" y="6842"/>
                </a:lnTo>
                <a:close/>
                <a:moveTo>
                  <a:pt x="7200" y="6842"/>
                </a:moveTo>
                <a:lnTo>
                  <a:pt x="7200" y="7292"/>
                </a:lnTo>
                <a:lnTo>
                  <a:pt x="7650" y="7292"/>
                </a:lnTo>
                <a:lnTo>
                  <a:pt x="7650" y="6842"/>
                </a:lnTo>
                <a:lnTo>
                  <a:pt x="7200" y="6842"/>
                </a:lnTo>
                <a:close/>
                <a:moveTo>
                  <a:pt x="6718" y="6842"/>
                </a:moveTo>
                <a:lnTo>
                  <a:pt x="6718" y="7292"/>
                </a:lnTo>
                <a:lnTo>
                  <a:pt x="7167" y="7292"/>
                </a:lnTo>
                <a:lnTo>
                  <a:pt x="7167" y="6842"/>
                </a:lnTo>
                <a:lnTo>
                  <a:pt x="6718" y="6842"/>
                </a:lnTo>
                <a:close/>
                <a:moveTo>
                  <a:pt x="6235" y="6842"/>
                </a:moveTo>
                <a:lnTo>
                  <a:pt x="6235" y="7292"/>
                </a:lnTo>
                <a:lnTo>
                  <a:pt x="6685" y="7292"/>
                </a:lnTo>
                <a:lnTo>
                  <a:pt x="6685" y="6842"/>
                </a:lnTo>
                <a:lnTo>
                  <a:pt x="6235" y="6842"/>
                </a:lnTo>
                <a:close/>
                <a:moveTo>
                  <a:pt x="5752" y="6842"/>
                </a:moveTo>
                <a:lnTo>
                  <a:pt x="5752" y="7292"/>
                </a:lnTo>
                <a:lnTo>
                  <a:pt x="6202" y="7292"/>
                </a:lnTo>
                <a:lnTo>
                  <a:pt x="6202" y="6842"/>
                </a:lnTo>
                <a:lnTo>
                  <a:pt x="5752" y="6842"/>
                </a:lnTo>
                <a:close/>
                <a:moveTo>
                  <a:pt x="5270" y="6842"/>
                </a:moveTo>
                <a:lnTo>
                  <a:pt x="5270" y="7292"/>
                </a:lnTo>
                <a:lnTo>
                  <a:pt x="5719" y="7292"/>
                </a:lnTo>
                <a:lnTo>
                  <a:pt x="5719" y="6842"/>
                </a:lnTo>
                <a:lnTo>
                  <a:pt x="5270" y="6842"/>
                </a:lnTo>
                <a:close/>
                <a:moveTo>
                  <a:pt x="4787" y="6842"/>
                </a:moveTo>
                <a:lnTo>
                  <a:pt x="4787" y="7292"/>
                </a:lnTo>
                <a:lnTo>
                  <a:pt x="5237" y="7292"/>
                </a:lnTo>
                <a:lnTo>
                  <a:pt x="5237" y="6842"/>
                </a:lnTo>
                <a:lnTo>
                  <a:pt x="4787" y="6842"/>
                </a:lnTo>
                <a:close/>
                <a:moveTo>
                  <a:pt x="4304" y="6842"/>
                </a:moveTo>
                <a:lnTo>
                  <a:pt x="4304" y="7292"/>
                </a:lnTo>
                <a:lnTo>
                  <a:pt x="4754" y="7292"/>
                </a:lnTo>
                <a:lnTo>
                  <a:pt x="4754" y="6842"/>
                </a:lnTo>
                <a:lnTo>
                  <a:pt x="4304" y="6842"/>
                </a:lnTo>
                <a:close/>
                <a:moveTo>
                  <a:pt x="3822" y="6842"/>
                </a:moveTo>
                <a:lnTo>
                  <a:pt x="3822" y="7292"/>
                </a:lnTo>
                <a:lnTo>
                  <a:pt x="4271" y="7292"/>
                </a:lnTo>
                <a:lnTo>
                  <a:pt x="4271" y="6842"/>
                </a:lnTo>
                <a:lnTo>
                  <a:pt x="3822" y="6842"/>
                </a:lnTo>
                <a:close/>
                <a:moveTo>
                  <a:pt x="3339" y="6842"/>
                </a:moveTo>
                <a:lnTo>
                  <a:pt x="3339" y="7292"/>
                </a:lnTo>
                <a:lnTo>
                  <a:pt x="3789" y="7292"/>
                </a:lnTo>
                <a:lnTo>
                  <a:pt x="3789" y="6842"/>
                </a:lnTo>
                <a:lnTo>
                  <a:pt x="3339" y="6842"/>
                </a:lnTo>
                <a:close/>
                <a:moveTo>
                  <a:pt x="2856" y="6842"/>
                </a:moveTo>
                <a:lnTo>
                  <a:pt x="2856" y="7292"/>
                </a:lnTo>
                <a:lnTo>
                  <a:pt x="3306" y="7292"/>
                </a:lnTo>
                <a:lnTo>
                  <a:pt x="3306" y="6842"/>
                </a:lnTo>
                <a:lnTo>
                  <a:pt x="2856" y="6842"/>
                </a:lnTo>
                <a:close/>
                <a:moveTo>
                  <a:pt x="2374" y="6842"/>
                </a:moveTo>
                <a:lnTo>
                  <a:pt x="2374" y="7292"/>
                </a:lnTo>
                <a:lnTo>
                  <a:pt x="2823" y="7292"/>
                </a:lnTo>
                <a:lnTo>
                  <a:pt x="2823" y="6842"/>
                </a:lnTo>
                <a:lnTo>
                  <a:pt x="2374" y="6842"/>
                </a:lnTo>
                <a:close/>
                <a:moveTo>
                  <a:pt x="1891" y="6842"/>
                </a:moveTo>
                <a:lnTo>
                  <a:pt x="1891" y="7292"/>
                </a:lnTo>
                <a:lnTo>
                  <a:pt x="2341" y="7292"/>
                </a:lnTo>
                <a:lnTo>
                  <a:pt x="2341" y="6842"/>
                </a:lnTo>
                <a:lnTo>
                  <a:pt x="1891" y="6842"/>
                </a:lnTo>
                <a:close/>
                <a:moveTo>
                  <a:pt x="1408" y="6842"/>
                </a:moveTo>
                <a:lnTo>
                  <a:pt x="1408" y="7292"/>
                </a:lnTo>
                <a:lnTo>
                  <a:pt x="1858" y="7292"/>
                </a:lnTo>
                <a:lnTo>
                  <a:pt x="1858" y="6842"/>
                </a:lnTo>
                <a:lnTo>
                  <a:pt x="1408" y="6842"/>
                </a:lnTo>
                <a:close/>
                <a:moveTo>
                  <a:pt x="926" y="6842"/>
                </a:moveTo>
                <a:lnTo>
                  <a:pt x="926" y="7292"/>
                </a:lnTo>
                <a:lnTo>
                  <a:pt x="1375" y="7292"/>
                </a:lnTo>
                <a:lnTo>
                  <a:pt x="1375" y="6842"/>
                </a:lnTo>
                <a:lnTo>
                  <a:pt x="926" y="6842"/>
                </a:lnTo>
                <a:close/>
                <a:moveTo>
                  <a:pt x="443" y="6842"/>
                </a:moveTo>
                <a:lnTo>
                  <a:pt x="443" y="7292"/>
                </a:lnTo>
                <a:lnTo>
                  <a:pt x="893" y="7292"/>
                </a:lnTo>
                <a:lnTo>
                  <a:pt x="893" y="6842"/>
                </a:lnTo>
                <a:lnTo>
                  <a:pt x="443" y="6842"/>
                </a:lnTo>
                <a:close/>
                <a:moveTo>
                  <a:pt x="18302" y="6360"/>
                </a:moveTo>
                <a:lnTo>
                  <a:pt x="18302" y="6809"/>
                </a:lnTo>
                <a:lnTo>
                  <a:pt x="18751" y="6809"/>
                </a:lnTo>
                <a:lnTo>
                  <a:pt x="18751" y="6360"/>
                </a:lnTo>
                <a:lnTo>
                  <a:pt x="18302" y="6360"/>
                </a:lnTo>
                <a:close/>
                <a:moveTo>
                  <a:pt x="17819" y="6360"/>
                </a:moveTo>
                <a:lnTo>
                  <a:pt x="17819" y="6809"/>
                </a:lnTo>
                <a:lnTo>
                  <a:pt x="18269" y="6809"/>
                </a:lnTo>
                <a:lnTo>
                  <a:pt x="18269" y="6360"/>
                </a:lnTo>
                <a:lnTo>
                  <a:pt x="17819" y="6360"/>
                </a:lnTo>
                <a:close/>
                <a:moveTo>
                  <a:pt x="17336" y="6360"/>
                </a:moveTo>
                <a:lnTo>
                  <a:pt x="17336" y="6809"/>
                </a:lnTo>
                <a:lnTo>
                  <a:pt x="17786" y="6809"/>
                </a:lnTo>
                <a:lnTo>
                  <a:pt x="17786" y="6360"/>
                </a:lnTo>
                <a:lnTo>
                  <a:pt x="17336" y="6360"/>
                </a:lnTo>
                <a:close/>
                <a:moveTo>
                  <a:pt x="16854" y="6360"/>
                </a:moveTo>
                <a:lnTo>
                  <a:pt x="16854" y="6809"/>
                </a:lnTo>
                <a:lnTo>
                  <a:pt x="17303" y="6809"/>
                </a:lnTo>
                <a:lnTo>
                  <a:pt x="17303" y="6360"/>
                </a:lnTo>
                <a:lnTo>
                  <a:pt x="16854" y="6360"/>
                </a:lnTo>
                <a:close/>
                <a:moveTo>
                  <a:pt x="16371" y="6360"/>
                </a:moveTo>
                <a:lnTo>
                  <a:pt x="16371" y="6809"/>
                </a:lnTo>
                <a:lnTo>
                  <a:pt x="16821" y="6809"/>
                </a:lnTo>
                <a:lnTo>
                  <a:pt x="16821" y="6360"/>
                </a:lnTo>
                <a:lnTo>
                  <a:pt x="16371" y="6360"/>
                </a:lnTo>
                <a:close/>
                <a:moveTo>
                  <a:pt x="15888" y="6360"/>
                </a:moveTo>
                <a:lnTo>
                  <a:pt x="15888" y="6809"/>
                </a:lnTo>
                <a:lnTo>
                  <a:pt x="16338" y="6809"/>
                </a:lnTo>
                <a:lnTo>
                  <a:pt x="16338" y="6360"/>
                </a:lnTo>
                <a:lnTo>
                  <a:pt x="15888" y="6360"/>
                </a:lnTo>
                <a:close/>
                <a:moveTo>
                  <a:pt x="15406" y="6360"/>
                </a:moveTo>
                <a:lnTo>
                  <a:pt x="15406" y="6809"/>
                </a:lnTo>
                <a:lnTo>
                  <a:pt x="15855" y="6809"/>
                </a:lnTo>
                <a:lnTo>
                  <a:pt x="15855" y="6360"/>
                </a:lnTo>
                <a:lnTo>
                  <a:pt x="15406" y="6360"/>
                </a:lnTo>
                <a:close/>
                <a:moveTo>
                  <a:pt x="14923" y="6360"/>
                </a:moveTo>
                <a:lnTo>
                  <a:pt x="14923" y="6809"/>
                </a:lnTo>
                <a:lnTo>
                  <a:pt x="15373" y="6809"/>
                </a:lnTo>
                <a:lnTo>
                  <a:pt x="15373" y="6360"/>
                </a:lnTo>
                <a:lnTo>
                  <a:pt x="14923" y="6360"/>
                </a:lnTo>
                <a:close/>
                <a:moveTo>
                  <a:pt x="14440" y="6360"/>
                </a:moveTo>
                <a:lnTo>
                  <a:pt x="14440" y="6809"/>
                </a:lnTo>
                <a:lnTo>
                  <a:pt x="14890" y="6809"/>
                </a:lnTo>
                <a:lnTo>
                  <a:pt x="14890" y="6360"/>
                </a:lnTo>
                <a:lnTo>
                  <a:pt x="14440" y="6360"/>
                </a:lnTo>
                <a:close/>
                <a:moveTo>
                  <a:pt x="13958" y="6360"/>
                </a:moveTo>
                <a:lnTo>
                  <a:pt x="13958" y="6809"/>
                </a:lnTo>
                <a:lnTo>
                  <a:pt x="14407" y="6809"/>
                </a:lnTo>
                <a:lnTo>
                  <a:pt x="14407" y="6360"/>
                </a:lnTo>
                <a:lnTo>
                  <a:pt x="13958" y="6360"/>
                </a:lnTo>
                <a:close/>
                <a:moveTo>
                  <a:pt x="13475" y="6360"/>
                </a:moveTo>
                <a:lnTo>
                  <a:pt x="13475" y="6809"/>
                </a:lnTo>
                <a:lnTo>
                  <a:pt x="13925" y="6809"/>
                </a:lnTo>
                <a:lnTo>
                  <a:pt x="13925" y="6360"/>
                </a:lnTo>
                <a:lnTo>
                  <a:pt x="13475" y="6360"/>
                </a:lnTo>
                <a:close/>
                <a:moveTo>
                  <a:pt x="12992" y="6360"/>
                </a:moveTo>
                <a:lnTo>
                  <a:pt x="12992" y="6809"/>
                </a:lnTo>
                <a:lnTo>
                  <a:pt x="13442" y="6809"/>
                </a:lnTo>
                <a:lnTo>
                  <a:pt x="13442" y="6360"/>
                </a:lnTo>
                <a:lnTo>
                  <a:pt x="12992" y="6360"/>
                </a:lnTo>
                <a:close/>
                <a:moveTo>
                  <a:pt x="12510" y="6360"/>
                </a:moveTo>
                <a:lnTo>
                  <a:pt x="12510" y="6809"/>
                </a:lnTo>
                <a:lnTo>
                  <a:pt x="12959" y="6809"/>
                </a:lnTo>
                <a:lnTo>
                  <a:pt x="12959" y="6360"/>
                </a:lnTo>
                <a:lnTo>
                  <a:pt x="12510" y="6360"/>
                </a:lnTo>
                <a:close/>
                <a:moveTo>
                  <a:pt x="12027" y="6360"/>
                </a:moveTo>
                <a:lnTo>
                  <a:pt x="12027" y="6809"/>
                </a:lnTo>
                <a:lnTo>
                  <a:pt x="12477" y="6809"/>
                </a:lnTo>
                <a:lnTo>
                  <a:pt x="12477" y="6360"/>
                </a:lnTo>
                <a:lnTo>
                  <a:pt x="12027" y="6360"/>
                </a:lnTo>
                <a:close/>
                <a:moveTo>
                  <a:pt x="11544" y="6360"/>
                </a:moveTo>
                <a:lnTo>
                  <a:pt x="11544" y="6809"/>
                </a:lnTo>
                <a:lnTo>
                  <a:pt x="11994" y="6809"/>
                </a:lnTo>
                <a:lnTo>
                  <a:pt x="11994" y="6360"/>
                </a:lnTo>
                <a:lnTo>
                  <a:pt x="11544" y="6360"/>
                </a:lnTo>
                <a:close/>
                <a:moveTo>
                  <a:pt x="11062" y="6360"/>
                </a:moveTo>
                <a:lnTo>
                  <a:pt x="11062" y="6809"/>
                </a:lnTo>
                <a:lnTo>
                  <a:pt x="11511" y="6809"/>
                </a:lnTo>
                <a:lnTo>
                  <a:pt x="11511" y="6360"/>
                </a:lnTo>
                <a:lnTo>
                  <a:pt x="11062" y="6360"/>
                </a:lnTo>
                <a:close/>
                <a:moveTo>
                  <a:pt x="10579" y="6360"/>
                </a:moveTo>
                <a:lnTo>
                  <a:pt x="10579" y="6809"/>
                </a:lnTo>
                <a:lnTo>
                  <a:pt x="11029" y="6809"/>
                </a:lnTo>
                <a:lnTo>
                  <a:pt x="11029" y="6360"/>
                </a:lnTo>
                <a:lnTo>
                  <a:pt x="10579" y="6360"/>
                </a:lnTo>
                <a:close/>
                <a:moveTo>
                  <a:pt x="10096" y="6360"/>
                </a:moveTo>
                <a:lnTo>
                  <a:pt x="10096" y="6809"/>
                </a:lnTo>
                <a:lnTo>
                  <a:pt x="10546" y="6809"/>
                </a:lnTo>
                <a:lnTo>
                  <a:pt x="10546" y="6360"/>
                </a:lnTo>
                <a:lnTo>
                  <a:pt x="10096" y="6360"/>
                </a:lnTo>
                <a:close/>
                <a:moveTo>
                  <a:pt x="9614" y="6360"/>
                </a:moveTo>
                <a:lnTo>
                  <a:pt x="9614" y="6809"/>
                </a:lnTo>
                <a:lnTo>
                  <a:pt x="10063" y="6809"/>
                </a:lnTo>
                <a:lnTo>
                  <a:pt x="10063" y="6360"/>
                </a:lnTo>
                <a:lnTo>
                  <a:pt x="9614" y="6360"/>
                </a:lnTo>
                <a:close/>
                <a:moveTo>
                  <a:pt x="9131" y="6360"/>
                </a:moveTo>
                <a:lnTo>
                  <a:pt x="9131" y="6809"/>
                </a:lnTo>
                <a:lnTo>
                  <a:pt x="9581" y="6809"/>
                </a:lnTo>
                <a:lnTo>
                  <a:pt x="9581" y="6360"/>
                </a:lnTo>
                <a:lnTo>
                  <a:pt x="9131" y="6360"/>
                </a:lnTo>
                <a:close/>
                <a:moveTo>
                  <a:pt x="8648" y="6360"/>
                </a:moveTo>
                <a:lnTo>
                  <a:pt x="8648" y="6809"/>
                </a:lnTo>
                <a:lnTo>
                  <a:pt x="9098" y="6809"/>
                </a:lnTo>
                <a:lnTo>
                  <a:pt x="9098" y="6360"/>
                </a:lnTo>
                <a:lnTo>
                  <a:pt x="8648" y="6360"/>
                </a:lnTo>
                <a:close/>
                <a:moveTo>
                  <a:pt x="8166" y="6360"/>
                </a:moveTo>
                <a:lnTo>
                  <a:pt x="8166" y="6809"/>
                </a:lnTo>
                <a:lnTo>
                  <a:pt x="8615" y="6809"/>
                </a:lnTo>
                <a:lnTo>
                  <a:pt x="8615" y="6360"/>
                </a:lnTo>
                <a:lnTo>
                  <a:pt x="8166" y="6360"/>
                </a:lnTo>
                <a:close/>
                <a:moveTo>
                  <a:pt x="7683" y="6360"/>
                </a:moveTo>
                <a:lnTo>
                  <a:pt x="7683" y="6809"/>
                </a:lnTo>
                <a:lnTo>
                  <a:pt x="8133" y="6809"/>
                </a:lnTo>
                <a:lnTo>
                  <a:pt x="8133" y="6360"/>
                </a:lnTo>
                <a:lnTo>
                  <a:pt x="7683" y="6360"/>
                </a:lnTo>
                <a:close/>
                <a:moveTo>
                  <a:pt x="7200" y="6360"/>
                </a:moveTo>
                <a:lnTo>
                  <a:pt x="7200" y="6809"/>
                </a:lnTo>
                <a:lnTo>
                  <a:pt x="7650" y="6809"/>
                </a:lnTo>
                <a:lnTo>
                  <a:pt x="7650" y="6360"/>
                </a:lnTo>
                <a:lnTo>
                  <a:pt x="7200" y="6360"/>
                </a:lnTo>
                <a:close/>
                <a:moveTo>
                  <a:pt x="6718" y="6360"/>
                </a:moveTo>
                <a:lnTo>
                  <a:pt x="6718" y="6809"/>
                </a:lnTo>
                <a:lnTo>
                  <a:pt x="7167" y="6809"/>
                </a:lnTo>
                <a:lnTo>
                  <a:pt x="7167" y="6360"/>
                </a:lnTo>
                <a:lnTo>
                  <a:pt x="6718" y="6360"/>
                </a:lnTo>
                <a:close/>
                <a:moveTo>
                  <a:pt x="6235" y="6360"/>
                </a:moveTo>
                <a:lnTo>
                  <a:pt x="6235" y="6809"/>
                </a:lnTo>
                <a:lnTo>
                  <a:pt x="6685" y="6809"/>
                </a:lnTo>
                <a:lnTo>
                  <a:pt x="6685" y="6360"/>
                </a:lnTo>
                <a:lnTo>
                  <a:pt x="6235" y="6360"/>
                </a:lnTo>
                <a:close/>
                <a:moveTo>
                  <a:pt x="5752" y="6360"/>
                </a:moveTo>
                <a:lnTo>
                  <a:pt x="5752" y="6809"/>
                </a:lnTo>
                <a:lnTo>
                  <a:pt x="6202" y="6809"/>
                </a:lnTo>
                <a:lnTo>
                  <a:pt x="6202" y="6360"/>
                </a:lnTo>
                <a:lnTo>
                  <a:pt x="5752" y="6360"/>
                </a:lnTo>
                <a:close/>
                <a:moveTo>
                  <a:pt x="5270" y="6360"/>
                </a:moveTo>
                <a:lnTo>
                  <a:pt x="5270" y="6809"/>
                </a:lnTo>
                <a:lnTo>
                  <a:pt x="5719" y="6809"/>
                </a:lnTo>
                <a:lnTo>
                  <a:pt x="5719" y="6360"/>
                </a:lnTo>
                <a:lnTo>
                  <a:pt x="5270" y="6360"/>
                </a:lnTo>
                <a:close/>
                <a:moveTo>
                  <a:pt x="4787" y="6360"/>
                </a:moveTo>
                <a:lnTo>
                  <a:pt x="4787" y="6809"/>
                </a:lnTo>
                <a:lnTo>
                  <a:pt x="5237" y="6809"/>
                </a:lnTo>
                <a:lnTo>
                  <a:pt x="5237" y="6360"/>
                </a:lnTo>
                <a:lnTo>
                  <a:pt x="4787" y="6360"/>
                </a:lnTo>
                <a:close/>
                <a:moveTo>
                  <a:pt x="4304" y="6360"/>
                </a:moveTo>
                <a:lnTo>
                  <a:pt x="4304" y="6809"/>
                </a:lnTo>
                <a:lnTo>
                  <a:pt x="4754" y="6809"/>
                </a:lnTo>
                <a:lnTo>
                  <a:pt x="4754" y="6360"/>
                </a:lnTo>
                <a:lnTo>
                  <a:pt x="4304" y="6360"/>
                </a:lnTo>
                <a:close/>
                <a:moveTo>
                  <a:pt x="3822" y="6360"/>
                </a:moveTo>
                <a:lnTo>
                  <a:pt x="3822" y="6809"/>
                </a:lnTo>
                <a:lnTo>
                  <a:pt x="4271" y="6809"/>
                </a:lnTo>
                <a:lnTo>
                  <a:pt x="4271" y="6360"/>
                </a:lnTo>
                <a:lnTo>
                  <a:pt x="3822" y="6360"/>
                </a:lnTo>
                <a:close/>
                <a:moveTo>
                  <a:pt x="3339" y="6360"/>
                </a:moveTo>
                <a:lnTo>
                  <a:pt x="3339" y="6809"/>
                </a:lnTo>
                <a:lnTo>
                  <a:pt x="3789" y="6809"/>
                </a:lnTo>
                <a:lnTo>
                  <a:pt x="3789" y="6360"/>
                </a:lnTo>
                <a:lnTo>
                  <a:pt x="3339" y="6360"/>
                </a:lnTo>
                <a:close/>
                <a:moveTo>
                  <a:pt x="2856" y="6360"/>
                </a:moveTo>
                <a:lnTo>
                  <a:pt x="2856" y="6809"/>
                </a:lnTo>
                <a:lnTo>
                  <a:pt x="3306" y="6809"/>
                </a:lnTo>
                <a:lnTo>
                  <a:pt x="3306" y="6360"/>
                </a:lnTo>
                <a:lnTo>
                  <a:pt x="2856" y="6360"/>
                </a:lnTo>
                <a:close/>
                <a:moveTo>
                  <a:pt x="2374" y="6360"/>
                </a:moveTo>
                <a:lnTo>
                  <a:pt x="2374" y="6809"/>
                </a:lnTo>
                <a:lnTo>
                  <a:pt x="2823" y="6809"/>
                </a:lnTo>
                <a:lnTo>
                  <a:pt x="2823" y="6360"/>
                </a:lnTo>
                <a:lnTo>
                  <a:pt x="2374" y="6360"/>
                </a:lnTo>
                <a:close/>
                <a:moveTo>
                  <a:pt x="1891" y="6360"/>
                </a:moveTo>
                <a:lnTo>
                  <a:pt x="1891" y="6809"/>
                </a:lnTo>
                <a:lnTo>
                  <a:pt x="2341" y="6809"/>
                </a:lnTo>
                <a:lnTo>
                  <a:pt x="2341" y="6360"/>
                </a:lnTo>
                <a:lnTo>
                  <a:pt x="1891" y="6360"/>
                </a:lnTo>
                <a:close/>
                <a:moveTo>
                  <a:pt x="1408" y="6360"/>
                </a:moveTo>
                <a:lnTo>
                  <a:pt x="1408" y="6809"/>
                </a:lnTo>
                <a:lnTo>
                  <a:pt x="1858" y="6809"/>
                </a:lnTo>
                <a:lnTo>
                  <a:pt x="1858" y="6360"/>
                </a:lnTo>
                <a:lnTo>
                  <a:pt x="1408" y="6360"/>
                </a:lnTo>
                <a:close/>
                <a:moveTo>
                  <a:pt x="926" y="6360"/>
                </a:moveTo>
                <a:lnTo>
                  <a:pt x="926" y="6809"/>
                </a:lnTo>
                <a:lnTo>
                  <a:pt x="1375" y="6809"/>
                </a:lnTo>
                <a:lnTo>
                  <a:pt x="1375" y="6360"/>
                </a:lnTo>
                <a:lnTo>
                  <a:pt x="926" y="6360"/>
                </a:lnTo>
                <a:close/>
                <a:moveTo>
                  <a:pt x="443" y="6360"/>
                </a:moveTo>
                <a:lnTo>
                  <a:pt x="443" y="6809"/>
                </a:lnTo>
                <a:lnTo>
                  <a:pt x="893" y="6809"/>
                </a:lnTo>
                <a:lnTo>
                  <a:pt x="893" y="6360"/>
                </a:lnTo>
                <a:lnTo>
                  <a:pt x="443" y="6360"/>
                </a:lnTo>
                <a:close/>
                <a:moveTo>
                  <a:pt x="18302" y="5877"/>
                </a:moveTo>
                <a:lnTo>
                  <a:pt x="18302" y="6327"/>
                </a:lnTo>
                <a:lnTo>
                  <a:pt x="18751" y="6327"/>
                </a:lnTo>
                <a:lnTo>
                  <a:pt x="18751" y="5877"/>
                </a:lnTo>
                <a:lnTo>
                  <a:pt x="18302" y="5877"/>
                </a:lnTo>
                <a:close/>
                <a:moveTo>
                  <a:pt x="17819" y="5877"/>
                </a:moveTo>
                <a:lnTo>
                  <a:pt x="17819" y="6327"/>
                </a:lnTo>
                <a:lnTo>
                  <a:pt x="18269" y="6327"/>
                </a:lnTo>
                <a:lnTo>
                  <a:pt x="18269" y="5877"/>
                </a:lnTo>
                <a:lnTo>
                  <a:pt x="17819" y="5877"/>
                </a:lnTo>
                <a:close/>
                <a:moveTo>
                  <a:pt x="17336" y="5877"/>
                </a:moveTo>
                <a:lnTo>
                  <a:pt x="17336" y="6327"/>
                </a:lnTo>
                <a:lnTo>
                  <a:pt x="17786" y="6327"/>
                </a:lnTo>
                <a:lnTo>
                  <a:pt x="17786" y="5877"/>
                </a:lnTo>
                <a:lnTo>
                  <a:pt x="17336" y="5877"/>
                </a:lnTo>
                <a:close/>
                <a:moveTo>
                  <a:pt x="16854" y="5877"/>
                </a:moveTo>
                <a:lnTo>
                  <a:pt x="16854" y="6327"/>
                </a:lnTo>
                <a:lnTo>
                  <a:pt x="17303" y="6327"/>
                </a:lnTo>
                <a:lnTo>
                  <a:pt x="17303" y="5877"/>
                </a:lnTo>
                <a:lnTo>
                  <a:pt x="16854" y="5877"/>
                </a:lnTo>
                <a:close/>
                <a:moveTo>
                  <a:pt x="16371" y="5877"/>
                </a:moveTo>
                <a:lnTo>
                  <a:pt x="16371" y="6327"/>
                </a:lnTo>
                <a:lnTo>
                  <a:pt x="16821" y="6327"/>
                </a:lnTo>
                <a:lnTo>
                  <a:pt x="16821" y="5877"/>
                </a:lnTo>
                <a:lnTo>
                  <a:pt x="16371" y="5877"/>
                </a:lnTo>
                <a:close/>
                <a:moveTo>
                  <a:pt x="15888" y="5877"/>
                </a:moveTo>
                <a:lnTo>
                  <a:pt x="15888" y="6327"/>
                </a:lnTo>
                <a:lnTo>
                  <a:pt x="16338" y="6327"/>
                </a:lnTo>
                <a:lnTo>
                  <a:pt x="16338" y="5877"/>
                </a:lnTo>
                <a:lnTo>
                  <a:pt x="15888" y="5877"/>
                </a:lnTo>
                <a:close/>
                <a:moveTo>
                  <a:pt x="15406" y="5877"/>
                </a:moveTo>
                <a:lnTo>
                  <a:pt x="15406" y="6327"/>
                </a:lnTo>
                <a:lnTo>
                  <a:pt x="15855" y="6327"/>
                </a:lnTo>
                <a:lnTo>
                  <a:pt x="15855" y="5877"/>
                </a:lnTo>
                <a:lnTo>
                  <a:pt x="15406" y="5877"/>
                </a:lnTo>
                <a:close/>
                <a:moveTo>
                  <a:pt x="14923" y="5877"/>
                </a:moveTo>
                <a:lnTo>
                  <a:pt x="14923" y="6327"/>
                </a:lnTo>
                <a:lnTo>
                  <a:pt x="15373" y="6327"/>
                </a:lnTo>
                <a:lnTo>
                  <a:pt x="15373" y="5877"/>
                </a:lnTo>
                <a:lnTo>
                  <a:pt x="14923" y="5877"/>
                </a:lnTo>
                <a:close/>
                <a:moveTo>
                  <a:pt x="14440" y="5877"/>
                </a:moveTo>
                <a:lnTo>
                  <a:pt x="14440" y="6327"/>
                </a:lnTo>
                <a:lnTo>
                  <a:pt x="14890" y="6327"/>
                </a:lnTo>
                <a:lnTo>
                  <a:pt x="14890" y="5877"/>
                </a:lnTo>
                <a:lnTo>
                  <a:pt x="14440" y="5877"/>
                </a:lnTo>
                <a:close/>
                <a:moveTo>
                  <a:pt x="13958" y="5877"/>
                </a:moveTo>
                <a:lnTo>
                  <a:pt x="13958" y="6327"/>
                </a:lnTo>
                <a:lnTo>
                  <a:pt x="14407" y="6327"/>
                </a:lnTo>
                <a:lnTo>
                  <a:pt x="14407" y="5877"/>
                </a:lnTo>
                <a:lnTo>
                  <a:pt x="13958" y="5877"/>
                </a:lnTo>
                <a:close/>
                <a:moveTo>
                  <a:pt x="13475" y="5877"/>
                </a:moveTo>
                <a:lnTo>
                  <a:pt x="13475" y="6327"/>
                </a:lnTo>
                <a:lnTo>
                  <a:pt x="13925" y="6327"/>
                </a:lnTo>
                <a:lnTo>
                  <a:pt x="13925" y="5877"/>
                </a:lnTo>
                <a:lnTo>
                  <a:pt x="13475" y="5877"/>
                </a:lnTo>
                <a:close/>
                <a:moveTo>
                  <a:pt x="12992" y="5877"/>
                </a:moveTo>
                <a:lnTo>
                  <a:pt x="12992" y="6327"/>
                </a:lnTo>
                <a:lnTo>
                  <a:pt x="13442" y="6327"/>
                </a:lnTo>
                <a:lnTo>
                  <a:pt x="13442" y="5877"/>
                </a:lnTo>
                <a:lnTo>
                  <a:pt x="12992" y="5877"/>
                </a:lnTo>
                <a:close/>
                <a:moveTo>
                  <a:pt x="12510" y="5877"/>
                </a:moveTo>
                <a:lnTo>
                  <a:pt x="12510" y="6327"/>
                </a:lnTo>
                <a:lnTo>
                  <a:pt x="12959" y="6327"/>
                </a:lnTo>
                <a:lnTo>
                  <a:pt x="12959" y="5877"/>
                </a:lnTo>
                <a:lnTo>
                  <a:pt x="12510" y="5877"/>
                </a:lnTo>
                <a:close/>
                <a:moveTo>
                  <a:pt x="12027" y="5877"/>
                </a:moveTo>
                <a:lnTo>
                  <a:pt x="12027" y="6327"/>
                </a:lnTo>
                <a:lnTo>
                  <a:pt x="12477" y="6327"/>
                </a:lnTo>
                <a:lnTo>
                  <a:pt x="12477" y="5877"/>
                </a:lnTo>
                <a:lnTo>
                  <a:pt x="12027" y="5877"/>
                </a:lnTo>
                <a:close/>
                <a:moveTo>
                  <a:pt x="11544" y="5877"/>
                </a:moveTo>
                <a:lnTo>
                  <a:pt x="11544" y="6327"/>
                </a:lnTo>
                <a:lnTo>
                  <a:pt x="11994" y="6327"/>
                </a:lnTo>
                <a:lnTo>
                  <a:pt x="11994" y="5877"/>
                </a:lnTo>
                <a:lnTo>
                  <a:pt x="11544" y="5877"/>
                </a:lnTo>
                <a:close/>
                <a:moveTo>
                  <a:pt x="11062" y="5877"/>
                </a:moveTo>
                <a:lnTo>
                  <a:pt x="11062" y="6327"/>
                </a:lnTo>
                <a:lnTo>
                  <a:pt x="11511" y="6327"/>
                </a:lnTo>
                <a:lnTo>
                  <a:pt x="11511" y="5877"/>
                </a:lnTo>
                <a:lnTo>
                  <a:pt x="11062" y="5877"/>
                </a:lnTo>
                <a:close/>
                <a:moveTo>
                  <a:pt x="10579" y="5877"/>
                </a:moveTo>
                <a:lnTo>
                  <a:pt x="10579" y="6327"/>
                </a:lnTo>
                <a:lnTo>
                  <a:pt x="11029" y="6327"/>
                </a:lnTo>
                <a:lnTo>
                  <a:pt x="11029" y="5877"/>
                </a:lnTo>
                <a:lnTo>
                  <a:pt x="10579" y="5877"/>
                </a:lnTo>
                <a:close/>
                <a:moveTo>
                  <a:pt x="10096" y="5877"/>
                </a:moveTo>
                <a:lnTo>
                  <a:pt x="10096" y="6327"/>
                </a:lnTo>
                <a:lnTo>
                  <a:pt x="10546" y="6327"/>
                </a:lnTo>
                <a:lnTo>
                  <a:pt x="10546" y="5877"/>
                </a:lnTo>
                <a:lnTo>
                  <a:pt x="10096" y="5877"/>
                </a:lnTo>
                <a:close/>
                <a:moveTo>
                  <a:pt x="9614" y="5877"/>
                </a:moveTo>
                <a:lnTo>
                  <a:pt x="9614" y="6327"/>
                </a:lnTo>
                <a:lnTo>
                  <a:pt x="10063" y="6327"/>
                </a:lnTo>
                <a:lnTo>
                  <a:pt x="10063" y="5877"/>
                </a:lnTo>
                <a:lnTo>
                  <a:pt x="9614" y="5877"/>
                </a:lnTo>
                <a:close/>
                <a:moveTo>
                  <a:pt x="9131" y="5877"/>
                </a:moveTo>
                <a:lnTo>
                  <a:pt x="9131" y="6327"/>
                </a:lnTo>
                <a:lnTo>
                  <a:pt x="9581" y="6327"/>
                </a:lnTo>
                <a:lnTo>
                  <a:pt x="9581" y="5877"/>
                </a:lnTo>
                <a:lnTo>
                  <a:pt x="9131" y="5877"/>
                </a:lnTo>
                <a:close/>
                <a:moveTo>
                  <a:pt x="8648" y="5877"/>
                </a:moveTo>
                <a:lnTo>
                  <a:pt x="8648" y="6327"/>
                </a:lnTo>
                <a:lnTo>
                  <a:pt x="9098" y="6327"/>
                </a:lnTo>
                <a:lnTo>
                  <a:pt x="9098" y="5877"/>
                </a:lnTo>
                <a:lnTo>
                  <a:pt x="8648" y="5877"/>
                </a:lnTo>
                <a:close/>
                <a:moveTo>
                  <a:pt x="8166" y="5877"/>
                </a:moveTo>
                <a:lnTo>
                  <a:pt x="8166" y="6327"/>
                </a:lnTo>
                <a:lnTo>
                  <a:pt x="8615" y="6327"/>
                </a:lnTo>
                <a:lnTo>
                  <a:pt x="8615" y="5877"/>
                </a:lnTo>
                <a:lnTo>
                  <a:pt x="8166" y="5877"/>
                </a:lnTo>
                <a:close/>
                <a:moveTo>
                  <a:pt x="7683" y="5877"/>
                </a:moveTo>
                <a:lnTo>
                  <a:pt x="7683" y="6327"/>
                </a:lnTo>
                <a:lnTo>
                  <a:pt x="8133" y="6327"/>
                </a:lnTo>
                <a:lnTo>
                  <a:pt x="8133" y="5877"/>
                </a:lnTo>
                <a:lnTo>
                  <a:pt x="7683" y="5877"/>
                </a:lnTo>
                <a:close/>
                <a:moveTo>
                  <a:pt x="7200" y="5877"/>
                </a:moveTo>
                <a:lnTo>
                  <a:pt x="7200" y="6327"/>
                </a:lnTo>
                <a:lnTo>
                  <a:pt x="7650" y="6327"/>
                </a:lnTo>
                <a:lnTo>
                  <a:pt x="7650" y="5877"/>
                </a:lnTo>
                <a:lnTo>
                  <a:pt x="7200" y="5877"/>
                </a:lnTo>
                <a:close/>
                <a:moveTo>
                  <a:pt x="6718" y="5877"/>
                </a:moveTo>
                <a:lnTo>
                  <a:pt x="6718" y="6327"/>
                </a:lnTo>
                <a:lnTo>
                  <a:pt x="7167" y="6327"/>
                </a:lnTo>
                <a:lnTo>
                  <a:pt x="7167" y="5877"/>
                </a:lnTo>
                <a:lnTo>
                  <a:pt x="6718" y="5877"/>
                </a:lnTo>
                <a:close/>
                <a:moveTo>
                  <a:pt x="6235" y="5877"/>
                </a:moveTo>
                <a:lnTo>
                  <a:pt x="6235" y="6327"/>
                </a:lnTo>
                <a:lnTo>
                  <a:pt x="6685" y="6327"/>
                </a:lnTo>
                <a:lnTo>
                  <a:pt x="6685" y="5877"/>
                </a:lnTo>
                <a:lnTo>
                  <a:pt x="6235" y="5877"/>
                </a:lnTo>
                <a:close/>
                <a:moveTo>
                  <a:pt x="5752" y="5877"/>
                </a:moveTo>
                <a:lnTo>
                  <a:pt x="5752" y="6327"/>
                </a:lnTo>
                <a:lnTo>
                  <a:pt x="6202" y="6327"/>
                </a:lnTo>
                <a:lnTo>
                  <a:pt x="6202" y="5877"/>
                </a:lnTo>
                <a:lnTo>
                  <a:pt x="5752" y="5877"/>
                </a:lnTo>
                <a:close/>
                <a:moveTo>
                  <a:pt x="5270" y="5877"/>
                </a:moveTo>
                <a:lnTo>
                  <a:pt x="5270" y="6327"/>
                </a:lnTo>
                <a:lnTo>
                  <a:pt x="5719" y="6327"/>
                </a:lnTo>
                <a:lnTo>
                  <a:pt x="5719" y="5877"/>
                </a:lnTo>
                <a:lnTo>
                  <a:pt x="5270" y="5877"/>
                </a:lnTo>
                <a:close/>
                <a:moveTo>
                  <a:pt x="4787" y="5877"/>
                </a:moveTo>
                <a:lnTo>
                  <a:pt x="4787" y="6327"/>
                </a:lnTo>
                <a:lnTo>
                  <a:pt x="5237" y="6327"/>
                </a:lnTo>
                <a:lnTo>
                  <a:pt x="5237" y="5877"/>
                </a:lnTo>
                <a:lnTo>
                  <a:pt x="4787" y="5877"/>
                </a:lnTo>
                <a:close/>
                <a:moveTo>
                  <a:pt x="4304" y="5877"/>
                </a:moveTo>
                <a:lnTo>
                  <a:pt x="4304" y="6327"/>
                </a:lnTo>
                <a:lnTo>
                  <a:pt x="4754" y="6327"/>
                </a:lnTo>
                <a:lnTo>
                  <a:pt x="4754" y="5877"/>
                </a:lnTo>
                <a:lnTo>
                  <a:pt x="4304" y="5877"/>
                </a:lnTo>
                <a:close/>
                <a:moveTo>
                  <a:pt x="3822" y="5877"/>
                </a:moveTo>
                <a:lnTo>
                  <a:pt x="3822" y="6327"/>
                </a:lnTo>
                <a:lnTo>
                  <a:pt x="4271" y="6327"/>
                </a:lnTo>
                <a:lnTo>
                  <a:pt x="4271" y="5877"/>
                </a:lnTo>
                <a:lnTo>
                  <a:pt x="3822" y="5877"/>
                </a:lnTo>
                <a:close/>
                <a:moveTo>
                  <a:pt x="3339" y="5877"/>
                </a:moveTo>
                <a:lnTo>
                  <a:pt x="3339" y="6327"/>
                </a:lnTo>
                <a:lnTo>
                  <a:pt x="3789" y="6327"/>
                </a:lnTo>
                <a:lnTo>
                  <a:pt x="3789" y="5877"/>
                </a:lnTo>
                <a:lnTo>
                  <a:pt x="3339" y="5877"/>
                </a:lnTo>
                <a:close/>
                <a:moveTo>
                  <a:pt x="2856" y="5877"/>
                </a:moveTo>
                <a:lnTo>
                  <a:pt x="2856" y="6327"/>
                </a:lnTo>
                <a:lnTo>
                  <a:pt x="3306" y="6327"/>
                </a:lnTo>
                <a:lnTo>
                  <a:pt x="3306" y="5877"/>
                </a:lnTo>
                <a:lnTo>
                  <a:pt x="2856" y="5877"/>
                </a:lnTo>
                <a:close/>
                <a:moveTo>
                  <a:pt x="2374" y="5877"/>
                </a:moveTo>
                <a:lnTo>
                  <a:pt x="2374" y="6327"/>
                </a:lnTo>
                <a:lnTo>
                  <a:pt x="2823" y="6327"/>
                </a:lnTo>
                <a:lnTo>
                  <a:pt x="2823" y="5877"/>
                </a:lnTo>
                <a:lnTo>
                  <a:pt x="2374" y="5877"/>
                </a:lnTo>
                <a:close/>
                <a:moveTo>
                  <a:pt x="1891" y="5877"/>
                </a:moveTo>
                <a:lnTo>
                  <a:pt x="1891" y="6327"/>
                </a:lnTo>
                <a:lnTo>
                  <a:pt x="2341" y="6327"/>
                </a:lnTo>
                <a:lnTo>
                  <a:pt x="2341" y="5877"/>
                </a:lnTo>
                <a:lnTo>
                  <a:pt x="1891" y="5877"/>
                </a:lnTo>
                <a:close/>
                <a:moveTo>
                  <a:pt x="1408" y="5877"/>
                </a:moveTo>
                <a:lnTo>
                  <a:pt x="1408" y="6327"/>
                </a:lnTo>
                <a:lnTo>
                  <a:pt x="1858" y="6327"/>
                </a:lnTo>
                <a:lnTo>
                  <a:pt x="1858" y="5877"/>
                </a:lnTo>
                <a:lnTo>
                  <a:pt x="1408" y="5877"/>
                </a:lnTo>
                <a:close/>
                <a:moveTo>
                  <a:pt x="926" y="5877"/>
                </a:moveTo>
                <a:lnTo>
                  <a:pt x="926" y="6327"/>
                </a:lnTo>
                <a:lnTo>
                  <a:pt x="1375" y="6327"/>
                </a:lnTo>
                <a:lnTo>
                  <a:pt x="1375" y="5877"/>
                </a:lnTo>
                <a:lnTo>
                  <a:pt x="926" y="5877"/>
                </a:lnTo>
                <a:close/>
                <a:moveTo>
                  <a:pt x="443" y="5877"/>
                </a:moveTo>
                <a:lnTo>
                  <a:pt x="443" y="6327"/>
                </a:lnTo>
                <a:lnTo>
                  <a:pt x="893" y="6327"/>
                </a:lnTo>
                <a:lnTo>
                  <a:pt x="893" y="5877"/>
                </a:lnTo>
                <a:lnTo>
                  <a:pt x="443" y="5877"/>
                </a:lnTo>
                <a:close/>
                <a:moveTo>
                  <a:pt x="18302" y="5346"/>
                </a:moveTo>
                <a:lnTo>
                  <a:pt x="18302" y="5358"/>
                </a:lnTo>
                <a:lnTo>
                  <a:pt x="18302" y="5812"/>
                </a:lnTo>
                <a:lnTo>
                  <a:pt x="18302" y="5844"/>
                </a:lnTo>
                <a:lnTo>
                  <a:pt x="18751" y="5844"/>
                </a:lnTo>
                <a:lnTo>
                  <a:pt x="18751" y="5812"/>
                </a:lnTo>
                <a:lnTo>
                  <a:pt x="18751" y="5358"/>
                </a:lnTo>
                <a:lnTo>
                  <a:pt x="18751" y="5346"/>
                </a:lnTo>
                <a:lnTo>
                  <a:pt x="18302" y="5346"/>
                </a:lnTo>
                <a:close/>
                <a:moveTo>
                  <a:pt x="17819" y="5346"/>
                </a:moveTo>
                <a:lnTo>
                  <a:pt x="17819" y="5358"/>
                </a:lnTo>
                <a:lnTo>
                  <a:pt x="17819" y="5812"/>
                </a:lnTo>
                <a:lnTo>
                  <a:pt x="17819" y="5844"/>
                </a:lnTo>
                <a:lnTo>
                  <a:pt x="18269" y="5844"/>
                </a:lnTo>
                <a:lnTo>
                  <a:pt x="18269" y="5812"/>
                </a:lnTo>
                <a:lnTo>
                  <a:pt x="18269" y="5358"/>
                </a:lnTo>
                <a:lnTo>
                  <a:pt x="18269" y="5346"/>
                </a:lnTo>
                <a:lnTo>
                  <a:pt x="17819" y="5346"/>
                </a:lnTo>
                <a:close/>
                <a:moveTo>
                  <a:pt x="17336" y="5346"/>
                </a:moveTo>
                <a:lnTo>
                  <a:pt x="17336" y="5358"/>
                </a:lnTo>
                <a:lnTo>
                  <a:pt x="17336" y="5812"/>
                </a:lnTo>
                <a:lnTo>
                  <a:pt x="17336" y="5844"/>
                </a:lnTo>
                <a:lnTo>
                  <a:pt x="17786" y="5844"/>
                </a:lnTo>
                <a:lnTo>
                  <a:pt x="17786" y="5812"/>
                </a:lnTo>
                <a:lnTo>
                  <a:pt x="17786" y="5358"/>
                </a:lnTo>
                <a:lnTo>
                  <a:pt x="17786" y="5346"/>
                </a:lnTo>
                <a:lnTo>
                  <a:pt x="17336" y="5346"/>
                </a:lnTo>
                <a:close/>
                <a:moveTo>
                  <a:pt x="16854" y="5346"/>
                </a:moveTo>
                <a:lnTo>
                  <a:pt x="16854" y="5358"/>
                </a:lnTo>
                <a:lnTo>
                  <a:pt x="16854" y="5812"/>
                </a:lnTo>
                <a:lnTo>
                  <a:pt x="16854" y="5844"/>
                </a:lnTo>
                <a:lnTo>
                  <a:pt x="17303" y="5844"/>
                </a:lnTo>
                <a:lnTo>
                  <a:pt x="17303" y="5812"/>
                </a:lnTo>
                <a:lnTo>
                  <a:pt x="17303" y="5358"/>
                </a:lnTo>
                <a:lnTo>
                  <a:pt x="17303" y="5346"/>
                </a:lnTo>
                <a:lnTo>
                  <a:pt x="16854" y="5346"/>
                </a:lnTo>
                <a:close/>
                <a:moveTo>
                  <a:pt x="16371" y="5346"/>
                </a:moveTo>
                <a:lnTo>
                  <a:pt x="16371" y="5358"/>
                </a:lnTo>
                <a:lnTo>
                  <a:pt x="16371" y="5812"/>
                </a:lnTo>
                <a:lnTo>
                  <a:pt x="16371" y="5844"/>
                </a:lnTo>
                <a:lnTo>
                  <a:pt x="16821" y="5844"/>
                </a:lnTo>
                <a:lnTo>
                  <a:pt x="16821" y="5812"/>
                </a:lnTo>
                <a:lnTo>
                  <a:pt x="16821" y="5358"/>
                </a:lnTo>
                <a:lnTo>
                  <a:pt x="16821" y="5346"/>
                </a:lnTo>
                <a:lnTo>
                  <a:pt x="16371" y="5346"/>
                </a:lnTo>
                <a:close/>
                <a:moveTo>
                  <a:pt x="15888" y="5346"/>
                </a:moveTo>
                <a:lnTo>
                  <a:pt x="15888" y="5358"/>
                </a:lnTo>
                <a:lnTo>
                  <a:pt x="15888" y="5812"/>
                </a:lnTo>
                <a:lnTo>
                  <a:pt x="15888" y="5844"/>
                </a:lnTo>
                <a:lnTo>
                  <a:pt x="16338" y="5844"/>
                </a:lnTo>
                <a:lnTo>
                  <a:pt x="16338" y="5812"/>
                </a:lnTo>
                <a:lnTo>
                  <a:pt x="16338" y="5358"/>
                </a:lnTo>
                <a:lnTo>
                  <a:pt x="16338" y="5346"/>
                </a:lnTo>
                <a:lnTo>
                  <a:pt x="15888" y="5346"/>
                </a:lnTo>
                <a:close/>
                <a:moveTo>
                  <a:pt x="15406" y="5346"/>
                </a:moveTo>
                <a:lnTo>
                  <a:pt x="15406" y="5358"/>
                </a:lnTo>
                <a:lnTo>
                  <a:pt x="15406" y="5812"/>
                </a:lnTo>
                <a:lnTo>
                  <a:pt x="15406" y="5844"/>
                </a:lnTo>
                <a:lnTo>
                  <a:pt x="15855" y="5844"/>
                </a:lnTo>
                <a:lnTo>
                  <a:pt x="15855" y="5812"/>
                </a:lnTo>
                <a:lnTo>
                  <a:pt x="15855" y="5358"/>
                </a:lnTo>
                <a:lnTo>
                  <a:pt x="15855" y="5346"/>
                </a:lnTo>
                <a:lnTo>
                  <a:pt x="15406" y="5346"/>
                </a:lnTo>
                <a:close/>
                <a:moveTo>
                  <a:pt x="14923" y="5346"/>
                </a:moveTo>
                <a:lnTo>
                  <a:pt x="14923" y="5358"/>
                </a:lnTo>
                <a:lnTo>
                  <a:pt x="14923" y="5812"/>
                </a:lnTo>
                <a:lnTo>
                  <a:pt x="14923" y="5844"/>
                </a:lnTo>
                <a:lnTo>
                  <a:pt x="15373" y="5844"/>
                </a:lnTo>
                <a:lnTo>
                  <a:pt x="15373" y="5812"/>
                </a:lnTo>
                <a:lnTo>
                  <a:pt x="15373" y="5358"/>
                </a:lnTo>
                <a:lnTo>
                  <a:pt x="15373" y="5346"/>
                </a:lnTo>
                <a:lnTo>
                  <a:pt x="14923" y="5346"/>
                </a:lnTo>
                <a:close/>
                <a:moveTo>
                  <a:pt x="14440" y="5346"/>
                </a:moveTo>
                <a:lnTo>
                  <a:pt x="14440" y="5358"/>
                </a:lnTo>
                <a:lnTo>
                  <a:pt x="14440" y="5812"/>
                </a:lnTo>
                <a:lnTo>
                  <a:pt x="14440" y="5844"/>
                </a:lnTo>
                <a:lnTo>
                  <a:pt x="14890" y="5844"/>
                </a:lnTo>
                <a:lnTo>
                  <a:pt x="14890" y="5812"/>
                </a:lnTo>
                <a:lnTo>
                  <a:pt x="14890" y="5358"/>
                </a:lnTo>
                <a:lnTo>
                  <a:pt x="14890" y="5346"/>
                </a:lnTo>
                <a:lnTo>
                  <a:pt x="14440" y="5346"/>
                </a:lnTo>
                <a:close/>
                <a:moveTo>
                  <a:pt x="13958" y="5346"/>
                </a:moveTo>
                <a:lnTo>
                  <a:pt x="13958" y="5358"/>
                </a:lnTo>
                <a:lnTo>
                  <a:pt x="13958" y="5812"/>
                </a:lnTo>
                <a:lnTo>
                  <a:pt x="13958" y="5844"/>
                </a:lnTo>
                <a:lnTo>
                  <a:pt x="14407" y="5844"/>
                </a:lnTo>
                <a:lnTo>
                  <a:pt x="14407" y="5812"/>
                </a:lnTo>
                <a:lnTo>
                  <a:pt x="14407" y="5358"/>
                </a:lnTo>
                <a:lnTo>
                  <a:pt x="14407" y="5346"/>
                </a:lnTo>
                <a:lnTo>
                  <a:pt x="13958" y="5346"/>
                </a:lnTo>
                <a:close/>
                <a:moveTo>
                  <a:pt x="13475" y="5346"/>
                </a:moveTo>
                <a:lnTo>
                  <a:pt x="13475" y="5358"/>
                </a:lnTo>
                <a:lnTo>
                  <a:pt x="13475" y="5812"/>
                </a:lnTo>
                <a:lnTo>
                  <a:pt x="13475" y="5844"/>
                </a:lnTo>
                <a:lnTo>
                  <a:pt x="13925" y="5844"/>
                </a:lnTo>
                <a:lnTo>
                  <a:pt x="13925" y="5812"/>
                </a:lnTo>
                <a:lnTo>
                  <a:pt x="13925" y="5358"/>
                </a:lnTo>
                <a:lnTo>
                  <a:pt x="13925" y="5346"/>
                </a:lnTo>
                <a:lnTo>
                  <a:pt x="13475" y="5346"/>
                </a:lnTo>
                <a:close/>
                <a:moveTo>
                  <a:pt x="12992" y="5346"/>
                </a:moveTo>
                <a:lnTo>
                  <a:pt x="12992" y="5358"/>
                </a:lnTo>
                <a:lnTo>
                  <a:pt x="12992" y="5812"/>
                </a:lnTo>
                <a:lnTo>
                  <a:pt x="12992" y="5844"/>
                </a:lnTo>
                <a:lnTo>
                  <a:pt x="13442" y="5844"/>
                </a:lnTo>
                <a:lnTo>
                  <a:pt x="13442" y="5812"/>
                </a:lnTo>
                <a:lnTo>
                  <a:pt x="13442" y="5358"/>
                </a:lnTo>
                <a:lnTo>
                  <a:pt x="13442" y="5346"/>
                </a:lnTo>
                <a:lnTo>
                  <a:pt x="12992" y="5346"/>
                </a:lnTo>
                <a:close/>
                <a:moveTo>
                  <a:pt x="12510" y="5346"/>
                </a:moveTo>
                <a:lnTo>
                  <a:pt x="12510" y="5358"/>
                </a:lnTo>
                <a:lnTo>
                  <a:pt x="12510" y="5812"/>
                </a:lnTo>
                <a:lnTo>
                  <a:pt x="12510" y="5844"/>
                </a:lnTo>
                <a:lnTo>
                  <a:pt x="12959" y="5844"/>
                </a:lnTo>
                <a:lnTo>
                  <a:pt x="12959" y="5812"/>
                </a:lnTo>
                <a:lnTo>
                  <a:pt x="12959" y="5358"/>
                </a:lnTo>
                <a:lnTo>
                  <a:pt x="12959" y="5346"/>
                </a:lnTo>
                <a:lnTo>
                  <a:pt x="12510" y="5346"/>
                </a:lnTo>
                <a:close/>
                <a:moveTo>
                  <a:pt x="12027" y="5346"/>
                </a:moveTo>
                <a:lnTo>
                  <a:pt x="12027" y="5358"/>
                </a:lnTo>
                <a:lnTo>
                  <a:pt x="12027" y="5812"/>
                </a:lnTo>
                <a:lnTo>
                  <a:pt x="12027" y="5844"/>
                </a:lnTo>
                <a:lnTo>
                  <a:pt x="12477" y="5844"/>
                </a:lnTo>
                <a:lnTo>
                  <a:pt x="12477" y="5812"/>
                </a:lnTo>
                <a:lnTo>
                  <a:pt x="12477" y="5358"/>
                </a:lnTo>
                <a:lnTo>
                  <a:pt x="12477" y="5346"/>
                </a:lnTo>
                <a:lnTo>
                  <a:pt x="12027" y="5346"/>
                </a:lnTo>
                <a:close/>
                <a:moveTo>
                  <a:pt x="11544" y="5346"/>
                </a:moveTo>
                <a:lnTo>
                  <a:pt x="11544" y="5358"/>
                </a:lnTo>
                <a:lnTo>
                  <a:pt x="11544" y="5812"/>
                </a:lnTo>
                <a:lnTo>
                  <a:pt x="11544" y="5844"/>
                </a:lnTo>
                <a:lnTo>
                  <a:pt x="11994" y="5844"/>
                </a:lnTo>
                <a:lnTo>
                  <a:pt x="11994" y="5812"/>
                </a:lnTo>
                <a:lnTo>
                  <a:pt x="11994" y="5358"/>
                </a:lnTo>
                <a:lnTo>
                  <a:pt x="11994" y="5346"/>
                </a:lnTo>
                <a:lnTo>
                  <a:pt x="11544" y="5346"/>
                </a:lnTo>
                <a:close/>
                <a:moveTo>
                  <a:pt x="11062" y="5346"/>
                </a:moveTo>
                <a:lnTo>
                  <a:pt x="11062" y="5358"/>
                </a:lnTo>
                <a:lnTo>
                  <a:pt x="11062" y="5812"/>
                </a:lnTo>
                <a:lnTo>
                  <a:pt x="11062" y="5844"/>
                </a:lnTo>
                <a:lnTo>
                  <a:pt x="11511" y="5844"/>
                </a:lnTo>
                <a:lnTo>
                  <a:pt x="11511" y="5812"/>
                </a:lnTo>
                <a:lnTo>
                  <a:pt x="11511" y="5358"/>
                </a:lnTo>
                <a:lnTo>
                  <a:pt x="11511" y="5346"/>
                </a:lnTo>
                <a:lnTo>
                  <a:pt x="11062" y="5346"/>
                </a:lnTo>
                <a:close/>
                <a:moveTo>
                  <a:pt x="10579" y="5346"/>
                </a:moveTo>
                <a:lnTo>
                  <a:pt x="10579" y="5358"/>
                </a:lnTo>
                <a:lnTo>
                  <a:pt x="10579" y="5812"/>
                </a:lnTo>
                <a:lnTo>
                  <a:pt x="10579" y="5844"/>
                </a:lnTo>
                <a:lnTo>
                  <a:pt x="11029" y="5844"/>
                </a:lnTo>
                <a:lnTo>
                  <a:pt x="11029" y="5812"/>
                </a:lnTo>
                <a:lnTo>
                  <a:pt x="11029" y="5358"/>
                </a:lnTo>
                <a:lnTo>
                  <a:pt x="11029" y="5346"/>
                </a:lnTo>
                <a:lnTo>
                  <a:pt x="10579" y="5346"/>
                </a:lnTo>
                <a:close/>
                <a:moveTo>
                  <a:pt x="10096" y="5346"/>
                </a:moveTo>
                <a:lnTo>
                  <a:pt x="10096" y="5358"/>
                </a:lnTo>
                <a:lnTo>
                  <a:pt x="10096" y="5812"/>
                </a:lnTo>
                <a:lnTo>
                  <a:pt x="10096" y="5844"/>
                </a:lnTo>
                <a:lnTo>
                  <a:pt x="10546" y="5844"/>
                </a:lnTo>
                <a:lnTo>
                  <a:pt x="10546" y="5812"/>
                </a:lnTo>
                <a:lnTo>
                  <a:pt x="10546" y="5358"/>
                </a:lnTo>
                <a:lnTo>
                  <a:pt x="10546" y="5346"/>
                </a:lnTo>
                <a:lnTo>
                  <a:pt x="10096" y="5346"/>
                </a:lnTo>
                <a:close/>
                <a:moveTo>
                  <a:pt x="9614" y="5346"/>
                </a:moveTo>
                <a:lnTo>
                  <a:pt x="9614" y="5358"/>
                </a:lnTo>
                <a:lnTo>
                  <a:pt x="9614" y="5812"/>
                </a:lnTo>
                <a:lnTo>
                  <a:pt x="9614" y="5844"/>
                </a:lnTo>
                <a:lnTo>
                  <a:pt x="10063" y="5844"/>
                </a:lnTo>
                <a:lnTo>
                  <a:pt x="10063" y="5812"/>
                </a:lnTo>
                <a:lnTo>
                  <a:pt x="10063" y="5358"/>
                </a:lnTo>
                <a:lnTo>
                  <a:pt x="10063" y="5346"/>
                </a:lnTo>
                <a:lnTo>
                  <a:pt x="9614" y="5346"/>
                </a:lnTo>
                <a:close/>
                <a:moveTo>
                  <a:pt x="9131" y="5346"/>
                </a:moveTo>
                <a:lnTo>
                  <a:pt x="9131" y="5358"/>
                </a:lnTo>
                <a:lnTo>
                  <a:pt x="9131" y="5812"/>
                </a:lnTo>
                <a:lnTo>
                  <a:pt x="9131" y="5844"/>
                </a:lnTo>
                <a:lnTo>
                  <a:pt x="9581" y="5844"/>
                </a:lnTo>
                <a:lnTo>
                  <a:pt x="9581" y="5812"/>
                </a:lnTo>
                <a:lnTo>
                  <a:pt x="9581" y="5358"/>
                </a:lnTo>
                <a:lnTo>
                  <a:pt x="9581" y="5346"/>
                </a:lnTo>
                <a:lnTo>
                  <a:pt x="9131" y="5346"/>
                </a:lnTo>
                <a:close/>
                <a:moveTo>
                  <a:pt x="8648" y="5346"/>
                </a:moveTo>
                <a:lnTo>
                  <a:pt x="8648" y="5358"/>
                </a:lnTo>
                <a:lnTo>
                  <a:pt x="8648" y="5812"/>
                </a:lnTo>
                <a:lnTo>
                  <a:pt x="8648" y="5844"/>
                </a:lnTo>
                <a:lnTo>
                  <a:pt x="9098" y="5844"/>
                </a:lnTo>
                <a:lnTo>
                  <a:pt x="9098" y="5812"/>
                </a:lnTo>
                <a:lnTo>
                  <a:pt x="9098" y="5358"/>
                </a:lnTo>
                <a:lnTo>
                  <a:pt x="9098" y="5346"/>
                </a:lnTo>
                <a:lnTo>
                  <a:pt x="8648" y="5346"/>
                </a:lnTo>
                <a:close/>
                <a:moveTo>
                  <a:pt x="8166" y="5346"/>
                </a:moveTo>
                <a:lnTo>
                  <a:pt x="8166" y="5358"/>
                </a:lnTo>
                <a:lnTo>
                  <a:pt x="8166" y="5812"/>
                </a:lnTo>
                <a:lnTo>
                  <a:pt x="8166" y="5844"/>
                </a:lnTo>
                <a:lnTo>
                  <a:pt x="8615" y="5844"/>
                </a:lnTo>
                <a:lnTo>
                  <a:pt x="8615" y="5812"/>
                </a:lnTo>
                <a:lnTo>
                  <a:pt x="8615" y="5358"/>
                </a:lnTo>
                <a:lnTo>
                  <a:pt x="8615" y="5346"/>
                </a:lnTo>
                <a:lnTo>
                  <a:pt x="8166" y="5346"/>
                </a:lnTo>
                <a:close/>
                <a:moveTo>
                  <a:pt x="7683" y="5346"/>
                </a:moveTo>
                <a:lnTo>
                  <a:pt x="7683" y="5358"/>
                </a:lnTo>
                <a:lnTo>
                  <a:pt x="7683" y="5812"/>
                </a:lnTo>
                <a:lnTo>
                  <a:pt x="7683" y="5844"/>
                </a:lnTo>
                <a:lnTo>
                  <a:pt x="8133" y="5844"/>
                </a:lnTo>
                <a:lnTo>
                  <a:pt x="8133" y="5812"/>
                </a:lnTo>
                <a:lnTo>
                  <a:pt x="8133" y="5358"/>
                </a:lnTo>
                <a:lnTo>
                  <a:pt x="8133" y="5346"/>
                </a:lnTo>
                <a:lnTo>
                  <a:pt x="7683" y="5346"/>
                </a:lnTo>
                <a:close/>
                <a:moveTo>
                  <a:pt x="7200" y="5346"/>
                </a:moveTo>
                <a:lnTo>
                  <a:pt x="7200" y="5358"/>
                </a:lnTo>
                <a:lnTo>
                  <a:pt x="7200" y="5812"/>
                </a:lnTo>
                <a:lnTo>
                  <a:pt x="7200" y="5844"/>
                </a:lnTo>
                <a:lnTo>
                  <a:pt x="7650" y="5844"/>
                </a:lnTo>
                <a:lnTo>
                  <a:pt x="7650" y="5812"/>
                </a:lnTo>
                <a:lnTo>
                  <a:pt x="7650" y="5358"/>
                </a:lnTo>
                <a:lnTo>
                  <a:pt x="7650" y="5346"/>
                </a:lnTo>
                <a:lnTo>
                  <a:pt x="7200" y="5346"/>
                </a:lnTo>
                <a:close/>
                <a:moveTo>
                  <a:pt x="6718" y="5346"/>
                </a:moveTo>
                <a:lnTo>
                  <a:pt x="6718" y="5358"/>
                </a:lnTo>
                <a:lnTo>
                  <a:pt x="6718" y="5812"/>
                </a:lnTo>
                <a:lnTo>
                  <a:pt x="6718" y="5844"/>
                </a:lnTo>
                <a:lnTo>
                  <a:pt x="7167" y="5844"/>
                </a:lnTo>
                <a:lnTo>
                  <a:pt x="7167" y="5812"/>
                </a:lnTo>
                <a:lnTo>
                  <a:pt x="7167" y="5358"/>
                </a:lnTo>
                <a:lnTo>
                  <a:pt x="7167" y="5346"/>
                </a:lnTo>
                <a:lnTo>
                  <a:pt x="6718" y="5346"/>
                </a:lnTo>
                <a:close/>
                <a:moveTo>
                  <a:pt x="6235" y="5346"/>
                </a:moveTo>
                <a:lnTo>
                  <a:pt x="6235" y="5358"/>
                </a:lnTo>
                <a:lnTo>
                  <a:pt x="6235" y="5812"/>
                </a:lnTo>
                <a:lnTo>
                  <a:pt x="6235" y="5844"/>
                </a:lnTo>
                <a:lnTo>
                  <a:pt x="6685" y="5844"/>
                </a:lnTo>
                <a:lnTo>
                  <a:pt x="6685" y="5812"/>
                </a:lnTo>
                <a:lnTo>
                  <a:pt x="6685" y="5358"/>
                </a:lnTo>
                <a:lnTo>
                  <a:pt x="6685" y="5346"/>
                </a:lnTo>
                <a:lnTo>
                  <a:pt x="6235" y="5346"/>
                </a:lnTo>
                <a:close/>
                <a:moveTo>
                  <a:pt x="5752" y="5346"/>
                </a:moveTo>
                <a:lnTo>
                  <a:pt x="5752" y="5358"/>
                </a:lnTo>
                <a:lnTo>
                  <a:pt x="5752" y="5812"/>
                </a:lnTo>
                <a:lnTo>
                  <a:pt x="5752" y="5844"/>
                </a:lnTo>
                <a:lnTo>
                  <a:pt x="6202" y="5844"/>
                </a:lnTo>
                <a:lnTo>
                  <a:pt x="6202" y="5812"/>
                </a:lnTo>
                <a:lnTo>
                  <a:pt x="6202" y="5358"/>
                </a:lnTo>
                <a:lnTo>
                  <a:pt x="6202" y="5346"/>
                </a:lnTo>
                <a:lnTo>
                  <a:pt x="5752" y="5346"/>
                </a:lnTo>
                <a:close/>
                <a:moveTo>
                  <a:pt x="5270" y="5346"/>
                </a:moveTo>
                <a:lnTo>
                  <a:pt x="5270" y="5358"/>
                </a:lnTo>
                <a:lnTo>
                  <a:pt x="5270" y="5812"/>
                </a:lnTo>
                <a:lnTo>
                  <a:pt x="5270" y="5844"/>
                </a:lnTo>
                <a:lnTo>
                  <a:pt x="5719" y="5844"/>
                </a:lnTo>
                <a:lnTo>
                  <a:pt x="5719" y="5812"/>
                </a:lnTo>
                <a:lnTo>
                  <a:pt x="5719" y="5358"/>
                </a:lnTo>
                <a:lnTo>
                  <a:pt x="5719" y="5346"/>
                </a:lnTo>
                <a:lnTo>
                  <a:pt x="5270" y="5346"/>
                </a:lnTo>
                <a:close/>
                <a:moveTo>
                  <a:pt x="4787" y="5346"/>
                </a:moveTo>
                <a:lnTo>
                  <a:pt x="4787" y="5358"/>
                </a:lnTo>
                <a:lnTo>
                  <a:pt x="4787" y="5812"/>
                </a:lnTo>
                <a:lnTo>
                  <a:pt x="4787" y="5844"/>
                </a:lnTo>
                <a:lnTo>
                  <a:pt x="5237" y="5844"/>
                </a:lnTo>
                <a:lnTo>
                  <a:pt x="5237" y="5812"/>
                </a:lnTo>
                <a:lnTo>
                  <a:pt x="5237" y="5358"/>
                </a:lnTo>
                <a:lnTo>
                  <a:pt x="5237" y="5346"/>
                </a:lnTo>
                <a:lnTo>
                  <a:pt x="4787" y="5346"/>
                </a:lnTo>
                <a:close/>
                <a:moveTo>
                  <a:pt x="4304" y="5346"/>
                </a:moveTo>
                <a:lnTo>
                  <a:pt x="4304" y="5358"/>
                </a:lnTo>
                <a:lnTo>
                  <a:pt x="4304" y="5812"/>
                </a:lnTo>
                <a:lnTo>
                  <a:pt x="4304" y="5844"/>
                </a:lnTo>
                <a:lnTo>
                  <a:pt x="4754" y="5844"/>
                </a:lnTo>
                <a:lnTo>
                  <a:pt x="4754" y="5812"/>
                </a:lnTo>
                <a:lnTo>
                  <a:pt x="4754" y="5358"/>
                </a:lnTo>
                <a:lnTo>
                  <a:pt x="4754" y="5346"/>
                </a:lnTo>
                <a:lnTo>
                  <a:pt x="4304" y="5346"/>
                </a:lnTo>
                <a:close/>
                <a:moveTo>
                  <a:pt x="3822" y="5346"/>
                </a:moveTo>
                <a:lnTo>
                  <a:pt x="3822" y="5358"/>
                </a:lnTo>
                <a:lnTo>
                  <a:pt x="3822" y="5812"/>
                </a:lnTo>
                <a:lnTo>
                  <a:pt x="3822" y="5844"/>
                </a:lnTo>
                <a:lnTo>
                  <a:pt x="4271" y="5844"/>
                </a:lnTo>
                <a:lnTo>
                  <a:pt x="4271" y="5812"/>
                </a:lnTo>
                <a:lnTo>
                  <a:pt x="4271" y="5358"/>
                </a:lnTo>
                <a:lnTo>
                  <a:pt x="4271" y="5346"/>
                </a:lnTo>
                <a:lnTo>
                  <a:pt x="3822" y="5346"/>
                </a:lnTo>
                <a:close/>
                <a:moveTo>
                  <a:pt x="3339" y="5346"/>
                </a:moveTo>
                <a:lnTo>
                  <a:pt x="3339" y="5358"/>
                </a:lnTo>
                <a:lnTo>
                  <a:pt x="3339" y="5812"/>
                </a:lnTo>
                <a:lnTo>
                  <a:pt x="3339" y="5844"/>
                </a:lnTo>
                <a:lnTo>
                  <a:pt x="3789" y="5844"/>
                </a:lnTo>
                <a:lnTo>
                  <a:pt x="3789" y="5812"/>
                </a:lnTo>
                <a:lnTo>
                  <a:pt x="3789" y="5358"/>
                </a:lnTo>
                <a:lnTo>
                  <a:pt x="3789" y="5346"/>
                </a:lnTo>
                <a:lnTo>
                  <a:pt x="3339" y="5346"/>
                </a:lnTo>
                <a:close/>
                <a:moveTo>
                  <a:pt x="2856" y="5346"/>
                </a:moveTo>
                <a:lnTo>
                  <a:pt x="2856" y="5358"/>
                </a:lnTo>
                <a:lnTo>
                  <a:pt x="2856" y="5812"/>
                </a:lnTo>
                <a:lnTo>
                  <a:pt x="2856" y="5844"/>
                </a:lnTo>
                <a:lnTo>
                  <a:pt x="3306" y="5844"/>
                </a:lnTo>
                <a:lnTo>
                  <a:pt x="3306" y="5812"/>
                </a:lnTo>
                <a:lnTo>
                  <a:pt x="3306" y="5358"/>
                </a:lnTo>
                <a:lnTo>
                  <a:pt x="3306" y="5346"/>
                </a:lnTo>
                <a:lnTo>
                  <a:pt x="2856" y="5346"/>
                </a:lnTo>
                <a:close/>
                <a:moveTo>
                  <a:pt x="2374" y="5346"/>
                </a:moveTo>
                <a:lnTo>
                  <a:pt x="2374" y="5358"/>
                </a:lnTo>
                <a:lnTo>
                  <a:pt x="2374" y="5812"/>
                </a:lnTo>
                <a:lnTo>
                  <a:pt x="2374" y="5844"/>
                </a:lnTo>
                <a:lnTo>
                  <a:pt x="2823" y="5844"/>
                </a:lnTo>
                <a:lnTo>
                  <a:pt x="2823" y="5812"/>
                </a:lnTo>
                <a:lnTo>
                  <a:pt x="2823" y="5358"/>
                </a:lnTo>
                <a:lnTo>
                  <a:pt x="2823" y="5346"/>
                </a:lnTo>
                <a:lnTo>
                  <a:pt x="2374" y="5346"/>
                </a:lnTo>
                <a:close/>
                <a:moveTo>
                  <a:pt x="1891" y="5346"/>
                </a:moveTo>
                <a:lnTo>
                  <a:pt x="1891" y="5358"/>
                </a:lnTo>
                <a:lnTo>
                  <a:pt x="1891" y="5812"/>
                </a:lnTo>
                <a:lnTo>
                  <a:pt x="1891" y="5844"/>
                </a:lnTo>
                <a:lnTo>
                  <a:pt x="2341" y="5844"/>
                </a:lnTo>
                <a:lnTo>
                  <a:pt x="2341" y="5812"/>
                </a:lnTo>
                <a:lnTo>
                  <a:pt x="2341" y="5358"/>
                </a:lnTo>
                <a:lnTo>
                  <a:pt x="2341" y="5346"/>
                </a:lnTo>
                <a:lnTo>
                  <a:pt x="1891" y="5346"/>
                </a:lnTo>
                <a:close/>
                <a:moveTo>
                  <a:pt x="1408" y="5346"/>
                </a:moveTo>
                <a:lnTo>
                  <a:pt x="1408" y="5358"/>
                </a:lnTo>
                <a:lnTo>
                  <a:pt x="1408" y="5812"/>
                </a:lnTo>
                <a:lnTo>
                  <a:pt x="1408" y="5844"/>
                </a:lnTo>
                <a:lnTo>
                  <a:pt x="1858" y="5844"/>
                </a:lnTo>
                <a:lnTo>
                  <a:pt x="1858" y="5812"/>
                </a:lnTo>
                <a:lnTo>
                  <a:pt x="1858" y="5358"/>
                </a:lnTo>
                <a:lnTo>
                  <a:pt x="1858" y="5346"/>
                </a:lnTo>
                <a:lnTo>
                  <a:pt x="1408" y="5346"/>
                </a:lnTo>
                <a:close/>
                <a:moveTo>
                  <a:pt x="926" y="5346"/>
                </a:moveTo>
                <a:lnTo>
                  <a:pt x="926" y="5358"/>
                </a:lnTo>
                <a:lnTo>
                  <a:pt x="926" y="5812"/>
                </a:lnTo>
                <a:lnTo>
                  <a:pt x="926" y="5844"/>
                </a:lnTo>
                <a:lnTo>
                  <a:pt x="1375" y="5844"/>
                </a:lnTo>
                <a:lnTo>
                  <a:pt x="1375" y="5812"/>
                </a:lnTo>
                <a:lnTo>
                  <a:pt x="1375" y="5358"/>
                </a:lnTo>
                <a:lnTo>
                  <a:pt x="1375" y="5346"/>
                </a:lnTo>
                <a:lnTo>
                  <a:pt x="926" y="5346"/>
                </a:lnTo>
                <a:close/>
                <a:moveTo>
                  <a:pt x="443" y="5346"/>
                </a:moveTo>
                <a:lnTo>
                  <a:pt x="443" y="5358"/>
                </a:lnTo>
                <a:lnTo>
                  <a:pt x="443" y="5812"/>
                </a:lnTo>
                <a:lnTo>
                  <a:pt x="443" y="5844"/>
                </a:lnTo>
                <a:lnTo>
                  <a:pt x="893" y="5844"/>
                </a:lnTo>
                <a:lnTo>
                  <a:pt x="893" y="5812"/>
                </a:lnTo>
                <a:lnTo>
                  <a:pt x="893" y="5358"/>
                </a:lnTo>
                <a:lnTo>
                  <a:pt x="893" y="5346"/>
                </a:lnTo>
                <a:lnTo>
                  <a:pt x="443" y="5346"/>
                </a:lnTo>
                <a:close/>
                <a:moveTo>
                  <a:pt x="18302" y="4863"/>
                </a:moveTo>
                <a:lnTo>
                  <a:pt x="18302" y="5313"/>
                </a:lnTo>
                <a:lnTo>
                  <a:pt x="18751" y="5313"/>
                </a:lnTo>
                <a:lnTo>
                  <a:pt x="18751" y="4863"/>
                </a:lnTo>
                <a:lnTo>
                  <a:pt x="18302" y="4863"/>
                </a:lnTo>
                <a:close/>
                <a:moveTo>
                  <a:pt x="17819" y="4863"/>
                </a:moveTo>
                <a:lnTo>
                  <a:pt x="17819" y="5313"/>
                </a:lnTo>
                <a:lnTo>
                  <a:pt x="18269" y="5313"/>
                </a:lnTo>
                <a:lnTo>
                  <a:pt x="18269" y="4863"/>
                </a:lnTo>
                <a:lnTo>
                  <a:pt x="17819" y="4863"/>
                </a:lnTo>
                <a:close/>
                <a:moveTo>
                  <a:pt x="17336" y="4863"/>
                </a:moveTo>
                <a:lnTo>
                  <a:pt x="17336" y="5313"/>
                </a:lnTo>
                <a:lnTo>
                  <a:pt x="17786" y="5313"/>
                </a:lnTo>
                <a:lnTo>
                  <a:pt x="17786" y="4863"/>
                </a:lnTo>
                <a:lnTo>
                  <a:pt x="17336" y="4863"/>
                </a:lnTo>
                <a:close/>
                <a:moveTo>
                  <a:pt x="16854" y="4863"/>
                </a:moveTo>
                <a:lnTo>
                  <a:pt x="16854" y="5313"/>
                </a:lnTo>
                <a:lnTo>
                  <a:pt x="17303" y="5313"/>
                </a:lnTo>
                <a:lnTo>
                  <a:pt x="17303" y="4863"/>
                </a:lnTo>
                <a:lnTo>
                  <a:pt x="16854" y="4863"/>
                </a:lnTo>
                <a:close/>
                <a:moveTo>
                  <a:pt x="16371" y="4863"/>
                </a:moveTo>
                <a:lnTo>
                  <a:pt x="16371" y="5313"/>
                </a:lnTo>
                <a:lnTo>
                  <a:pt x="16821" y="5313"/>
                </a:lnTo>
                <a:lnTo>
                  <a:pt x="16821" y="4863"/>
                </a:lnTo>
                <a:lnTo>
                  <a:pt x="16371" y="4863"/>
                </a:lnTo>
                <a:close/>
                <a:moveTo>
                  <a:pt x="15888" y="4863"/>
                </a:moveTo>
                <a:lnTo>
                  <a:pt x="15888" y="5313"/>
                </a:lnTo>
                <a:lnTo>
                  <a:pt x="16338" y="5313"/>
                </a:lnTo>
                <a:lnTo>
                  <a:pt x="16338" y="4863"/>
                </a:lnTo>
                <a:lnTo>
                  <a:pt x="15888" y="4863"/>
                </a:lnTo>
                <a:close/>
                <a:moveTo>
                  <a:pt x="15406" y="4863"/>
                </a:moveTo>
                <a:lnTo>
                  <a:pt x="15406" y="5313"/>
                </a:lnTo>
                <a:lnTo>
                  <a:pt x="15855" y="5313"/>
                </a:lnTo>
                <a:lnTo>
                  <a:pt x="15855" y="4863"/>
                </a:lnTo>
                <a:lnTo>
                  <a:pt x="15406" y="4863"/>
                </a:lnTo>
                <a:close/>
                <a:moveTo>
                  <a:pt x="14923" y="4863"/>
                </a:moveTo>
                <a:lnTo>
                  <a:pt x="14923" y="5313"/>
                </a:lnTo>
                <a:lnTo>
                  <a:pt x="15373" y="5313"/>
                </a:lnTo>
                <a:lnTo>
                  <a:pt x="15373" y="4863"/>
                </a:lnTo>
                <a:lnTo>
                  <a:pt x="14923" y="4863"/>
                </a:lnTo>
                <a:close/>
                <a:moveTo>
                  <a:pt x="14440" y="4863"/>
                </a:moveTo>
                <a:lnTo>
                  <a:pt x="14440" y="5313"/>
                </a:lnTo>
                <a:lnTo>
                  <a:pt x="14890" y="5313"/>
                </a:lnTo>
                <a:lnTo>
                  <a:pt x="14890" y="4863"/>
                </a:lnTo>
                <a:lnTo>
                  <a:pt x="14440" y="4863"/>
                </a:lnTo>
                <a:close/>
                <a:moveTo>
                  <a:pt x="13958" y="4863"/>
                </a:moveTo>
                <a:lnTo>
                  <a:pt x="13958" y="5313"/>
                </a:lnTo>
                <a:lnTo>
                  <a:pt x="14407" y="5313"/>
                </a:lnTo>
                <a:lnTo>
                  <a:pt x="14407" y="4863"/>
                </a:lnTo>
                <a:lnTo>
                  <a:pt x="13958" y="4863"/>
                </a:lnTo>
                <a:close/>
                <a:moveTo>
                  <a:pt x="13475" y="4863"/>
                </a:moveTo>
                <a:lnTo>
                  <a:pt x="13475" y="5313"/>
                </a:lnTo>
                <a:lnTo>
                  <a:pt x="13925" y="5313"/>
                </a:lnTo>
                <a:lnTo>
                  <a:pt x="13925" y="4863"/>
                </a:lnTo>
                <a:lnTo>
                  <a:pt x="13475" y="4863"/>
                </a:lnTo>
                <a:close/>
                <a:moveTo>
                  <a:pt x="12992" y="4863"/>
                </a:moveTo>
                <a:lnTo>
                  <a:pt x="12992" y="5313"/>
                </a:lnTo>
                <a:lnTo>
                  <a:pt x="13442" y="5313"/>
                </a:lnTo>
                <a:lnTo>
                  <a:pt x="13442" y="4863"/>
                </a:lnTo>
                <a:lnTo>
                  <a:pt x="12992" y="4863"/>
                </a:lnTo>
                <a:close/>
                <a:moveTo>
                  <a:pt x="12510" y="4863"/>
                </a:moveTo>
                <a:lnTo>
                  <a:pt x="12510" y="5313"/>
                </a:lnTo>
                <a:lnTo>
                  <a:pt x="12959" y="5313"/>
                </a:lnTo>
                <a:lnTo>
                  <a:pt x="12959" y="4863"/>
                </a:lnTo>
                <a:lnTo>
                  <a:pt x="12510" y="4863"/>
                </a:lnTo>
                <a:close/>
                <a:moveTo>
                  <a:pt x="12027" y="4863"/>
                </a:moveTo>
                <a:lnTo>
                  <a:pt x="12027" y="5313"/>
                </a:lnTo>
                <a:lnTo>
                  <a:pt x="12477" y="5313"/>
                </a:lnTo>
                <a:lnTo>
                  <a:pt x="12477" y="4863"/>
                </a:lnTo>
                <a:lnTo>
                  <a:pt x="12027" y="4863"/>
                </a:lnTo>
                <a:close/>
                <a:moveTo>
                  <a:pt x="11544" y="4863"/>
                </a:moveTo>
                <a:lnTo>
                  <a:pt x="11544" y="5313"/>
                </a:lnTo>
                <a:lnTo>
                  <a:pt x="11994" y="5313"/>
                </a:lnTo>
                <a:lnTo>
                  <a:pt x="11994" y="4863"/>
                </a:lnTo>
                <a:lnTo>
                  <a:pt x="11544" y="4863"/>
                </a:lnTo>
                <a:close/>
                <a:moveTo>
                  <a:pt x="11062" y="4863"/>
                </a:moveTo>
                <a:lnTo>
                  <a:pt x="11062" y="5313"/>
                </a:lnTo>
                <a:lnTo>
                  <a:pt x="11511" y="5313"/>
                </a:lnTo>
                <a:lnTo>
                  <a:pt x="11511" y="4863"/>
                </a:lnTo>
                <a:lnTo>
                  <a:pt x="11062" y="4863"/>
                </a:lnTo>
                <a:close/>
                <a:moveTo>
                  <a:pt x="10579" y="4863"/>
                </a:moveTo>
                <a:lnTo>
                  <a:pt x="10579" y="5313"/>
                </a:lnTo>
                <a:lnTo>
                  <a:pt x="11029" y="5313"/>
                </a:lnTo>
                <a:lnTo>
                  <a:pt x="11029" y="4863"/>
                </a:lnTo>
                <a:lnTo>
                  <a:pt x="10579" y="4863"/>
                </a:lnTo>
                <a:close/>
                <a:moveTo>
                  <a:pt x="10096" y="4863"/>
                </a:moveTo>
                <a:lnTo>
                  <a:pt x="10096" y="5313"/>
                </a:lnTo>
                <a:lnTo>
                  <a:pt x="10546" y="5313"/>
                </a:lnTo>
                <a:lnTo>
                  <a:pt x="10546" y="4863"/>
                </a:lnTo>
                <a:lnTo>
                  <a:pt x="10096" y="4863"/>
                </a:lnTo>
                <a:close/>
                <a:moveTo>
                  <a:pt x="9614" y="4863"/>
                </a:moveTo>
                <a:lnTo>
                  <a:pt x="9614" y="5313"/>
                </a:lnTo>
                <a:lnTo>
                  <a:pt x="10063" y="5313"/>
                </a:lnTo>
                <a:lnTo>
                  <a:pt x="10063" y="4863"/>
                </a:lnTo>
                <a:lnTo>
                  <a:pt x="9614" y="4863"/>
                </a:lnTo>
                <a:close/>
                <a:moveTo>
                  <a:pt x="9131" y="4863"/>
                </a:moveTo>
                <a:lnTo>
                  <a:pt x="9131" y="5313"/>
                </a:lnTo>
                <a:lnTo>
                  <a:pt x="9581" y="5313"/>
                </a:lnTo>
                <a:lnTo>
                  <a:pt x="9581" y="4863"/>
                </a:lnTo>
                <a:lnTo>
                  <a:pt x="9131" y="4863"/>
                </a:lnTo>
                <a:close/>
                <a:moveTo>
                  <a:pt x="8648" y="4863"/>
                </a:moveTo>
                <a:lnTo>
                  <a:pt x="8648" y="5313"/>
                </a:lnTo>
                <a:lnTo>
                  <a:pt x="9098" y="5313"/>
                </a:lnTo>
                <a:lnTo>
                  <a:pt x="9098" y="4863"/>
                </a:lnTo>
                <a:lnTo>
                  <a:pt x="8648" y="4863"/>
                </a:lnTo>
                <a:close/>
                <a:moveTo>
                  <a:pt x="8166" y="4863"/>
                </a:moveTo>
                <a:lnTo>
                  <a:pt x="8166" y="5313"/>
                </a:lnTo>
                <a:lnTo>
                  <a:pt x="8615" y="5313"/>
                </a:lnTo>
                <a:lnTo>
                  <a:pt x="8615" y="4863"/>
                </a:lnTo>
                <a:lnTo>
                  <a:pt x="8166" y="4863"/>
                </a:lnTo>
                <a:close/>
                <a:moveTo>
                  <a:pt x="7683" y="4863"/>
                </a:moveTo>
                <a:lnTo>
                  <a:pt x="7683" y="5313"/>
                </a:lnTo>
                <a:lnTo>
                  <a:pt x="8133" y="5313"/>
                </a:lnTo>
                <a:lnTo>
                  <a:pt x="8133" y="4863"/>
                </a:lnTo>
                <a:lnTo>
                  <a:pt x="7683" y="4863"/>
                </a:lnTo>
                <a:close/>
                <a:moveTo>
                  <a:pt x="7200" y="4863"/>
                </a:moveTo>
                <a:lnTo>
                  <a:pt x="7200" y="5313"/>
                </a:lnTo>
                <a:lnTo>
                  <a:pt x="7650" y="5313"/>
                </a:lnTo>
                <a:lnTo>
                  <a:pt x="7650" y="4863"/>
                </a:lnTo>
                <a:lnTo>
                  <a:pt x="7200" y="4863"/>
                </a:lnTo>
                <a:close/>
                <a:moveTo>
                  <a:pt x="6718" y="4863"/>
                </a:moveTo>
                <a:lnTo>
                  <a:pt x="6718" y="5313"/>
                </a:lnTo>
                <a:lnTo>
                  <a:pt x="7167" y="5313"/>
                </a:lnTo>
                <a:lnTo>
                  <a:pt x="7167" y="4863"/>
                </a:lnTo>
                <a:lnTo>
                  <a:pt x="6718" y="4863"/>
                </a:lnTo>
                <a:close/>
                <a:moveTo>
                  <a:pt x="6235" y="4863"/>
                </a:moveTo>
                <a:lnTo>
                  <a:pt x="6235" y="5313"/>
                </a:lnTo>
                <a:lnTo>
                  <a:pt x="6685" y="5313"/>
                </a:lnTo>
                <a:lnTo>
                  <a:pt x="6685" y="4863"/>
                </a:lnTo>
                <a:lnTo>
                  <a:pt x="6235" y="4863"/>
                </a:lnTo>
                <a:close/>
                <a:moveTo>
                  <a:pt x="5752" y="4863"/>
                </a:moveTo>
                <a:lnTo>
                  <a:pt x="5752" y="5313"/>
                </a:lnTo>
                <a:lnTo>
                  <a:pt x="6202" y="5313"/>
                </a:lnTo>
                <a:lnTo>
                  <a:pt x="6202" y="4863"/>
                </a:lnTo>
                <a:lnTo>
                  <a:pt x="5752" y="4863"/>
                </a:lnTo>
                <a:close/>
                <a:moveTo>
                  <a:pt x="5270" y="4863"/>
                </a:moveTo>
                <a:lnTo>
                  <a:pt x="5270" y="5313"/>
                </a:lnTo>
                <a:lnTo>
                  <a:pt x="5719" y="5313"/>
                </a:lnTo>
                <a:lnTo>
                  <a:pt x="5719" y="4863"/>
                </a:lnTo>
                <a:lnTo>
                  <a:pt x="5270" y="4863"/>
                </a:lnTo>
                <a:close/>
                <a:moveTo>
                  <a:pt x="4787" y="4863"/>
                </a:moveTo>
                <a:lnTo>
                  <a:pt x="4787" y="5313"/>
                </a:lnTo>
                <a:lnTo>
                  <a:pt x="5237" y="5313"/>
                </a:lnTo>
                <a:lnTo>
                  <a:pt x="5237" y="4863"/>
                </a:lnTo>
                <a:lnTo>
                  <a:pt x="4787" y="4863"/>
                </a:lnTo>
                <a:close/>
                <a:moveTo>
                  <a:pt x="4304" y="4863"/>
                </a:moveTo>
                <a:lnTo>
                  <a:pt x="4304" y="5313"/>
                </a:lnTo>
                <a:lnTo>
                  <a:pt x="4754" y="5313"/>
                </a:lnTo>
                <a:lnTo>
                  <a:pt x="4754" y="4863"/>
                </a:lnTo>
                <a:lnTo>
                  <a:pt x="4304" y="4863"/>
                </a:lnTo>
                <a:close/>
                <a:moveTo>
                  <a:pt x="3822" y="4863"/>
                </a:moveTo>
                <a:lnTo>
                  <a:pt x="3822" y="5313"/>
                </a:lnTo>
                <a:lnTo>
                  <a:pt x="4271" y="5313"/>
                </a:lnTo>
                <a:lnTo>
                  <a:pt x="4271" y="4863"/>
                </a:lnTo>
                <a:lnTo>
                  <a:pt x="3822" y="4863"/>
                </a:lnTo>
                <a:close/>
                <a:moveTo>
                  <a:pt x="3339" y="4863"/>
                </a:moveTo>
                <a:lnTo>
                  <a:pt x="3339" y="5313"/>
                </a:lnTo>
                <a:lnTo>
                  <a:pt x="3789" y="5313"/>
                </a:lnTo>
                <a:lnTo>
                  <a:pt x="3789" y="4863"/>
                </a:lnTo>
                <a:lnTo>
                  <a:pt x="3339" y="4863"/>
                </a:lnTo>
                <a:close/>
                <a:moveTo>
                  <a:pt x="2856" y="4863"/>
                </a:moveTo>
                <a:lnTo>
                  <a:pt x="2856" y="5313"/>
                </a:lnTo>
                <a:lnTo>
                  <a:pt x="3306" y="5313"/>
                </a:lnTo>
                <a:lnTo>
                  <a:pt x="3306" y="4863"/>
                </a:lnTo>
                <a:lnTo>
                  <a:pt x="2856" y="4863"/>
                </a:lnTo>
                <a:close/>
                <a:moveTo>
                  <a:pt x="2374" y="4863"/>
                </a:moveTo>
                <a:lnTo>
                  <a:pt x="2374" y="5313"/>
                </a:lnTo>
                <a:lnTo>
                  <a:pt x="2823" y="5313"/>
                </a:lnTo>
                <a:lnTo>
                  <a:pt x="2823" y="4863"/>
                </a:lnTo>
                <a:lnTo>
                  <a:pt x="2374" y="4863"/>
                </a:lnTo>
                <a:close/>
                <a:moveTo>
                  <a:pt x="1891" y="4863"/>
                </a:moveTo>
                <a:lnTo>
                  <a:pt x="1891" y="5313"/>
                </a:lnTo>
                <a:lnTo>
                  <a:pt x="2341" y="5313"/>
                </a:lnTo>
                <a:lnTo>
                  <a:pt x="2341" y="4863"/>
                </a:lnTo>
                <a:lnTo>
                  <a:pt x="1891" y="4863"/>
                </a:lnTo>
                <a:close/>
                <a:moveTo>
                  <a:pt x="1408" y="4863"/>
                </a:moveTo>
                <a:lnTo>
                  <a:pt x="1408" y="5313"/>
                </a:lnTo>
                <a:lnTo>
                  <a:pt x="1858" y="5313"/>
                </a:lnTo>
                <a:lnTo>
                  <a:pt x="1858" y="4863"/>
                </a:lnTo>
                <a:lnTo>
                  <a:pt x="1408" y="4863"/>
                </a:lnTo>
                <a:close/>
                <a:moveTo>
                  <a:pt x="926" y="4863"/>
                </a:moveTo>
                <a:lnTo>
                  <a:pt x="926" y="5313"/>
                </a:lnTo>
                <a:lnTo>
                  <a:pt x="1375" y="5313"/>
                </a:lnTo>
                <a:lnTo>
                  <a:pt x="1375" y="4863"/>
                </a:lnTo>
                <a:lnTo>
                  <a:pt x="926" y="4863"/>
                </a:lnTo>
                <a:close/>
                <a:moveTo>
                  <a:pt x="443" y="4863"/>
                </a:moveTo>
                <a:lnTo>
                  <a:pt x="443" y="5313"/>
                </a:lnTo>
                <a:lnTo>
                  <a:pt x="893" y="5313"/>
                </a:lnTo>
                <a:lnTo>
                  <a:pt x="893" y="4863"/>
                </a:lnTo>
                <a:lnTo>
                  <a:pt x="443" y="4863"/>
                </a:lnTo>
                <a:close/>
                <a:moveTo>
                  <a:pt x="18302" y="4381"/>
                </a:moveTo>
                <a:lnTo>
                  <a:pt x="18302" y="4830"/>
                </a:lnTo>
                <a:lnTo>
                  <a:pt x="18751" y="4830"/>
                </a:lnTo>
                <a:lnTo>
                  <a:pt x="18751" y="4381"/>
                </a:lnTo>
                <a:lnTo>
                  <a:pt x="18302" y="4381"/>
                </a:lnTo>
                <a:close/>
                <a:moveTo>
                  <a:pt x="17819" y="4381"/>
                </a:moveTo>
                <a:lnTo>
                  <a:pt x="17819" y="4830"/>
                </a:lnTo>
                <a:lnTo>
                  <a:pt x="18269" y="4830"/>
                </a:lnTo>
                <a:lnTo>
                  <a:pt x="18269" y="4381"/>
                </a:lnTo>
                <a:lnTo>
                  <a:pt x="17819" y="4381"/>
                </a:lnTo>
                <a:close/>
                <a:moveTo>
                  <a:pt x="17336" y="4381"/>
                </a:moveTo>
                <a:lnTo>
                  <a:pt x="17336" y="4830"/>
                </a:lnTo>
                <a:lnTo>
                  <a:pt x="17786" y="4830"/>
                </a:lnTo>
                <a:lnTo>
                  <a:pt x="17786" y="4381"/>
                </a:lnTo>
                <a:lnTo>
                  <a:pt x="17336" y="4381"/>
                </a:lnTo>
                <a:close/>
                <a:moveTo>
                  <a:pt x="16854" y="4381"/>
                </a:moveTo>
                <a:lnTo>
                  <a:pt x="16854" y="4830"/>
                </a:lnTo>
                <a:lnTo>
                  <a:pt x="17303" y="4830"/>
                </a:lnTo>
                <a:lnTo>
                  <a:pt x="17303" y="4381"/>
                </a:lnTo>
                <a:lnTo>
                  <a:pt x="16854" y="4381"/>
                </a:lnTo>
                <a:close/>
                <a:moveTo>
                  <a:pt x="16371" y="4381"/>
                </a:moveTo>
                <a:lnTo>
                  <a:pt x="16371" y="4830"/>
                </a:lnTo>
                <a:lnTo>
                  <a:pt x="16821" y="4830"/>
                </a:lnTo>
                <a:lnTo>
                  <a:pt x="16821" y="4381"/>
                </a:lnTo>
                <a:lnTo>
                  <a:pt x="16371" y="4381"/>
                </a:lnTo>
                <a:close/>
                <a:moveTo>
                  <a:pt x="15888" y="4381"/>
                </a:moveTo>
                <a:lnTo>
                  <a:pt x="15888" y="4830"/>
                </a:lnTo>
                <a:lnTo>
                  <a:pt x="16338" y="4830"/>
                </a:lnTo>
                <a:lnTo>
                  <a:pt x="16338" y="4381"/>
                </a:lnTo>
                <a:lnTo>
                  <a:pt x="15888" y="4381"/>
                </a:lnTo>
                <a:close/>
                <a:moveTo>
                  <a:pt x="15406" y="4381"/>
                </a:moveTo>
                <a:lnTo>
                  <a:pt x="15406" y="4830"/>
                </a:lnTo>
                <a:lnTo>
                  <a:pt x="15855" y="4830"/>
                </a:lnTo>
                <a:lnTo>
                  <a:pt x="15855" y="4381"/>
                </a:lnTo>
                <a:lnTo>
                  <a:pt x="15406" y="4381"/>
                </a:lnTo>
                <a:close/>
                <a:moveTo>
                  <a:pt x="14923" y="4381"/>
                </a:moveTo>
                <a:lnTo>
                  <a:pt x="14923" y="4830"/>
                </a:lnTo>
                <a:lnTo>
                  <a:pt x="15373" y="4830"/>
                </a:lnTo>
                <a:lnTo>
                  <a:pt x="15373" y="4381"/>
                </a:lnTo>
                <a:lnTo>
                  <a:pt x="14923" y="4381"/>
                </a:lnTo>
                <a:close/>
                <a:moveTo>
                  <a:pt x="14440" y="4381"/>
                </a:moveTo>
                <a:lnTo>
                  <a:pt x="14440" y="4830"/>
                </a:lnTo>
                <a:lnTo>
                  <a:pt x="14890" y="4830"/>
                </a:lnTo>
                <a:lnTo>
                  <a:pt x="14890" y="4381"/>
                </a:lnTo>
                <a:lnTo>
                  <a:pt x="14440" y="4381"/>
                </a:lnTo>
                <a:close/>
                <a:moveTo>
                  <a:pt x="13958" y="4381"/>
                </a:moveTo>
                <a:lnTo>
                  <a:pt x="13958" y="4830"/>
                </a:lnTo>
                <a:lnTo>
                  <a:pt x="14407" y="4830"/>
                </a:lnTo>
                <a:lnTo>
                  <a:pt x="14407" y="4381"/>
                </a:lnTo>
                <a:lnTo>
                  <a:pt x="13958" y="4381"/>
                </a:lnTo>
                <a:close/>
                <a:moveTo>
                  <a:pt x="13475" y="4381"/>
                </a:moveTo>
                <a:lnTo>
                  <a:pt x="13475" y="4830"/>
                </a:lnTo>
                <a:lnTo>
                  <a:pt x="13925" y="4830"/>
                </a:lnTo>
                <a:lnTo>
                  <a:pt x="13925" y="4381"/>
                </a:lnTo>
                <a:lnTo>
                  <a:pt x="13475" y="4381"/>
                </a:lnTo>
                <a:close/>
                <a:moveTo>
                  <a:pt x="12992" y="4381"/>
                </a:moveTo>
                <a:lnTo>
                  <a:pt x="12992" y="4830"/>
                </a:lnTo>
                <a:lnTo>
                  <a:pt x="13442" y="4830"/>
                </a:lnTo>
                <a:lnTo>
                  <a:pt x="13442" y="4381"/>
                </a:lnTo>
                <a:lnTo>
                  <a:pt x="12992" y="4381"/>
                </a:lnTo>
                <a:close/>
                <a:moveTo>
                  <a:pt x="12510" y="4381"/>
                </a:moveTo>
                <a:lnTo>
                  <a:pt x="12510" y="4830"/>
                </a:lnTo>
                <a:lnTo>
                  <a:pt x="12959" y="4830"/>
                </a:lnTo>
                <a:lnTo>
                  <a:pt x="12959" y="4381"/>
                </a:lnTo>
                <a:lnTo>
                  <a:pt x="12510" y="4381"/>
                </a:lnTo>
                <a:close/>
                <a:moveTo>
                  <a:pt x="12027" y="4381"/>
                </a:moveTo>
                <a:lnTo>
                  <a:pt x="12027" y="4830"/>
                </a:lnTo>
                <a:lnTo>
                  <a:pt x="12477" y="4830"/>
                </a:lnTo>
                <a:lnTo>
                  <a:pt x="12477" y="4381"/>
                </a:lnTo>
                <a:lnTo>
                  <a:pt x="12027" y="4381"/>
                </a:lnTo>
                <a:close/>
                <a:moveTo>
                  <a:pt x="11544" y="4381"/>
                </a:moveTo>
                <a:lnTo>
                  <a:pt x="11544" y="4830"/>
                </a:lnTo>
                <a:lnTo>
                  <a:pt x="11994" y="4830"/>
                </a:lnTo>
                <a:lnTo>
                  <a:pt x="11994" y="4381"/>
                </a:lnTo>
                <a:lnTo>
                  <a:pt x="11544" y="4381"/>
                </a:lnTo>
                <a:close/>
                <a:moveTo>
                  <a:pt x="11062" y="4381"/>
                </a:moveTo>
                <a:lnTo>
                  <a:pt x="11062" y="4830"/>
                </a:lnTo>
                <a:lnTo>
                  <a:pt x="11511" y="4830"/>
                </a:lnTo>
                <a:lnTo>
                  <a:pt x="11511" y="4381"/>
                </a:lnTo>
                <a:lnTo>
                  <a:pt x="11062" y="4381"/>
                </a:lnTo>
                <a:close/>
                <a:moveTo>
                  <a:pt x="10579" y="4381"/>
                </a:moveTo>
                <a:lnTo>
                  <a:pt x="10579" y="4830"/>
                </a:lnTo>
                <a:lnTo>
                  <a:pt x="11029" y="4830"/>
                </a:lnTo>
                <a:lnTo>
                  <a:pt x="11029" y="4381"/>
                </a:lnTo>
                <a:lnTo>
                  <a:pt x="10579" y="4381"/>
                </a:lnTo>
                <a:close/>
                <a:moveTo>
                  <a:pt x="10096" y="4381"/>
                </a:moveTo>
                <a:lnTo>
                  <a:pt x="10096" y="4830"/>
                </a:lnTo>
                <a:lnTo>
                  <a:pt x="10546" y="4830"/>
                </a:lnTo>
                <a:lnTo>
                  <a:pt x="10546" y="4381"/>
                </a:lnTo>
                <a:lnTo>
                  <a:pt x="10096" y="4381"/>
                </a:lnTo>
                <a:close/>
                <a:moveTo>
                  <a:pt x="9614" y="4381"/>
                </a:moveTo>
                <a:lnTo>
                  <a:pt x="9614" y="4830"/>
                </a:lnTo>
                <a:lnTo>
                  <a:pt x="10063" y="4830"/>
                </a:lnTo>
                <a:lnTo>
                  <a:pt x="10063" y="4381"/>
                </a:lnTo>
                <a:lnTo>
                  <a:pt x="9614" y="4381"/>
                </a:lnTo>
                <a:close/>
                <a:moveTo>
                  <a:pt x="9131" y="4381"/>
                </a:moveTo>
                <a:lnTo>
                  <a:pt x="9131" y="4830"/>
                </a:lnTo>
                <a:lnTo>
                  <a:pt x="9581" y="4830"/>
                </a:lnTo>
                <a:lnTo>
                  <a:pt x="9581" y="4381"/>
                </a:lnTo>
                <a:lnTo>
                  <a:pt x="9131" y="4381"/>
                </a:lnTo>
                <a:close/>
                <a:moveTo>
                  <a:pt x="8648" y="4381"/>
                </a:moveTo>
                <a:lnTo>
                  <a:pt x="8648" y="4830"/>
                </a:lnTo>
                <a:lnTo>
                  <a:pt x="9098" y="4830"/>
                </a:lnTo>
                <a:lnTo>
                  <a:pt x="9098" y="4381"/>
                </a:lnTo>
                <a:lnTo>
                  <a:pt x="8648" y="4381"/>
                </a:lnTo>
                <a:close/>
                <a:moveTo>
                  <a:pt x="8166" y="4381"/>
                </a:moveTo>
                <a:lnTo>
                  <a:pt x="8166" y="4830"/>
                </a:lnTo>
                <a:lnTo>
                  <a:pt x="8615" y="4830"/>
                </a:lnTo>
                <a:lnTo>
                  <a:pt x="8615" y="4381"/>
                </a:lnTo>
                <a:lnTo>
                  <a:pt x="8166" y="4381"/>
                </a:lnTo>
                <a:close/>
                <a:moveTo>
                  <a:pt x="7683" y="4381"/>
                </a:moveTo>
                <a:lnTo>
                  <a:pt x="7683" y="4830"/>
                </a:lnTo>
                <a:lnTo>
                  <a:pt x="8133" y="4830"/>
                </a:lnTo>
                <a:lnTo>
                  <a:pt x="8133" y="4381"/>
                </a:lnTo>
                <a:lnTo>
                  <a:pt x="7683" y="4381"/>
                </a:lnTo>
                <a:close/>
                <a:moveTo>
                  <a:pt x="7200" y="4381"/>
                </a:moveTo>
                <a:lnTo>
                  <a:pt x="7200" y="4830"/>
                </a:lnTo>
                <a:lnTo>
                  <a:pt x="7650" y="4830"/>
                </a:lnTo>
                <a:lnTo>
                  <a:pt x="7650" y="4381"/>
                </a:lnTo>
                <a:lnTo>
                  <a:pt x="7200" y="4381"/>
                </a:lnTo>
                <a:close/>
                <a:moveTo>
                  <a:pt x="6718" y="4381"/>
                </a:moveTo>
                <a:lnTo>
                  <a:pt x="6718" y="4830"/>
                </a:lnTo>
                <a:lnTo>
                  <a:pt x="7167" y="4830"/>
                </a:lnTo>
                <a:lnTo>
                  <a:pt x="7167" y="4381"/>
                </a:lnTo>
                <a:lnTo>
                  <a:pt x="6718" y="4381"/>
                </a:lnTo>
                <a:close/>
                <a:moveTo>
                  <a:pt x="6235" y="4381"/>
                </a:moveTo>
                <a:lnTo>
                  <a:pt x="6235" y="4830"/>
                </a:lnTo>
                <a:lnTo>
                  <a:pt x="6685" y="4830"/>
                </a:lnTo>
                <a:lnTo>
                  <a:pt x="6685" y="4381"/>
                </a:lnTo>
                <a:lnTo>
                  <a:pt x="6235" y="4381"/>
                </a:lnTo>
                <a:close/>
                <a:moveTo>
                  <a:pt x="5752" y="4381"/>
                </a:moveTo>
                <a:lnTo>
                  <a:pt x="5752" y="4830"/>
                </a:lnTo>
                <a:lnTo>
                  <a:pt x="6202" y="4830"/>
                </a:lnTo>
                <a:lnTo>
                  <a:pt x="6202" y="4381"/>
                </a:lnTo>
                <a:lnTo>
                  <a:pt x="5752" y="4381"/>
                </a:lnTo>
                <a:close/>
                <a:moveTo>
                  <a:pt x="5270" y="4381"/>
                </a:moveTo>
                <a:lnTo>
                  <a:pt x="5270" y="4830"/>
                </a:lnTo>
                <a:lnTo>
                  <a:pt x="5719" y="4830"/>
                </a:lnTo>
                <a:lnTo>
                  <a:pt x="5719" y="4381"/>
                </a:lnTo>
                <a:lnTo>
                  <a:pt x="5270" y="4381"/>
                </a:lnTo>
                <a:close/>
                <a:moveTo>
                  <a:pt x="4787" y="4381"/>
                </a:moveTo>
                <a:lnTo>
                  <a:pt x="4787" y="4830"/>
                </a:lnTo>
                <a:lnTo>
                  <a:pt x="5237" y="4830"/>
                </a:lnTo>
                <a:lnTo>
                  <a:pt x="5237" y="4381"/>
                </a:lnTo>
                <a:lnTo>
                  <a:pt x="4787" y="4381"/>
                </a:lnTo>
                <a:close/>
                <a:moveTo>
                  <a:pt x="4304" y="4381"/>
                </a:moveTo>
                <a:lnTo>
                  <a:pt x="4304" y="4830"/>
                </a:lnTo>
                <a:lnTo>
                  <a:pt x="4754" y="4830"/>
                </a:lnTo>
                <a:lnTo>
                  <a:pt x="4754" y="4381"/>
                </a:lnTo>
                <a:lnTo>
                  <a:pt x="4304" y="4381"/>
                </a:lnTo>
                <a:close/>
                <a:moveTo>
                  <a:pt x="3822" y="4381"/>
                </a:moveTo>
                <a:lnTo>
                  <a:pt x="3822" y="4830"/>
                </a:lnTo>
                <a:lnTo>
                  <a:pt x="4271" y="4830"/>
                </a:lnTo>
                <a:lnTo>
                  <a:pt x="4271" y="4381"/>
                </a:lnTo>
                <a:lnTo>
                  <a:pt x="3822" y="4381"/>
                </a:lnTo>
                <a:close/>
                <a:moveTo>
                  <a:pt x="3339" y="4381"/>
                </a:moveTo>
                <a:lnTo>
                  <a:pt x="3339" y="4830"/>
                </a:lnTo>
                <a:lnTo>
                  <a:pt x="3789" y="4830"/>
                </a:lnTo>
                <a:lnTo>
                  <a:pt x="3789" y="4381"/>
                </a:lnTo>
                <a:lnTo>
                  <a:pt x="3339" y="4381"/>
                </a:lnTo>
                <a:close/>
                <a:moveTo>
                  <a:pt x="2856" y="4381"/>
                </a:moveTo>
                <a:lnTo>
                  <a:pt x="2856" y="4830"/>
                </a:lnTo>
                <a:lnTo>
                  <a:pt x="3306" y="4830"/>
                </a:lnTo>
                <a:lnTo>
                  <a:pt x="3306" y="4381"/>
                </a:lnTo>
                <a:lnTo>
                  <a:pt x="2856" y="4381"/>
                </a:lnTo>
                <a:close/>
                <a:moveTo>
                  <a:pt x="2374" y="4381"/>
                </a:moveTo>
                <a:lnTo>
                  <a:pt x="2374" y="4830"/>
                </a:lnTo>
                <a:lnTo>
                  <a:pt x="2823" y="4830"/>
                </a:lnTo>
                <a:lnTo>
                  <a:pt x="2823" y="4381"/>
                </a:lnTo>
                <a:lnTo>
                  <a:pt x="2374" y="4381"/>
                </a:lnTo>
                <a:close/>
                <a:moveTo>
                  <a:pt x="1891" y="4381"/>
                </a:moveTo>
                <a:lnTo>
                  <a:pt x="1891" y="4830"/>
                </a:lnTo>
                <a:lnTo>
                  <a:pt x="2341" y="4830"/>
                </a:lnTo>
                <a:lnTo>
                  <a:pt x="2341" y="4381"/>
                </a:lnTo>
                <a:lnTo>
                  <a:pt x="1891" y="4381"/>
                </a:lnTo>
                <a:close/>
                <a:moveTo>
                  <a:pt x="1408" y="4381"/>
                </a:moveTo>
                <a:lnTo>
                  <a:pt x="1408" y="4830"/>
                </a:lnTo>
                <a:lnTo>
                  <a:pt x="1858" y="4830"/>
                </a:lnTo>
                <a:lnTo>
                  <a:pt x="1858" y="4381"/>
                </a:lnTo>
                <a:lnTo>
                  <a:pt x="1408" y="4381"/>
                </a:lnTo>
                <a:close/>
                <a:moveTo>
                  <a:pt x="926" y="4381"/>
                </a:moveTo>
                <a:lnTo>
                  <a:pt x="926" y="4830"/>
                </a:lnTo>
                <a:lnTo>
                  <a:pt x="1375" y="4830"/>
                </a:lnTo>
                <a:lnTo>
                  <a:pt x="1375" y="4381"/>
                </a:lnTo>
                <a:lnTo>
                  <a:pt x="926" y="4381"/>
                </a:lnTo>
                <a:close/>
                <a:moveTo>
                  <a:pt x="443" y="4381"/>
                </a:moveTo>
                <a:lnTo>
                  <a:pt x="443" y="4830"/>
                </a:lnTo>
                <a:lnTo>
                  <a:pt x="893" y="4830"/>
                </a:lnTo>
                <a:lnTo>
                  <a:pt x="893" y="4381"/>
                </a:lnTo>
                <a:lnTo>
                  <a:pt x="443" y="4381"/>
                </a:lnTo>
                <a:close/>
                <a:moveTo>
                  <a:pt x="18302" y="3898"/>
                </a:moveTo>
                <a:lnTo>
                  <a:pt x="18302" y="4348"/>
                </a:lnTo>
                <a:lnTo>
                  <a:pt x="18751" y="4348"/>
                </a:lnTo>
                <a:lnTo>
                  <a:pt x="18751" y="3898"/>
                </a:lnTo>
                <a:lnTo>
                  <a:pt x="18302" y="3898"/>
                </a:lnTo>
                <a:close/>
                <a:moveTo>
                  <a:pt x="17819" y="3898"/>
                </a:moveTo>
                <a:lnTo>
                  <a:pt x="17819" y="4348"/>
                </a:lnTo>
                <a:lnTo>
                  <a:pt x="18269" y="4348"/>
                </a:lnTo>
                <a:lnTo>
                  <a:pt x="18269" y="3898"/>
                </a:lnTo>
                <a:lnTo>
                  <a:pt x="17819" y="3898"/>
                </a:lnTo>
                <a:close/>
                <a:moveTo>
                  <a:pt x="17336" y="3898"/>
                </a:moveTo>
                <a:lnTo>
                  <a:pt x="17336" y="4348"/>
                </a:lnTo>
                <a:lnTo>
                  <a:pt x="17786" y="4348"/>
                </a:lnTo>
                <a:lnTo>
                  <a:pt x="17786" y="3898"/>
                </a:lnTo>
                <a:lnTo>
                  <a:pt x="17336" y="3898"/>
                </a:lnTo>
                <a:close/>
                <a:moveTo>
                  <a:pt x="16854" y="3898"/>
                </a:moveTo>
                <a:lnTo>
                  <a:pt x="16854" y="4348"/>
                </a:lnTo>
                <a:lnTo>
                  <a:pt x="17303" y="4348"/>
                </a:lnTo>
                <a:lnTo>
                  <a:pt x="17303" y="3898"/>
                </a:lnTo>
                <a:lnTo>
                  <a:pt x="16854" y="3898"/>
                </a:lnTo>
                <a:close/>
                <a:moveTo>
                  <a:pt x="16371" y="3898"/>
                </a:moveTo>
                <a:lnTo>
                  <a:pt x="16371" y="4348"/>
                </a:lnTo>
                <a:lnTo>
                  <a:pt x="16821" y="4348"/>
                </a:lnTo>
                <a:lnTo>
                  <a:pt x="16821" y="3898"/>
                </a:lnTo>
                <a:lnTo>
                  <a:pt x="16371" y="3898"/>
                </a:lnTo>
                <a:close/>
                <a:moveTo>
                  <a:pt x="15888" y="3898"/>
                </a:moveTo>
                <a:lnTo>
                  <a:pt x="15888" y="4348"/>
                </a:lnTo>
                <a:lnTo>
                  <a:pt x="16338" y="4348"/>
                </a:lnTo>
                <a:lnTo>
                  <a:pt x="16338" y="3898"/>
                </a:lnTo>
                <a:lnTo>
                  <a:pt x="15888" y="3898"/>
                </a:lnTo>
                <a:close/>
                <a:moveTo>
                  <a:pt x="15406" y="3898"/>
                </a:moveTo>
                <a:lnTo>
                  <a:pt x="15406" y="4348"/>
                </a:lnTo>
                <a:lnTo>
                  <a:pt x="15855" y="4348"/>
                </a:lnTo>
                <a:lnTo>
                  <a:pt x="15855" y="3898"/>
                </a:lnTo>
                <a:lnTo>
                  <a:pt x="15406" y="3898"/>
                </a:lnTo>
                <a:close/>
                <a:moveTo>
                  <a:pt x="14923" y="3898"/>
                </a:moveTo>
                <a:lnTo>
                  <a:pt x="14923" y="4348"/>
                </a:lnTo>
                <a:lnTo>
                  <a:pt x="15373" y="4348"/>
                </a:lnTo>
                <a:lnTo>
                  <a:pt x="15373" y="3898"/>
                </a:lnTo>
                <a:lnTo>
                  <a:pt x="14923" y="3898"/>
                </a:lnTo>
                <a:close/>
                <a:moveTo>
                  <a:pt x="14440" y="3898"/>
                </a:moveTo>
                <a:lnTo>
                  <a:pt x="14440" y="4348"/>
                </a:lnTo>
                <a:lnTo>
                  <a:pt x="14890" y="4348"/>
                </a:lnTo>
                <a:lnTo>
                  <a:pt x="14890" y="3898"/>
                </a:lnTo>
                <a:lnTo>
                  <a:pt x="14440" y="3898"/>
                </a:lnTo>
                <a:close/>
                <a:moveTo>
                  <a:pt x="13958" y="3898"/>
                </a:moveTo>
                <a:lnTo>
                  <a:pt x="13958" y="4348"/>
                </a:lnTo>
                <a:lnTo>
                  <a:pt x="14407" y="4348"/>
                </a:lnTo>
                <a:lnTo>
                  <a:pt x="14407" y="3898"/>
                </a:lnTo>
                <a:lnTo>
                  <a:pt x="13958" y="3898"/>
                </a:lnTo>
                <a:close/>
                <a:moveTo>
                  <a:pt x="13475" y="3898"/>
                </a:moveTo>
                <a:lnTo>
                  <a:pt x="13475" y="4348"/>
                </a:lnTo>
                <a:lnTo>
                  <a:pt x="13925" y="4348"/>
                </a:lnTo>
                <a:lnTo>
                  <a:pt x="13925" y="3898"/>
                </a:lnTo>
                <a:lnTo>
                  <a:pt x="13475" y="3898"/>
                </a:lnTo>
                <a:close/>
                <a:moveTo>
                  <a:pt x="12992" y="3898"/>
                </a:moveTo>
                <a:lnTo>
                  <a:pt x="12992" y="4348"/>
                </a:lnTo>
                <a:lnTo>
                  <a:pt x="13442" y="4348"/>
                </a:lnTo>
                <a:lnTo>
                  <a:pt x="13442" y="3898"/>
                </a:lnTo>
                <a:lnTo>
                  <a:pt x="12992" y="3898"/>
                </a:lnTo>
                <a:close/>
                <a:moveTo>
                  <a:pt x="12510" y="3898"/>
                </a:moveTo>
                <a:lnTo>
                  <a:pt x="12510" y="4348"/>
                </a:lnTo>
                <a:lnTo>
                  <a:pt x="12959" y="4348"/>
                </a:lnTo>
                <a:lnTo>
                  <a:pt x="12959" y="3898"/>
                </a:lnTo>
                <a:lnTo>
                  <a:pt x="12510" y="3898"/>
                </a:lnTo>
                <a:close/>
                <a:moveTo>
                  <a:pt x="12027" y="3898"/>
                </a:moveTo>
                <a:lnTo>
                  <a:pt x="12027" y="4348"/>
                </a:lnTo>
                <a:lnTo>
                  <a:pt x="12477" y="4348"/>
                </a:lnTo>
                <a:lnTo>
                  <a:pt x="12477" y="3898"/>
                </a:lnTo>
                <a:lnTo>
                  <a:pt x="12027" y="3898"/>
                </a:lnTo>
                <a:close/>
                <a:moveTo>
                  <a:pt x="11544" y="3898"/>
                </a:moveTo>
                <a:lnTo>
                  <a:pt x="11544" y="4348"/>
                </a:lnTo>
                <a:lnTo>
                  <a:pt x="11994" y="4348"/>
                </a:lnTo>
                <a:lnTo>
                  <a:pt x="11994" y="3898"/>
                </a:lnTo>
                <a:lnTo>
                  <a:pt x="11544" y="3898"/>
                </a:lnTo>
                <a:close/>
                <a:moveTo>
                  <a:pt x="11062" y="3898"/>
                </a:moveTo>
                <a:lnTo>
                  <a:pt x="11062" y="4348"/>
                </a:lnTo>
                <a:lnTo>
                  <a:pt x="11511" y="4348"/>
                </a:lnTo>
                <a:lnTo>
                  <a:pt x="11511" y="3898"/>
                </a:lnTo>
                <a:lnTo>
                  <a:pt x="11062" y="3898"/>
                </a:lnTo>
                <a:close/>
                <a:moveTo>
                  <a:pt x="10579" y="3898"/>
                </a:moveTo>
                <a:lnTo>
                  <a:pt x="10579" y="4348"/>
                </a:lnTo>
                <a:lnTo>
                  <a:pt x="11029" y="4348"/>
                </a:lnTo>
                <a:lnTo>
                  <a:pt x="11029" y="3898"/>
                </a:lnTo>
                <a:lnTo>
                  <a:pt x="10579" y="3898"/>
                </a:lnTo>
                <a:close/>
                <a:moveTo>
                  <a:pt x="10096" y="3898"/>
                </a:moveTo>
                <a:lnTo>
                  <a:pt x="10096" y="4348"/>
                </a:lnTo>
                <a:lnTo>
                  <a:pt x="10546" y="4348"/>
                </a:lnTo>
                <a:lnTo>
                  <a:pt x="10546" y="3898"/>
                </a:lnTo>
                <a:lnTo>
                  <a:pt x="10096" y="3898"/>
                </a:lnTo>
                <a:close/>
                <a:moveTo>
                  <a:pt x="9614" y="3898"/>
                </a:moveTo>
                <a:lnTo>
                  <a:pt x="9614" y="4348"/>
                </a:lnTo>
                <a:lnTo>
                  <a:pt x="10063" y="4348"/>
                </a:lnTo>
                <a:lnTo>
                  <a:pt x="10063" y="3898"/>
                </a:lnTo>
                <a:lnTo>
                  <a:pt x="9614" y="3898"/>
                </a:lnTo>
                <a:close/>
                <a:moveTo>
                  <a:pt x="9131" y="3898"/>
                </a:moveTo>
                <a:lnTo>
                  <a:pt x="9131" y="4348"/>
                </a:lnTo>
                <a:lnTo>
                  <a:pt x="9581" y="4348"/>
                </a:lnTo>
                <a:lnTo>
                  <a:pt x="9581" y="3898"/>
                </a:lnTo>
                <a:lnTo>
                  <a:pt x="9131" y="3898"/>
                </a:lnTo>
                <a:close/>
                <a:moveTo>
                  <a:pt x="8648" y="3898"/>
                </a:moveTo>
                <a:lnTo>
                  <a:pt x="8648" y="4348"/>
                </a:lnTo>
                <a:lnTo>
                  <a:pt x="9098" y="4348"/>
                </a:lnTo>
                <a:lnTo>
                  <a:pt x="9098" y="3898"/>
                </a:lnTo>
                <a:lnTo>
                  <a:pt x="8648" y="3898"/>
                </a:lnTo>
                <a:close/>
                <a:moveTo>
                  <a:pt x="8166" y="3898"/>
                </a:moveTo>
                <a:lnTo>
                  <a:pt x="8166" y="4348"/>
                </a:lnTo>
                <a:lnTo>
                  <a:pt x="8615" y="4348"/>
                </a:lnTo>
                <a:lnTo>
                  <a:pt x="8615" y="3898"/>
                </a:lnTo>
                <a:lnTo>
                  <a:pt x="8166" y="3898"/>
                </a:lnTo>
                <a:close/>
                <a:moveTo>
                  <a:pt x="7683" y="3898"/>
                </a:moveTo>
                <a:lnTo>
                  <a:pt x="7683" y="4348"/>
                </a:lnTo>
                <a:lnTo>
                  <a:pt x="8133" y="4348"/>
                </a:lnTo>
                <a:lnTo>
                  <a:pt x="8133" y="3898"/>
                </a:lnTo>
                <a:lnTo>
                  <a:pt x="7683" y="3898"/>
                </a:lnTo>
                <a:close/>
                <a:moveTo>
                  <a:pt x="7200" y="3898"/>
                </a:moveTo>
                <a:lnTo>
                  <a:pt x="7200" y="4348"/>
                </a:lnTo>
                <a:lnTo>
                  <a:pt x="7650" y="4348"/>
                </a:lnTo>
                <a:lnTo>
                  <a:pt x="7650" y="3898"/>
                </a:lnTo>
                <a:lnTo>
                  <a:pt x="7200" y="3898"/>
                </a:lnTo>
                <a:close/>
                <a:moveTo>
                  <a:pt x="6718" y="3898"/>
                </a:moveTo>
                <a:lnTo>
                  <a:pt x="6718" y="4348"/>
                </a:lnTo>
                <a:lnTo>
                  <a:pt x="7167" y="4348"/>
                </a:lnTo>
                <a:lnTo>
                  <a:pt x="7167" y="3898"/>
                </a:lnTo>
                <a:lnTo>
                  <a:pt x="6718" y="3898"/>
                </a:lnTo>
                <a:close/>
                <a:moveTo>
                  <a:pt x="6235" y="3898"/>
                </a:moveTo>
                <a:lnTo>
                  <a:pt x="6235" y="4348"/>
                </a:lnTo>
                <a:lnTo>
                  <a:pt x="6685" y="4348"/>
                </a:lnTo>
                <a:lnTo>
                  <a:pt x="6685" y="3898"/>
                </a:lnTo>
                <a:lnTo>
                  <a:pt x="6235" y="3898"/>
                </a:lnTo>
                <a:close/>
                <a:moveTo>
                  <a:pt x="5752" y="3898"/>
                </a:moveTo>
                <a:lnTo>
                  <a:pt x="5752" y="4348"/>
                </a:lnTo>
                <a:lnTo>
                  <a:pt x="6202" y="4348"/>
                </a:lnTo>
                <a:lnTo>
                  <a:pt x="6202" y="3898"/>
                </a:lnTo>
                <a:lnTo>
                  <a:pt x="5752" y="3898"/>
                </a:lnTo>
                <a:close/>
                <a:moveTo>
                  <a:pt x="5270" y="3898"/>
                </a:moveTo>
                <a:lnTo>
                  <a:pt x="5270" y="4348"/>
                </a:lnTo>
                <a:lnTo>
                  <a:pt x="5719" y="4348"/>
                </a:lnTo>
                <a:lnTo>
                  <a:pt x="5719" y="3898"/>
                </a:lnTo>
                <a:lnTo>
                  <a:pt x="5270" y="3898"/>
                </a:lnTo>
                <a:close/>
                <a:moveTo>
                  <a:pt x="4787" y="3898"/>
                </a:moveTo>
                <a:lnTo>
                  <a:pt x="4787" y="4348"/>
                </a:lnTo>
                <a:lnTo>
                  <a:pt x="5237" y="4348"/>
                </a:lnTo>
                <a:lnTo>
                  <a:pt x="5237" y="3898"/>
                </a:lnTo>
                <a:lnTo>
                  <a:pt x="4787" y="3898"/>
                </a:lnTo>
                <a:close/>
                <a:moveTo>
                  <a:pt x="4304" y="3898"/>
                </a:moveTo>
                <a:lnTo>
                  <a:pt x="4304" y="4348"/>
                </a:lnTo>
                <a:lnTo>
                  <a:pt x="4754" y="4348"/>
                </a:lnTo>
                <a:lnTo>
                  <a:pt x="4754" y="3898"/>
                </a:lnTo>
                <a:lnTo>
                  <a:pt x="4304" y="3898"/>
                </a:lnTo>
                <a:close/>
                <a:moveTo>
                  <a:pt x="3822" y="3898"/>
                </a:moveTo>
                <a:lnTo>
                  <a:pt x="3822" y="4348"/>
                </a:lnTo>
                <a:lnTo>
                  <a:pt x="4271" y="4348"/>
                </a:lnTo>
                <a:lnTo>
                  <a:pt x="4271" y="3898"/>
                </a:lnTo>
                <a:lnTo>
                  <a:pt x="3822" y="3898"/>
                </a:lnTo>
                <a:close/>
                <a:moveTo>
                  <a:pt x="3339" y="3898"/>
                </a:moveTo>
                <a:lnTo>
                  <a:pt x="3339" y="4348"/>
                </a:lnTo>
                <a:lnTo>
                  <a:pt x="3789" y="4348"/>
                </a:lnTo>
                <a:lnTo>
                  <a:pt x="3789" y="3898"/>
                </a:lnTo>
                <a:lnTo>
                  <a:pt x="3339" y="3898"/>
                </a:lnTo>
                <a:close/>
                <a:moveTo>
                  <a:pt x="2856" y="3898"/>
                </a:moveTo>
                <a:lnTo>
                  <a:pt x="2856" y="4348"/>
                </a:lnTo>
                <a:lnTo>
                  <a:pt x="3306" y="4348"/>
                </a:lnTo>
                <a:lnTo>
                  <a:pt x="3306" y="3898"/>
                </a:lnTo>
                <a:lnTo>
                  <a:pt x="2856" y="3898"/>
                </a:lnTo>
                <a:close/>
                <a:moveTo>
                  <a:pt x="2374" y="3898"/>
                </a:moveTo>
                <a:lnTo>
                  <a:pt x="2374" y="4348"/>
                </a:lnTo>
                <a:lnTo>
                  <a:pt x="2823" y="4348"/>
                </a:lnTo>
                <a:lnTo>
                  <a:pt x="2823" y="3898"/>
                </a:lnTo>
                <a:lnTo>
                  <a:pt x="2374" y="3898"/>
                </a:lnTo>
                <a:close/>
                <a:moveTo>
                  <a:pt x="1891" y="3898"/>
                </a:moveTo>
                <a:lnTo>
                  <a:pt x="1891" y="4348"/>
                </a:lnTo>
                <a:lnTo>
                  <a:pt x="2341" y="4348"/>
                </a:lnTo>
                <a:lnTo>
                  <a:pt x="2341" y="3898"/>
                </a:lnTo>
                <a:lnTo>
                  <a:pt x="1891" y="3898"/>
                </a:lnTo>
                <a:close/>
                <a:moveTo>
                  <a:pt x="1408" y="3898"/>
                </a:moveTo>
                <a:lnTo>
                  <a:pt x="1408" y="4348"/>
                </a:lnTo>
                <a:lnTo>
                  <a:pt x="1858" y="4348"/>
                </a:lnTo>
                <a:lnTo>
                  <a:pt x="1858" y="3898"/>
                </a:lnTo>
                <a:lnTo>
                  <a:pt x="1408" y="3898"/>
                </a:lnTo>
                <a:close/>
                <a:moveTo>
                  <a:pt x="926" y="3898"/>
                </a:moveTo>
                <a:lnTo>
                  <a:pt x="926" y="4348"/>
                </a:lnTo>
                <a:lnTo>
                  <a:pt x="1375" y="4348"/>
                </a:lnTo>
                <a:lnTo>
                  <a:pt x="1375" y="3898"/>
                </a:lnTo>
                <a:lnTo>
                  <a:pt x="926" y="3898"/>
                </a:lnTo>
                <a:close/>
                <a:moveTo>
                  <a:pt x="443" y="3898"/>
                </a:moveTo>
                <a:lnTo>
                  <a:pt x="443" y="4348"/>
                </a:lnTo>
                <a:lnTo>
                  <a:pt x="893" y="4348"/>
                </a:lnTo>
                <a:lnTo>
                  <a:pt x="893" y="3898"/>
                </a:lnTo>
                <a:lnTo>
                  <a:pt x="443" y="3898"/>
                </a:lnTo>
                <a:close/>
                <a:moveTo>
                  <a:pt x="18302" y="3415"/>
                </a:moveTo>
                <a:lnTo>
                  <a:pt x="18302" y="3865"/>
                </a:lnTo>
                <a:lnTo>
                  <a:pt x="18751" y="3865"/>
                </a:lnTo>
                <a:lnTo>
                  <a:pt x="18751" y="3415"/>
                </a:lnTo>
                <a:lnTo>
                  <a:pt x="18302" y="3415"/>
                </a:lnTo>
                <a:close/>
                <a:moveTo>
                  <a:pt x="17819" y="3415"/>
                </a:moveTo>
                <a:lnTo>
                  <a:pt x="17819" y="3865"/>
                </a:lnTo>
                <a:lnTo>
                  <a:pt x="18269" y="3865"/>
                </a:lnTo>
                <a:lnTo>
                  <a:pt x="18269" y="3415"/>
                </a:lnTo>
                <a:lnTo>
                  <a:pt x="17819" y="3415"/>
                </a:lnTo>
                <a:close/>
                <a:moveTo>
                  <a:pt x="17336" y="3415"/>
                </a:moveTo>
                <a:lnTo>
                  <a:pt x="17336" y="3865"/>
                </a:lnTo>
                <a:lnTo>
                  <a:pt x="17786" y="3865"/>
                </a:lnTo>
                <a:lnTo>
                  <a:pt x="17786" y="3415"/>
                </a:lnTo>
                <a:lnTo>
                  <a:pt x="17336" y="3415"/>
                </a:lnTo>
                <a:close/>
                <a:moveTo>
                  <a:pt x="16854" y="3415"/>
                </a:moveTo>
                <a:lnTo>
                  <a:pt x="16854" y="3865"/>
                </a:lnTo>
                <a:lnTo>
                  <a:pt x="17303" y="3865"/>
                </a:lnTo>
                <a:lnTo>
                  <a:pt x="17303" y="3415"/>
                </a:lnTo>
                <a:lnTo>
                  <a:pt x="16854" y="3415"/>
                </a:lnTo>
                <a:close/>
                <a:moveTo>
                  <a:pt x="16371" y="3415"/>
                </a:moveTo>
                <a:lnTo>
                  <a:pt x="16371" y="3865"/>
                </a:lnTo>
                <a:lnTo>
                  <a:pt x="16821" y="3865"/>
                </a:lnTo>
                <a:lnTo>
                  <a:pt x="16821" y="3415"/>
                </a:lnTo>
                <a:lnTo>
                  <a:pt x="16371" y="3415"/>
                </a:lnTo>
                <a:close/>
                <a:moveTo>
                  <a:pt x="15888" y="3415"/>
                </a:moveTo>
                <a:lnTo>
                  <a:pt x="15888" y="3865"/>
                </a:lnTo>
                <a:lnTo>
                  <a:pt x="16338" y="3865"/>
                </a:lnTo>
                <a:lnTo>
                  <a:pt x="16338" y="3415"/>
                </a:lnTo>
                <a:lnTo>
                  <a:pt x="15888" y="3415"/>
                </a:lnTo>
                <a:close/>
                <a:moveTo>
                  <a:pt x="15406" y="3415"/>
                </a:moveTo>
                <a:lnTo>
                  <a:pt x="15406" y="3865"/>
                </a:lnTo>
                <a:lnTo>
                  <a:pt x="15855" y="3865"/>
                </a:lnTo>
                <a:lnTo>
                  <a:pt x="15855" y="3415"/>
                </a:lnTo>
                <a:lnTo>
                  <a:pt x="15406" y="3415"/>
                </a:lnTo>
                <a:close/>
                <a:moveTo>
                  <a:pt x="14923" y="3415"/>
                </a:moveTo>
                <a:lnTo>
                  <a:pt x="14923" y="3865"/>
                </a:lnTo>
                <a:lnTo>
                  <a:pt x="15373" y="3865"/>
                </a:lnTo>
                <a:lnTo>
                  <a:pt x="15373" y="3415"/>
                </a:lnTo>
                <a:lnTo>
                  <a:pt x="14923" y="3415"/>
                </a:lnTo>
                <a:close/>
                <a:moveTo>
                  <a:pt x="14440" y="3415"/>
                </a:moveTo>
                <a:lnTo>
                  <a:pt x="14440" y="3865"/>
                </a:lnTo>
                <a:lnTo>
                  <a:pt x="14890" y="3865"/>
                </a:lnTo>
                <a:lnTo>
                  <a:pt x="14890" y="3415"/>
                </a:lnTo>
                <a:lnTo>
                  <a:pt x="14440" y="3415"/>
                </a:lnTo>
                <a:close/>
                <a:moveTo>
                  <a:pt x="13958" y="3415"/>
                </a:moveTo>
                <a:lnTo>
                  <a:pt x="13958" y="3865"/>
                </a:lnTo>
                <a:lnTo>
                  <a:pt x="14407" y="3865"/>
                </a:lnTo>
                <a:lnTo>
                  <a:pt x="14407" y="3415"/>
                </a:lnTo>
                <a:lnTo>
                  <a:pt x="13958" y="3415"/>
                </a:lnTo>
                <a:close/>
                <a:moveTo>
                  <a:pt x="13475" y="3415"/>
                </a:moveTo>
                <a:lnTo>
                  <a:pt x="13475" y="3865"/>
                </a:lnTo>
                <a:lnTo>
                  <a:pt x="13925" y="3865"/>
                </a:lnTo>
                <a:lnTo>
                  <a:pt x="13925" y="3415"/>
                </a:lnTo>
                <a:lnTo>
                  <a:pt x="13475" y="3415"/>
                </a:lnTo>
                <a:close/>
                <a:moveTo>
                  <a:pt x="12992" y="3415"/>
                </a:moveTo>
                <a:lnTo>
                  <a:pt x="12992" y="3865"/>
                </a:lnTo>
                <a:lnTo>
                  <a:pt x="13442" y="3865"/>
                </a:lnTo>
                <a:lnTo>
                  <a:pt x="13442" y="3415"/>
                </a:lnTo>
                <a:lnTo>
                  <a:pt x="12992" y="3415"/>
                </a:lnTo>
                <a:close/>
                <a:moveTo>
                  <a:pt x="12510" y="3415"/>
                </a:moveTo>
                <a:lnTo>
                  <a:pt x="12510" y="3865"/>
                </a:lnTo>
                <a:lnTo>
                  <a:pt x="12959" y="3865"/>
                </a:lnTo>
                <a:lnTo>
                  <a:pt x="12959" y="3415"/>
                </a:lnTo>
                <a:lnTo>
                  <a:pt x="12510" y="3415"/>
                </a:lnTo>
                <a:close/>
                <a:moveTo>
                  <a:pt x="12027" y="3415"/>
                </a:moveTo>
                <a:lnTo>
                  <a:pt x="12027" y="3865"/>
                </a:lnTo>
                <a:lnTo>
                  <a:pt x="12477" y="3865"/>
                </a:lnTo>
                <a:lnTo>
                  <a:pt x="12477" y="3415"/>
                </a:lnTo>
                <a:lnTo>
                  <a:pt x="12027" y="3415"/>
                </a:lnTo>
                <a:close/>
                <a:moveTo>
                  <a:pt x="11544" y="3415"/>
                </a:moveTo>
                <a:lnTo>
                  <a:pt x="11544" y="3865"/>
                </a:lnTo>
                <a:lnTo>
                  <a:pt x="11994" y="3865"/>
                </a:lnTo>
                <a:lnTo>
                  <a:pt x="11994" y="3415"/>
                </a:lnTo>
                <a:lnTo>
                  <a:pt x="11544" y="3415"/>
                </a:lnTo>
                <a:close/>
                <a:moveTo>
                  <a:pt x="11062" y="3415"/>
                </a:moveTo>
                <a:lnTo>
                  <a:pt x="11062" y="3865"/>
                </a:lnTo>
                <a:lnTo>
                  <a:pt x="11511" y="3865"/>
                </a:lnTo>
                <a:lnTo>
                  <a:pt x="11511" y="3415"/>
                </a:lnTo>
                <a:lnTo>
                  <a:pt x="11062" y="3415"/>
                </a:lnTo>
                <a:close/>
                <a:moveTo>
                  <a:pt x="10579" y="3415"/>
                </a:moveTo>
                <a:lnTo>
                  <a:pt x="10579" y="3865"/>
                </a:lnTo>
                <a:lnTo>
                  <a:pt x="11029" y="3865"/>
                </a:lnTo>
                <a:lnTo>
                  <a:pt x="11029" y="3415"/>
                </a:lnTo>
                <a:lnTo>
                  <a:pt x="10579" y="3415"/>
                </a:lnTo>
                <a:close/>
                <a:moveTo>
                  <a:pt x="10096" y="3415"/>
                </a:moveTo>
                <a:lnTo>
                  <a:pt x="10096" y="3865"/>
                </a:lnTo>
                <a:lnTo>
                  <a:pt x="10546" y="3865"/>
                </a:lnTo>
                <a:lnTo>
                  <a:pt x="10546" y="3415"/>
                </a:lnTo>
                <a:lnTo>
                  <a:pt x="10096" y="3415"/>
                </a:lnTo>
                <a:close/>
                <a:moveTo>
                  <a:pt x="9614" y="3415"/>
                </a:moveTo>
                <a:lnTo>
                  <a:pt x="9614" y="3865"/>
                </a:lnTo>
                <a:lnTo>
                  <a:pt x="10063" y="3865"/>
                </a:lnTo>
                <a:lnTo>
                  <a:pt x="10063" y="3415"/>
                </a:lnTo>
                <a:lnTo>
                  <a:pt x="9614" y="3415"/>
                </a:lnTo>
                <a:close/>
                <a:moveTo>
                  <a:pt x="9131" y="3415"/>
                </a:moveTo>
                <a:lnTo>
                  <a:pt x="9131" y="3865"/>
                </a:lnTo>
                <a:lnTo>
                  <a:pt x="9581" y="3865"/>
                </a:lnTo>
                <a:lnTo>
                  <a:pt x="9581" y="3415"/>
                </a:lnTo>
                <a:lnTo>
                  <a:pt x="9131" y="3415"/>
                </a:lnTo>
                <a:close/>
                <a:moveTo>
                  <a:pt x="8648" y="3415"/>
                </a:moveTo>
                <a:lnTo>
                  <a:pt x="8648" y="3865"/>
                </a:lnTo>
                <a:lnTo>
                  <a:pt x="9098" y="3865"/>
                </a:lnTo>
                <a:lnTo>
                  <a:pt x="9098" y="3415"/>
                </a:lnTo>
                <a:lnTo>
                  <a:pt x="8648" y="3415"/>
                </a:lnTo>
                <a:close/>
                <a:moveTo>
                  <a:pt x="8166" y="3415"/>
                </a:moveTo>
                <a:lnTo>
                  <a:pt x="8166" y="3865"/>
                </a:lnTo>
                <a:lnTo>
                  <a:pt x="8615" y="3865"/>
                </a:lnTo>
                <a:lnTo>
                  <a:pt x="8615" y="3415"/>
                </a:lnTo>
                <a:lnTo>
                  <a:pt x="8166" y="3415"/>
                </a:lnTo>
                <a:close/>
                <a:moveTo>
                  <a:pt x="7683" y="3415"/>
                </a:moveTo>
                <a:lnTo>
                  <a:pt x="7683" y="3865"/>
                </a:lnTo>
                <a:lnTo>
                  <a:pt x="8133" y="3865"/>
                </a:lnTo>
                <a:lnTo>
                  <a:pt x="8133" y="3415"/>
                </a:lnTo>
                <a:lnTo>
                  <a:pt x="7683" y="3415"/>
                </a:lnTo>
                <a:close/>
                <a:moveTo>
                  <a:pt x="7200" y="3415"/>
                </a:moveTo>
                <a:lnTo>
                  <a:pt x="7200" y="3865"/>
                </a:lnTo>
                <a:lnTo>
                  <a:pt x="7650" y="3865"/>
                </a:lnTo>
                <a:lnTo>
                  <a:pt x="7650" y="3415"/>
                </a:lnTo>
                <a:lnTo>
                  <a:pt x="7200" y="3415"/>
                </a:lnTo>
                <a:close/>
                <a:moveTo>
                  <a:pt x="6718" y="3415"/>
                </a:moveTo>
                <a:lnTo>
                  <a:pt x="6718" y="3865"/>
                </a:lnTo>
                <a:lnTo>
                  <a:pt x="7167" y="3865"/>
                </a:lnTo>
                <a:lnTo>
                  <a:pt x="7167" y="3415"/>
                </a:lnTo>
                <a:lnTo>
                  <a:pt x="6718" y="3415"/>
                </a:lnTo>
                <a:close/>
                <a:moveTo>
                  <a:pt x="6235" y="3415"/>
                </a:moveTo>
                <a:lnTo>
                  <a:pt x="6235" y="3865"/>
                </a:lnTo>
                <a:lnTo>
                  <a:pt x="6685" y="3865"/>
                </a:lnTo>
                <a:lnTo>
                  <a:pt x="6685" y="3415"/>
                </a:lnTo>
                <a:lnTo>
                  <a:pt x="6235" y="3415"/>
                </a:lnTo>
                <a:close/>
                <a:moveTo>
                  <a:pt x="5752" y="3415"/>
                </a:moveTo>
                <a:lnTo>
                  <a:pt x="5752" y="3865"/>
                </a:lnTo>
                <a:lnTo>
                  <a:pt x="6202" y="3865"/>
                </a:lnTo>
                <a:lnTo>
                  <a:pt x="6202" y="3415"/>
                </a:lnTo>
                <a:lnTo>
                  <a:pt x="5752" y="3415"/>
                </a:lnTo>
                <a:close/>
                <a:moveTo>
                  <a:pt x="5270" y="3415"/>
                </a:moveTo>
                <a:lnTo>
                  <a:pt x="5270" y="3865"/>
                </a:lnTo>
                <a:lnTo>
                  <a:pt x="5719" y="3865"/>
                </a:lnTo>
                <a:lnTo>
                  <a:pt x="5719" y="3415"/>
                </a:lnTo>
                <a:lnTo>
                  <a:pt x="5270" y="3415"/>
                </a:lnTo>
                <a:close/>
                <a:moveTo>
                  <a:pt x="4787" y="3415"/>
                </a:moveTo>
                <a:lnTo>
                  <a:pt x="4787" y="3865"/>
                </a:lnTo>
                <a:lnTo>
                  <a:pt x="5237" y="3865"/>
                </a:lnTo>
                <a:lnTo>
                  <a:pt x="5237" y="3415"/>
                </a:lnTo>
                <a:lnTo>
                  <a:pt x="4787" y="3415"/>
                </a:lnTo>
                <a:close/>
                <a:moveTo>
                  <a:pt x="4304" y="3415"/>
                </a:moveTo>
                <a:lnTo>
                  <a:pt x="4304" y="3865"/>
                </a:lnTo>
                <a:lnTo>
                  <a:pt x="4754" y="3865"/>
                </a:lnTo>
                <a:lnTo>
                  <a:pt x="4754" y="3415"/>
                </a:lnTo>
                <a:lnTo>
                  <a:pt x="4304" y="3415"/>
                </a:lnTo>
                <a:close/>
                <a:moveTo>
                  <a:pt x="3822" y="3415"/>
                </a:moveTo>
                <a:lnTo>
                  <a:pt x="3822" y="3865"/>
                </a:lnTo>
                <a:lnTo>
                  <a:pt x="4271" y="3865"/>
                </a:lnTo>
                <a:lnTo>
                  <a:pt x="4271" y="3415"/>
                </a:lnTo>
                <a:lnTo>
                  <a:pt x="3822" y="3415"/>
                </a:lnTo>
                <a:close/>
                <a:moveTo>
                  <a:pt x="3339" y="3415"/>
                </a:moveTo>
                <a:lnTo>
                  <a:pt x="3339" y="3865"/>
                </a:lnTo>
                <a:lnTo>
                  <a:pt x="3789" y="3865"/>
                </a:lnTo>
                <a:lnTo>
                  <a:pt x="3789" y="3415"/>
                </a:lnTo>
                <a:lnTo>
                  <a:pt x="3339" y="3415"/>
                </a:lnTo>
                <a:close/>
                <a:moveTo>
                  <a:pt x="2856" y="3415"/>
                </a:moveTo>
                <a:lnTo>
                  <a:pt x="2856" y="3865"/>
                </a:lnTo>
                <a:lnTo>
                  <a:pt x="3306" y="3865"/>
                </a:lnTo>
                <a:lnTo>
                  <a:pt x="3306" y="3415"/>
                </a:lnTo>
                <a:lnTo>
                  <a:pt x="2856" y="3415"/>
                </a:lnTo>
                <a:close/>
                <a:moveTo>
                  <a:pt x="2374" y="3415"/>
                </a:moveTo>
                <a:lnTo>
                  <a:pt x="2374" y="3865"/>
                </a:lnTo>
                <a:lnTo>
                  <a:pt x="2823" y="3865"/>
                </a:lnTo>
                <a:lnTo>
                  <a:pt x="2823" y="3415"/>
                </a:lnTo>
                <a:lnTo>
                  <a:pt x="2374" y="3415"/>
                </a:lnTo>
                <a:close/>
                <a:moveTo>
                  <a:pt x="1891" y="3415"/>
                </a:moveTo>
                <a:lnTo>
                  <a:pt x="1891" y="3865"/>
                </a:lnTo>
                <a:lnTo>
                  <a:pt x="2341" y="3865"/>
                </a:lnTo>
                <a:lnTo>
                  <a:pt x="2341" y="3415"/>
                </a:lnTo>
                <a:lnTo>
                  <a:pt x="1891" y="3415"/>
                </a:lnTo>
                <a:close/>
                <a:moveTo>
                  <a:pt x="1408" y="3415"/>
                </a:moveTo>
                <a:lnTo>
                  <a:pt x="1408" y="3865"/>
                </a:lnTo>
                <a:lnTo>
                  <a:pt x="1858" y="3865"/>
                </a:lnTo>
                <a:lnTo>
                  <a:pt x="1858" y="3415"/>
                </a:lnTo>
                <a:lnTo>
                  <a:pt x="1408" y="3415"/>
                </a:lnTo>
                <a:close/>
                <a:moveTo>
                  <a:pt x="926" y="3415"/>
                </a:moveTo>
                <a:lnTo>
                  <a:pt x="926" y="3865"/>
                </a:lnTo>
                <a:lnTo>
                  <a:pt x="1375" y="3865"/>
                </a:lnTo>
                <a:lnTo>
                  <a:pt x="1375" y="3415"/>
                </a:lnTo>
                <a:lnTo>
                  <a:pt x="926" y="3415"/>
                </a:lnTo>
                <a:close/>
                <a:moveTo>
                  <a:pt x="443" y="3415"/>
                </a:moveTo>
                <a:lnTo>
                  <a:pt x="443" y="3865"/>
                </a:lnTo>
                <a:lnTo>
                  <a:pt x="893" y="3865"/>
                </a:lnTo>
                <a:lnTo>
                  <a:pt x="893" y="3415"/>
                </a:lnTo>
                <a:lnTo>
                  <a:pt x="443" y="3415"/>
                </a:lnTo>
                <a:close/>
                <a:moveTo>
                  <a:pt x="18302" y="2933"/>
                </a:moveTo>
                <a:lnTo>
                  <a:pt x="18302" y="3382"/>
                </a:lnTo>
                <a:lnTo>
                  <a:pt x="18751" y="3382"/>
                </a:lnTo>
                <a:lnTo>
                  <a:pt x="18751" y="2933"/>
                </a:lnTo>
                <a:lnTo>
                  <a:pt x="18302" y="2933"/>
                </a:lnTo>
                <a:close/>
                <a:moveTo>
                  <a:pt x="17819" y="2933"/>
                </a:moveTo>
                <a:lnTo>
                  <a:pt x="17819" y="3382"/>
                </a:lnTo>
                <a:lnTo>
                  <a:pt x="18269" y="3382"/>
                </a:lnTo>
                <a:lnTo>
                  <a:pt x="18269" y="2933"/>
                </a:lnTo>
                <a:lnTo>
                  <a:pt x="17819" y="2933"/>
                </a:lnTo>
                <a:close/>
                <a:moveTo>
                  <a:pt x="17336" y="2933"/>
                </a:moveTo>
                <a:lnTo>
                  <a:pt x="17336" y="3382"/>
                </a:lnTo>
                <a:lnTo>
                  <a:pt x="17786" y="3382"/>
                </a:lnTo>
                <a:lnTo>
                  <a:pt x="17786" y="2933"/>
                </a:lnTo>
                <a:lnTo>
                  <a:pt x="17336" y="2933"/>
                </a:lnTo>
                <a:close/>
                <a:moveTo>
                  <a:pt x="16854" y="2933"/>
                </a:moveTo>
                <a:lnTo>
                  <a:pt x="16854" y="3382"/>
                </a:lnTo>
                <a:lnTo>
                  <a:pt x="17303" y="3382"/>
                </a:lnTo>
                <a:lnTo>
                  <a:pt x="17303" y="2933"/>
                </a:lnTo>
                <a:lnTo>
                  <a:pt x="16854" y="2933"/>
                </a:lnTo>
                <a:close/>
                <a:moveTo>
                  <a:pt x="16371" y="2933"/>
                </a:moveTo>
                <a:lnTo>
                  <a:pt x="16371" y="3382"/>
                </a:lnTo>
                <a:lnTo>
                  <a:pt x="16821" y="3382"/>
                </a:lnTo>
                <a:lnTo>
                  <a:pt x="16821" y="2933"/>
                </a:lnTo>
                <a:lnTo>
                  <a:pt x="16371" y="2933"/>
                </a:lnTo>
                <a:close/>
                <a:moveTo>
                  <a:pt x="15888" y="2933"/>
                </a:moveTo>
                <a:lnTo>
                  <a:pt x="15888" y="3382"/>
                </a:lnTo>
                <a:lnTo>
                  <a:pt x="16338" y="3382"/>
                </a:lnTo>
                <a:lnTo>
                  <a:pt x="16338" y="2933"/>
                </a:lnTo>
                <a:lnTo>
                  <a:pt x="15888" y="2933"/>
                </a:lnTo>
                <a:close/>
                <a:moveTo>
                  <a:pt x="15406" y="2933"/>
                </a:moveTo>
                <a:lnTo>
                  <a:pt x="15406" y="3382"/>
                </a:lnTo>
                <a:lnTo>
                  <a:pt x="15855" y="3382"/>
                </a:lnTo>
                <a:lnTo>
                  <a:pt x="15855" y="2933"/>
                </a:lnTo>
                <a:lnTo>
                  <a:pt x="15406" y="2933"/>
                </a:lnTo>
                <a:close/>
                <a:moveTo>
                  <a:pt x="14923" y="2933"/>
                </a:moveTo>
                <a:lnTo>
                  <a:pt x="14923" y="3382"/>
                </a:lnTo>
                <a:lnTo>
                  <a:pt x="15373" y="3382"/>
                </a:lnTo>
                <a:lnTo>
                  <a:pt x="15373" y="2933"/>
                </a:lnTo>
                <a:lnTo>
                  <a:pt x="14923" y="2933"/>
                </a:lnTo>
                <a:close/>
                <a:moveTo>
                  <a:pt x="14440" y="2933"/>
                </a:moveTo>
                <a:lnTo>
                  <a:pt x="14440" y="3382"/>
                </a:lnTo>
                <a:lnTo>
                  <a:pt x="14890" y="3382"/>
                </a:lnTo>
                <a:lnTo>
                  <a:pt x="14890" y="2933"/>
                </a:lnTo>
                <a:lnTo>
                  <a:pt x="14440" y="2933"/>
                </a:lnTo>
                <a:close/>
                <a:moveTo>
                  <a:pt x="13958" y="2933"/>
                </a:moveTo>
                <a:lnTo>
                  <a:pt x="13958" y="3382"/>
                </a:lnTo>
                <a:lnTo>
                  <a:pt x="14407" y="3382"/>
                </a:lnTo>
                <a:lnTo>
                  <a:pt x="14407" y="2933"/>
                </a:lnTo>
                <a:lnTo>
                  <a:pt x="13958" y="2933"/>
                </a:lnTo>
                <a:close/>
                <a:moveTo>
                  <a:pt x="13475" y="2933"/>
                </a:moveTo>
                <a:lnTo>
                  <a:pt x="13475" y="3382"/>
                </a:lnTo>
                <a:lnTo>
                  <a:pt x="13925" y="3382"/>
                </a:lnTo>
                <a:lnTo>
                  <a:pt x="13925" y="2933"/>
                </a:lnTo>
                <a:lnTo>
                  <a:pt x="13475" y="2933"/>
                </a:lnTo>
                <a:close/>
                <a:moveTo>
                  <a:pt x="12992" y="2933"/>
                </a:moveTo>
                <a:lnTo>
                  <a:pt x="12992" y="3382"/>
                </a:lnTo>
                <a:lnTo>
                  <a:pt x="13442" y="3382"/>
                </a:lnTo>
                <a:lnTo>
                  <a:pt x="13442" y="2933"/>
                </a:lnTo>
                <a:lnTo>
                  <a:pt x="12992" y="2933"/>
                </a:lnTo>
                <a:close/>
                <a:moveTo>
                  <a:pt x="12510" y="2933"/>
                </a:moveTo>
                <a:lnTo>
                  <a:pt x="12510" y="3382"/>
                </a:lnTo>
                <a:lnTo>
                  <a:pt x="12959" y="3382"/>
                </a:lnTo>
                <a:lnTo>
                  <a:pt x="12959" y="2933"/>
                </a:lnTo>
                <a:lnTo>
                  <a:pt x="12510" y="2933"/>
                </a:lnTo>
                <a:close/>
                <a:moveTo>
                  <a:pt x="12027" y="2933"/>
                </a:moveTo>
                <a:lnTo>
                  <a:pt x="12027" y="3382"/>
                </a:lnTo>
                <a:lnTo>
                  <a:pt x="12477" y="3382"/>
                </a:lnTo>
                <a:lnTo>
                  <a:pt x="12477" y="2933"/>
                </a:lnTo>
                <a:lnTo>
                  <a:pt x="12027" y="2933"/>
                </a:lnTo>
                <a:close/>
                <a:moveTo>
                  <a:pt x="11544" y="2933"/>
                </a:moveTo>
                <a:lnTo>
                  <a:pt x="11544" y="3382"/>
                </a:lnTo>
                <a:lnTo>
                  <a:pt x="11994" y="3382"/>
                </a:lnTo>
                <a:lnTo>
                  <a:pt x="11994" y="2933"/>
                </a:lnTo>
                <a:lnTo>
                  <a:pt x="11544" y="2933"/>
                </a:lnTo>
                <a:close/>
                <a:moveTo>
                  <a:pt x="11062" y="2933"/>
                </a:moveTo>
                <a:lnTo>
                  <a:pt x="11062" y="3382"/>
                </a:lnTo>
                <a:lnTo>
                  <a:pt x="11511" y="3382"/>
                </a:lnTo>
                <a:lnTo>
                  <a:pt x="11511" y="2933"/>
                </a:lnTo>
                <a:lnTo>
                  <a:pt x="11062" y="2933"/>
                </a:lnTo>
                <a:close/>
                <a:moveTo>
                  <a:pt x="10579" y="2933"/>
                </a:moveTo>
                <a:lnTo>
                  <a:pt x="10579" y="3382"/>
                </a:lnTo>
                <a:lnTo>
                  <a:pt x="11029" y="3382"/>
                </a:lnTo>
                <a:lnTo>
                  <a:pt x="11029" y="2933"/>
                </a:lnTo>
                <a:lnTo>
                  <a:pt x="10579" y="2933"/>
                </a:lnTo>
                <a:close/>
                <a:moveTo>
                  <a:pt x="10096" y="2933"/>
                </a:moveTo>
                <a:lnTo>
                  <a:pt x="10096" y="3382"/>
                </a:lnTo>
                <a:lnTo>
                  <a:pt x="10546" y="3382"/>
                </a:lnTo>
                <a:lnTo>
                  <a:pt x="10546" y="2933"/>
                </a:lnTo>
                <a:lnTo>
                  <a:pt x="10096" y="2933"/>
                </a:lnTo>
                <a:close/>
                <a:moveTo>
                  <a:pt x="9614" y="2933"/>
                </a:moveTo>
                <a:lnTo>
                  <a:pt x="9614" y="3382"/>
                </a:lnTo>
                <a:lnTo>
                  <a:pt x="10063" y="3382"/>
                </a:lnTo>
                <a:lnTo>
                  <a:pt x="10063" y="2933"/>
                </a:lnTo>
                <a:lnTo>
                  <a:pt x="9614" y="2933"/>
                </a:lnTo>
                <a:close/>
                <a:moveTo>
                  <a:pt x="9131" y="2933"/>
                </a:moveTo>
                <a:lnTo>
                  <a:pt x="9131" y="3382"/>
                </a:lnTo>
                <a:lnTo>
                  <a:pt x="9581" y="3382"/>
                </a:lnTo>
                <a:lnTo>
                  <a:pt x="9581" y="2933"/>
                </a:lnTo>
                <a:lnTo>
                  <a:pt x="9131" y="2933"/>
                </a:lnTo>
                <a:close/>
                <a:moveTo>
                  <a:pt x="8648" y="2933"/>
                </a:moveTo>
                <a:lnTo>
                  <a:pt x="8648" y="3382"/>
                </a:lnTo>
                <a:lnTo>
                  <a:pt x="9098" y="3382"/>
                </a:lnTo>
                <a:lnTo>
                  <a:pt x="9098" y="2933"/>
                </a:lnTo>
                <a:lnTo>
                  <a:pt x="8648" y="2933"/>
                </a:lnTo>
                <a:close/>
                <a:moveTo>
                  <a:pt x="8166" y="2933"/>
                </a:moveTo>
                <a:lnTo>
                  <a:pt x="8166" y="3382"/>
                </a:lnTo>
                <a:lnTo>
                  <a:pt x="8615" y="3382"/>
                </a:lnTo>
                <a:lnTo>
                  <a:pt x="8615" y="2933"/>
                </a:lnTo>
                <a:lnTo>
                  <a:pt x="8166" y="2933"/>
                </a:lnTo>
                <a:close/>
                <a:moveTo>
                  <a:pt x="7683" y="2933"/>
                </a:moveTo>
                <a:lnTo>
                  <a:pt x="7683" y="3382"/>
                </a:lnTo>
                <a:lnTo>
                  <a:pt x="8133" y="3382"/>
                </a:lnTo>
                <a:lnTo>
                  <a:pt x="8133" y="2933"/>
                </a:lnTo>
                <a:lnTo>
                  <a:pt x="7683" y="2933"/>
                </a:lnTo>
                <a:close/>
                <a:moveTo>
                  <a:pt x="7200" y="2933"/>
                </a:moveTo>
                <a:lnTo>
                  <a:pt x="7200" y="3382"/>
                </a:lnTo>
                <a:lnTo>
                  <a:pt x="7650" y="3382"/>
                </a:lnTo>
                <a:lnTo>
                  <a:pt x="7650" y="2933"/>
                </a:lnTo>
                <a:lnTo>
                  <a:pt x="7200" y="2933"/>
                </a:lnTo>
                <a:close/>
                <a:moveTo>
                  <a:pt x="6718" y="2933"/>
                </a:moveTo>
                <a:lnTo>
                  <a:pt x="6718" y="3382"/>
                </a:lnTo>
                <a:lnTo>
                  <a:pt x="7167" y="3382"/>
                </a:lnTo>
                <a:lnTo>
                  <a:pt x="7167" y="2933"/>
                </a:lnTo>
                <a:lnTo>
                  <a:pt x="6718" y="2933"/>
                </a:lnTo>
                <a:close/>
                <a:moveTo>
                  <a:pt x="6235" y="2933"/>
                </a:moveTo>
                <a:lnTo>
                  <a:pt x="6235" y="3382"/>
                </a:lnTo>
                <a:lnTo>
                  <a:pt x="6685" y="3382"/>
                </a:lnTo>
                <a:lnTo>
                  <a:pt x="6685" y="2933"/>
                </a:lnTo>
                <a:lnTo>
                  <a:pt x="6235" y="2933"/>
                </a:lnTo>
                <a:close/>
                <a:moveTo>
                  <a:pt x="5752" y="2933"/>
                </a:moveTo>
                <a:lnTo>
                  <a:pt x="5752" y="3382"/>
                </a:lnTo>
                <a:lnTo>
                  <a:pt x="6202" y="3382"/>
                </a:lnTo>
                <a:lnTo>
                  <a:pt x="6202" y="2933"/>
                </a:lnTo>
                <a:lnTo>
                  <a:pt x="5752" y="2933"/>
                </a:lnTo>
                <a:close/>
                <a:moveTo>
                  <a:pt x="5270" y="2933"/>
                </a:moveTo>
                <a:lnTo>
                  <a:pt x="5270" y="3382"/>
                </a:lnTo>
                <a:lnTo>
                  <a:pt x="5719" y="3382"/>
                </a:lnTo>
                <a:lnTo>
                  <a:pt x="5719" y="2933"/>
                </a:lnTo>
                <a:lnTo>
                  <a:pt x="5270" y="2933"/>
                </a:lnTo>
                <a:close/>
                <a:moveTo>
                  <a:pt x="4787" y="2933"/>
                </a:moveTo>
                <a:lnTo>
                  <a:pt x="4787" y="3382"/>
                </a:lnTo>
                <a:lnTo>
                  <a:pt x="5237" y="3382"/>
                </a:lnTo>
                <a:lnTo>
                  <a:pt x="5237" y="2933"/>
                </a:lnTo>
                <a:lnTo>
                  <a:pt x="4787" y="2933"/>
                </a:lnTo>
                <a:close/>
                <a:moveTo>
                  <a:pt x="4304" y="2933"/>
                </a:moveTo>
                <a:lnTo>
                  <a:pt x="4304" y="3382"/>
                </a:lnTo>
                <a:lnTo>
                  <a:pt x="4754" y="3382"/>
                </a:lnTo>
                <a:lnTo>
                  <a:pt x="4754" y="2933"/>
                </a:lnTo>
                <a:lnTo>
                  <a:pt x="4304" y="2933"/>
                </a:lnTo>
                <a:close/>
                <a:moveTo>
                  <a:pt x="3822" y="2933"/>
                </a:moveTo>
                <a:lnTo>
                  <a:pt x="3822" y="3382"/>
                </a:lnTo>
                <a:lnTo>
                  <a:pt x="4271" y="3382"/>
                </a:lnTo>
                <a:lnTo>
                  <a:pt x="4271" y="2933"/>
                </a:lnTo>
                <a:lnTo>
                  <a:pt x="3822" y="2933"/>
                </a:lnTo>
                <a:close/>
                <a:moveTo>
                  <a:pt x="3339" y="2933"/>
                </a:moveTo>
                <a:lnTo>
                  <a:pt x="3339" y="3382"/>
                </a:lnTo>
                <a:lnTo>
                  <a:pt x="3789" y="3382"/>
                </a:lnTo>
                <a:lnTo>
                  <a:pt x="3789" y="2933"/>
                </a:lnTo>
                <a:lnTo>
                  <a:pt x="3339" y="2933"/>
                </a:lnTo>
                <a:close/>
                <a:moveTo>
                  <a:pt x="2856" y="2933"/>
                </a:moveTo>
                <a:lnTo>
                  <a:pt x="2856" y="3382"/>
                </a:lnTo>
                <a:lnTo>
                  <a:pt x="3306" y="3382"/>
                </a:lnTo>
                <a:lnTo>
                  <a:pt x="3306" y="2933"/>
                </a:lnTo>
                <a:lnTo>
                  <a:pt x="2856" y="2933"/>
                </a:lnTo>
                <a:close/>
                <a:moveTo>
                  <a:pt x="2374" y="2933"/>
                </a:moveTo>
                <a:lnTo>
                  <a:pt x="2374" y="3382"/>
                </a:lnTo>
                <a:lnTo>
                  <a:pt x="2823" y="3382"/>
                </a:lnTo>
                <a:lnTo>
                  <a:pt x="2823" y="2933"/>
                </a:lnTo>
                <a:lnTo>
                  <a:pt x="2374" y="2933"/>
                </a:lnTo>
                <a:close/>
                <a:moveTo>
                  <a:pt x="1891" y="2933"/>
                </a:moveTo>
                <a:lnTo>
                  <a:pt x="1891" y="3382"/>
                </a:lnTo>
                <a:lnTo>
                  <a:pt x="2341" y="3382"/>
                </a:lnTo>
                <a:lnTo>
                  <a:pt x="2341" y="2933"/>
                </a:lnTo>
                <a:lnTo>
                  <a:pt x="1891" y="2933"/>
                </a:lnTo>
                <a:close/>
                <a:moveTo>
                  <a:pt x="1408" y="2933"/>
                </a:moveTo>
                <a:lnTo>
                  <a:pt x="1408" y="3382"/>
                </a:lnTo>
                <a:lnTo>
                  <a:pt x="1858" y="3382"/>
                </a:lnTo>
                <a:lnTo>
                  <a:pt x="1858" y="2933"/>
                </a:lnTo>
                <a:lnTo>
                  <a:pt x="1408" y="2933"/>
                </a:lnTo>
                <a:close/>
                <a:moveTo>
                  <a:pt x="926" y="2933"/>
                </a:moveTo>
                <a:lnTo>
                  <a:pt x="926" y="3382"/>
                </a:lnTo>
                <a:lnTo>
                  <a:pt x="1375" y="3382"/>
                </a:lnTo>
                <a:lnTo>
                  <a:pt x="1375" y="2933"/>
                </a:lnTo>
                <a:lnTo>
                  <a:pt x="926" y="2933"/>
                </a:lnTo>
                <a:close/>
                <a:moveTo>
                  <a:pt x="443" y="2933"/>
                </a:moveTo>
                <a:lnTo>
                  <a:pt x="443" y="3382"/>
                </a:lnTo>
                <a:lnTo>
                  <a:pt x="893" y="3382"/>
                </a:lnTo>
                <a:lnTo>
                  <a:pt x="893" y="2933"/>
                </a:lnTo>
                <a:lnTo>
                  <a:pt x="443" y="2933"/>
                </a:lnTo>
                <a:close/>
                <a:moveTo>
                  <a:pt x="18302" y="2450"/>
                </a:moveTo>
                <a:lnTo>
                  <a:pt x="18302" y="2900"/>
                </a:lnTo>
                <a:lnTo>
                  <a:pt x="18751" y="2900"/>
                </a:lnTo>
                <a:lnTo>
                  <a:pt x="18751" y="2450"/>
                </a:lnTo>
                <a:lnTo>
                  <a:pt x="18302" y="2450"/>
                </a:lnTo>
                <a:close/>
                <a:moveTo>
                  <a:pt x="17819" y="2450"/>
                </a:moveTo>
                <a:lnTo>
                  <a:pt x="17819" y="2900"/>
                </a:lnTo>
                <a:lnTo>
                  <a:pt x="18269" y="2900"/>
                </a:lnTo>
                <a:lnTo>
                  <a:pt x="18269" y="2450"/>
                </a:lnTo>
                <a:lnTo>
                  <a:pt x="17819" y="2450"/>
                </a:lnTo>
                <a:close/>
                <a:moveTo>
                  <a:pt x="17336" y="2450"/>
                </a:moveTo>
                <a:lnTo>
                  <a:pt x="17336" y="2900"/>
                </a:lnTo>
                <a:lnTo>
                  <a:pt x="17786" y="2900"/>
                </a:lnTo>
                <a:lnTo>
                  <a:pt x="17786" y="2450"/>
                </a:lnTo>
                <a:lnTo>
                  <a:pt x="17336" y="2450"/>
                </a:lnTo>
                <a:close/>
                <a:moveTo>
                  <a:pt x="16854" y="2450"/>
                </a:moveTo>
                <a:lnTo>
                  <a:pt x="16854" y="2900"/>
                </a:lnTo>
                <a:lnTo>
                  <a:pt x="17303" y="2900"/>
                </a:lnTo>
                <a:lnTo>
                  <a:pt x="17303" y="2450"/>
                </a:lnTo>
                <a:lnTo>
                  <a:pt x="16854" y="2450"/>
                </a:lnTo>
                <a:close/>
                <a:moveTo>
                  <a:pt x="16371" y="2450"/>
                </a:moveTo>
                <a:lnTo>
                  <a:pt x="16371" y="2900"/>
                </a:lnTo>
                <a:lnTo>
                  <a:pt x="16821" y="2900"/>
                </a:lnTo>
                <a:lnTo>
                  <a:pt x="16821" y="2450"/>
                </a:lnTo>
                <a:lnTo>
                  <a:pt x="16371" y="2450"/>
                </a:lnTo>
                <a:close/>
                <a:moveTo>
                  <a:pt x="15888" y="2450"/>
                </a:moveTo>
                <a:lnTo>
                  <a:pt x="15888" y="2900"/>
                </a:lnTo>
                <a:lnTo>
                  <a:pt x="16338" y="2900"/>
                </a:lnTo>
                <a:lnTo>
                  <a:pt x="16338" y="2450"/>
                </a:lnTo>
                <a:lnTo>
                  <a:pt x="15888" y="2450"/>
                </a:lnTo>
                <a:close/>
                <a:moveTo>
                  <a:pt x="15406" y="2450"/>
                </a:moveTo>
                <a:lnTo>
                  <a:pt x="15406" y="2900"/>
                </a:lnTo>
                <a:lnTo>
                  <a:pt x="15855" y="2900"/>
                </a:lnTo>
                <a:lnTo>
                  <a:pt x="15855" y="2450"/>
                </a:lnTo>
                <a:lnTo>
                  <a:pt x="15406" y="2450"/>
                </a:lnTo>
                <a:close/>
                <a:moveTo>
                  <a:pt x="14923" y="2450"/>
                </a:moveTo>
                <a:lnTo>
                  <a:pt x="14923" y="2900"/>
                </a:lnTo>
                <a:lnTo>
                  <a:pt x="15373" y="2900"/>
                </a:lnTo>
                <a:lnTo>
                  <a:pt x="15373" y="2450"/>
                </a:lnTo>
                <a:lnTo>
                  <a:pt x="14923" y="2450"/>
                </a:lnTo>
                <a:close/>
                <a:moveTo>
                  <a:pt x="14440" y="2450"/>
                </a:moveTo>
                <a:lnTo>
                  <a:pt x="14440" y="2900"/>
                </a:lnTo>
                <a:lnTo>
                  <a:pt x="14890" y="2900"/>
                </a:lnTo>
                <a:lnTo>
                  <a:pt x="14890" y="2450"/>
                </a:lnTo>
                <a:lnTo>
                  <a:pt x="14440" y="2450"/>
                </a:lnTo>
                <a:close/>
                <a:moveTo>
                  <a:pt x="13958" y="2450"/>
                </a:moveTo>
                <a:lnTo>
                  <a:pt x="13958" y="2900"/>
                </a:lnTo>
                <a:lnTo>
                  <a:pt x="14407" y="2900"/>
                </a:lnTo>
                <a:lnTo>
                  <a:pt x="14407" y="2450"/>
                </a:lnTo>
                <a:lnTo>
                  <a:pt x="13958" y="2450"/>
                </a:lnTo>
                <a:close/>
                <a:moveTo>
                  <a:pt x="13475" y="2450"/>
                </a:moveTo>
                <a:lnTo>
                  <a:pt x="13475" y="2900"/>
                </a:lnTo>
                <a:lnTo>
                  <a:pt x="13925" y="2900"/>
                </a:lnTo>
                <a:lnTo>
                  <a:pt x="13925" y="2450"/>
                </a:lnTo>
                <a:lnTo>
                  <a:pt x="13475" y="2450"/>
                </a:lnTo>
                <a:close/>
                <a:moveTo>
                  <a:pt x="12992" y="2450"/>
                </a:moveTo>
                <a:lnTo>
                  <a:pt x="12992" y="2900"/>
                </a:lnTo>
                <a:lnTo>
                  <a:pt x="13442" y="2900"/>
                </a:lnTo>
                <a:lnTo>
                  <a:pt x="13442" y="2450"/>
                </a:lnTo>
                <a:lnTo>
                  <a:pt x="12992" y="2450"/>
                </a:lnTo>
                <a:close/>
                <a:moveTo>
                  <a:pt x="12510" y="2450"/>
                </a:moveTo>
                <a:lnTo>
                  <a:pt x="12510" y="2900"/>
                </a:lnTo>
                <a:lnTo>
                  <a:pt x="12959" y="2900"/>
                </a:lnTo>
                <a:lnTo>
                  <a:pt x="12959" y="2450"/>
                </a:lnTo>
                <a:lnTo>
                  <a:pt x="12510" y="2450"/>
                </a:lnTo>
                <a:close/>
                <a:moveTo>
                  <a:pt x="12027" y="2450"/>
                </a:moveTo>
                <a:lnTo>
                  <a:pt x="12027" y="2900"/>
                </a:lnTo>
                <a:lnTo>
                  <a:pt x="12477" y="2900"/>
                </a:lnTo>
                <a:lnTo>
                  <a:pt x="12477" y="2450"/>
                </a:lnTo>
                <a:lnTo>
                  <a:pt x="12027" y="2450"/>
                </a:lnTo>
                <a:close/>
                <a:moveTo>
                  <a:pt x="11544" y="2450"/>
                </a:moveTo>
                <a:lnTo>
                  <a:pt x="11544" y="2900"/>
                </a:lnTo>
                <a:lnTo>
                  <a:pt x="11994" y="2900"/>
                </a:lnTo>
                <a:lnTo>
                  <a:pt x="11994" y="2450"/>
                </a:lnTo>
                <a:lnTo>
                  <a:pt x="11544" y="2450"/>
                </a:lnTo>
                <a:close/>
                <a:moveTo>
                  <a:pt x="11062" y="2450"/>
                </a:moveTo>
                <a:lnTo>
                  <a:pt x="11062" y="2900"/>
                </a:lnTo>
                <a:lnTo>
                  <a:pt x="11511" y="2900"/>
                </a:lnTo>
                <a:lnTo>
                  <a:pt x="11511" y="2450"/>
                </a:lnTo>
                <a:lnTo>
                  <a:pt x="11062" y="2450"/>
                </a:lnTo>
                <a:close/>
                <a:moveTo>
                  <a:pt x="10579" y="2450"/>
                </a:moveTo>
                <a:lnTo>
                  <a:pt x="10579" y="2900"/>
                </a:lnTo>
                <a:lnTo>
                  <a:pt x="11029" y="2900"/>
                </a:lnTo>
                <a:lnTo>
                  <a:pt x="11029" y="2450"/>
                </a:lnTo>
                <a:lnTo>
                  <a:pt x="10579" y="2450"/>
                </a:lnTo>
                <a:close/>
                <a:moveTo>
                  <a:pt x="10096" y="2450"/>
                </a:moveTo>
                <a:lnTo>
                  <a:pt x="10096" y="2900"/>
                </a:lnTo>
                <a:lnTo>
                  <a:pt x="10546" y="2900"/>
                </a:lnTo>
                <a:lnTo>
                  <a:pt x="10546" y="2450"/>
                </a:lnTo>
                <a:lnTo>
                  <a:pt x="10096" y="2450"/>
                </a:lnTo>
                <a:close/>
                <a:moveTo>
                  <a:pt x="9614" y="2450"/>
                </a:moveTo>
                <a:lnTo>
                  <a:pt x="9614" y="2900"/>
                </a:lnTo>
                <a:lnTo>
                  <a:pt x="10063" y="2900"/>
                </a:lnTo>
                <a:lnTo>
                  <a:pt x="10063" y="2450"/>
                </a:lnTo>
                <a:lnTo>
                  <a:pt x="9614" y="2450"/>
                </a:lnTo>
                <a:close/>
                <a:moveTo>
                  <a:pt x="9131" y="2450"/>
                </a:moveTo>
                <a:lnTo>
                  <a:pt x="9131" y="2900"/>
                </a:lnTo>
                <a:lnTo>
                  <a:pt x="9581" y="2900"/>
                </a:lnTo>
                <a:lnTo>
                  <a:pt x="9581" y="2450"/>
                </a:lnTo>
                <a:lnTo>
                  <a:pt x="9131" y="2450"/>
                </a:lnTo>
                <a:close/>
                <a:moveTo>
                  <a:pt x="8648" y="2450"/>
                </a:moveTo>
                <a:lnTo>
                  <a:pt x="8648" y="2900"/>
                </a:lnTo>
                <a:lnTo>
                  <a:pt x="9098" y="2900"/>
                </a:lnTo>
                <a:lnTo>
                  <a:pt x="9098" y="2450"/>
                </a:lnTo>
                <a:lnTo>
                  <a:pt x="8648" y="2450"/>
                </a:lnTo>
                <a:close/>
                <a:moveTo>
                  <a:pt x="8166" y="2450"/>
                </a:moveTo>
                <a:lnTo>
                  <a:pt x="8166" y="2900"/>
                </a:lnTo>
                <a:lnTo>
                  <a:pt x="8615" y="2900"/>
                </a:lnTo>
                <a:lnTo>
                  <a:pt x="8615" y="2450"/>
                </a:lnTo>
                <a:lnTo>
                  <a:pt x="8166" y="2450"/>
                </a:lnTo>
                <a:close/>
                <a:moveTo>
                  <a:pt x="7683" y="2450"/>
                </a:moveTo>
                <a:lnTo>
                  <a:pt x="7683" y="2900"/>
                </a:lnTo>
                <a:lnTo>
                  <a:pt x="8133" y="2900"/>
                </a:lnTo>
                <a:lnTo>
                  <a:pt x="8133" y="2450"/>
                </a:lnTo>
                <a:lnTo>
                  <a:pt x="7683" y="2450"/>
                </a:lnTo>
                <a:close/>
                <a:moveTo>
                  <a:pt x="7200" y="2450"/>
                </a:moveTo>
                <a:lnTo>
                  <a:pt x="7200" y="2900"/>
                </a:lnTo>
                <a:lnTo>
                  <a:pt x="7650" y="2900"/>
                </a:lnTo>
                <a:lnTo>
                  <a:pt x="7650" y="2450"/>
                </a:lnTo>
                <a:lnTo>
                  <a:pt x="7200" y="2450"/>
                </a:lnTo>
                <a:close/>
                <a:moveTo>
                  <a:pt x="6718" y="2450"/>
                </a:moveTo>
                <a:lnTo>
                  <a:pt x="6718" y="2900"/>
                </a:lnTo>
                <a:lnTo>
                  <a:pt x="7167" y="2900"/>
                </a:lnTo>
                <a:lnTo>
                  <a:pt x="7167" y="2450"/>
                </a:lnTo>
                <a:lnTo>
                  <a:pt x="6718" y="2450"/>
                </a:lnTo>
                <a:close/>
                <a:moveTo>
                  <a:pt x="6235" y="2450"/>
                </a:moveTo>
                <a:lnTo>
                  <a:pt x="6235" y="2900"/>
                </a:lnTo>
                <a:lnTo>
                  <a:pt x="6685" y="2900"/>
                </a:lnTo>
                <a:lnTo>
                  <a:pt x="6685" y="2450"/>
                </a:lnTo>
                <a:lnTo>
                  <a:pt x="6235" y="2450"/>
                </a:lnTo>
                <a:close/>
                <a:moveTo>
                  <a:pt x="5752" y="2450"/>
                </a:moveTo>
                <a:lnTo>
                  <a:pt x="5752" y="2900"/>
                </a:lnTo>
                <a:lnTo>
                  <a:pt x="6202" y="2900"/>
                </a:lnTo>
                <a:lnTo>
                  <a:pt x="6202" y="2450"/>
                </a:lnTo>
                <a:lnTo>
                  <a:pt x="5752" y="2450"/>
                </a:lnTo>
                <a:close/>
                <a:moveTo>
                  <a:pt x="5270" y="2450"/>
                </a:moveTo>
                <a:lnTo>
                  <a:pt x="5270" y="2900"/>
                </a:lnTo>
                <a:lnTo>
                  <a:pt x="5719" y="2900"/>
                </a:lnTo>
                <a:lnTo>
                  <a:pt x="5719" y="2450"/>
                </a:lnTo>
                <a:lnTo>
                  <a:pt x="5270" y="2450"/>
                </a:lnTo>
                <a:close/>
                <a:moveTo>
                  <a:pt x="4787" y="2450"/>
                </a:moveTo>
                <a:lnTo>
                  <a:pt x="4787" y="2900"/>
                </a:lnTo>
                <a:lnTo>
                  <a:pt x="5237" y="2900"/>
                </a:lnTo>
                <a:lnTo>
                  <a:pt x="5237" y="2450"/>
                </a:lnTo>
                <a:lnTo>
                  <a:pt x="4787" y="2450"/>
                </a:lnTo>
                <a:close/>
                <a:moveTo>
                  <a:pt x="4304" y="2450"/>
                </a:moveTo>
                <a:lnTo>
                  <a:pt x="4304" y="2900"/>
                </a:lnTo>
                <a:lnTo>
                  <a:pt x="4754" y="2900"/>
                </a:lnTo>
                <a:lnTo>
                  <a:pt x="4754" y="2450"/>
                </a:lnTo>
                <a:lnTo>
                  <a:pt x="4304" y="2450"/>
                </a:lnTo>
                <a:close/>
                <a:moveTo>
                  <a:pt x="3822" y="2450"/>
                </a:moveTo>
                <a:lnTo>
                  <a:pt x="3822" y="2900"/>
                </a:lnTo>
                <a:lnTo>
                  <a:pt x="4271" y="2900"/>
                </a:lnTo>
                <a:lnTo>
                  <a:pt x="4271" y="2450"/>
                </a:lnTo>
                <a:lnTo>
                  <a:pt x="3822" y="2450"/>
                </a:lnTo>
                <a:close/>
                <a:moveTo>
                  <a:pt x="3339" y="2450"/>
                </a:moveTo>
                <a:lnTo>
                  <a:pt x="3339" y="2900"/>
                </a:lnTo>
                <a:lnTo>
                  <a:pt x="3789" y="2900"/>
                </a:lnTo>
                <a:lnTo>
                  <a:pt x="3789" y="2450"/>
                </a:lnTo>
                <a:lnTo>
                  <a:pt x="3339" y="2450"/>
                </a:lnTo>
                <a:close/>
                <a:moveTo>
                  <a:pt x="2856" y="2450"/>
                </a:moveTo>
                <a:lnTo>
                  <a:pt x="2856" y="2900"/>
                </a:lnTo>
                <a:lnTo>
                  <a:pt x="3306" y="2900"/>
                </a:lnTo>
                <a:lnTo>
                  <a:pt x="3306" y="2450"/>
                </a:lnTo>
                <a:lnTo>
                  <a:pt x="2856" y="2450"/>
                </a:lnTo>
                <a:close/>
                <a:moveTo>
                  <a:pt x="2374" y="2450"/>
                </a:moveTo>
                <a:lnTo>
                  <a:pt x="2374" y="2900"/>
                </a:lnTo>
                <a:lnTo>
                  <a:pt x="2823" y="2900"/>
                </a:lnTo>
                <a:lnTo>
                  <a:pt x="2823" y="2450"/>
                </a:lnTo>
                <a:lnTo>
                  <a:pt x="2374" y="2450"/>
                </a:lnTo>
                <a:close/>
                <a:moveTo>
                  <a:pt x="1891" y="2450"/>
                </a:moveTo>
                <a:lnTo>
                  <a:pt x="1891" y="2900"/>
                </a:lnTo>
                <a:lnTo>
                  <a:pt x="2341" y="2900"/>
                </a:lnTo>
                <a:lnTo>
                  <a:pt x="2341" y="2450"/>
                </a:lnTo>
                <a:lnTo>
                  <a:pt x="1891" y="2450"/>
                </a:lnTo>
                <a:close/>
                <a:moveTo>
                  <a:pt x="1408" y="2450"/>
                </a:moveTo>
                <a:lnTo>
                  <a:pt x="1408" y="2900"/>
                </a:lnTo>
                <a:lnTo>
                  <a:pt x="1858" y="2900"/>
                </a:lnTo>
                <a:lnTo>
                  <a:pt x="1858" y="2450"/>
                </a:lnTo>
                <a:lnTo>
                  <a:pt x="1408" y="2450"/>
                </a:lnTo>
                <a:close/>
                <a:moveTo>
                  <a:pt x="926" y="2450"/>
                </a:moveTo>
                <a:lnTo>
                  <a:pt x="926" y="2900"/>
                </a:lnTo>
                <a:lnTo>
                  <a:pt x="1375" y="2900"/>
                </a:lnTo>
                <a:lnTo>
                  <a:pt x="1375" y="2450"/>
                </a:lnTo>
                <a:lnTo>
                  <a:pt x="926" y="2450"/>
                </a:lnTo>
                <a:close/>
                <a:moveTo>
                  <a:pt x="443" y="2450"/>
                </a:moveTo>
                <a:lnTo>
                  <a:pt x="443" y="2900"/>
                </a:lnTo>
                <a:lnTo>
                  <a:pt x="893" y="2900"/>
                </a:lnTo>
                <a:lnTo>
                  <a:pt x="893" y="2450"/>
                </a:lnTo>
                <a:lnTo>
                  <a:pt x="443" y="2450"/>
                </a:lnTo>
                <a:close/>
                <a:moveTo>
                  <a:pt x="18302" y="1967"/>
                </a:moveTo>
                <a:lnTo>
                  <a:pt x="18302" y="2417"/>
                </a:lnTo>
                <a:lnTo>
                  <a:pt x="18751" y="2417"/>
                </a:lnTo>
                <a:lnTo>
                  <a:pt x="18751" y="1967"/>
                </a:lnTo>
                <a:lnTo>
                  <a:pt x="18302" y="1967"/>
                </a:lnTo>
                <a:close/>
                <a:moveTo>
                  <a:pt x="17819" y="1967"/>
                </a:moveTo>
                <a:lnTo>
                  <a:pt x="17819" y="2417"/>
                </a:lnTo>
                <a:lnTo>
                  <a:pt x="18269" y="2417"/>
                </a:lnTo>
                <a:lnTo>
                  <a:pt x="18269" y="1967"/>
                </a:lnTo>
                <a:lnTo>
                  <a:pt x="17819" y="1967"/>
                </a:lnTo>
                <a:close/>
                <a:moveTo>
                  <a:pt x="17336" y="1967"/>
                </a:moveTo>
                <a:lnTo>
                  <a:pt x="17336" y="2417"/>
                </a:lnTo>
                <a:lnTo>
                  <a:pt x="17786" y="2417"/>
                </a:lnTo>
                <a:lnTo>
                  <a:pt x="17786" y="1967"/>
                </a:lnTo>
                <a:lnTo>
                  <a:pt x="17336" y="1967"/>
                </a:lnTo>
                <a:close/>
                <a:moveTo>
                  <a:pt x="16854" y="1967"/>
                </a:moveTo>
                <a:lnTo>
                  <a:pt x="16854" y="2417"/>
                </a:lnTo>
                <a:lnTo>
                  <a:pt x="17303" y="2417"/>
                </a:lnTo>
                <a:lnTo>
                  <a:pt x="17303" y="1967"/>
                </a:lnTo>
                <a:lnTo>
                  <a:pt x="16854" y="1967"/>
                </a:lnTo>
                <a:close/>
                <a:moveTo>
                  <a:pt x="16371" y="1967"/>
                </a:moveTo>
                <a:lnTo>
                  <a:pt x="16371" y="2417"/>
                </a:lnTo>
                <a:lnTo>
                  <a:pt x="16821" y="2417"/>
                </a:lnTo>
                <a:lnTo>
                  <a:pt x="16821" y="1967"/>
                </a:lnTo>
                <a:lnTo>
                  <a:pt x="16371" y="1967"/>
                </a:lnTo>
                <a:close/>
                <a:moveTo>
                  <a:pt x="15888" y="1967"/>
                </a:moveTo>
                <a:lnTo>
                  <a:pt x="15888" y="2417"/>
                </a:lnTo>
                <a:lnTo>
                  <a:pt x="16338" y="2417"/>
                </a:lnTo>
                <a:lnTo>
                  <a:pt x="16338" y="1967"/>
                </a:lnTo>
                <a:lnTo>
                  <a:pt x="15888" y="1967"/>
                </a:lnTo>
                <a:close/>
                <a:moveTo>
                  <a:pt x="15406" y="1967"/>
                </a:moveTo>
                <a:lnTo>
                  <a:pt x="15406" y="2417"/>
                </a:lnTo>
                <a:lnTo>
                  <a:pt x="15855" y="2417"/>
                </a:lnTo>
                <a:lnTo>
                  <a:pt x="15855" y="1967"/>
                </a:lnTo>
                <a:lnTo>
                  <a:pt x="15406" y="1967"/>
                </a:lnTo>
                <a:close/>
                <a:moveTo>
                  <a:pt x="14923" y="1967"/>
                </a:moveTo>
                <a:lnTo>
                  <a:pt x="14923" y="2417"/>
                </a:lnTo>
                <a:lnTo>
                  <a:pt x="15373" y="2417"/>
                </a:lnTo>
                <a:lnTo>
                  <a:pt x="15373" y="1967"/>
                </a:lnTo>
                <a:lnTo>
                  <a:pt x="14923" y="1967"/>
                </a:lnTo>
                <a:close/>
                <a:moveTo>
                  <a:pt x="14440" y="1967"/>
                </a:moveTo>
                <a:lnTo>
                  <a:pt x="14440" y="2417"/>
                </a:lnTo>
                <a:lnTo>
                  <a:pt x="14890" y="2417"/>
                </a:lnTo>
                <a:lnTo>
                  <a:pt x="14890" y="1967"/>
                </a:lnTo>
                <a:lnTo>
                  <a:pt x="14440" y="1967"/>
                </a:lnTo>
                <a:close/>
                <a:moveTo>
                  <a:pt x="13958" y="1967"/>
                </a:moveTo>
                <a:lnTo>
                  <a:pt x="13958" y="2417"/>
                </a:lnTo>
                <a:lnTo>
                  <a:pt x="14407" y="2417"/>
                </a:lnTo>
                <a:lnTo>
                  <a:pt x="14407" y="1967"/>
                </a:lnTo>
                <a:lnTo>
                  <a:pt x="13958" y="1967"/>
                </a:lnTo>
                <a:close/>
                <a:moveTo>
                  <a:pt x="13475" y="1967"/>
                </a:moveTo>
                <a:lnTo>
                  <a:pt x="13475" y="2417"/>
                </a:lnTo>
                <a:lnTo>
                  <a:pt x="13925" y="2417"/>
                </a:lnTo>
                <a:lnTo>
                  <a:pt x="13925" y="1967"/>
                </a:lnTo>
                <a:lnTo>
                  <a:pt x="13475" y="1967"/>
                </a:lnTo>
                <a:close/>
                <a:moveTo>
                  <a:pt x="12992" y="1967"/>
                </a:moveTo>
                <a:lnTo>
                  <a:pt x="12992" y="2417"/>
                </a:lnTo>
                <a:lnTo>
                  <a:pt x="13442" y="2417"/>
                </a:lnTo>
                <a:lnTo>
                  <a:pt x="13442" y="1967"/>
                </a:lnTo>
                <a:lnTo>
                  <a:pt x="12992" y="1967"/>
                </a:lnTo>
                <a:close/>
                <a:moveTo>
                  <a:pt x="12510" y="1967"/>
                </a:moveTo>
                <a:lnTo>
                  <a:pt x="12510" y="2417"/>
                </a:lnTo>
                <a:lnTo>
                  <a:pt x="12959" y="2417"/>
                </a:lnTo>
                <a:lnTo>
                  <a:pt x="12959" y="1967"/>
                </a:lnTo>
                <a:lnTo>
                  <a:pt x="12510" y="1967"/>
                </a:lnTo>
                <a:close/>
                <a:moveTo>
                  <a:pt x="12027" y="1967"/>
                </a:moveTo>
                <a:lnTo>
                  <a:pt x="12027" y="2417"/>
                </a:lnTo>
                <a:lnTo>
                  <a:pt x="12477" y="2417"/>
                </a:lnTo>
                <a:lnTo>
                  <a:pt x="12477" y="1967"/>
                </a:lnTo>
                <a:lnTo>
                  <a:pt x="12027" y="1967"/>
                </a:lnTo>
                <a:close/>
                <a:moveTo>
                  <a:pt x="11544" y="1967"/>
                </a:moveTo>
                <a:lnTo>
                  <a:pt x="11544" y="2417"/>
                </a:lnTo>
                <a:lnTo>
                  <a:pt x="11994" y="2417"/>
                </a:lnTo>
                <a:lnTo>
                  <a:pt x="11994" y="1967"/>
                </a:lnTo>
                <a:lnTo>
                  <a:pt x="11544" y="1967"/>
                </a:lnTo>
                <a:close/>
                <a:moveTo>
                  <a:pt x="11062" y="1967"/>
                </a:moveTo>
                <a:lnTo>
                  <a:pt x="11062" y="2417"/>
                </a:lnTo>
                <a:lnTo>
                  <a:pt x="11511" y="2417"/>
                </a:lnTo>
                <a:lnTo>
                  <a:pt x="11511" y="1967"/>
                </a:lnTo>
                <a:lnTo>
                  <a:pt x="11062" y="1967"/>
                </a:lnTo>
                <a:close/>
                <a:moveTo>
                  <a:pt x="10579" y="1967"/>
                </a:moveTo>
                <a:lnTo>
                  <a:pt x="10579" y="2417"/>
                </a:lnTo>
                <a:lnTo>
                  <a:pt x="11029" y="2417"/>
                </a:lnTo>
                <a:lnTo>
                  <a:pt x="11029" y="1967"/>
                </a:lnTo>
                <a:lnTo>
                  <a:pt x="10579" y="1967"/>
                </a:lnTo>
                <a:close/>
                <a:moveTo>
                  <a:pt x="10096" y="1967"/>
                </a:moveTo>
                <a:lnTo>
                  <a:pt x="10096" y="2417"/>
                </a:lnTo>
                <a:lnTo>
                  <a:pt x="10546" y="2417"/>
                </a:lnTo>
                <a:lnTo>
                  <a:pt x="10546" y="1967"/>
                </a:lnTo>
                <a:lnTo>
                  <a:pt x="10096" y="1967"/>
                </a:lnTo>
                <a:close/>
                <a:moveTo>
                  <a:pt x="9614" y="1967"/>
                </a:moveTo>
                <a:lnTo>
                  <a:pt x="9614" y="2417"/>
                </a:lnTo>
                <a:lnTo>
                  <a:pt x="10063" y="2417"/>
                </a:lnTo>
                <a:lnTo>
                  <a:pt x="10063" y="1967"/>
                </a:lnTo>
                <a:lnTo>
                  <a:pt x="9614" y="1967"/>
                </a:lnTo>
                <a:close/>
                <a:moveTo>
                  <a:pt x="9131" y="1967"/>
                </a:moveTo>
                <a:lnTo>
                  <a:pt x="9131" y="2417"/>
                </a:lnTo>
                <a:lnTo>
                  <a:pt x="9581" y="2417"/>
                </a:lnTo>
                <a:lnTo>
                  <a:pt x="9581" y="1967"/>
                </a:lnTo>
                <a:lnTo>
                  <a:pt x="9131" y="1967"/>
                </a:lnTo>
                <a:close/>
                <a:moveTo>
                  <a:pt x="8648" y="1967"/>
                </a:moveTo>
                <a:lnTo>
                  <a:pt x="8648" y="2417"/>
                </a:lnTo>
                <a:lnTo>
                  <a:pt x="9098" y="2417"/>
                </a:lnTo>
                <a:lnTo>
                  <a:pt x="9098" y="1967"/>
                </a:lnTo>
                <a:lnTo>
                  <a:pt x="8648" y="1967"/>
                </a:lnTo>
                <a:close/>
                <a:moveTo>
                  <a:pt x="8166" y="1967"/>
                </a:moveTo>
                <a:lnTo>
                  <a:pt x="8166" y="2417"/>
                </a:lnTo>
                <a:lnTo>
                  <a:pt x="8615" y="2417"/>
                </a:lnTo>
                <a:lnTo>
                  <a:pt x="8615" y="1967"/>
                </a:lnTo>
                <a:lnTo>
                  <a:pt x="8166" y="1967"/>
                </a:lnTo>
                <a:close/>
                <a:moveTo>
                  <a:pt x="7683" y="1967"/>
                </a:moveTo>
                <a:lnTo>
                  <a:pt x="7683" y="2417"/>
                </a:lnTo>
                <a:lnTo>
                  <a:pt x="8133" y="2417"/>
                </a:lnTo>
                <a:lnTo>
                  <a:pt x="8133" y="1967"/>
                </a:lnTo>
                <a:lnTo>
                  <a:pt x="7683" y="1967"/>
                </a:lnTo>
                <a:close/>
                <a:moveTo>
                  <a:pt x="7200" y="1967"/>
                </a:moveTo>
                <a:lnTo>
                  <a:pt x="7200" y="2417"/>
                </a:lnTo>
                <a:lnTo>
                  <a:pt x="7650" y="2417"/>
                </a:lnTo>
                <a:lnTo>
                  <a:pt x="7650" y="1967"/>
                </a:lnTo>
                <a:lnTo>
                  <a:pt x="7200" y="1967"/>
                </a:lnTo>
                <a:close/>
                <a:moveTo>
                  <a:pt x="6718" y="1967"/>
                </a:moveTo>
                <a:lnTo>
                  <a:pt x="6718" y="2417"/>
                </a:lnTo>
                <a:lnTo>
                  <a:pt x="7167" y="2417"/>
                </a:lnTo>
                <a:lnTo>
                  <a:pt x="7167" y="1967"/>
                </a:lnTo>
                <a:lnTo>
                  <a:pt x="6718" y="1967"/>
                </a:lnTo>
                <a:close/>
                <a:moveTo>
                  <a:pt x="6235" y="1967"/>
                </a:moveTo>
                <a:lnTo>
                  <a:pt x="6235" y="2417"/>
                </a:lnTo>
                <a:lnTo>
                  <a:pt x="6685" y="2417"/>
                </a:lnTo>
                <a:lnTo>
                  <a:pt x="6685" y="1967"/>
                </a:lnTo>
                <a:lnTo>
                  <a:pt x="6235" y="1967"/>
                </a:lnTo>
                <a:close/>
                <a:moveTo>
                  <a:pt x="5752" y="1967"/>
                </a:moveTo>
                <a:lnTo>
                  <a:pt x="5752" y="2417"/>
                </a:lnTo>
                <a:lnTo>
                  <a:pt x="6202" y="2417"/>
                </a:lnTo>
                <a:lnTo>
                  <a:pt x="6202" y="1967"/>
                </a:lnTo>
                <a:lnTo>
                  <a:pt x="5752" y="1967"/>
                </a:lnTo>
                <a:close/>
                <a:moveTo>
                  <a:pt x="5270" y="1967"/>
                </a:moveTo>
                <a:lnTo>
                  <a:pt x="5270" y="2417"/>
                </a:lnTo>
                <a:lnTo>
                  <a:pt x="5719" y="2417"/>
                </a:lnTo>
                <a:lnTo>
                  <a:pt x="5719" y="1967"/>
                </a:lnTo>
                <a:lnTo>
                  <a:pt x="5270" y="1967"/>
                </a:lnTo>
                <a:close/>
                <a:moveTo>
                  <a:pt x="4787" y="1967"/>
                </a:moveTo>
                <a:lnTo>
                  <a:pt x="4787" y="2417"/>
                </a:lnTo>
                <a:lnTo>
                  <a:pt x="5237" y="2417"/>
                </a:lnTo>
                <a:lnTo>
                  <a:pt x="5237" y="1967"/>
                </a:lnTo>
                <a:lnTo>
                  <a:pt x="4787" y="1967"/>
                </a:lnTo>
                <a:close/>
                <a:moveTo>
                  <a:pt x="4304" y="1967"/>
                </a:moveTo>
                <a:lnTo>
                  <a:pt x="4304" y="2417"/>
                </a:lnTo>
                <a:lnTo>
                  <a:pt x="4754" y="2417"/>
                </a:lnTo>
                <a:lnTo>
                  <a:pt x="4754" y="1967"/>
                </a:lnTo>
                <a:lnTo>
                  <a:pt x="4304" y="1967"/>
                </a:lnTo>
                <a:close/>
                <a:moveTo>
                  <a:pt x="3822" y="1967"/>
                </a:moveTo>
                <a:lnTo>
                  <a:pt x="3822" y="2417"/>
                </a:lnTo>
                <a:lnTo>
                  <a:pt x="4271" y="2417"/>
                </a:lnTo>
                <a:lnTo>
                  <a:pt x="4271" y="1967"/>
                </a:lnTo>
                <a:lnTo>
                  <a:pt x="3822" y="1967"/>
                </a:lnTo>
                <a:close/>
                <a:moveTo>
                  <a:pt x="3339" y="1967"/>
                </a:moveTo>
                <a:lnTo>
                  <a:pt x="3339" y="2417"/>
                </a:lnTo>
                <a:lnTo>
                  <a:pt x="3789" y="2417"/>
                </a:lnTo>
                <a:lnTo>
                  <a:pt x="3789" y="1967"/>
                </a:lnTo>
                <a:lnTo>
                  <a:pt x="3339" y="1967"/>
                </a:lnTo>
                <a:close/>
                <a:moveTo>
                  <a:pt x="2856" y="1967"/>
                </a:moveTo>
                <a:lnTo>
                  <a:pt x="2856" y="2417"/>
                </a:lnTo>
                <a:lnTo>
                  <a:pt x="3306" y="2417"/>
                </a:lnTo>
                <a:lnTo>
                  <a:pt x="3306" y="1967"/>
                </a:lnTo>
                <a:lnTo>
                  <a:pt x="2856" y="1967"/>
                </a:lnTo>
                <a:close/>
                <a:moveTo>
                  <a:pt x="2374" y="1967"/>
                </a:moveTo>
                <a:lnTo>
                  <a:pt x="2374" y="2417"/>
                </a:lnTo>
                <a:lnTo>
                  <a:pt x="2823" y="2417"/>
                </a:lnTo>
                <a:lnTo>
                  <a:pt x="2823" y="1967"/>
                </a:lnTo>
                <a:lnTo>
                  <a:pt x="2374" y="1967"/>
                </a:lnTo>
                <a:close/>
                <a:moveTo>
                  <a:pt x="1891" y="1967"/>
                </a:moveTo>
                <a:lnTo>
                  <a:pt x="1891" y="2417"/>
                </a:lnTo>
                <a:lnTo>
                  <a:pt x="2341" y="2417"/>
                </a:lnTo>
                <a:lnTo>
                  <a:pt x="2341" y="1967"/>
                </a:lnTo>
                <a:lnTo>
                  <a:pt x="1891" y="1967"/>
                </a:lnTo>
                <a:close/>
                <a:moveTo>
                  <a:pt x="1408" y="1967"/>
                </a:moveTo>
                <a:lnTo>
                  <a:pt x="1408" y="2417"/>
                </a:lnTo>
                <a:lnTo>
                  <a:pt x="1858" y="2417"/>
                </a:lnTo>
                <a:lnTo>
                  <a:pt x="1858" y="1967"/>
                </a:lnTo>
                <a:lnTo>
                  <a:pt x="1408" y="1967"/>
                </a:lnTo>
                <a:close/>
                <a:moveTo>
                  <a:pt x="926" y="1967"/>
                </a:moveTo>
                <a:lnTo>
                  <a:pt x="926" y="2417"/>
                </a:lnTo>
                <a:lnTo>
                  <a:pt x="1375" y="2417"/>
                </a:lnTo>
                <a:lnTo>
                  <a:pt x="1375" y="1967"/>
                </a:lnTo>
                <a:lnTo>
                  <a:pt x="926" y="1967"/>
                </a:lnTo>
                <a:close/>
                <a:moveTo>
                  <a:pt x="443" y="1967"/>
                </a:moveTo>
                <a:lnTo>
                  <a:pt x="443" y="2417"/>
                </a:lnTo>
                <a:lnTo>
                  <a:pt x="893" y="2417"/>
                </a:lnTo>
                <a:lnTo>
                  <a:pt x="893" y="1967"/>
                </a:lnTo>
                <a:lnTo>
                  <a:pt x="443" y="1967"/>
                </a:lnTo>
                <a:close/>
                <a:moveTo>
                  <a:pt x="18302" y="1484"/>
                </a:moveTo>
                <a:lnTo>
                  <a:pt x="18302" y="1934"/>
                </a:lnTo>
                <a:lnTo>
                  <a:pt x="18751" y="1934"/>
                </a:lnTo>
                <a:lnTo>
                  <a:pt x="18751" y="1484"/>
                </a:lnTo>
                <a:lnTo>
                  <a:pt x="18302" y="1484"/>
                </a:lnTo>
                <a:close/>
                <a:moveTo>
                  <a:pt x="17819" y="1484"/>
                </a:moveTo>
                <a:lnTo>
                  <a:pt x="17819" y="1934"/>
                </a:lnTo>
                <a:lnTo>
                  <a:pt x="18269" y="1934"/>
                </a:lnTo>
                <a:lnTo>
                  <a:pt x="18269" y="1484"/>
                </a:lnTo>
                <a:lnTo>
                  <a:pt x="17819" y="1484"/>
                </a:lnTo>
                <a:close/>
                <a:moveTo>
                  <a:pt x="17336" y="1484"/>
                </a:moveTo>
                <a:lnTo>
                  <a:pt x="17336" y="1934"/>
                </a:lnTo>
                <a:lnTo>
                  <a:pt x="17786" y="1934"/>
                </a:lnTo>
                <a:lnTo>
                  <a:pt x="17786" y="1484"/>
                </a:lnTo>
                <a:lnTo>
                  <a:pt x="17336" y="1484"/>
                </a:lnTo>
                <a:close/>
                <a:moveTo>
                  <a:pt x="16854" y="1484"/>
                </a:moveTo>
                <a:lnTo>
                  <a:pt x="16854" y="1934"/>
                </a:lnTo>
                <a:lnTo>
                  <a:pt x="17303" y="1934"/>
                </a:lnTo>
                <a:lnTo>
                  <a:pt x="17303" y="1484"/>
                </a:lnTo>
                <a:lnTo>
                  <a:pt x="16854" y="1484"/>
                </a:lnTo>
                <a:close/>
                <a:moveTo>
                  <a:pt x="16371" y="1484"/>
                </a:moveTo>
                <a:lnTo>
                  <a:pt x="16371" y="1934"/>
                </a:lnTo>
                <a:lnTo>
                  <a:pt x="16821" y="1934"/>
                </a:lnTo>
                <a:lnTo>
                  <a:pt x="16821" y="1484"/>
                </a:lnTo>
                <a:lnTo>
                  <a:pt x="16371" y="1484"/>
                </a:lnTo>
                <a:close/>
                <a:moveTo>
                  <a:pt x="15888" y="1484"/>
                </a:moveTo>
                <a:lnTo>
                  <a:pt x="15888" y="1934"/>
                </a:lnTo>
                <a:lnTo>
                  <a:pt x="16338" y="1934"/>
                </a:lnTo>
                <a:lnTo>
                  <a:pt x="16338" y="1484"/>
                </a:lnTo>
                <a:lnTo>
                  <a:pt x="15888" y="1484"/>
                </a:lnTo>
                <a:close/>
                <a:moveTo>
                  <a:pt x="15406" y="1484"/>
                </a:moveTo>
                <a:lnTo>
                  <a:pt x="15406" y="1934"/>
                </a:lnTo>
                <a:lnTo>
                  <a:pt x="15855" y="1934"/>
                </a:lnTo>
                <a:lnTo>
                  <a:pt x="15855" y="1484"/>
                </a:lnTo>
                <a:lnTo>
                  <a:pt x="15406" y="1484"/>
                </a:lnTo>
                <a:close/>
                <a:moveTo>
                  <a:pt x="14923" y="1484"/>
                </a:moveTo>
                <a:lnTo>
                  <a:pt x="14923" y="1934"/>
                </a:lnTo>
                <a:lnTo>
                  <a:pt x="15373" y="1934"/>
                </a:lnTo>
                <a:lnTo>
                  <a:pt x="15373" y="1484"/>
                </a:lnTo>
                <a:lnTo>
                  <a:pt x="14923" y="1484"/>
                </a:lnTo>
                <a:close/>
                <a:moveTo>
                  <a:pt x="14440" y="1484"/>
                </a:moveTo>
                <a:lnTo>
                  <a:pt x="14440" y="1934"/>
                </a:lnTo>
                <a:lnTo>
                  <a:pt x="14890" y="1934"/>
                </a:lnTo>
                <a:lnTo>
                  <a:pt x="14890" y="1484"/>
                </a:lnTo>
                <a:lnTo>
                  <a:pt x="14440" y="1484"/>
                </a:lnTo>
                <a:close/>
                <a:moveTo>
                  <a:pt x="13958" y="1484"/>
                </a:moveTo>
                <a:lnTo>
                  <a:pt x="13958" y="1934"/>
                </a:lnTo>
                <a:lnTo>
                  <a:pt x="14407" y="1934"/>
                </a:lnTo>
                <a:lnTo>
                  <a:pt x="14407" y="1484"/>
                </a:lnTo>
                <a:lnTo>
                  <a:pt x="13958" y="1484"/>
                </a:lnTo>
                <a:close/>
                <a:moveTo>
                  <a:pt x="13475" y="1484"/>
                </a:moveTo>
                <a:lnTo>
                  <a:pt x="13475" y="1934"/>
                </a:lnTo>
                <a:lnTo>
                  <a:pt x="13925" y="1934"/>
                </a:lnTo>
                <a:lnTo>
                  <a:pt x="13925" y="1484"/>
                </a:lnTo>
                <a:lnTo>
                  <a:pt x="13475" y="1484"/>
                </a:lnTo>
                <a:close/>
                <a:moveTo>
                  <a:pt x="12992" y="1484"/>
                </a:moveTo>
                <a:lnTo>
                  <a:pt x="12992" y="1934"/>
                </a:lnTo>
                <a:lnTo>
                  <a:pt x="13442" y="1934"/>
                </a:lnTo>
                <a:lnTo>
                  <a:pt x="13442" y="1484"/>
                </a:lnTo>
                <a:lnTo>
                  <a:pt x="12992" y="1484"/>
                </a:lnTo>
                <a:close/>
                <a:moveTo>
                  <a:pt x="12510" y="1484"/>
                </a:moveTo>
                <a:lnTo>
                  <a:pt x="12510" y="1934"/>
                </a:lnTo>
                <a:lnTo>
                  <a:pt x="12959" y="1934"/>
                </a:lnTo>
                <a:lnTo>
                  <a:pt x="12959" y="1484"/>
                </a:lnTo>
                <a:lnTo>
                  <a:pt x="12510" y="1484"/>
                </a:lnTo>
                <a:close/>
                <a:moveTo>
                  <a:pt x="12027" y="1484"/>
                </a:moveTo>
                <a:lnTo>
                  <a:pt x="12027" y="1934"/>
                </a:lnTo>
                <a:lnTo>
                  <a:pt x="12477" y="1934"/>
                </a:lnTo>
                <a:lnTo>
                  <a:pt x="12477" y="1484"/>
                </a:lnTo>
                <a:lnTo>
                  <a:pt x="12027" y="1484"/>
                </a:lnTo>
                <a:close/>
                <a:moveTo>
                  <a:pt x="11544" y="1484"/>
                </a:moveTo>
                <a:lnTo>
                  <a:pt x="11544" y="1934"/>
                </a:lnTo>
                <a:lnTo>
                  <a:pt x="11994" y="1934"/>
                </a:lnTo>
                <a:lnTo>
                  <a:pt x="11994" y="1484"/>
                </a:lnTo>
                <a:lnTo>
                  <a:pt x="11544" y="1484"/>
                </a:lnTo>
                <a:close/>
                <a:moveTo>
                  <a:pt x="11062" y="1484"/>
                </a:moveTo>
                <a:lnTo>
                  <a:pt x="11062" y="1934"/>
                </a:lnTo>
                <a:lnTo>
                  <a:pt x="11511" y="1934"/>
                </a:lnTo>
                <a:lnTo>
                  <a:pt x="11511" y="1484"/>
                </a:lnTo>
                <a:lnTo>
                  <a:pt x="11062" y="1484"/>
                </a:lnTo>
                <a:close/>
                <a:moveTo>
                  <a:pt x="10579" y="1484"/>
                </a:moveTo>
                <a:lnTo>
                  <a:pt x="10579" y="1934"/>
                </a:lnTo>
                <a:lnTo>
                  <a:pt x="11029" y="1934"/>
                </a:lnTo>
                <a:lnTo>
                  <a:pt x="11029" y="1484"/>
                </a:lnTo>
                <a:lnTo>
                  <a:pt x="10579" y="1484"/>
                </a:lnTo>
                <a:close/>
                <a:moveTo>
                  <a:pt x="10096" y="1484"/>
                </a:moveTo>
                <a:lnTo>
                  <a:pt x="10096" y="1934"/>
                </a:lnTo>
                <a:lnTo>
                  <a:pt x="10546" y="1934"/>
                </a:lnTo>
                <a:lnTo>
                  <a:pt x="10546" y="1484"/>
                </a:lnTo>
                <a:lnTo>
                  <a:pt x="10096" y="1484"/>
                </a:lnTo>
                <a:close/>
                <a:moveTo>
                  <a:pt x="9614" y="1484"/>
                </a:moveTo>
                <a:lnTo>
                  <a:pt x="9614" y="1934"/>
                </a:lnTo>
                <a:lnTo>
                  <a:pt x="10063" y="1934"/>
                </a:lnTo>
                <a:lnTo>
                  <a:pt x="10063" y="1484"/>
                </a:lnTo>
                <a:lnTo>
                  <a:pt x="9614" y="1484"/>
                </a:lnTo>
                <a:close/>
                <a:moveTo>
                  <a:pt x="9131" y="1484"/>
                </a:moveTo>
                <a:lnTo>
                  <a:pt x="9131" y="1934"/>
                </a:lnTo>
                <a:lnTo>
                  <a:pt x="9581" y="1934"/>
                </a:lnTo>
                <a:lnTo>
                  <a:pt x="9581" y="1484"/>
                </a:lnTo>
                <a:lnTo>
                  <a:pt x="9131" y="1484"/>
                </a:lnTo>
                <a:close/>
                <a:moveTo>
                  <a:pt x="8648" y="1484"/>
                </a:moveTo>
                <a:lnTo>
                  <a:pt x="8648" y="1934"/>
                </a:lnTo>
                <a:lnTo>
                  <a:pt x="9098" y="1934"/>
                </a:lnTo>
                <a:lnTo>
                  <a:pt x="9098" y="1484"/>
                </a:lnTo>
                <a:lnTo>
                  <a:pt x="8648" y="1484"/>
                </a:lnTo>
                <a:close/>
                <a:moveTo>
                  <a:pt x="8166" y="1484"/>
                </a:moveTo>
                <a:lnTo>
                  <a:pt x="8166" y="1934"/>
                </a:lnTo>
                <a:lnTo>
                  <a:pt x="8615" y="1934"/>
                </a:lnTo>
                <a:lnTo>
                  <a:pt x="8615" y="1484"/>
                </a:lnTo>
                <a:lnTo>
                  <a:pt x="8166" y="1484"/>
                </a:lnTo>
                <a:close/>
                <a:moveTo>
                  <a:pt x="7683" y="1484"/>
                </a:moveTo>
                <a:lnTo>
                  <a:pt x="7683" y="1934"/>
                </a:lnTo>
                <a:lnTo>
                  <a:pt x="8133" y="1934"/>
                </a:lnTo>
                <a:lnTo>
                  <a:pt x="8133" y="1484"/>
                </a:lnTo>
                <a:lnTo>
                  <a:pt x="7683" y="1484"/>
                </a:lnTo>
                <a:close/>
                <a:moveTo>
                  <a:pt x="7200" y="1484"/>
                </a:moveTo>
                <a:lnTo>
                  <a:pt x="7200" y="1934"/>
                </a:lnTo>
                <a:lnTo>
                  <a:pt x="7650" y="1934"/>
                </a:lnTo>
                <a:lnTo>
                  <a:pt x="7650" y="1484"/>
                </a:lnTo>
                <a:lnTo>
                  <a:pt x="7200" y="1484"/>
                </a:lnTo>
                <a:close/>
                <a:moveTo>
                  <a:pt x="6718" y="1484"/>
                </a:moveTo>
                <a:lnTo>
                  <a:pt x="6718" y="1934"/>
                </a:lnTo>
                <a:lnTo>
                  <a:pt x="7167" y="1934"/>
                </a:lnTo>
                <a:lnTo>
                  <a:pt x="7167" y="1484"/>
                </a:lnTo>
                <a:lnTo>
                  <a:pt x="6718" y="1484"/>
                </a:lnTo>
                <a:close/>
                <a:moveTo>
                  <a:pt x="6235" y="1484"/>
                </a:moveTo>
                <a:lnTo>
                  <a:pt x="6235" y="1934"/>
                </a:lnTo>
                <a:lnTo>
                  <a:pt x="6685" y="1934"/>
                </a:lnTo>
                <a:lnTo>
                  <a:pt x="6685" y="1484"/>
                </a:lnTo>
                <a:lnTo>
                  <a:pt x="6235" y="1484"/>
                </a:lnTo>
                <a:close/>
                <a:moveTo>
                  <a:pt x="5752" y="1484"/>
                </a:moveTo>
                <a:lnTo>
                  <a:pt x="5752" y="1934"/>
                </a:lnTo>
                <a:lnTo>
                  <a:pt x="6202" y="1934"/>
                </a:lnTo>
                <a:lnTo>
                  <a:pt x="6202" y="1484"/>
                </a:lnTo>
                <a:lnTo>
                  <a:pt x="5752" y="1484"/>
                </a:lnTo>
                <a:close/>
                <a:moveTo>
                  <a:pt x="5270" y="1484"/>
                </a:moveTo>
                <a:lnTo>
                  <a:pt x="5270" y="1934"/>
                </a:lnTo>
                <a:lnTo>
                  <a:pt x="5719" y="1934"/>
                </a:lnTo>
                <a:lnTo>
                  <a:pt x="5719" y="1484"/>
                </a:lnTo>
                <a:lnTo>
                  <a:pt x="5270" y="1484"/>
                </a:lnTo>
                <a:close/>
                <a:moveTo>
                  <a:pt x="4787" y="1484"/>
                </a:moveTo>
                <a:lnTo>
                  <a:pt x="4787" y="1934"/>
                </a:lnTo>
                <a:lnTo>
                  <a:pt x="5237" y="1934"/>
                </a:lnTo>
                <a:lnTo>
                  <a:pt x="5237" y="1484"/>
                </a:lnTo>
                <a:lnTo>
                  <a:pt x="4787" y="1484"/>
                </a:lnTo>
                <a:close/>
                <a:moveTo>
                  <a:pt x="4304" y="1484"/>
                </a:moveTo>
                <a:lnTo>
                  <a:pt x="4304" y="1934"/>
                </a:lnTo>
                <a:lnTo>
                  <a:pt x="4754" y="1934"/>
                </a:lnTo>
                <a:lnTo>
                  <a:pt x="4754" y="1484"/>
                </a:lnTo>
                <a:lnTo>
                  <a:pt x="4304" y="1484"/>
                </a:lnTo>
                <a:close/>
                <a:moveTo>
                  <a:pt x="3822" y="1484"/>
                </a:moveTo>
                <a:lnTo>
                  <a:pt x="3822" y="1934"/>
                </a:lnTo>
                <a:lnTo>
                  <a:pt x="4271" y="1934"/>
                </a:lnTo>
                <a:lnTo>
                  <a:pt x="4271" y="1484"/>
                </a:lnTo>
                <a:lnTo>
                  <a:pt x="3822" y="1484"/>
                </a:lnTo>
                <a:close/>
                <a:moveTo>
                  <a:pt x="3339" y="1484"/>
                </a:moveTo>
                <a:lnTo>
                  <a:pt x="3339" y="1934"/>
                </a:lnTo>
                <a:lnTo>
                  <a:pt x="3789" y="1934"/>
                </a:lnTo>
                <a:lnTo>
                  <a:pt x="3789" y="1484"/>
                </a:lnTo>
                <a:lnTo>
                  <a:pt x="3339" y="1484"/>
                </a:lnTo>
                <a:close/>
                <a:moveTo>
                  <a:pt x="2856" y="1484"/>
                </a:moveTo>
                <a:lnTo>
                  <a:pt x="2856" y="1934"/>
                </a:lnTo>
                <a:lnTo>
                  <a:pt x="3306" y="1934"/>
                </a:lnTo>
                <a:lnTo>
                  <a:pt x="3306" y="1484"/>
                </a:lnTo>
                <a:lnTo>
                  <a:pt x="2856" y="1484"/>
                </a:lnTo>
                <a:close/>
                <a:moveTo>
                  <a:pt x="2374" y="1484"/>
                </a:moveTo>
                <a:lnTo>
                  <a:pt x="2374" y="1934"/>
                </a:lnTo>
                <a:lnTo>
                  <a:pt x="2823" y="1934"/>
                </a:lnTo>
                <a:lnTo>
                  <a:pt x="2823" y="1484"/>
                </a:lnTo>
                <a:lnTo>
                  <a:pt x="2374" y="1484"/>
                </a:lnTo>
                <a:close/>
                <a:moveTo>
                  <a:pt x="1891" y="1484"/>
                </a:moveTo>
                <a:lnTo>
                  <a:pt x="1891" y="1934"/>
                </a:lnTo>
                <a:lnTo>
                  <a:pt x="2341" y="1934"/>
                </a:lnTo>
                <a:lnTo>
                  <a:pt x="2341" y="1484"/>
                </a:lnTo>
                <a:lnTo>
                  <a:pt x="1891" y="1484"/>
                </a:lnTo>
                <a:close/>
                <a:moveTo>
                  <a:pt x="1408" y="1484"/>
                </a:moveTo>
                <a:lnTo>
                  <a:pt x="1408" y="1934"/>
                </a:lnTo>
                <a:lnTo>
                  <a:pt x="1858" y="1934"/>
                </a:lnTo>
                <a:lnTo>
                  <a:pt x="1858" y="1484"/>
                </a:lnTo>
                <a:lnTo>
                  <a:pt x="1408" y="1484"/>
                </a:lnTo>
                <a:close/>
                <a:moveTo>
                  <a:pt x="926" y="1484"/>
                </a:moveTo>
                <a:lnTo>
                  <a:pt x="926" y="1934"/>
                </a:lnTo>
                <a:lnTo>
                  <a:pt x="1375" y="1934"/>
                </a:lnTo>
                <a:lnTo>
                  <a:pt x="1375" y="1484"/>
                </a:lnTo>
                <a:lnTo>
                  <a:pt x="926" y="1484"/>
                </a:lnTo>
                <a:close/>
                <a:moveTo>
                  <a:pt x="443" y="1484"/>
                </a:moveTo>
                <a:lnTo>
                  <a:pt x="443" y="1934"/>
                </a:lnTo>
                <a:lnTo>
                  <a:pt x="893" y="1934"/>
                </a:lnTo>
                <a:lnTo>
                  <a:pt x="893" y="1484"/>
                </a:lnTo>
                <a:lnTo>
                  <a:pt x="443" y="1484"/>
                </a:lnTo>
                <a:close/>
                <a:moveTo>
                  <a:pt x="18302" y="1002"/>
                </a:moveTo>
                <a:lnTo>
                  <a:pt x="18302" y="1451"/>
                </a:lnTo>
                <a:lnTo>
                  <a:pt x="18751" y="1451"/>
                </a:lnTo>
                <a:lnTo>
                  <a:pt x="18751" y="1002"/>
                </a:lnTo>
                <a:lnTo>
                  <a:pt x="18302" y="1002"/>
                </a:lnTo>
                <a:close/>
                <a:moveTo>
                  <a:pt x="17819" y="1002"/>
                </a:moveTo>
                <a:lnTo>
                  <a:pt x="17819" y="1451"/>
                </a:lnTo>
                <a:lnTo>
                  <a:pt x="18269" y="1451"/>
                </a:lnTo>
                <a:lnTo>
                  <a:pt x="18269" y="1002"/>
                </a:lnTo>
                <a:lnTo>
                  <a:pt x="17819" y="1002"/>
                </a:lnTo>
                <a:close/>
                <a:moveTo>
                  <a:pt x="17336" y="1002"/>
                </a:moveTo>
                <a:lnTo>
                  <a:pt x="17336" y="1451"/>
                </a:lnTo>
                <a:lnTo>
                  <a:pt x="17786" y="1451"/>
                </a:lnTo>
                <a:lnTo>
                  <a:pt x="17786" y="1002"/>
                </a:lnTo>
                <a:lnTo>
                  <a:pt x="17336" y="1002"/>
                </a:lnTo>
                <a:close/>
                <a:moveTo>
                  <a:pt x="16854" y="1002"/>
                </a:moveTo>
                <a:lnTo>
                  <a:pt x="16854" y="1451"/>
                </a:lnTo>
                <a:lnTo>
                  <a:pt x="17303" y="1451"/>
                </a:lnTo>
                <a:lnTo>
                  <a:pt x="17303" y="1002"/>
                </a:lnTo>
                <a:lnTo>
                  <a:pt x="16854" y="1002"/>
                </a:lnTo>
                <a:close/>
                <a:moveTo>
                  <a:pt x="16371" y="1002"/>
                </a:moveTo>
                <a:lnTo>
                  <a:pt x="16371" y="1451"/>
                </a:lnTo>
                <a:lnTo>
                  <a:pt x="16821" y="1451"/>
                </a:lnTo>
                <a:lnTo>
                  <a:pt x="16821" y="1002"/>
                </a:lnTo>
                <a:lnTo>
                  <a:pt x="16371" y="1002"/>
                </a:lnTo>
                <a:close/>
                <a:moveTo>
                  <a:pt x="15888" y="1002"/>
                </a:moveTo>
                <a:lnTo>
                  <a:pt x="15888" y="1451"/>
                </a:lnTo>
                <a:lnTo>
                  <a:pt x="16338" y="1451"/>
                </a:lnTo>
                <a:lnTo>
                  <a:pt x="16338" y="1002"/>
                </a:lnTo>
                <a:lnTo>
                  <a:pt x="15888" y="1002"/>
                </a:lnTo>
                <a:close/>
                <a:moveTo>
                  <a:pt x="15406" y="1002"/>
                </a:moveTo>
                <a:lnTo>
                  <a:pt x="15406" y="1451"/>
                </a:lnTo>
                <a:lnTo>
                  <a:pt x="15855" y="1451"/>
                </a:lnTo>
                <a:lnTo>
                  <a:pt x="15855" y="1002"/>
                </a:lnTo>
                <a:lnTo>
                  <a:pt x="15406" y="1002"/>
                </a:lnTo>
                <a:close/>
                <a:moveTo>
                  <a:pt x="14923" y="1002"/>
                </a:moveTo>
                <a:lnTo>
                  <a:pt x="14923" y="1451"/>
                </a:lnTo>
                <a:lnTo>
                  <a:pt x="15373" y="1451"/>
                </a:lnTo>
                <a:lnTo>
                  <a:pt x="15373" y="1002"/>
                </a:lnTo>
                <a:lnTo>
                  <a:pt x="14923" y="1002"/>
                </a:lnTo>
                <a:close/>
                <a:moveTo>
                  <a:pt x="14440" y="1002"/>
                </a:moveTo>
                <a:lnTo>
                  <a:pt x="14440" y="1451"/>
                </a:lnTo>
                <a:lnTo>
                  <a:pt x="14890" y="1451"/>
                </a:lnTo>
                <a:lnTo>
                  <a:pt x="14890" y="1002"/>
                </a:lnTo>
                <a:lnTo>
                  <a:pt x="14440" y="1002"/>
                </a:lnTo>
                <a:close/>
                <a:moveTo>
                  <a:pt x="13958" y="1002"/>
                </a:moveTo>
                <a:lnTo>
                  <a:pt x="13958" y="1451"/>
                </a:lnTo>
                <a:lnTo>
                  <a:pt x="14407" y="1451"/>
                </a:lnTo>
                <a:lnTo>
                  <a:pt x="14407" y="1002"/>
                </a:lnTo>
                <a:lnTo>
                  <a:pt x="13958" y="1002"/>
                </a:lnTo>
                <a:close/>
                <a:moveTo>
                  <a:pt x="13475" y="1002"/>
                </a:moveTo>
                <a:lnTo>
                  <a:pt x="13475" y="1451"/>
                </a:lnTo>
                <a:lnTo>
                  <a:pt x="13925" y="1451"/>
                </a:lnTo>
                <a:lnTo>
                  <a:pt x="13925" y="1002"/>
                </a:lnTo>
                <a:lnTo>
                  <a:pt x="13475" y="1002"/>
                </a:lnTo>
                <a:close/>
                <a:moveTo>
                  <a:pt x="12992" y="1002"/>
                </a:moveTo>
                <a:lnTo>
                  <a:pt x="12992" y="1451"/>
                </a:lnTo>
                <a:lnTo>
                  <a:pt x="13442" y="1451"/>
                </a:lnTo>
                <a:lnTo>
                  <a:pt x="13442" y="1002"/>
                </a:lnTo>
                <a:lnTo>
                  <a:pt x="12992" y="1002"/>
                </a:lnTo>
                <a:close/>
                <a:moveTo>
                  <a:pt x="12510" y="1002"/>
                </a:moveTo>
                <a:lnTo>
                  <a:pt x="12510" y="1451"/>
                </a:lnTo>
                <a:lnTo>
                  <a:pt x="12959" y="1451"/>
                </a:lnTo>
                <a:lnTo>
                  <a:pt x="12959" y="1002"/>
                </a:lnTo>
                <a:lnTo>
                  <a:pt x="12510" y="1002"/>
                </a:lnTo>
                <a:close/>
                <a:moveTo>
                  <a:pt x="12027" y="1002"/>
                </a:moveTo>
                <a:lnTo>
                  <a:pt x="12027" y="1451"/>
                </a:lnTo>
                <a:lnTo>
                  <a:pt x="12477" y="1451"/>
                </a:lnTo>
                <a:lnTo>
                  <a:pt x="12477" y="1002"/>
                </a:lnTo>
                <a:lnTo>
                  <a:pt x="12027" y="1002"/>
                </a:lnTo>
                <a:close/>
                <a:moveTo>
                  <a:pt x="11544" y="1002"/>
                </a:moveTo>
                <a:lnTo>
                  <a:pt x="11544" y="1451"/>
                </a:lnTo>
                <a:lnTo>
                  <a:pt x="11994" y="1451"/>
                </a:lnTo>
                <a:lnTo>
                  <a:pt x="11994" y="1002"/>
                </a:lnTo>
                <a:lnTo>
                  <a:pt x="11544" y="1002"/>
                </a:lnTo>
                <a:close/>
                <a:moveTo>
                  <a:pt x="11062" y="1002"/>
                </a:moveTo>
                <a:lnTo>
                  <a:pt x="11062" y="1451"/>
                </a:lnTo>
                <a:lnTo>
                  <a:pt x="11511" y="1451"/>
                </a:lnTo>
                <a:lnTo>
                  <a:pt x="11511" y="1002"/>
                </a:lnTo>
                <a:lnTo>
                  <a:pt x="11062" y="1002"/>
                </a:lnTo>
                <a:close/>
                <a:moveTo>
                  <a:pt x="10579" y="1002"/>
                </a:moveTo>
                <a:lnTo>
                  <a:pt x="10579" y="1451"/>
                </a:lnTo>
                <a:lnTo>
                  <a:pt x="11029" y="1451"/>
                </a:lnTo>
                <a:lnTo>
                  <a:pt x="11029" y="1002"/>
                </a:lnTo>
                <a:lnTo>
                  <a:pt x="10579" y="1002"/>
                </a:lnTo>
                <a:close/>
                <a:moveTo>
                  <a:pt x="10096" y="1002"/>
                </a:moveTo>
                <a:lnTo>
                  <a:pt x="10096" y="1451"/>
                </a:lnTo>
                <a:lnTo>
                  <a:pt x="10546" y="1451"/>
                </a:lnTo>
                <a:lnTo>
                  <a:pt x="10546" y="1002"/>
                </a:lnTo>
                <a:lnTo>
                  <a:pt x="10096" y="1002"/>
                </a:lnTo>
                <a:close/>
                <a:moveTo>
                  <a:pt x="9614" y="1002"/>
                </a:moveTo>
                <a:lnTo>
                  <a:pt x="9614" y="1451"/>
                </a:lnTo>
                <a:lnTo>
                  <a:pt x="10063" y="1451"/>
                </a:lnTo>
                <a:lnTo>
                  <a:pt x="10063" y="1002"/>
                </a:lnTo>
                <a:lnTo>
                  <a:pt x="9614" y="1002"/>
                </a:lnTo>
                <a:close/>
                <a:moveTo>
                  <a:pt x="9131" y="1002"/>
                </a:moveTo>
                <a:lnTo>
                  <a:pt x="9131" y="1451"/>
                </a:lnTo>
                <a:lnTo>
                  <a:pt x="9581" y="1451"/>
                </a:lnTo>
                <a:lnTo>
                  <a:pt x="9581" y="1002"/>
                </a:lnTo>
                <a:lnTo>
                  <a:pt x="9131" y="1002"/>
                </a:lnTo>
                <a:close/>
                <a:moveTo>
                  <a:pt x="8648" y="1002"/>
                </a:moveTo>
                <a:lnTo>
                  <a:pt x="8648" y="1451"/>
                </a:lnTo>
                <a:lnTo>
                  <a:pt x="9098" y="1451"/>
                </a:lnTo>
                <a:lnTo>
                  <a:pt x="9098" y="1002"/>
                </a:lnTo>
                <a:lnTo>
                  <a:pt x="8648" y="1002"/>
                </a:lnTo>
                <a:close/>
                <a:moveTo>
                  <a:pt x="8166" y="1002"/>
                </a:moveTo>
                <a:lnTo>
                  <a:pt x="8166" y="1451"/>
                </a:lnTo>
                <a:lnTo>
                  <a:pt x="8615" y="1451"/>
                </a:lnTo>
                <a:lnTo>
                  <a:pt x="8615" y="1002"/>
                </a:lnTo>
                <a:lnTo>
                  <a:pt x="8166" y="1002"/>
                </a:lnTo>
                <a:close/>
                <a:moveTo>
                  <a:pt x="7683" y="1002"/>
                </a:moveTo>
                <a:lnTo>
                  <a:pt x="7683" y="1451"/>
                </a:lnTo>
                <a:lnTo>
                  <a:pt x="8133" y="1451"/>
                </a:lnTo>
                <a:lnTo>
                  <a:pt x="8133" y="1002"/>
                </a:lnTo>
                <a:lnTo>
                  <a:pt x="7683" y="1002"/>
                </a:lnTo>
                <a:close/>
                <a:moveTo>
                  <a:pt x="7200" y="1002"/>
                </a:moveTo>
                <a:lnTo>
                  <a:pt x="7200" y="1451"/>
                </a:lnTo>
                <a:lnTo>
                  <a:pt x="7650" y="1451"/>
                </a:lnTo>
                <a:lnTo>
                  <a:pt x="7650" y="1002"/>
                </a:lnTo>
                <a:lnTo>
                  <a:pt x="7200" y="1002"/>
                </a:lnTo>
                <a:close/>
                <a:moveTo>
                  <a:pt x="6718" y="1002"/>
                </a:moveTo>
                <a:lnTo>
                  <a:pt x="6718" y="1451"/>
                </a:lnTo>
                <a:lnTo>
                  <a:pt x="7167" y="1451"/>
                </a:lnTo>
                <a:lnTo>
                  <a:pt x="7167" y="1002"/>
                </a:lnTo>
                <a:lnTo>
                  <a:pt x="6718" y="1002"/>
                </a:lnTo>
                <a:close/>
                <a:moveTo>
                  <a:pt x="6235" y="1002"/>
                </a:moveTo>
                <a:lnTo>
                  <a:pt x="6235" y="1451"/>
                </a:lnTo>
                <a:lnTo>
                  <a:pt x="6685" y="1451"/>
                </a:lnTo>
                <a:lnTo>
                  <a:pt x="6685" y="1002"/>
                </a:lnTo>
                <a:lnTo>
                  <a:pt x="6235" y="1002"/>
                </a:lnTo>
                <a:close/>
                <a:moveTo>
                  <a:pt x="5752" y="1002"/>
                </a:moveTo>
                <a:lnTo>
                  <a:pt x="5752" y="1451"/>
                </a:lnTo>
                <a:lnTo>
                  <a:pt x="6202" y="1451"/>
                </a:lnTo>
                <a:lnTo>
                  <a:pt x="6202" y="1002"/>
                </a:lnTo>
                <a:lnTo>
                  <a:pt x="5752" y="1002"/>
                </a:lnTo>
                <a:close/>
                <a:moveTo>
                  <a:pt x="5270" y="1002"/>
                </a:moveTo>
                <a:lnTo>
                  <a:pt x="5270" y="1451"/>
                </a:lnTo>
                <a:lnTo>
                  <a:pt x="5719" y="1451"/>
                </a:lnTo>
                <a:lnTo>
                  <a:pt x="5719" y="1002"/>
                </a:lnTo>
                <a:lnTo>
                  <a:pt x="5270" y="1002"/>
                </a:lnTo>
                <a:close/>
                <a:moveTo>
                  <a:pt x="4787" y="1002"/>
                </a:moveTo>
                <a:lnTo>
                  <a:pt x="4787" y="1451"/>
                </a:lnTo>
                <a:lnTo>
                  <a:pt x="5237" y="1451"/>
                </a:lnTo>
                <a:lnTo>
                  <a:pt x="5237" y="1002"/>
                </a:lnTo>
                <a:lnTo>
                  <a:pt x="4787" y="1002"/>
                </a:lnTo>
                <a:close/>
                <a:moveTo>
                  <a:pt x="4304" y="1002"/>
                </a:moveTo>
                <a:lnTo>
                  <a:pt x="4304" y="1451"/>
                </a:lnTo>
                <a:lnTo>
                  <a:pt x="4754" y="1451"/>
                </a:lnTo>
                <a:lnTo>
                  <a:pt x="4754" y="1002"/>
                </a:lnTo>
                <a:lnTo>
                  <a:pt x="4304" y="1002"/>
                </a:lnTo>
                <a:close/>
                <a:moveTo>
                  <a:pt x="3822" y="1002"/>
                </a:moveTo>
                <a:lnTo>
                  <a:pt x="3822" y="1451"/>
                </a:lnTo>
                <a:lnTo>
                  <a:pt x="4271" y="1451"/>
                </a:lnTo>
                <a:lnTo>
                  <a:pt x="4271" y="1002"/>
                </a:lnTo>
                <a:lnTo>
                  <a:pt x="3822" y="1002"/>
                </a:lnTo>
                <a:close/>
                <a:moveTo>
                  <a:pt x="3339" y="1002"/>
                </a:moveTo>
                <a:lnTo>
                  <a:pt x="3339" y="1451"/>
                </a:lnTo>
                <a:lnTo>
                  <a:pt x="3789" y="1451"/>
                </a:lnTo>
                <a:lnTo>
                  <a:pt x="3789" y="1002"/>
                </a:lnTo>
                <a:lnTo>
                  <a:pt x="3339" y="1002"/>
                </a:lnTo>
                <a:close/>
                <a:moveTo>
                  <a:pt x="2856" y="1002"/>
                </a:moveTo>
                <a:lnTo>
                  <a:pt x="2856" y="1451"/>
                </a:lnTo>
                <a:lnTo>
                  <a:pt x="3306" y="1451"/>
                </a:lnTo>
                <a:lnTo>
                  <a:pt x="3306" y="1002"/>
                </a:lnTo>
                <a:lnTo>
                  <a:pt x="2856" y="1002"/>
                </a:lnTo>
                <a:close/>
                <a:moveTo>
                  <a:pt x="2374" y="1002"/>
                </a:moveTo>
                <a:lnTo>
                  <a:pt x="2374" y="1451"/>
                </a:lnTo>
                <a:lnTo>
                  <a:pt x="2823" y="1451"/>
                </a:lnTo>
                <a:lnTo>
                  <a:pt x="2823" y="1002"/>
                </a:lnTo>
                <a:lnTo>
                  <a:pt x="2374" y="1002"/>
                </a:lnTo>
                <a:close/>
                <a:moveTo>
                  <a:pt x="1891" y="1002"/>
                </a:moveTo>
                <a:lnTo>
                  <a:pt x="1891" y="1451"/>
                </a:lnTo>
                <a:lnTo>
                  <a:pt x="2341" y="1451"/>
                </a:lnTo>
                <a:lnTo>
                  <a:pt x="2341" y="1002"/>
                </a:lnTo>
                <a:lnTo>
                  <a:pt x="1891" y="1002"/>
                </a:lnTo>
                <a:close/>
                <a:moveTo>
                  <a:pt x="1408" y="1002"/>
                </a:moveTo>
                <a:lnTo>
                  <a:pt x="1408" y="1451"/>
                </a:lnTo>
                <a:lnTo>
                  <a:pt x="1858" y="1451"/>
                </a:lnTo>
                <a:lnTo>
                  <a:pt x="1858" y="1002"/>
                </a:lnTo>
                <a:lnTo>
                  <a:pt x="1408" y="1002"/>
                </a:lnTo>
                <a:close/>
                <a:moveTo>
                  <a:pt x="926" y="1002"/>
                </a:moveTo>
                <a:lnTo>
                  <a:pt x="926" y="1451"/>
                </a:lnTo>
                <a:lnTo>
                  <a:pt x="1375" y="1451"/>
                </a:lnTo>
                <a:lnTo>
                  <a:pt x="1375" y="1002"/>
                </a:lnTo>
                <a:lnTo>
                  <a:pt x="926" y="1002"/>
                </a:lnTo>
                <a:close/>
                <a:moveTo>
                  <a:pt x="443" y="1002"/>
                </a:moveTo>
                <a:lnTo>
                  <a:pt x="443" y="1451"/>
                </a:lnTo>
                <a:lnTo>
                  <a:pt x="893" y="1451"/>
                </a:lnTo>
                <a:lnTo>
                  <a:pt x="893" y="1002"/>
                </a:lnTo>
                <a:lnTo>
                  <a:pt x="443" y="1002"/>
                </a:lnTo>
                <a:close/>
                <a:moveTo>
                  <a:pt x="18302" y="519"/>
                </a:moveTo>
                <a:lnTo>
                  <a:pt x="18302" y="969"/>
                </a:lnTo>
                <a:lnTo>
                  <a:pt x="18751" y="969"/>
                </a:lnTo>
                <a:lnTo>
                  <a:pt x="18751" y="519"/>
                </a:lnTo>
                <a:lnTo>
                  <a:pt x="18302" y="519"/>
                </a:lnTo>
                <a:close/>
                <a:moveTo>
                  <a:pt x="17819" y="519"/>
                </a:moveTo>
                <a:lnTo>
                  <a:pt x="17819" y="969"/>
                </a:lnTo>
                <a:lnTo>
                  <a:pt x="18269" y="969"/>
                </a:lnTo>
                <a:lnTo>
                  <a:pt x="18269" y="519"/>
                </a:lnTo>
                <a:lnTo>
                  <a:pt x="17819" y="519"/>
                </a:lnTo>
                <a:close/>
                <a:moveTo>
                  <a:pt x="17336" y="519"/>
                </a:moveTo>
                <a:lnTo>
                  <a:pt x="17336" y="969"/>
                </a:lnTo>
                <a:lnTo>
                  <a:pt x="17786" y="969"/>
                </a:lnTo>
                <a:lnTo>
                  <a:pt x="17786" y="519"/>
                </a:lnTo>
                <a:lnTo>
                  <a:pt x="17336" y="519"/>
                </a:lnTo>
                <a:close/>
                <a:moveTo>
                  <a:pt x="16854" y="519"/>
                </a:moveTo>
                <a:lnTo>
                  <a:pt x="16854" y="969"/>
                </a:lnTo>
                <a:lnTo>
                  <a:pt x="17303" y="969"/>
                </a:lnTo>
                <a:lnTo>
                  <a:pt x="17303" y="519"/>
                </a:lnTo>
                <a:lnTo>
                  <a:pt x="16854" y="519"/>
                </a:lnTo>
                <a:close/>
                <a:moveTo>
                  <a:pt x="16371" y="519"/>
                </a:moveTo>
                <a:lnTo>
                  <a:pt x="16371" y="969"/>
                </a:lnTo>
                <a:lnTo>
                  <a:pt x="16821" y="969"/>
                </a:lnTo>
                <a:lnTo>
                  <a:pt x="16821" y="519"/>
                </a:lnTo>
                <a:lnTo>
                  <a:pt x="16371" y="519"/>
                </a:lnTo>
                <a:close/>
                <a:moveTo>
                  <a:pt x="15888" y="519"/>
                </a:moveTo>
                <a:lnTo>
                  <a:pt x="15888" y="969"/>
                </a:lnTo>
                <a:lnTo>
                  <a:pt x="16338" y="969"/>
                </a:lnTo>
                <a:lnTo>
                  <a:pt x="16338" y="519"/>
                </a:lnTo>
                <a:lnTo>
                  <a:pt x="15888" y="519"/>
                </a:lnTo>
                <a:close/>
                <a:moveTo>
                  <a:pt x="15406" y="519"/>
                </a:moveTo>
                <a:lnTo>
                  <a:pt x="15406" y="969"/>
                </a:lnTo>
                <a:lnTo>
                  <a:pt x="15855" y="969"/>
                </a:lnTo>
                <a:lnTo>
                  <a:pt x="15855" y="519"/>
                </a:lnTo>
                <a:lnTo>
                  <a:pt x="15406" y="519"/>
                </a:lnTo>
                <a:close/>
                <a:moveTo>
                  <a:pt x="14923" y="519"/>
                </a:moveTo>
                <a:lnTo>
                  <a:pt x="14923" y="969"/>
                </a:lnTo>
                <a:lnTo>
                  <a:pt x="15373" y="969"/>
                </a:lnTo>
                <a:lnTo>
                  <a:pt x="15373" y="519"/>
                </a:lnTo>
                <a:lnTo>
                  <a:pt x="14923" y="519"/>
                </a:lnTo>
                <a:close/>
                <a:moveTo>
                  <a:pt x="14440" y="519"/>
                </a:moveTo>
                <a:lnTo>
                  <a:pt x="14440" y="969"/>
                </a:lnTo>
                <a:lnTo>
                  <a:pt x="14890" y="969"/>
                </a:lnTo>
                <a:lnTo>
                  <a:pt x="14890" y="519"/>
                </a:lnTo>
                <a:lnTo>
                  <a:pt x="14440" y="519"/>
                </a:lnTo>
                <a:close/>
                <a:moveTo>
                  <a:pt x="13958" y="519"/>
                </a:moveTo>
                <a:lnTo>
                  <a:pt x="13958" y="969"/>
                </a:lnTo>
                <a:lnTo>
                  <a:pt x="14407" y="969"/>
                </a:lnTo>
                <a:lnTo>
                  <a:pt x="14407" y="519"/>
                </a:lnTo>
                <a:lnTo>
                  <a:pt x="13958" y="519"/>
                </a:lnTo>
                <a:close/>
                <a:moveTo>
                  <a:pt x="13475" y="519"/>
                </a:moveTo>
                <a:lnTo>
                  <a:pt x="13475" y="969"/>
                </a:lnTo>
                <a:lnTo>
                  <a:pt x="13925" y="969"/>
                </a:lnTo>
                <a:lnTo>
                  <a:pt x="13925" y="519"/>
                </a:lnTo>
                <a:lnTo>
                  <a:pt x="13475" y="519"/>
                </a:lnTo>
                <a:close/>
                <a:moveTo>
                  <a:pt x="12992" y="519"/>
                </a:moveTo>
                <a:lnTo>
                  <a:pt x="12992" y="969"/>
                </a:lnTo>
                <a:lnTo>
                  <a:pt x="13442" y="969"/>
                </a:lnTo>
                <a:lnTo>
                  <a:pt x="13442" y="519"/>
                </a:lnTo>
                <a:lnTo>
                  <a:pt x="12992" y="519"/>
                </a:lnTo>
                <a:close/>
                <a:moveTo>
                  <a:pt x="12510" y="519"/>
                </a:moveTo>
                <a:lnTo>
                  <a:pt x="12510" y="969"/>
                </a:lnTo>
                <a:lnTo>
                  <a:pt x="12959" y="969"/>
                </a:lnTo>
                <a:lnTo>
                  <a:pt x="12959" y="519"/>
                </a:lnTo>
                <a:lnTo>
                  <a:pt x="12510" y="519"/>
                </a:lnTo>
                <a:close/>
                <a:moveTo>
                  <a:pt x="12027" y="519"/>
                </a:moveTo>
                <a:lnTo>
                  <a:pt x="12027" y="969"/>
                </a:lnTo>
                <a:lnTo>
                  <a:pt x="12477" y="969"/>
                </a:lnTo>
                <a:lnTo>
                  <a:pt x="12477" y="519"/>
                </a:lnTo>
                <a:lnTo>
                  <a:pt x="12027" y="519"/>
                </a:lnTo>
                <a:close/>
                <a:moveTo>
                  <a:pt x="11544" y="519"/>
                </a:moveTo>
                <a:lnTo>
                  <a:pt x="11544" y="969"/>
                </a:lnTo>
                <a:lnTo>
                  <a:pt x="11994" y="969"/>
                </a:lnTo>
                <a:lnTo>
                  <a:pt x="11994" y="519"/>
                </a:lnTo>
                <a:lnTo>
                  <a:pt x="11544" y="519"/>
                </a:lnTo>
                <a:close/>
                <a:moveTo>
                  <a:pt x="11062" y="519"/>
                </a:moveTo>
                <a:lnTo>
                  <a:pt x="11062" y="969"/>
                </a:lnTo>
                <a:lnTo>
                  <a:pt x="11511" y="969"/>
                </a:lnTo>
                <a:lnTo>
                  <a:pt x="11511" y="519"/>
                </a:lnTo>
                <a:lnTo>
                  <a:pt x="11062" y="519"/>
                </a:lnTo>
                <a:close/>
                <a:moveTo>
                  <a:pt x="10579" y="519"/>
                </a:moveTo>
                <a:lnTo>
                  <a:pt x="10579" y="969"/>
                </a:lnTo>
                <a:lnTo>
                  <a:pt x="11029" y="969"/>
                </a:lnTo>
                <a:lnTo>
                  <a:pt x="11029" y="519"/>
                </a:lnTo>
                <a:lnTo>
                  <a:pt x="10579" y="519"/>
                </a:lnTo>
                <a:close/>
                <a:moveTo>
                  <a:pt x="10096" y="519"/>
                </a:moveTo>
                <a:lnTo>
                  <a:pt x="10096" y="969"/>
                </a:lnTo>
                <a:lnTo>
                  <a:pt x="10546" y="969"/>
                </a:lnTo>
                <a:lnTo>
                  <a:pt x="10546" y="519"/>
                </a:lnTo>
                <a:lnTo>
                  <a:pt x="10096" y="519"/>
                </a:lnTo>
                <a:close/>
                <a:moveTo>
                  <a:pt x="9614" y="519"/>
                </a:moveTo>
                <a:lnTo>
                  <a:pt x="9614" y="969"/>
                </a:lnTo>
                <a:lnTo>
                  <a:pt x="10063" y="969"/>
                </a:lnTo>
                <a:lnTo>
                  <a:pt x="10063" y="519"/>
                </a:lnTo>
                <a:lnTo>
                  <a:pt x="9614" y="519"/>
                </a:lnTo>
                <a:close/>
                <a:moveTo>
                  <a:pt x="9131" y="519"/>
                </a:moveTo>
                <a:lnTo>
                  <a:pt x="9131" y="969"/>
                </a:lnTo>
                <a:lnTo>
                  <a:pt x="9581" y="969"/>
                </a:lnTo>
                <a:lnTo>
                  <a:pt x="9581" y="519"/>
                </a:lnTo>
                <a:lnTo>
                  <a:pt x="9131" y="519"/>
                </a:lnTo>
                <a:close/>
                <a:moveTo>
                  <a:pt x="8648" y="519"/>
                </a:moveTo>
                <a:lnTo>
                  <a:pt x="8648" y="969"/>
                </a:lnTo>
                <a:lnTo>
                  <a:pt x="9098" y="969"/>
                </a:lnTo>
                <a:lnTo>
                  <a:pt x="9098" y="519"/>
                </a:lnTo>
                <a:lnTo>
                  <a:pt x="8648" y="519"/>
                </a:lnTo>
                <a:close/>
                <a:moveTo>
                  <a:pt x="8166" y="519"/>
                </a:moveTo>
                <a:lnTo>
                  <a:pt x="8166" y="969"/>
                </a:lnTo>
                <a:lnTo>
                  <a:pt x="8615" y="969"/>
                </a:lnTo>
                <a:lnTo>
                  <a:pt x="8615" y="519"/>
                </a:lnTo>
                <a:lnTo>
                  <a:pt x="8166" y="519"/>
                </a:lnTo>
                <a:close/>
                <a:moveTo>
                  <a:pt x="7683" y="519"/>
                </a:moveTo>
                <a:lnTo>
                  <a:pt x="7683" y="969"/>
                </a:lnTo>
                <a:lnTo>
                  <a:pt x="8133" y="969"/>
                </a:lnTo>
                <a:lnTo>
                  <a:pt x="8133" y="519"/>
                </a:lnTo>
                <a:lnTo>
                  <a:pt x="7683" y="519"/>
                </a:lnTo>
                <a:close/>
                <a:moveTo>
                  <a:pt x="7200" y="519"/>
                </a:moveTo>
                <a:lnTo>
                  <a:pt x="7200" y="969"/>
                </a:lnTo>
                <a:lnTo>
                  <a:pt x="7650" y="969"/>
                </a:lnTo>
                <a:lnTo>
                  <a:pt x="7650" y="519"/>
                </a:lnTo>
                <a:lnTo>
                  <a:pt x="7200" y="519"/>
                </a:lnTo>
                <a:close/>
                <a:moveTo>
                  <a:pt x="6718" y="519"/>
                </a:moveTo>
                <a:lnTo>
                  <a:pt x="6718" y="969"/>
                </a:lnTo>
                <a:lnTo>
                  <a:pt x="7167" y="969"/>
                </a:lnTo>
                <a:lnTo>
                  <a:pt x="7167" y="519"/>
                </a:lnTo>
                <a:lnTo>
                  <a:pt x="6718" y="519"/>
                </a:lnTo>
                <a:close/>
                <a:moveTo>
                  <a:pt x="6235" y="519"/>
                </a:moveTo>
                <a:lnTo>
                  <a:pt x="6235" y="969"/>
                </a:lnTo>
                <a:lnTo>
                  <a:pt x="6685" y="969"/>
                </a:lnTo>
                <a:lnTo>
                  <a:pt x="6685" y="519"/>
                </a:lnTo>
                <a:lnTo>
                  <a:pt x="6235" y="519"/>
                </a:lnTo>
                <a:close/>
                <a:moveTo>
                  <a:pt x="5752" y="519"/>
                </a:moveTo>
                <a:lnTo>
                  <a:pt x="5752" y="969"/>
                </a:lnTo>
                <a:lnTo>
                  <a:pt x="6202" y="969"/>
                </a:lnTo>
                <a:lnTo>
                  <a:pt x="6202" y="519"/>
                </a:lnTo>
                <a:lnTo>
                  <a:pt x="5752" y="519"/>
                </a:lnTo>
                <a:close/>
                <a:moveTo>
                  <a:pt x="5270" y="519"/>
                </a:moveTo>
                <a:lnTo>
                  <a:pt x="5270" y="969"/>
                </a:lnTo>
                <a:lnTo>
                  <a:pt x="5719" y="969"/>
                </a:lnTo>
                <a:lnTo>
                  <a:pt x="5719" y="519"/>
                </a:lnTo>
                <a:lnTo>
                  <a:pt x="5270" y="519"/>
                </a:lnTo>
                <a:close/>
                <a:moveTo>
                  <a:pt x="4787" y="519"/>
                </a:moveTo>
                <a:lnTo>
                  <a:pt x="4787" y="969"/>
                </a:lnTo>
                <a:lnTo>
                  <a:pt x="5237" y="969"/>
                </a:lnTo>
                <a:lnTo>
                  <a:pt x="5237" y="519"/>
                </a:lnTo>
                <a:lnTo>
                  <a:pt x="4787" y="519"/>
                </a:lnTo>
                <a:close/>
                <a:moveTo>
                  <a:pt x="4304" y="519"/>
                </a:moveTo>
                <a:lnTo>
                  <a:pt x="4304" y="969"/>
                </a:lnTo>
                <a:lnTo>
                  <a:pt x="4754" y="969"/>
                </a:lnTo>
                <a:lnTo>
                  <a:pt x="4754" y="519"/>
                </a:lnTo>
                <a:lnTo>
                  <a:pt x="4304" y="519"/>
                </a:lnTo>
                <a:close/>
                <a:moveTo>
                  <a:pt x="3822" y="519"/>
                </a:moveTo>
                <a:lnTo>
                  <a:pt x="3822" y="969"/>
                </a:lnTo>
                <a:lnTo>
                  <a:pt x="4271" y="969"/>
                </a:lnTo>
                <a:lnTo>
                  <a:pt x="4271" y="519"/>
                </a:lnTo>
                <a:lnTo>
                  <a:pt x="3822" y="519"/>
                </a:lnTo>
                <a:close/>
                <a:moveTo>
                  <a:pt x="3339" y="519"/>
                </a:moveTo>
                <a:lnTo>
                  <a:pt x="3339" y="969"/>
                </a:lnTo>
                <a:lnTo>
                  <a:pt x="3789" y="969"/>
                </a:lnTo>
                <a:lnTo>
                  <a:pt x="3789" y="519"/>
                </a:lnTo>
                <a:lnTo>
                  <a:pt x="3339" y="519"/>
                </a:lnTo>
                <a:close/>
                <a:moveTo>
                  <a:pt x="2856" y="519"/>
                </a:moveTo>
                <a:lnTo>
                  <a:pt x="2856" y="969"/>
                </a:lnTo>
                <a:lnTo>
                  <a:pt x="3306" y="969"/>
                </a:lnTo>
                <a:lnTo>
                  <a:pt x="3306" y="519"/>
                </a:lnTo>
                <a:lnTo>
                  <a:pt x="2856" y="519"/>
                </a:lnTo>
                <a:close/>
                <a:moveTo>
                  <a:pt x="2374" y="519"/>
                </a:moveTo>
                <a:lnTo>
                  <a:pt x="2374" y="969"/>
                </a:lnTo>
                <a:lnTo>
                  <a:pt x="2823" y="969"/>
                </a:lnTo>
                <a:lnTo>
                  <a:pt x="2823" y="519"/>
                </a:lnTo>
                <a:lnTo>
                  <a:pt x="2374" y="519"/>
                </a:lnTo>
                <a:close/>
                <a:moveTo>
                  <a:pt x="1891" y="519"/>
                </a:moveTo>
                <a:lnTo>
                  <a:pt x="1891" y="969"/>
                </a:lnTo>
                <a:lnTo>
                  <a:pt x="2341" y="969"/>
                </a:lnTo>
                <a:lnTo>
                  <a:pt x="2341" y="519"/>
                </a:lnTo>
                <a:lnTo>
                  <a:pt x="1891" y="519"/>
                </a:lnTo>
                <a:close/>
                <a:moveTo>
                  <a:pt x="1408" y="519"/>
                </a:moveTo>
                <a:lnTo>
                  <a:pt x="1408" y="969"/>
                </a:lnTo>
                <a:lnTo>
                  <a:pt x="1858" y="969"/>
                </a:lnTo>
                <a:lnTo>
                  <a:pt x="1858" y="519"/>
                </a:lnTo>
                <a:lnTo>
                  <a:pt x="1408" y="519"/>
                </a:lnTo>
                <a:close/>
                <a:moveTo>
                  <a:pt x="926" y="519"/>
                </a:moveTo>
                <a:lnTo>
                  <a:pt x="926" y="969"/>
                </a:lnTo>
                <a:lnTo>
                  <a:pt x="1375" y="969"/>
                </a:lnTo>
                <a:lnTo>
                  <a:pt x="1375" y="519"/>
                </a:lnTo>
                <a:lnTo>
                  <a:pt x="926" y="519"/>
                </a:lnTo>
                <a:close/>
                <a:moveTo>
                  <a:pt x="443" y="519"/>
                </a:moveTo>
                <a:lnTo>
                  <a:pt x="443" y="969"/>
                </a:lnTo>
                <a:lnTo>
                  <a:pt x="893" y="969"/>
                </a:lnTo>
                <a:lnTo>
                  <a:pt x="893" y="519"/>
                </a:lnTo>
                <a:lnTo>
                  <a:pt x="443" y="519"/>
                </a:lnTo>
                <a:close/>
                <a:moveTo>
                  <a:pt x="410" y="0"/>
                </a:moveTo>
                <a:lnTo>
                  <a:pt x="443" y="0"/>
                </a:lnTo>
                <a:lnTo>
                  <a:pt x="443" y="486"/>
                </a:lnTo>
                <a:lnTo>
                  <a:pt x="893" y="486"/>
                </a:lnTo>
                <a:lnTo>
                  <a:pt x="893" y="0"/>
                </a:lnTo>
                <a:lnTo>
                  <a:pt x="926" y="0"/>
                </a:lnTo>
                <a:lnTo>
                  <a:pt x="926" y="486"/>
                </a:lnTo>
                <a:lnTo>
                  <a:pt x="1375" y="486"/>
                </a:lnTo>
                <a:lnTo>
                  <a:pt x="1375" y="0"/>
                </a:lnTo>
                <a:lnTo>
                  <a:pt x="1408" y="0"/>
                </a:lnTo>
                <a:lnTo>
                  <a:pt x="1408" y="486"/>
                </a:lnTo>
                <a:lnTo>
                  <a:pt x="1858" y="486"/>
                </a:lnTo>
                <a:lnTo>
                  <a:pt x="1858" y="0"/>
                </a:lnTo>
                <a:lnTo>
                  <a:pt x="1891" y="0"/>
                </a:lnTo>
                <a:lnTo>
                  <a:pt x="1891" y="486"/>
                </a:lnTo>
                <a:lnTo>
                  <a:pt x="2341" y="486"/>
                </a:lnTo>
                <a:lnTo>
                  <a:pt x="2341" y="0"/>
                </a:lnTo>
                <a:lnTo>
                  <a:pt x="2374" y="0"/>
                </a:lnTo>
                <a:lnTo>
                  <a:pt x="2374" y="486"/>
                </a:lnTo>
                <a:lnTo>
                  <a:pt x="2823" y="486"/>
                </a:lnTo>
                <a:lnTo>
                  <a:pt x="2823" y="0"/>
                </a:lnTo>
                <a:lnTo>
                  <a:pt x="2856" y="0"/>
                </a:lnTo>
                <a:lnTo>
                  <a:pt x="2856" y="486"/>
                </a:lnTo>
                <a:lnTo>
                  <a:pt x="3306" y="486"/>
                </a:lnTo>
                <a:lnTo>
                  <a:pt x="3306" y="0"/>
                </a:lnTo>
                <a:lnTo>
                  <a:pt x="3339" y="0"/>
                </a:lnTo>
                <a:lnTo>
                  <a:pt x="3339" y="486"/>
                </a:lnTo>
                <a:lnTo>
                  <a:pt x="3789" y="486"/>
                </a:lnTo>
                <a:lnTo>
                  <a:pt x="3789" y="0"/>
                </a:lnTo>
                <a:lnTo>
                  <a:pt x="3822" y="0"/>
                </a:lnTo>
                <a:lnTo>
                  <a:pt x="3822" y="486"/>
                </a:lnTo>
                <a:lnTo>
                  <a:pt x="4271" y="486"/>
                </a:lnTo>
                <a:lnTo>
                  <a:pt x="4271" y="0"/>
                </a:lnTo>
                <a:lnTo>
                  <a:pt x="4304" y="0"/>
                </a:lnTo>
                <a:lnTo>
                  <a:pt x="4304" y="486"/>
                </a:lnTo>
                <a:lnTo>
                  <a:pt x="4754" y="486"/>
                </a:lnTo>
                <a:lnTo>
                  <a:pt x="4754" y="0"/>
                </a:lnTo>
                <a:lnTo>
                  <a:pt x="4787" y="0"/>
                </a:lnTo>
                <a:lnTo>
                  <a:pt x="4787" y="486"/>
                </a:lnTo>
                <a:lnTo>
                  <a:pt x="5237" y="486"/>
                </a:lnTo>
                <a:lnTo>
                  <a:pt x="5237" y="0"/>
                </a:lnTo>
                <a:lnTo>
                  <a:pt x="5270" y="0"/>
                </a:lnTo>
                <a:lnTo>
                  <a:pt x="5270" y="486"/>
                </a:lnTo>
                <a:lnTo>
                  <a:pt x="5719" y="486"/>
                </a:lnTo>
                <a:lnTo>
                  <a:pt x="5719" y="0"/>
                </a:lnTo>
                <a:lnTo>
                  <a:pt x="5752" y="0"/>
                </a:lnTo>
                <a:lnTo>
                  <a:pt x="5752" y="486"/>
                </a:lnTo>
                <a:lnTo>
                  <a:pt x="6202" y="486"/>
                </a:lnTo>
                <a:lnTo>
                  <a:pt x="6202" y="0"/>
                </a:lnTo>
                <a:lnTo>
                  <a:pt x="6235" y="0"/>
                </a:lnTo>
                <a:lnTo>
                  <a:pt x="6235" y="486"/>
                </a:lnTo>
                <a:lnTo>
                  <a:pt x="6685" y="486"/>
                </a:lnTo>
                <a:lnTo>
                  <a:pt x="6685" y="0"/>
                </a:lnTo>
                <a:lnTo>
                  <a:pt x="6718" y="0"/>
                </a:lnTo>
                <a:lnTo>
                  <a:pt x="6718" y="486"/>
                </a:lnTo>
                <a:lnTo>
                  <a:pt x="7167" y="486"/>
                </a:lnTo>
                <a:lnTo>
                  <a:pt x="7167" y="0"/>
                </a:lnTo>
                <a:lnTo>
                  <a:pt x="7200" y="0"/>
                </a:lnTo>
                <a:lnTo>
                  <a:pt x="7200" y="486"/>
                </a:lnTo>
                <a:lnTo>
                  <a:pt x="7650" y="486"/>
                </a:lnTo>
                <a:lnTo>
                  <a:pt x="7650" y="0"/>
                </a:lnTo>
                <a:lnTo>
                  <a:pt x="7683" y="0"/>
                </a:lnTo>
                <a:lnTo>
                  <a:pt x="7683" y="486"/>
                </a:lnTo>
                <a:lnTo>
                  <a:pt x="8133" y="486"/>
                </a:lnTo>
                <a:lnTo>
                  <a:pt x="8133" y="0"/>
                </a:lnTo>
                <a:lnTo>
                  <a:pt x="8166" y="0"/>
                </a:lnTo>
                <a:lnTo>
                  <a:pt x="8166" y="486"/>
                </a:lnTo>
                <a:lnTo>
                  <a:pt x="8615" y="486"/>
                </a:lnTo>
                <a:lnTo>
                  <a:pt x="8615" y="0"/>
                </a:lnTo>
                <a:lnTo>
                  <a:pt x="8648" y="0"/>
                </a:lnTo>
                <a:lnTo>
                  <a:pt x="8648" y="486"/>
                </a:lnTo>
                <a:lnTo>
                  <a:pt x="9098" y="486"/>
                </a:lnTo>
                <a:lnTo>
                  <a:pt x="9098" y="0"/>
                </a:lnTo>
                <a:lnTo>
                  <a:pt x="9131" y="0"/>
                </a:lnTo>
                <a:lnTo>
                  <a:pt x="9131" y="486"/>
                </a:lnTo>
                <a:lnTo>
                  <a:pt x="9581" y="486"/>
                </a:lnTo>
                <a:lnTo>
                  <a:pt x="9581" y="0"/>
                </a:lnTo>
                <a:lnTo>
                  <a:pt x="9614" y="0"/>
                </a:lnTo>
                <a:lnTo>
                  <a:pt x="9614" y="486"/>
                </a:lnTo>
                <a:lnTo>
                  <a:pt x="10063" y="486"/>
                </a:lnTo>
                <a:lnTo>
                  <a:pt x="10063" y="0"/>
                </a:lnTo>
                <a:lnTo>
                  <a:pt x="10096" y="0"/>
                </a:lnTo>
                <a:lnTo>
                  <a:pt x="10096" y="486"/>
                </a:lnTo>
                <a:lnTo>
                  <a:pt x="10546" y="486"/>
                </a:lnTo>
                <a:lnTo>
                  <a:pt x="10546" y="0"/>
                </a:lnTo>
                <a:lnTo>
                  <a:pt x="10579" y="0"/>
                </a:lnTo>
                <a:lnTo>
                  <a:pt x="10579" y="486"/>
                </a:lnTo>
                <a:lnTo>
                  <a:pt x="11029" y="486"/>
                </a:lnTo>
                <a:lnTo>
                  <a:pt x="11029" y="0"/>
                </a:lnTo>
                <a:lnTo>
                  <a:pt x="11062" y="0"/>
                </a:lnTo>
                <a:lnTo>
                  <a:pt x="11062" y="486"/>
                </a:lnTo>
                <a:lnTo>
                  <a:pt x="11511" y="486"/>
                </a:lnTo>
                <a:lnTo>
                  <a:pt x="11511" y="0"/>
                </a:lnTo>
                <a:lnTo>
                  <a:pt x="11544" y="0"/>
                </a:lnTo>
                <a:lnTo>
                  <a:pt x="11544" y="486"/>
                </a:lnTo>
                <a:lnTo>
                  <a:pt x="11994" y="486"/>
                </a:lnTo>
                <a:lnTo>
                  <a:pt x="11994" y="0"/>
                </a:lnTo>
                <a:lnTo>
                  <a:pt x="12027" y="0"/>
                </a:lnTo>
                <a:lnTo>
                  <a:pt x="12027" y="486"/>
                </a:lnTo>
                <a:lnTo>
                  <a:pt x="12477" y="486"/>
                </a:lnTo>
                <a:lnTo>
                  <a:pt x="12477" y="0"/>
                </a:lnTo>
                <a:lnTo>
                  <a:pt x="12510" y="0"/>
                </a:lnTo>
                <a:lnTo>
                  <a:pt x="12510" y="486"/>
                </a:lnTo>
                <a:lnTo>
                  <a:pt x="12959" y="486"/>
                </a:lnTo>
                <a:lnTo>
                  <a:pt x="12959" y="0"/>
                </a:lnTo>
                <a:lnTo>
                  <a:pt x="12992" y="0"/>
                </a:lnTo>
                <a:lnTo>
                  <a:pt x="12992" y="486"/>
                </a:lnTo>
                <a:lnTo>
                  <a:pt x="13442" y="486"/>
                </a:lnTo>
                <a:lnTo>
                  <a:pt x="13442" y="0"/>
                </a:lnTo>
                <a:lnTo>
                  <a:pt x="13475" y="0"/>
                </a:lnTo>
                <a:lnTo>
                  <a:pt x="13475" y="486"/>
                </a:lnTo>
                <a:lnTo>
                  <a:pt x="13925" y="486"/>
                </a:lnTo>
                <a:lnTo>
                  <a:pt x="13925" y="0"/>
                </a:lnTo>
                <a:lnTo>
                  <a:pt x="13958" y="0"/>
                </a:lnTo>
                <a:lnTo>
                  <a:pt x="13958" y="486"/>
                </a:lnTo>
                <a:lnTo>
                  <a:pt x="14407" y="486"/>
                </a:lnTo>
                <a:lnTo>
                  <a:pt x="14407" y="0"/>
                </a:lnTo>
                <a:lnTo>
                  <a:pt x="14440" y="0"/>
                </a:lnTo>
                <a:lnTo>
                  <a:pt x="14440" y="486"/>
                </a:lnTo>
                <a:lnTo>
                  <a:pt x="14890" y="486"/>
                </a:lnTo>
                <a:lnTo>
                  <a:pt x="14890" y="0"/>
                </a:lnTo>
                <a:lnTo>
                  <a:pt x="14923" y="0"/>
                </a:lnTo>
                <a:lnTo>
                  <a:pt x="14923" y="486"/>
                </a:lnTo>
                <a:lnTo>
                  <a:pt x="15373" y="486"/>
                </a:lnTo>
                <a:lnTo>
                  <a:pt x="15373" y="0"/>
                </a:lnTo>
                <a:lnTo>
                  <a:pt x="15406" y="0"/>
                </a:lnTo>
                <a:lnTo>
                  <a:pt x="15406" y="486"/>
                </a:lnTo>
                <a:lnTo>
                  <a:pt x="15855" y="486"/>
                </a:lnTo>
                <a:lnTo>
                  <a:pt x="15855" y="0"/>
                </a:lnTo>
                <a:lnTo>
                  <a:pt x="15888" y="0"/>
                </a:lnTo>
                <a:lnTo>
                  <a:pt x="15888" y="486"/>
                </a:lnTo>
                <a:lnTo>
                  <a:pt x="16338" y="486"/>
                </a:lnTo>
                <a:lnTo>
                  <a:pt x="16338" y="0"/>
                </a:lnTo>
                <a:lnTo>
                  <a:pt x="16371" y="0"/>
                </a:lnTo>
                <a:lnTo>
                  <a:pt x="16371" y="486"/>
                </a:lnTo>
                <a:lnTo>
                  <a:pt x="16821" y="486"/>
                </a:lnTo>
                <a:lnTo>
                  <a:pt x="16821" y="0"/>
                </a:lnTo>
                <a:lnTo>
                  <a:pt x="16854" y="0"/>
                </a:lnTo>
                <a:lnTo>
                  <a:pt x="16854" y="486"/>
                </a:lnTo>
                <a:lnTo>
                  <a:pt x="17303" y="486"/>
                </a:lnTo>
                <a:lnTo>
                  <a:pt x="17303" y="0"/>
                </a:lnTo>
                <a:lnTo>
                  <a:pt x="17336" y="0"/>
                </a:lnTo>
                <a:lnTo>
                  <a:pt x="17336" y="486"/>
                </a:lnTo>
                <a:lnTo>
                  <a:pt x="17786" y="486"/>
                </a:lnTo>
                <a:lnTo>
                  <a:pt x="17786" y="0"/>
                </a:lnTo>
                <a:lnTo>
                  <a:pt x="17819" y="0"/>
                </a:lnTo>
                <a:lnTo>
                  <a:pt x="17819" y="486"/>
                </a:lnTo>
                <a:lnTo>
                  <a:pt x="18269" y="486"/>
                </a:lnTo>
                <a:lnTo>
                  <a:pt x="18269" y="0"/>
                </a:lnTo>
                <a:lnTo>
                  <a:pt x="18302" y="0"/>
                </a:lnTo>
                <a:lnTo>
                  <a:pt x="18302" y="486"/>
                </a:lnTo>
                <a:lnTo>
                  <a:pt x="18751" y="486"/>
                </a:lnTo>
                <a:lnTo>
                  <a:pt x="18751" y="0"/>
                </a:lnTo>
                <a:lnTo>
                  <a:pt x="18784" y="0"/>
                </a:lnTo>
                <a:lnTo>
                  <a:pt x="18784" y="486"/>
                </a:lnTo>
                <a:lnTo>
                  <a:pt x="19200" y="486"/>
                </a:lnTo>
                <a:lnTo>
                  <a:pt x="19200" y="519"/>
                </a:lnTo>
                <a:lnTo>
                  <a:pt x="18784" y="519"/>
                </a:lnTo>
                <a:lnTo>
                  <a:pt x="18784" y="969"/>
                </a:lnTo>
                <a:lnTo>
                  <a:pt x="19200" y="969"/>
                </a:lnTo>
                <a:lnTo>
                  <a:pt x="19200" y="1002"/>
                </a:lnTo>
                <a:lnTo>
                  <a:pt x="18784" y="1002"/>
                </a:lnTo>
                <a:lnTo>
                  <a:pt x="18784" y="1451"/>
                </a:lnTo>
                <a:lnTo>
                  <a:pt x="19200" y="1451"/>
                </a:lnTo>
                <a:lnTo>
                  <a:pt x="19200" y="1484"/>
                </a:lnTo>
                <a:lnTo>
                  <a:pt x="18784" y="1484"/>
                </a:lnTo>
                <a:lnTo>
                  <a:pt x="18784" y="1934"/>
                </a:lnTo>
                <a:lnTo>
                  <a:pt x="19200" y="1934"/>
                </a:lnTo>
                <a:lnTo>
                  <a:pt x="19200" y="1967"/>
                </a:lnTo>
                <a:lnTo>
                  <a:pt x="18784" y="1967"/>
                </a:lnTo>
                <a:lnTo>
                  <a:pt x="18784" y="2417"/>
                </a:lnTo>
                <a:lnTo>
                  <a:pt x="19200" y="2417"/>
                </a:lnTo>
                <a:lnTo>
                  <a:pt x="19200" y="2450"/>
                </a:lnTo>
                <a:lnTo>
                  <a:pt x="18784" y="2450"/>
                </a:lnTo>
                <a:lnTo>
                  <a:pt x="18784" y="2900"/>
                </a:lnTo>
                <a:lnTo>
                  <a:pt x="19200" y="2900"/>
                </a:lnTo>
                <a:lnTo>
                  <a:pt x="19200" y="2933"/>
                </a:lnTo>
                <a:lnTo>
                  <a:pt x="18784" y="2933"/>
                </a:lnTo>
                <a:lnTo>
                  <a:pt x="18784" y="3382"/>
                </a:lnTo>
                <a:lnTo>
                  <a:pt x="19200" y="3382"/>
                </a:lnTo>
                <a:lnTo>
                  <a:pt x="19200" y="3415"/>
                </a:lnTo>
                <a:lnTo>
                  <a:pt x="18784" y="3415"/>
                </a:lnTo>
                <a:lnTo>
                  <a:pt x="18784" y="3865"/>
                </a:lnTo>
                <a:lnTo>
                  <a:pt x="19200" y="3865"/>
                </a:lnTo>
                <a:lnTo>
                  <a:pt x="19200" y="3898"/>
                </a:lnTo>
                <a:lnTo>
                  <a:pt x="18784" y="3898"/>
                </a:lnTo>
                <a:lnTo>
                  <a:pt x="18784" y="4348"/>
                </a:lnTo>
                <a:lnTo>
                  <a:pt x="19200" y="4348"/>
                </a:lnTo>
                <a:lnTo>
                  <a:pt x="19200" y="4381"/>
                </a:lnTo>
                <a:lnTo>
                  <a:pt x="18784" y="4381"/>
                </a:lnTo>
                <a:lnTo>
                  <a:pt x="18784" y="4830"/>
                </a:lnTo>
                <a:lnTo>
                  <a:pt x="19200" y="4830"/>
                </a:lnTo>
                <a:lnTo>
                  <a:pt x="19200" y="4863"/>
                </a:lnTo>
                <a:lnTo>
                  <a:pt x="18784" y="4863"/>
                </a:lnTo>
                <a:lnTo>
                  <a:pt x="18784" y="5313"/>
                </a:lnTo>
                <a:lnTo>
                  <a:pt x="19200" y="5313"/>
                </a:lnTo>
                <a:lnTo>
                  <a:pt x="19200" y="5346"/>
                </a:lnTo>
                <a:lnTo>
                  <a:pt x="18784" y="5346"/>
                </a:lnTo>
                <a:lnTo>
                  <a:pt x="18784" y="5358"/>
                </a:lnTo>
                <a:lnTo>
                  <a:pt x="18784" y="5812"/>
                </a:lnTo>
                <a:lnTo>
                  <a:pt x="18784" y="5844"/>
                </a:lnTo>
                <a:lnTo>
                  <a:pt x="19200" y="5844"/>
                </a:lnTo>
                <a:lnTo>
                  <a:pt x="19200" y="5877"/>
                </a:lnTo>
                <a:lnTo>
                  <a:pt x="18784" y="5877"/>
                </a:lnTo>
                <a:lnTo>
                  <a:pt x="18784" y="6327"/>
                </a:lnTo>
                <a:lnTo>
                  <a:pt x="19200" y="6327"/>
                </a:lnTo>
                <a:lnTo>
                  <a:pt x="19200" y="6360"/>
                </a:lnTo>
                <a:lnTo>
                  <a:pt x="18784" y="6360"/>
                </a:lnTo>
                <a:lnTo>
                  <a:pt x="18784" y="6809"/>
                </a:lnTo>
                <a:lnTo>
                  <a:pt x="19200" y="6809"/>
                </a:lnTo>
                <a:lnTo>
                  <a:pt x="19200" y="6842"/>
                </a:lnTo>
                <a:lnTo>
                  <a:pt x="18784" y="6842"/>
                </a:lnTo>
                <a:lnTo>
                  <a:pt x="18784" y="7292"/>
                </a:lnTo>
                <a:lnTo>
                  <a:pt x="19200" y="7292"/>
                </a:lnTo>
                <a:lnTo>
                  <a:pt x="19200" y="7325"/>
                </a:lnTo>
                <a:lnTo>
                  <a:pt x="18784" y="7325"/>
                </a:lnTo>
                <a:lnTo>
                  <a:pt x="18784" y="7775"/>
                </a:lnTo>
                <a:lnTo>
                  <a:pt x="19200" y="7775"/>
                </a:lnTo>
                <a:lnTo>
                  <a:pt x="19200" y="7808"/>
                </a:lnTo>
                <a:lnTo>
                  <a:pt x="18784" y="7808"/>
                </a:lnTo>
                <a:lnTo>
                  <a:pt x="18784" y="8257"/>
                </a:lnTo>
                <a:lnTo>
                  <a:pt x="19200" y="8257"/>
                </a:lnTo>
                <a:lnTo>
                  <a:pt x="19200" y="8290"/>
                </a:lnTo>
                <a:lnTo>
                  <a:pt x="18784" y="8290"/>
                </a:lnTo>
                <a:lnTo>
                  <a:pt x="18784" y="8740"/>
                </a:lnTo>
                <a:lnTo>
                  <a:pt x="19200" y="8740"/>
                </a:lnTo>
                <a:lnTo>
                  <a:pt x="19200" y="8773"/>
                </a:lnTo>
                <a:lnTo>
                  <a:pt x="18784" y="8773"/>
                </a:lnTo>
                <a:lnTo>
                  <a:pt x="18784" y="9223"/>
                </a:lnTo>
                <a:lnTo>
                  <a:pt x="19200" y="9223"/>
                </a:lnTo>
                <a:lnTo>
                  <a:pt x="19200" y="9256"/>
                </a:lnTo>
                <a:lnTo>
                  <a:pt x="18784" y="9256"/>
                </a:lnTo>
                <a:lnTo>
                  <a:pt x="18784" y="9705"/>
                </a:lnTo>
                <a:lnTo>
                  <a:pt x="19200" y="9705"/>
                </a:lnTo>
                <a:lnTo>
                  <a:pt x="19200" y="9738"/>
                </a:lnTo>
                <a:lnTo>
                  <a:pt x="18784" y="9738"/>
                </a:lnTo>
                <a:lnTo>
                  <a:pt x="18784" y="10188"/>
                </a:lnTo>
                <a:lnTo>
                  <a:pt x="19200" y="10188"/>
                </a:lnTo>
                <a:lnTo>
                  <a:pt x="19200" y="10221"/>
                </a:lnTo>
                <a:lnTo>
                  <a:pt x="18784" y="10221"/>
                </a:lnTo>
                <a:lnTo>
                  <a:pt x="18784" y="10778"/>
                </a:lnTo>
                <a:lnTo>
                  <a:pt x="18751" y="10778"/>
                </a:lnTo>
                <a:lnTo>
                  <a:pt x="18751" y="10221"/>
                </a:lnTo>
                <a:lnTo>
                  <a:pt x="18302" y="10221"/>
                </a:lnTo>
                <a:lnTo>
                  <a:pt x="18302" y="10778"/>
                </a:lnTo>
                <a:lnTo>
                  <a:pt x="18269" y="10778"/>
                </a:lnTo>
                <a:lnTo>
                  <a:pt x="18269" y="10221"/>
                </a:lnTo>
                <a:lnTo>
                  <a:pt x="17819" y="10221"/>
                </a:lnTo>
                <a:lnTo>
                  <a:pt x="17819" y="10778"/>
                </a:lnTo>
                <a:lnTo>
                  <a:pt x="17786" y="10778"/>
                </a:lnTo>
                <a:lnTo>
                  <a:pt x="17786" y="10221"/>
                </a:lnTo>
                <a:lnTo>
                  <a:pt x="17336" y="10221"/>
                </a:lnTo>
                <a:lnTo>
                  <a:pt x="17336" y="10778"/>
                </a:lnTo>
                <a:lnTo>
                  <a:pt x="17303" y="10778"/>
                </a:lnTo>
                <a:lnTo>
                  <a:pt x="17303" y="10221"/>
                </a:lnTo>
                <a:lnTo>
                  <a:pt x="16854" y="10221"/>
                </a:lnTo>
                <a:lnTo>
                  <a:pt x="16854" y="10778"/>
                </a:lnTo>
                <a:lnTo>
                  <a:pt x="16821" y="10778"/>
                </a:lnTo>
                <a:lnTo>
                  <a:pt x="16821" y="10221"/>
                </a:lnTo>
                <a:lnTo>
                  <a:pt x="16371" y="10221"/>
                </a:lnTo>
                <a:lnTo>
                  <a:pt x="16371" y="10778"/>
                </a:lnTo>
                <a:lnTo>
                  <a:pt x="16338" y="10778"/>
                </a:lnTo>
                <a:lnTo>
                  <a:pt x="16338" y="10221"/>
                </a:lnTo>
                <a:lnTo>
                  <a:pt x="15888" y="10221"/>
                </a:lnTo>
                <a:lnTo>
                  <a:pt x="15888" y="10778"/>
                </a:lnTo>
                <a:lnTo>
                  <a:pt x="15855" y="10778"/>
                </a:lnTo>
                <a:lnTo>
                  <a:pt x="15855" y="10221"/>
                </a:lnTo>
                <a:lnTo>
                  <a:pt x="15406" y="10221"/>
                </a:lnTo>
                <a:lnTo>
                  <a:pt x="15406" y="10778"/>
                </a:lnTo>
                <a:lnTo>
                  <a:pt x="15373" y="10778"/>
                </a:lnTo>
                <a:lnTo>
                  <a:pt x="15373" y="10221"/>
                </a:lnTo>
                <a:lnTo>
                  <a:pt x="14923" y="10221"/>
                </a:lnTo>
                <a:lnTo>
                  <a:pt x="14923" y="10778"/>
                </a:lnTo>
                <a:lnTo>
                  <a:pt x="14890" y="10778"/>
                </a:lnTo>
                <a:lnTo>
                  <a:pt x="14890" y="10221"/>
                </a:lnTo>
                <a:lnTo>
                  <a:pt x="14440" y="10221"/>
                </a:lnTo>
                <a:lnTo>
                  <a:pt x="14440" y="10778"/>
                </a:lnTo>
                <a:lnTo>
                  <a:pt x="14407" y="10778"/>
                </a:lnTo>
                <a:lnTo>
                  <a:pt x="14407" y="10221"/>
                </a:lnTo>
                <a:lnTo>
                  <a:pt x="13958" y="10221"/>
                </a:lnTo>
                <a:lnTo>
                  <a:pt x="13958" y="10778"/>
                </a:lnTo>
                <a:lnTo>
                  <a:pt x="13925" y="10778"/>
                </a:lnTo>
                <a:lnTo>
                  <a:pt x="13925" y="10221"/>
                </a:lnTo>
                <a:lnTo>
                  <a:pt x="13475" y="10221"/>
                </a:lnTo>
                <a:lnTo>
                  <a:pt x="13475" y="10778"/>
                </a:lnTo>
                <a:lnTo>
                  <a:pt x="13442" y="10778"/>
                </a:lnTo>
                <a:lnTo>
                  <a:pt x="13442" y="10221"/>
                </a:lnTo>
                <a:lnTo>
                  <a:pt x="12992" y="10221"/>
                </a:lnTo>
                <a:lnTo>
                  <a:pt x="12992" y="10778"/>
                </a:lnTo>
                <a:lnTo>
                  <a:pt x="12959" y="10778"/>
                </a:lnTo>
                <a:lnTo>
                  <a:pt x="12959" y="10221"/>
                </a:lnTo>
                <a:lnTo>
                  <a:pt x="12510" y="10221"/>
                </a:lnTo>
                <a:lnTo>
                  <a:pt x="12510" y="10778"/>
                </a:lnTo>
                <a:lnTo>
                  <a:pt x="12477" y="10778"/>
                </a:lnTo>
                <a:lnTo>
                  <a:pt x="12477" y="10221"/>
                </a:lnTo>
                <a:lnTo>
                  <a:pt x="12027" y="10221"/>
                </a:lnTo>
                <a:lnTo>
                  <a:pt x="12027" y="10778"/>
                </a:lnTo>
                <a:lnTo>
                  <a:pt x="11994" y="10778"/>
                </a:lnTo>
                <a:lnTo>
                  <a:pt x="11994" y="10221"/>
                </a:lnTo>
                <a:lnTo>
                  <a:pt x="11544" y="10221"/>
                </a:lnTo>
                <a:lnTo>
                  <a:pt x="11544" y="10778"/>
                </a:lnTo>
                <a:lnTo>
                  <a:pt x="11511" y="10778"/>
                </a:lnTo>
                <a:lnTo>
                  <a:pt x="11511" y="10221"/>
                </a:lnTo>
                <a:lnTo>
                  <a:pt x="11062" y="10221"/>
                </a:lnTo>
                <a:lnTo>
                  <a:pt x="11062" y="10778"/>
                </a:lnTo>
                <a:lnTo>
                  <a:pt x="11029" y="10778"/>
                </a:lnTo>
                <a:lnTo>
                  <a:pt x="11029" y="10221"/>
                </a:lnTo>
                <a:lnTo>
                  <a:pt x="10579" y="10221"/>
                </a:lnTo>
                <a:lnTo>
                  <a:pt x="10579" y="10778"/>
                </a:lnTo>
                <a:lnTo>
                  <a:pt x="10546" y="10778"/>
                </a:lnTo>
                <a:lnTo>
                  <a:pt x="10546" y="10221"/>
                </a:lnTo>
                <a:lnTo>
                  <a:pt x="10096" y="10221"/>
                </a:lnTo>
                <a:lnTo>
                  <a:pt x="10096" y="10778"/>
                </a:lnTo>
                <a:lnTo>
                  <a:pt x="10063" y="10778"/>
                </a:lnTo>
                <a:lnTo>
                  <a:pt x="10063" y="10221"/>
                </a:lnTo>
                <a:lnTo>
                  <a:pt x="9614" y="10221"/>
                </a:lnTo>
                <a:lnTo>
                  <a:pt x="9614" y="10778"/>
                </a:lnTo>
                <a:lnTo>
                  <a:pt x="9581" y="10778"/>
                </a:lnTo>
                <a:lnTo>
                  <a:pt x="9581" y="10221"/>
                </a:lnTo>
                <a:lnTo>
                  <a:pt x="9131" y="10221"/>
                </a:lnTo>
                <a:lnTo>
                  <a:pt x="9131" y="10778"/>
                </a:lnTo>
                <a:lnTo>
                  <a:pt x="9098" y="10778"/>
                </a:lnTo>
                <a:lnTo>
                  <a:pt x="9098" y="10221"/>
                </a:lnTo>
                <a:lnTo>
                  <a:pt x="8648" y="10221"/>
                </a:lnTo>
                <a:lnTo>
                  <a:pt x="8648" y="10778"/>
                </a:lnTo>
                <a:lnTo>
                  <a:pt x="8615" y="10778"/>
                </a:lnTo>
                <a:lnTo>
                  <a:pt x="8615" y="10221"/>
                </a:lnTo>
                <a:lnTo>
                  <a:pt x="8166" y="10221"/>
                </a:lnTo>
                <a:lnTo>
                  <a:pt x="8166" y="10778"/>
                </a:lnTo>
                <a:lnTo>
                  <a:pt x="8133" y="10778"/>
                </a:lnTo>
                <a:lnTo>
                  <a:pt x="8133" y="10221"/>
                </a:lnTo>
                <a:lnTo>
                  <a:pt x="7683" y="10221"/>
                </a:lnTo>
                <a:lnTo>
                  <a:pt x="7683" y="10778"/>
                </a:lnTo>
                <a:lnTo>
                  <a:pt x="7650" y="10778"/>
                </a:lnTo>
                <a:lnTo>
                  <a:pt x="7650" y="10221"/>
                </a:lnTo>
                <a:lnTo>
                  <a:pt x="7200" y="10221"/>
                </a:lnTo>
                <a:lnTo>
                  <a:pt x="7200" y="10778"/>
                </a:lnTo>
                <a:lnTo>
                  <a:pt x="7167" y="10778"/>
                </a:lnTo>
                <a:lnTo>
                  <a:pt x="7167" y="10221"/>
                </a:lnTo>
                <a:lnTo>
                  <a:pt x="6718" y="10221"/>
                </a:lnTo>
                <a:lnTo>
                  <a:pt x="6718" y="10778"/>
                </a:lnTo>
                <a:lnTo>
                  <a:pt x="6685" y="10778"/>
                </a:lnTo>
                <a:lnTo>
                  <a:pt x="6685" y="10221"/>
                </a:lnTo>
                <a:lnTo>
                  <a:pt x="6235" y="10221"/>
                </a:lnTo>
                <a:lnTo>
                  <a:pt x="6235" y="10778"/>
                </a:lnTo>
                <a:lnTo>
                  <a:pt x="6202" y="10778"/>
                </a:lnTo>
                <a:lnTo>
                  <a:pt x="6202" y="10221"/>
                </a:lnTo>
                <a:lnTo>
                  <a:pt x="5752" y="10221"/>
                </a:lnTo>
                <a:lnTo>
                  <a:pt x="5752" y="10778"/>
                </a:lnTo>
                <a:lnTo>
                  <a:pt x="5719" y="10778"/>
                </a:lnTo>
                <a:lnTo>
                  <a:pt x="5719" y="10221"/>
                </a:lnTo>
                <a:lnTo>
                  <a:pt x="5270" y="10221"/>
                </a:lnTo>
                <a:lnTo>
                  <a:pt x="5270" y="10778"/>
                </a:lnTo>
                <a:lnTo>
                  <a:pt x="5237" y="10778"/>
                </a:lnTo>
                <a:lnTo>
                  <a:pt x="5237" y="10221"/>
                </a:lnTo>
                <a:lnTo>
                  <a:pt x="4787" y="10221"/>
                </a:lnTo>
                <a:lnTo>
                  <a:pt x="4787" y="10778"/>
                </a:lnTo>
                <a:lnTo>
                  <a:pt x="4754" y="10778"/>
                </a:lnTo>
                <a:lnTo>
                  <a:pt x="4754" y="10221"/>
                </a:lnTo>
                <a:lnTo>
                  <a:pt x="4304" y="10221"/>
                </a:lnTo>
                <a:lnTo>
                  <a:pt x="4304" y="10778"/>
                </a:lnTo>
                <a:lnTo>
                  <a:pt x="4271" y="10778"/>
                </a:lnTo>
                <a:lnTo>
                  <a:pt x="4271" y="10221"/>
                </a:lnTo>
                <a:lnTo>
                  <a:pt x="3822" y="10221"/>
                </a:lnTo>
                <a:lnTo>
                  <a:pt x="3822" y="10778"/>
                </a:lnTo>
                <a:lnTo>
                  <a:pt x="3789" y="10778"/>
                </a:lnTo>
                <a:lnTo>
                  <a:pt x="3789" y="10221"/>
                </a:lnTo>
                <a:lnTo>
                  <a:pt x="3339" y="10221"/>
                </a:lnTo>
                <a:lnTo>
                  <a:pt x="3339" y="10778"/>
                </a:lnTo>
                <a:lnTo>
                  <a:pt x="3306" y="10778"/>
                </a:lnTo>
                <a:lnTo>
                  <a:pt x="3306" y="10221"/>
                </a:lnTo>
                <a:lnTo>
                  <a:pt x="2856" y="10221"/>
                </a:lnTo>
                <a:lnTo>
                  <a:pt x="2856" y="10778"/>
                </a:lnTo>
                <a:lnTo>
                  <a:pt x="2823" y="10778"/>
                </a:lnTo>
                <a:lnTo>
                  <a:pt x="2823" y="10221"/>
                </a:lnTo>
                <a:lnTo>
                  <a:pt x="2374" y="10221"/>
                </a:lnTo>
                <a:lnTo>
                  <a:pt x="2374" y="10778"/>
                </a:lnTo>
                <a:lnTo>
                  <a:pt x="2341" y="10778"/>
                </a:lnTo>
                <a:lnTo>
                  <a:pt x="2341" y="10221"/>
                </a:lnTo>
                <a:lnTo>
                  <a:pt x="1891" y="10221"/>
                </a:lnTo>
                <a:lnTo>
                  <a:pt x="1891" y="10778"/>
                </a:lnTo>
                <a:lnTo>
                  <a:pt x="1858" y="10778"/>
                </a:lnTo>
                <a:lnTo>
                  <a:pt x="1858" y="10221"/>
                </a:lnTo>
                <a:lnTo>
                  <a:pt x="1408" y="10221"/>
                </a:lnTo>
                <a:lnTo>
                  <a:pt x="1408" y="10778"/>
                </a:lnTo>
                <a:lnTo>
                  <a:pt x="1375" y="10778"/>
                </a:lnTo>
                <a:lnTo>
                  <a:pt x="1375" y="10221"/>
                </a:lnTo>
                <a:lnTo>
                  <a:pt x="926" y="10221"/>
                </a:lnTo>
                <a:lnTo>
                  <a:pt x="926" y="10778"/>
                </a:lnTo>
                <a:lnTo>
                  <a:pt x="893" y="10778"/>
                </a:lnTo>
                <a:lnTo>
                  <a:pt x="893" y="10221"/>
                </a:lnTo>
                <a:lnTo>
                  <a:pt x="443" y="10221"/>
                </a:lnTo>
                <a:lnTo>
                  <a:pt x="443" y="10778"/>
                </a:lnTo>
                <a:lnTo>
                  <a:pt x="410" y="10778"/>
                </a:lnTo>
                <a:lnTo>
                  <a:pt x="410" y="10221"/>
                </a:lnTo>
                <a:lnTo>
                  <a:pt x="0" y="10221"/>
                </a:lnTo>
                <a:lnTo>
                  <a:pt x="0" y="10188"/>
                </a:lnTo>
                <a:lnTo>
                  <a:pt x="410" y="10188"/>
                </a:lnTo>
                <a:lnTo>
                  <a:pt x="410" y="9738"/>
                </a:lnTo>
                <a:lnTo>
                  <a:pt x="0" y="9738"/>
                </a:lnTo>
                <a:lnTo>
                  <a:pt x="0" y="9705"/>
                </a:lnTo>
                <a:lnTo>
                  <a:pt x="410" y="9705"/>
                </a:lnTo>
                <a:lnTo>
                  <a:pt x="410" y="9256"/>
                </a:lnTo>
                <a:lnTo>
                  <a:pt x="0" y="9256"/>
                </a:lnTo>
                <a:lnTo>
                  <a:pt x="0" y="9223"/>
                </a:lnTo>
                <a:lnTo>
                  <a:pt x="410" y="9223"/>
                </a:lnTo>
                <a:lnTo>
                  <a:pt x="410" y="8773"/>
                </a:lnTo>
                <a:lnTo>
                  <a:pt x="0" y="8773"/>
                </a:lnTo>
                <a:lnTo>
                  <a:pt x="0" y="8740"/>
                </a:lnTo>
                <a:lnTo>
                  <a:pt x="410" y="8740"/>
                </a:lnTo>
                <a:lnTo>
                  <a:pt x="410" y="8290"/>
                </a:lnTo>
                <a:lnTo>
                  <a:pt x="0" y="8290"/>
                </a:lnTo>
                <a:lnTo>
                  <a:pt x="0" y="8257"/>
                </a:lnTo>
                <a:lnTo>
                  <a:pt x="410" y="8257"/>
                </a:lnTo>
                <a:lnTo>
                  <a:pt x="410" y="7808"/>
                </a:lnTo>
                <a:lnTo>
                  <a:pt x="0" y="7808"/>
                </a:lnTo>
                <a:lnTo>
                  <a:pt x="0" y="7775"/>
                </a:lnTo>
                <a:lnTo>
                  <a:pt x="410" y="7775"/>
                </a:lnTo>
                <a:lnTo>
                  <a:pt x="410" y="7325"/>
                </a:lnTo>
                <a:lnTo>
                  <a:pt x="0" y="7325"/>
                </a:lnTo>
                <a:lnTo>
                  <a:pt x="0" y="7292"/>
                </a:lnTo>
                <a:lnTo>
                  <a:pt x="410" y="7292"/>
                </a:lnTo>
                <a:lnTo>
                  <a:pt x="410" y="6842"/>
                </a:lnTo>
                <a:lnTo>
                  <a:pt x="0" y="6842"/>
                </a:lnTo>
                <a:lnTo>
                  <a:pt x="0" y="6809"/>
                </a:lnTo>
                <a:lnTo>
                  <a:pt x="410" y="6809"/>
                </a:lnTo>
                <a:lnTo>
                  <a:pt x="410" y="6360"/>
                </a:lnTo>
                <a:lnTo>
                  <a:pt x="0" y="6360"/>
                </a:lnTo>
                <a:lnTo>
                  <a:pt x="0" y="6327"/>
                </a:lnTo>
                <a:lnTo>
                  <a:pt x="410" y="6327"/>
                </a:lnTo>
                <a:lnTo>
                  <a:pt x="410" y="5877"/>
                </a:lnTo>
                <a:lnTo>
                  <a:pt x="0" y="5877"/>
                </a:lnTo>
                <a:lnTo>
                  <a:pt x="0" y="5844"/>
                </a:lnTo>
                <a:lnTo>
                  <a:pt x="410" y="5844"/>
                </a:lnTo>
                <a:lnTo>
                  <a:pt x="410" y="5812"/>
                </a:lnTo>
                <a:lnTo>
                  <a:pt x="410" y="5358"/>
                </a:lnTo>
                <a:lnTo>
                  <a:pt x="410" y="5346"/>
                </a:lnTo>
                <a:lnTo>
                  <a:pt x="0" y="5346"/>
                </a:lnTo>
                <a:lnTo>
                  <a:pt x="0" y="5313"/>
                </a:lnTo>
                <a:lnTo>
                  <a:pt x="410" y="5313"/>
                </a:lnTo>
                <a:lnTo>
                  <a:pt x="410" y="4863"/>
                </a:lnTo>
                <a:lnTo>
                  <a:pt x="0" y="4863"/>
                </a:lnTo>
                <a:lnTo>
                  <a:pt x="0" y="4830"/>
                </a:lnTo>
                <a:lnTo>
                  <a:pt x="410" y="4830"/>
                </a:lnTo>
                <a:lnTo>
                  <a:pt x="410" y="4381"/>
                </a:lnTo>
                <a:lnTo>
                  <a:pt x="0" y="4381"/>
                </a:lnTo>
                <a:lnTo>
                  <a:pt x="0" y="4348"/>
                </a:lnTo>
                <a:lnTo>
                  <a:pt x="410" y="4348"/>
                </a:lnTo>
                <a:lnTo>
                  <a:pt x="410" y="3898"/>
                </a:lnTo>
                <a:lnTo>
                  <a:pt x="0" y="3898"/>
                </a:lnTo>
                <a:lnTo>
                  <a:pt x="0" y="3865"/>
                </a:lnTo>
                <a:lnTo>
                  <a:pt x="410" y="3865"/>
                </a:lnTo>
                <a:lnTo>
                  <a:pt x="410" y="3415"/>
                </a:lnTo>
                <a:lnTo>
                  <a:pt x="0" y="3415"/>
                </a:lnTo>
                <a:lnTo>
                  <a:pt x="0" y="3382"/>
                </a:lnTo>
                <a:lnTo>
                  <a:pt x="410" y="3382"/>
                </a:lnTo>
                <a:lnTo>
                  <a:pt x="410" y="2933"/>
                </a:lnTo>
                <a:lnTo>
                  <a:pt x="0" y="2933"/>
                </a:lnTo>
                <a:lnTo>
                  <a:pt x="0" y="2900"/>
                </a:lnTo>
                <a:lnTo>
                  <a:pt x="410" y="2900"/>
                </a:lnTo>
                <a:lnTo>
                  <a:pt x="410" y="2450"/>
                </a:lnTo>
                <a:lnTo>
                  <a:pt x="0" y="2450"/>
                </a:lnTo>
                <a:lnTo>
                  <a:pt x="0" y="2417"/>
                </a:lnTo>
                <a:lnTo>
                  <a:pt x="410" y="2417"/>
                </a:lnTo>
                <a:lnTo>
                  <a:pt x="410" y="1967"/>
                </a:lnTo>
                <a:lnTo>
                  <a:pt x="0" y="1967"/>
                </a:lnTo>
                <a:lnTo>
                  <a:pt x="0" y="1934"/>
                </a:lnTo>
                <a:lnTo>
                  <a:pt x="410" y="1934"/>
                </a:lnTo>
                <a:lnTo>
                  <a:pt x="410" y="1484"/>
                </a:lnTo>
                <a:lnTo>
                  <a:pt x="0" y="1484"/>
                </a:lnTo>
                <a:lnTo>
                  <a:pt x="0" y="1451"/>
                </a:lnTo>
                <a:lnTo>
                  <a:pt x="410" y="1451"/>
                </a:lnTo>
                <a:lnTo>
                  <a:pt x="410" y="1002"/>
                </a:lnTo>
                <a:lnTo>
                  <a:pt x="0" y="1002"/>
                </a:lnTo>
                <a:lnTo>
                  <a:pt x="0" y="969"/>
                </a:lnTo>
                <a:lnTo>
                  <a:pt x="410" y="969"/>
                </a:lnTo>
                <a:lnTo>
                  <a:pt x="410" y="519"/>
                </a:lnTo>
                <a:lnTo>
                  <a:pt x="0" y="519"/>
                </a:lnTo>
                <a:lnTo>
                  <a:pt x="0" y="486"/>
                </a:lnTo>
                <a:lnTo>
                  <a:pt x="410" y="486"/>
                </a:lnTo>
                <a:lnTo>
                  <a:pt x="410" y="0"/>
                </a:lnTo>
                <a:close/>
              </a:path>
            </a:pathLst>
          </a:custGeom>
          <a:solidFill>
            <a:schemeClr val="accent1">
              <a:alpha val="7000"/>
            </a:schemeClr>
          </a:solidFill>
          <a:ln w="6393" cap="flat">
            <a:noFill/>
            <a:prstDash val="solid"/>
            <a:miter/>
          </a:ln>
        </p:spPr>
        <p:txBody>
          <a:bodyPr wrap="square" rtlCol="0" anchor="ctr">
            <a:noAutofit/>
          </a:bodyPr>
          <a:lstStyle/>
          <a:p>
            <a:endParaRPr lang="zh-CN" altLang="en-US"/>
          </a:p>
        </p:txBody>
      </p:sp>
      <p:sp useBgFill="1">
        <p:nvSpPr>
          <p:cNvPr id="10" name="任意多边形: 形状 9"/>
          <p:cNvSpPr/>
          <p:nvPr>
            <p:custDataLst>
              <p:tags r:id="rId3"/>
            </p:custDataLst>
          </p:nvPr>
        </p:nvSpPr>
        <p:spPr>
          <a:xfrm>
            <a:off x="770890" y="1574800"/>
            <a:ext cx="10650220" cy="4893310"/>
          </a:xfrm>
          <a:custGeom>
            <a:avLst/>
            <a:gdLst>
              <a:gd name="connsiteX0" fmla="*/ 701456 w 1559468"/>
              <a:gd name="connsiteY0" fmla="*/ 1067 h 1089653"/>
              <a:gd name="connsiteX1" fmla="*/ 767285 w 1559468"/>
              <a:gd name="connsiteY1" fmla="*/ 12091 h 1089653"/>
              <a:gd name="connsiteX2" fmla="*/ 832341 w 1559468"/>
              <a:gd name="connsiteY2" fmla="*/ 14758 h 1089653"/>
              <a:gd name="connsiteX3" fmla="*/ 995409 w 1559468"/>
              <a:gd name="connsiteY3" fmla="*/ 23616 h 1089653"/>
              <a:gd name="connsiteX4" fmla="*/ 1049987 w 1559468"/>
              <a:gd name="connsiteY4" fmla="*/ 21044 h 1089653"/>
              <a:gd name="connsiteX5" fmla="*/ 1169526 w 1559468"/>
              <a:gd name="connsiteY5" fmla="*/ 27045 h 1089653"/>
              <a:gd name="connsiteX6" fmla="*/ 1225152 w 1559468"/>
              <a:gd name="connsiteY6" fmla="*/ 26854 h 1089653"/>
              <a:gd name="connsiteX7" fmla="*/ 1382410 w 1559468"/>
              <a:gd name="connsiteY7" fmla="*/ 16663 h 1089653"/>
              <a:gd name="connsiteX8" fmla="*/ 1413842 w 1559468"/>
              <a:gd name="connsiteY8" fmla="*/ 19901 h 1089653"/>
              <a:gd name="connsiteX9" fmla="*/ 1534905 w 1559468"/>
              <a:gd name="connsiteY9" fmla="*/ 87529 h 1089653"/>
              <a:gd name="connsiteX10" fmla="*/ 1557194 w 1559468"/>
              <a:gd name="connsiteY10" fmla="*/ 186684 h 1089653"/>
              <a:gd name="connsiteX11" fmla="*/ 1551406 w 1559468"/>
              <a:gd name="connsiteY11" fmla="*/ 241276 h 1089653"/>
              <a:gd name="connsiteX12" fmla="*/ 1550241 w 1559468"/>
              <a:gd name="connsiteY12" fmla="*/ 264457 h 1089653"/>
              <a:gd name="connsiteX13" fmla="*/ 1550241 w 1559468"/>
              <a:gd name="connsiteY13" fmla="*/ 1006786 h 1089653"/>
              <a:gd name="connsiteX14" fmla="*/ 1467373 w 1559468"/>
              <a:gd name="connsiteY14" fmla="*/ 1089653 h 1089653"/>
              <a:gd name="connsiteX15" fmla="*/ 92916 w 1559468"/>
              <a:gd name="connsiteY15" fmla="*/ 1089653 h 1089653"/>
              <a:gd name="connsiteX16" fmla="*/ 9953 w 1559468"/>
              <a:gd name="connsiteY16" fmla="*/ 1006691 h 1089653"/>
              <a:gd name="connsiteX17" fmla="*/ 9953 w 1559468"/>
              <a:gd name="connsiteY17" fmla="*/ 369038 h 1089653"/>
              <a:gd name="connsiteX18" fmla="*/ 8646 w 1559468"/>
              <a:gd name="connsiteY18" fmla="*/ 362716 h 1089653"/>
              <a:gd name="connsiteX19" fmla="*/ 5190 w 1559468"/>
              <a:gd name="connsiteY19" fmla="*/ 255359 h 1089653"/>
              <a:gd name="connsiteX20" fmla="*/ 4238 w 1559468"/>
              <a:gd name="connsiteY20" fmla="*/ 154585 h 1089653"/>
              <a:gd name="connsiteX21" fmla="*/ 8619 w 1559468"/>
              <a:gd name="connsiteY21" fmla="*/ 123438 h 1089653"/>
              <a:gd name="connsiteX22" fmla="*/ 122538 w 1559468"/>
              <a:gd name="connsiteY22" fmla="*/ 45809 h 1089653"/>
              <a:gd name="connsiteX23" fmla="*/ 171878 w 1559468"/>
              <a:gd name="connsiteY23" fmla="*/ 32284 h 1089653"/>
              <a:gd name="connsiteX24" fmla="*/ 296560 w 1559468"/>
              <a:gd name="connsiteY24" fmla="*/ 16758 h 1089653"/>
              <a:gd name="connsiteX25" fmla="*/ 355329 w 1559468"/>
              <a:gd name="connsiteY25" fmla="*/ 16091 h 1089653"/>
              <a:gd name="connsiteX26" fmla="*/ 477440 w 1559468"/>
              <a:gd name="connsiteY26" fmla="*/ 16282 h 1089653"/>
              <a:gd name="connsiteX27" fmla="*/ 552401 w 1559468"/>
              <a:gd name="connsiteY27" fmla="*/ 19806 h 1089653"/>
              <a:gd name="connsiteX28" fmla="*/ 701456 w 1559468"/>
              <a:gd name="connsiteY28" fmla="*/ 1067 h 1089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59468" h="1089653">
                <a:moveTo>
                  <a:pt x="701456" y="1067"/>
                </a:moveTo>
                <a:cubicBezTo>
                  <a:pt x="722357" y="2655"/>
                  <a:pt x="744402" y="6114"/>
                  <a:pt x="767285" y="12091"/>
                </a:cubicBezTo>
                <a:cubicBezTo>
                  <a:pt x="788526" y="17615"/>
                  <a:pt x="810719" y="18472"/>
                  <a:pt x="832341" y="14758"/>
                </a:cubicBezTo>
                <a:cubicBezTo>
                  <a:pt x="871394" y="7995"/>
                  <a:pt x="938259" y="1804"/>
                  <a:pt x="995409" y="23616"/>
                </a:cubicBezTo>
                <a:cubicBezTo>
                  <a:pt x="1013126" y="30379"/>
                  <a:pt x="1032747" y="28950"/>
                  <a:pt x="1049987" y="21044"/>
                </a:cubicBezTo>
                <a:cubicBezTo>
                  <a:pt x="1075895" y="9233"/>
                  <a:pt x="1118758" y="-387"/>
                  <a:pt x="1169526" y="27045"/>
                </a:cubicBezTo>
                <a:cubicBezTo>
                  <a:pt x="1186957" y="36475"/>
                  <a:pt x="1207817" y="36379"/>
                  <a:pt x="1225152" y="26854"/>
                </a:cubicBezTo>
                <a:cubicBezTo>
                  <a:pt x="1256489" y="9519"/>
                  <a:pt x="1312687" y="-9722"/>
                  <a:pt x="1382410" y="16663"/>
                </a:cubicBezTo>
                <a:cubicBezTo>
                  <a:pt x="1392411" y="20473"/>
                  <a:pt x="1403270" y="21616"/>
                  <a:pt x="1413842" y="19901"/>
                </a:cubicBezTo>
                <a:cubicBezTo>
                  <a:pt x="1443942" y="14948"/>
                  <a:pt x="1509473" y="13424"/>
                  <a:pt x="1534905" y="87529"/>
                </a:cubicBezTo>
                <a:cubicBezTo>
                  <a:pt x="1534905" y="87529"/>
                  <a:pt x="1568338" y="101626"/>
                  <a:pt x="1557194" y="186684"/>
                </a:cubicBezTo>
                <a:cubicBezTo>
                  <a:pt x="1554408" y="207949"/>
                  <a:pt x="1552581" y="226064"/>
                  <a:pt x="1551406" y="241276"/>
                </a:cubicBezTo>
                <a:lnTo>
                  <a:pt x="1550241" y="264457"/>
                </a:lnTo>
                <a:lnTo>
                  <a:pt x="1550241" y="1006786"/>
                </a:lnTo>
                <a:cubicBezTo>
                  <a:pt x="1550241" y="1052315"/>
                  <a:pt x="1512998" y="1089653"/>
                  <a:pt x="1467373" y="1089653"/>
                </a:cubicBezTo>
                <a:lnTo>
                  <a:pt x="92916" y="1089653"/>
                </a:lnTo>
                <a:cubicBezTo>
                  <a:pt x="47291" y="1089653"/>
                  <a:pt x="9953" y="1052315"/>
                  <a:pt x="9953" y="1006691"/>
                </a:cubicBezTo>
                <a:lnTo>
                  <a:pt x="9953" y="369038"/>
                </a:lnTo>
                <a:lnTo>
                  <a:pt x="8646" y="362716"/>
                </a:lnTo>
                <a:cubicBezTo>
                  <a:pt x="4923" y="342816"/>
                  <a:pt x="-1668" y="297721"/>
                  <a:pt x="5190" y="255359"/>
                </a:cubicBezTo>
                <a:cubicBezTo>
                  <a:pt x="8238" y="236214"/>
                  <a:pt x="-7097" y="175635"/>
                  <a:pt x="4238" y="154585"/>
                </a:cubicBezTo>
                <a:cubicBezTo>
                  <a:pt x="9286" y="145250"/>
                  <a:pt x="9476" y="134011"/>
                  <a:pt x="8619" y="123438"/>
                </a:cubicBezTo>
                <a:cubicBezTo>
                  <a:pt x="6143" y="93434"/>
                  <a:pt x="13858" y="31712"/>
                  <a:pt x="122538" y="45809"/>
                </a:cubicBezTo>
                <a:cubicBezTo>
                  <a:pt x="140255" y="48095"/>
                  <a:pt x="157971" y="43428"/>
                  <a:pt x="171878" y="32284"/>
                </a:cubicBezTo>
                <a:cubicBezTo>
                  <a:pt x="194928" y="13805"/>
                  <a:pt x="237981" y="-8102"/>
                  <a:pt x="296560" y="16758"/>
                </a:cubicBezTo>
                <a:cubicBezTo>
                  <a:pt x="315515" y="24759"/>
                  <a:pt x="336660" y="24664"/>
                  <a:pt x="355329" y="16091"/>
                </a:cubicBezTo>
                <a:cubicBezTo>
                  <a:pt x="382666" y="3423"/>
                  <a:pt x="427243" y="-7721"/>
                  <a:pt x="477440" y="16282"/>
                </a:cubicBezTo>
                <a:cubicBezTo>
                  <a:pt x="500871" y="27521"/>
                  <a:pt x="527827" y="28093"/>
                  <a:pt x="552401" y="19806"/>
                </a:cubicBezTo>
                <a:cubicBezTo>
                  <a:pt x="586334" y="8376"/>
                  <a:pt x="638752" y="-3697"/>
                  <a:pt x="701456" y="1067"/>
                </a:cubicBezTo>
                <a:close/>
              </a:path>
            </a:pathLst>
          </a:custGeom>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useBgFill="1">
        <p:nvSpPr>
          <p:cNvPr id="3" name="任意多边形: 形状 9"/>
          <p:cNvSpPr/>
          <p:nvPr>
            <p:custDataLst>
              <p:tags r:id="rId4"/>
            </p:custDataLst>
          </p:nvPr>
        </p:nvSpPr>
        <p:spPr>
          <a:xfrm>
            <a:off x="770890" y="1574800"/>
            <a:ext cx="10650220" cy="4893310"/>
          </a:xfrm>
          <a:custGeom>
            <a:avLst/>
            <a:gdLst>
              <a:gd name="connsiteX0" fmla="*/ 701456 w 1559468"/>
              <a:gd name="connsiteY0" fmla="*/ 1067 h 1089653"/>
              <a:gd name="connsiteX1" fmla="*/ 767285 w 1559468"/>
              <a:gd name="connsiteY1" fmla="*/ 12091 h 1089653"/>
              <a:gd name="connsiteX2" fmla="*/ 832341 w 1559468"/>
              <a:gd name="connsiteY2" fmla="*/ 14758 h 1089653"/>
              <a:gd name="connsiteX3" fmla="*/ 995409 w 1559468"/>
              <a:gd name="connsiteY3" fmla="*/ 23616 h 1089653"/>
              <a:gd name="connsiteX4" fmla="*/ 1049987 w 1559468"/>
              <a:gd name="connsiteY4" fmla="*/ 21044 h 1089653"/>
              <a:gd name="connsiteX5" fmla="*/ 1169526 w 1559468"/>
              <a:gd name="connsiteY5" fmla="*/ 27045 h 1089653"/>
              <a:gd name="connsiteX6" fmla="*/ 1225152 w 1559468"/>
              <a:gd name="connsiteY6" fmla="*/ 26854 h 1089653"/>
              <a:gd name="connsiteX7" fmla="*/ 1382410 w 1559468"/>
              <a:gd name="connsiteY7" fmla="*/ 16663 h 1089653"/>
              <a:gd name="connsiteX8" fmla="*/ 1413842 w 1559468"/>
              <a:gd name="connsiteY8" fmla="*/ 19901 h 1089653"/>
              <a:gd name="connsiteX9" fmla="*/ 1534905 w 1559468"/>
              <a:gd name="connsiteY9" fmla="*/ 87529 h 1089653"/>
              <a:gd name="connsiteX10" fmla="*/ 1557194 w 1559468"/>
              <a:gd name="connsiteY10" fmla="*/ 186684 h 1089653"/>
              <a:gd name="connsiteX11" fmla="*/ 1551406 w 1559468"/>
              <a:gd name="connsiteY11" fmla="*/ 241276 h 1089653"/>
              <a:gd name="connsiteX12" fmla="*/ 1550241 w 1559468"/>
              <a:gd name="connsiteY12" fmla="*/ 264457 h 1089653"/>
              <a:gd name="connsiteX13" fmla="*/ 1550241 w 1559468"/>
              <a:gd name="connsiteY13" fmla="*/ 1006786 h 1089653"/>
              <a:gd name="connsiteX14" fmla="*/ 1467373 w 1559468"/>
              <a:gd name="connsiteY14" fmla="*/ 1089653 h 1089653"/>
              <a:gd name="connsiteX15" fmla="*/ 92916 w 1559468"/>
              <a:gd name="connsiteY15" fmla="*/ 1089653 h 1089653"/>
              <a:gd name="connsiteX16" fmla="*/ 9953 w 1559468"/>
              <a:gd name="connsiteY16" fmla="*/ 1006691 h 1089653"/>
              <a:gd name="connsiteX17" fmla="*/ 9953 w 1559468"/>
              <a:gd name="connsiteY17" fmla="*/ 369038 h 1089653"/>
              <a:gd name="connsiteX18" fmla="*/ 8646 w 1559468"/>
              <a:gd name="connsiteY18" fmla="*/ 362716 h 1089653"/>
              <a:gd name="connsiteX19" fmla="*/ 5190 w 1559468"/>
              <a:gd name="connsiteY19" fmla="*/ 255359 h 1089653"/>
              <a:gd name="connsiteX20" fmla="*/ 4238 w 1559468"/>
              <a:gd name="connsiteY20" fmla="*/ 154585 h 1089653"/>
              <a:gd name="connsiteX21" fmla="*/ 8619 w 1559468"/>
              <a:gd name="connsiteY21" fmla="*/ 123438 h 1089653"/>
              <a:gd name="connsiteX22" fmla="*/ 122538 w 1559468"/>
              <a:gd name="connsiteY22" fmla="*/ 45809 h 1089653"/>
              <a:gd name="connsiteX23" fmla="*/ 171878 w 1559468"/>
              <a:gd name="connsiteY23" fmla="*/ 32284 h 1089653"/>
              <a:gd name="connsiteX24" fmla="*/ 296560 w 1559468"/>
              <a:gd name="connsiteY24" fmla="*/ 16758 h 1089653"/>
              <a:gd name="connsiteX25" fmla="*/ 355329 w 1559468"/>
              <a:gd name="connsiteY25" fmla="*/ 16091 h 1089653"/>
              <a:gd name="connsiteX26" fmla="*/ 477440 w 1559468"/>
              <a:gd name="connsiteY26" fmla="*/ 16282 h 1089653"/>
              <a:gd name="connsiteX27" fmla="*/ 552401 w 1559468"/>
              <a:gd name="connsiteY27" fmla="*/ 19806 h 1089653"/>
              <a:gd name="connsiteX28" fmla="*/ 701456 w 1559468"/>
              <a:gd name="connsiteY28" fmla="*/ 1067 h 1089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59468" h="1089653">
                <a:moveTo>
                  <a:pt x="701456" y="1067"/>
                </a:moveTo>
                <a:cubicBezTo>
                  <a:pt x="722357" y="2655"/>
                  <a:pt x="744402" y="6114"/>
                  <a:pt x="767285" y="12091"/>
                </a:cubicBezTo>
                <a:cubicBezTo>
                  <a:pt x="788526" y="17615"/>
                  <a:pt x="810719" y="18472"/>
                  <a:pt x="832341" y="14758"/>
                </a:cubicBezTo>
                <a:cubicBezTo>
                  <a:pt x="871394" y="7995"/>
                  <a:pt x="938259" y="1804"/>
                  <a:pt x="995409" y="23616"/>
                </a:cubicBezTo>
                <a:cubicBezTo>
                  <a:pt x="1013126" y="30379"/>
                  <a:pt x="1032747" y="28950"/>
                  <a:pt x="1049987" y="21044"/>
                </a:cubicBezTo>
                <a:cubicBezTo>
                  <a:pt x="1075895" y="9233"/>
                  <a:pt x="1118758" y="-387"/>
                  <a:pt x="1169526" y="27045"/>
                </a:cubicBezTo>
                <a:cubicBezTo>
                  <a:pt x="1186957" y="36475"/>
                  <a:pt x="1207817" y="36379"/>
                  <a:pt x="1225152" y="26854"/>
                </a:cubicBezTo>
                <a:cubicBezTo>
                  <a:pt x="1256489" y="9519"/>
                  <a:pt x="1312687" y="-9722"/>
                  <a:pt x="1382410" y="16663"/>
                </a:cubicBezTo>
                <a:cubicBezTo>
                  <a:pt x="1392411" y="20473"/>
                  <a:pt x="1403270" y="21616"/>
                  <a:pt x="1413842" y="19901"/>
                </a:cubicBezTo>
                <a:cubicBezTo>
                  <a:pt x="1443942" y="14948"/>
                  <a:pt x="1509473" y="13424"/>
                  <a:pt x="1534905" y="87529"/>
                </a:cubicBezTo>
                <a:cubicBezTo>
                  <a:pt x="1534905" y="87529"/>
                  <a:pt x="1568338" y="101626"/>
                  <a:pt x="1557194" y="186684"/>
                </a:cubicBezTo>
                <a:cubicBezTo>
                  <a:pt x="1554408" y="207949"/>
                  <a:pt x="1552581" y="226064"/>
                  <a:pt x="1551406" y="241276"/>
                </a:cubicBezTo>
                <a:lnTo>
                  <a:pt x="1550241" y="264457"/>
                </a:lnTo>
                <a:lnTo>
                  <a:pt x="1550241" y="1006786"/>
                </a:lnTo>
                <a:cubicBezTo>
                  <a:pt x="1550241" y="1052315"/>
                  <a:pt x="1512998" y="1089653"/>
                  <a:pt x="1467373" y="1089653"/>
                </a:cubicBezTo>
                <a:lnTo>
                  <a:pt x="92916" y="1089653"/>
                </a:lnTo>
                <a:cubicBezTo>
                  <a:pt x="47291" y="1089653"/>
                  <a:pt x="9953" y="1052315"/>
                  <a:pt x="9953" y="1006691"/>
                </a:cubicBezTo>
                <a:lnTo>
                  <a:pt x="9953" y="369038"/>
                </a:lnTo>
                <a:lnTo>
                  <a:pt x="8646" y="362716"/>
                </a:lnTo>
                <a:cubicBezTo>
                  <a:pt x="4923" y="342816"/>
                  <a:pt x="-1668" y="297721"/>
                  <a:pt x="5190" y="255359"/>
                </a:cubicBezTo>
                <a:cubicBezTo>
                  <a:pt x="8238" y="236214"/>
                  <a:pt x="-7097" y="175635"/>
                  <a:pt x="4238" y="154585"/>
                </a:cubicBezTo>
                <a:cubicBezTo>
                  <a:pt x="9286" y="145250"/>
                  <a:pt x="9476" y="134011"/>
                  <a:pt x="8619" y="123438"/>
                </a:cubicBezTo>
                <a:cubicBezTo>
                  <a:pt x="6143" y="93434"/>
                  <a:pt x="13858" y="31712"/>
                  <a:pt x="122538" y="45809"/>
                </a:cubicBezTo>
                <a:cubicBezTo>
                  <a:pt x="140255" y="48095"/>
                  <a:pt x="157971" y="43428"/>
                  <a:pt x="171878" y="32284"/>
                </a:cubicBezTo>
                <a:cubicBezTo>
                  <a:pt x="194928" y="13805"/>
                  <a:pt x="237981" y="-8102"/>
                  <a:pt x="296560" y="16758"/>
                </a:cubicBezTo>
                <a:cubicBezTo>
                  <a:pt x="315515" y="24759"/>
                  <a:pt x="336660" y="24664"/>
                  <a:pt x="355329" y="16091"/>
                </a:cubicBezTo>
                <a:cubicBezTo>
                  <a:pt x="382666" y="3423"/>
                  <a:pt x="427243" y="-7721"/>
                  <a:pt x="477440" y="16282"/>
                </a:cubicBezTo>
                <a:cubicBezTo>
                  <a:pt x="500871" y="27521"/>
                  <a:pt x="527827" y="28093"/>
                  <a:pt x="552401" y="19806"/>
                </a:cubicBezTo>
                <a:cubicBezTo>
                  <a:pt x="586334" y="8376"/>
                  <a:pt x="638752" y="-3697"/>
                  <a:pt x="701456" y="1067"/>
                </a:cubicBezTo>
                <a:close/>
              </a:path>
            </a:pathLst>
          </a:custGeom>
          <a:solidFill>
            <a:schemeClr val="lt1">
              <a:lumMod val="100000"/>
              <a:alpha val="20000"/>
            </a:schemeClr>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2" name="标题 1"/>
          <p:cNvSpPr>
            <a:spLocks noGrp="1"/>
          </p:cNvSpPr>
          <p:nvPr>
            <p:ph type="title"/>
            <p:custDataLst>
              <p:tags r:id="rId5"/>
            </p:custDataLst>
          </p:nvPr>
        </p:nvSpPr>
        <p:spPr>
          <a:xfrm>
            <a:off x="2123440" y="259080"/>
            <a:ext cx="8301990" cy="1161415"/>
          </a:xfrm>
        </p:spPr>
        <p:txBody>
          <a:bodyPr>
            <a:noAutofit/>
          </a:bodyPr>
          <a:lstStyle/>
          <a:p>
            <a:pPr algn="ctr"/>
            <a:r>
              <a:rPr lang="en-US" altLang="zh-CN" sz="3600">
                <a:solidFill>
                  <a:srgbClr val="C00000"/>
                </a:solidFill>
                <a:latin typeface="微软雅黑" panose="020B0503020204020204" charset="-122"/>
                <a:ea typeface="微软雅黑" panose="020B0503020204020204" charset="-122"/>
                <a:cs typeface="微软雅黑" panose="020B0503020204020204" charset="-122"/>
              </a:rPr>
              <a:t>3.</a:t>
            </a:r>
            <a:r>
              <a:rPr lang="zh-CN" altLang="en-US" sz="3600">
                <a:solidFill>
                  <a:srgbClr val="C00000"/>
                </a:solidFill>
                <a:latin typeface="微软雅黑" panose="020B0503020204020204" charset="-122"/>
                <a:ea typeface="微软雅黑" panose="020B0503020204020204" charset="-122"/>
                <a:cs typeface="微软雅黑" panose="020B0503020204020204" charset="-122"/>
              </a:rPr>
              <a:t>宪法随阶级力量对比关系变化而变化</a:t>
            </a:r>
            <a:endParaRPr lang="zh-CN" altLang="en-US" sz="3600">
              <a:solidFill>
                <a:srgbClr val="C00000"/>
              </a:solidFill>
              <a:latin typeface="微软雅黑" panose="020B0503020204020204" charset="-122"/>
              <a:ea typeface="微软雅黑" panose="020B0503020204020204" charset="-122"/>
              <a:cs typeface="微软雅黑" panose="020B0503020204020204" charset="-122"/>
            </a:endParaRPr>
          </a:p>
        </p:txBody>
      </p:sp>
      <p:pic>
        <p:nvPicPr>
          <p:cNvPr id="9" name="图片 8" descr="12"/>
          <p:cNvPicPr>
            <a:picLocks noChangeAspect="1"/>
          </p:cNvPicPr>
          <p:nvPr>
            <p:custDataLst>
              <p:tags r:id="rId6"/>
            </p:custDataLst>
          </p:nvPr>
        </p:nvPicPr>
        <p:blipFill>
          <a:blip r:embed="rId7" cstate="print"/>
          <a:srcRect/>
          <a:stretch>
            <a:fillRect/>
          </a:stretch>
        </p:blipFill>
        <p:spPr>
          <a:xfrm rot="20640000">
            <a:off x="11044555" y="4511675"/>
            <a:ext cx="909955" cy="624840"/>
          </a:xfrm>
          <a:prstGeom prst="rect">
            <a:avLst/>
          </a:prstGeom>
        </p:spPr>
      </p:pic>
      <p:pic>
        <p:nvPicPr>
          <p:cNvPr id="13" name="图片 12" descr="7"/>
          <p:cNvPicPr>
            <a:picLocks noChangeAspect="1"/>
          </p:cNvPicPr>
          <p:nvPr>
            <p:custDataLst>
              <p:tags r:id="rId8"/>
            </p:custDataLst>
          </p:nvPr>
        </p:nvPicPr>
        <p:blipFill>
          <a:blip r:embed="rId9" cstate="print"/>
          <a:srcRect/>
          <a:stretch>
            <a:fillRect/>
          </a:stretch>
        </p:blipFill>
        <p:spPr>
          <a:xfrm>
            <a:off x="527050" y="2263775"/>
            <a:ext cx="658495" cy="763270"/>
          </a:xfrm>
          <a:prstGeom prst="rect">
            <a:avLst/>
          </a:prstGeom>
        </p:spPr>
      </p:pic>
      <p:pic>
        <p:nvPicPr>
          <p:cNvPr id="8" name="图片 7" descr="4"/>
          <p:cNvPicPr>
            <a:picLocks noChangeAspect="1"/>
          </p:cNvPicPr>
          <p:nvPr>
            <p:custDataLst>
              <p:tags r:id="rId10"/>
            </p:custDataLst>
          </p:nvPr>
        </p:nvPicPr>
        <p:blipFill>
          <a:blip r:embed="rId11" cstate="print"/>
          <a:srcRect/>
          <a:stretch>
            <a:fillRect/>
          </a:stretch>
        </p:blipFill>
        <p:spPr>
          <a:xfrm>
            <a:off x="10605770" y="5250180"/>
            <a:ext cx="1386840" cy="1333500"/>
          </a:xfrm>
          <a:prstGeom prst="rect">
            <a:avLst/>
          </a:prstGeom>
        </p:spPr>
      </p:pic>
      <p:pic>
        <p:nvPicPr>
          <p:cNvPr id="12" name="图片 11" descr="5"/>
          <p:cNvPicPr>
            <a:picLocks noChangeAspect="1"/>
          </p:cNvPicPr>
          <p:nvPr>
            <p:custDataLst>
              <p:tags r:id="rId12"/>
            </p:custDataLst>
          </p:nvPr>
        </p:nvPicPr>
        <p:blipFill>
          <a:blip r:embed="rId13" cstate="print"/>
          <a:srcRect/>
          <a:stretch>
            <a:fillRect/>
          </a:stretch>
        </p:blipFill>
        <p:spPr>
          <a:xfrm rot="20700000">
            <a:off x="577215" y="1069975"/>
            <a:ext cx="1651000" cy="1136015"/>
          </a:xfrm>
          <a:prstGeom prst="rect">
            <a:avLst/>
          </a:prstGeom>
        </p:spPr>
      </p:pic>
      <p:pic>
        <p:nvPicPr>
          <p:cNvPr id="20" name="图片 19" descr="11"/>
          <p:cNvPicPr>
            <a:picLocks noChangeAspect="1"/>
          </p:cNvPicPr>
          <p:nvPr>
            <p:custDataLst>
              <p:tags r:id="rId14"/>
            </p:custDataLst>
          </p:nvPr>
        </p:nvPicPr>
        <p:blipFill>
          <a:blip r:embed="rId15" cstate="print"/>
          <a:srcRect/>
          <a:stretch>
            <a:fillRect/>
          </a:stretch>
        </p:blipFill>
        <p:spPr>
          <a:xfrm rot="18780000">
            <a:off x="641350" y="4432300"/>
            <a:ext cx="663575" cy="684530"/>
          </a:xfrm>
          <a:prstGeom prst="rect">
            <a:avLst/>
          </a:prstGeom>
        </p:spPr>
      </p:pic>
      <p:pic>
        <p:nvPicPr>
          <p:cNvPr id="21" name="图片 20" descr="6"/>
          <p:cNvPicPr>
            <a:picLocks noChangeAspect="1"/>
          </p:cNvPicPr>
          <p:nvPr>
            <p:custDataLst>
              <p:tags r:id="rId16"/>
            </p:custDataLst>
          </p:nvPr>
        </p:nvPicPr>
        <p:blipFill>
          <a:blip r:embed="rId17" cstate="print"/>
          <a:srcRect l="4192" t="26618" r="14738" b="36912"/>
          <a:stretch>
            <a:fillRect/>
          </a:stretch>
        </p:blipFill>
        <p:spPr>
          <a:xfrm>
            <a:off x="9458325" y="1146175"/>
            <a:ext cx="2084070" cy="983615"/>
          </a:xfrm>
          <a:prstGeom prst="rect">
            <a:avLst/>
          </a:prstGeom>
        </p:spPr>
      </p:pic>
      <p:pic>
        <p:nvPicPr>
          <p:cNvPr id="22" name="图片 21" descr="7"/>
          <p:cNvPicPr>
            <a:picLocks noChangeAspect="1"/>
          </p:cNvPicPr>
          <p:nvPr>
            <p:custDataLst>
              <p:tags r:id="rId18"/>
            </p:custDataLst>
          </p:nvPr>
        </p:nvPicPr>
        <p:blipFill>
          <a:blip r:embed="rId19" cstate="print"/>
          <a:srcRect/>
          <a:stretch>
            <a:fillRect/>
          </a:stretch>
        </p:blipFill>
        <p:spPr>
          <a:xfrm rot="1500000">
            <a:off x="7882890" y="1334135"/>
            <a:ext cx="489585" cy="567690"/>
          </a:xfrm>
          <a:prstGeom prst="rect">
            <a:avLst/>
          </a:prstGeom>
        </p:spPr>
      </p:pic>
      <p:pic>
        <p:nvPicPr>
          <p:cNvPr id="23" name="图片 22" descr="9"/>
          <p:cNvPicPr>
            <a:picLocks noChangeAspect="1"/>
          </p:cNvPicPr>
          <p:nvPr>
            <p:custDataLst>
              <p:tags r:id="rId20"/>
            </p:custDataLst>
          </p:nvPr>
        </p:nvPicPr>
        <p:blipFill>
          <a:blip r:embed="rId21" cstate="print"/>
          <a:srcRect/>
          <a:stretch>
            <a:fillRect/>
          </a:stretch>
        </p:blipFill>
        <p:spPr>
          <a:xfrm rot="19320000">
            <a:off x="8723630" y="1162685"/>
            <a:ext cx="674370" cy="737235"/>
          </a:xfrm>
          <a:prstGeom prst="rect">
            <a:avLst/>
          </a:prstGeom>
        </p:spPr>
      </p:pic>
      <p:graphicFrame>
        <p:nvGraphicFramePr>
          <p:cNvPr id="5" name="表格 2"/>
          <p:cNvGraphicFramePr/>
          <p:nvPr/>
        </p:nvGraphicFramePr>
        <p:xfrm>
          <a:off x="1257300" y="2029460"/>
          <a:ext cx="9677400" cy="4140200"/>
        </p:xfrm>
        <a:graphic>
          <a:graphicData uri="http://schemas.openxmlformats.org/drawingml/2006/table">
            <a:tbl>
              <a:tblPr firstRow="1">
                <a:tableStyleId>{77086C55-06C0-4ABC-BF56-AE7265383BFA}</a:tableStyleId>
              </a:tblPr>
              <a:tblGrid>
                <a:gridCol w="2249170"/>
                <a:gridCol w="2763520"/>
                <a:gridCol w="4664710"/>
              </a:tblGrid>
              <a:tr h="744855">
                <a:tc>
                  <a:txBody>
                    <a:bodyPr/>
                    <a:p>
                      <a:pPr marL="0" indent="0" algn="ctr">
                        <a:lnSpc>
                          <a:spcPct val="120000"/>
                        </a:lnSpc>
                        <a:spcBef>
                          <a:spcPts val="0"/>
                        </a:spcBef>
                        <a:spcAft>
                          <a:spcPts val="0"/>
                        </a:spcAft>
                      </a:pPr>
                      <a:r>
                        <a:rPr lang="zh-CN" altLang="en-US" sz="2000">
                          <a:latin typeface="微软雅黑" panose="020B0503020204020204" charset="-122"/>
                          <a:ea typeface="微软雅黑" panose="020B0503020204020204" charset="-122"/>
                        </a:rPr>
                        <a:t>变化类型</a:t>
                      </a:r>
                      <a:endParaRPr lang="zh-CN" altLang="en-US" sz="2000">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000">
                          <a:latin typeface="微软雅黑" panose="020B0503020204020204" charset="-122"/>
                          <a:ea typeface="微软雅黑" panose="020B0503020204020204" charset="-122"/>
                        </a:rPr>
                        <a:t>表现形式</a:t>
                      </a:r>
                      <a:endParaRPr lang="zh-CN" altLang="en-US" sz="2000">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000">
                          <a:latin typeface="微软雅黑" panose="020B0503020204020204" charset="-122"/>
                          <a:ea typeface="微软雅黑" panose="020B0503020204020204" charset="-122"/>
                        </a:rPr>
                        <a:t>示例</a:t>
                      </a:r>
                      <a:endParaRPr lang="zh-CN" altLang="en-US" sz="2000">
                        <a:latin typeface="微软雅黑" panose="020B0503020204020204" charset="-122"/>
                        <a:ea typeface="微软雅黑" panose="020B0503020204020204" charset="-122"/>
                      </a:endParaRPr>
                    </a:p>
                  </a:txBody>
                  <a:tcPr marL="215900" marR="215900" marT="133350" marB="133350" anchor="ctr" anchorCtr="0"/>
                </a:tc>
              </a:tr>
              <a:tr h="1498600">
                <a:tc>
                  <a:txBody>
                    <a:bodyPr/>
                    <a:p>
                      <a:pPr marL="0" indent="0" algn="l">
                        <a:lnSpc>
                          <a:spcPct val="120000"/>
                        </a:lnSpc>
                        <a:spcBef>
                          <a:spcPts val="0"/>
                        </a:spcBef>
                        <a:spcAft>
                          <a:spcPts val="0"/>
                        </a:spcAft>
                      </a:pPr>
                      <a:r>
                        <a:rPr lang="zh-CN" altLang="en-US" sz="2000" spc="130">
                          <a:latin typeface="微软雅黑" panose="020B0503020204020204" charset="-122"/>
                          <a:ea typeface="微软雅黑" panose="020B0503020204020204" charset="-122"/>
                        </a:rPr>
                        <a:t>根本性变化</a:t>
                      </a:r>
                      <a:endParaRPr lang="zh-CN" altLang="en-US" sz="200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spc="130">
                          <a:latin typeface="微软雅黑" panose="020B0503020204020204" charset="-122"/>
                          <a:ea typeface="微软雅黑" panose="020B0503020204020204" charset="-122"/>
                          <a:cs typeface="微软雅黑" panose="020B0503020204020204" charset="-122"/>
                        </a:rPr>
                        <a:t>统治关系改变</a:t>
                      </a:r>
                      <a:r>
                        <a:rPr lang="en-US" altLang="zh-CN" sz="2000" spc="130">
                          <a:latin typeface="微软雅黑" panose="020B0503020204020204" charset="-122"/>
                          <a:ea typeface="微软雅黑" panose="020B0503020204020204" charset="-122"/>
                          <a:cs typeface="微软雅黑" panose="020B0503020204020204" charset="-122"/>
                        </a:rPr>
                        <a:t>→</a:t>
                      </a:r>
                      <a:r>
                        <a:rPr lang="zh-CN" altLang="en-US" sz="2000" spc="130">
                          <a:latin typeface="微软雅黑" panose="020B0503020204020204" charset="-122"/>
                          <a:ea typeface="微软雅黑" panose="020B0503020204020204" charset="-122"/>
                          <a:cs typeface="微软雅黑" panose="020B0503020204020204" charset="-122"/>
                        </a:rPr>
                        <a:t>宪法性质改变</a:t>
                      </a:r>
                      <a:endParaRPr lang="zh-CN" altLang="en-US" sz="200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spc="130">
                          <a:latin typeface="微软雅黑" panose="020B0503020204020204" charset="-122"/>
                          <a:ea typeface="微软雅黑" panose="020B0503020204020204" charset="-122"/>
                          <a:cs typeface="微软雅黑" panose="020B0503020204020204" charset="-122"/>
                        </a:rPr>
                        <a:t>新中国 </a:t>
                      </a:r>
                      <a:r>
                        <a:rPr lang="en-US" altLang="zh-CN" sz="2000" spc="130">
                          <a:latin typeface="微软雅黑" panose="020B0503020204020204" charset="-122"/>
                          <a:ea typeface="微软雅黑" panose="020B0503020204020204" charset="-122"/>
                          <a:cs typeface="微软雅黑" panose="020B0503020204020204" charset="-122"/>
                        </a:rPr>
                        <a:t>1954 </a:t>
                      </a:r>
                      <a:r>
                        <a:rPr lang="zh-CN" altLang="en-US" sz="2000" spc="130">
                          <a:latin typeface="微软雅黑" panose="020B0503020204020204" charset="-122"/>
                          <a:ea typeface="微软雅黑" panose="020B0503020204020204" charset="-122"/>
                          <a:cs typeface="微软雅黑" panose="020B0503020204020204" charset="-122"/>
                        </a:rPr>
                        <a:t>年宪法（社会主义）与旧中国</a:t>
                      </a:r>
                      <a:r>
                        <a:rPr lang="en-US" altLang="zh-CN" sz="2000" spc="130">
                          <a:latin typeface="微软雅黑" panose="020B0503020204020204" charset="-122"/>
                          <a:ea typeface="微软雅黑" panose="020B0503020204020204" charset="-122"/>
                          <a:cs typeface="微软雅黑" panose="020B0503020204020204" charset="-122"/>
                        </a:rPr>
                        <a:t>《</a:t>
                      </a:r>
                      <a:r>
                        <a:rPr lang="zh-CN" altLang="en-US" sz="2000" spc="130">
                          <a:latin typeface="微软雅黑" panose="020B0503020204020204" charset="-122"/>
                          <a:ea typeface="微软雅黑" panose="020B0503020204020204" charset="-122"/>
                          <a:cs typeface="微软雅黑" panose="020B0503020204020204" charset="-122"/>
                        </a:rPr>
                        <a:t>中华民国临时约法</a:t>
                      </a:r>
                      <a:r>
                        <a:rPr lang="en-US" altLang="zh-CN" sz="2000" spc="130">
                          <a:latin typeface="微软雅黑" panose="020B0503020204020204" charset="-122"/>
                          <a:ea typeface="微软雅黑" panose="020B0503020204020204" charset="-122"/>
                          <a:cs typeface="微软雅黑" panose="020B0503020204020204" charset="-122"/>
                        </a:rPr>
                        <a:t>》</a:t>
                      </a:r>
                      <a:r>
                        <a:rPr lang="zh-CN" altLang="en-US" sz="2000" spc="130">
                          <a:latin typeface="微软雅黑" panose="020B0503020204020204" charset="-122"/>
                          <a:ea typeface="微软雅黑" panose="020B0503020204020204" charset="-122"/>
                          <a:cs typeface="微软雅黑" panose="020B0503020204020204" charset="-122"/>
                        </a:rPr>
                        <a:t>（资产阶级）性质截然不同</a:t>
                      </a:r>
                      <a:endParaRPr lang="zh-CN" altLang="en-US" sz="200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1896745">
                <a:tc>
                  <a:txBody>
                    <a:bodyPr/>
                    <a:p>
                      <a:pPr marL="0" indent="0" algn="l">
                        <a:lnSpc>
                          <a:spcPct val="120000"/>
                        </a:lnSpc>
                        <a:spcBef>
                          <a:spcPts val="0"/>
                        </a:spcBef>
                        <a:spcAft>
                          <a:spcPts val="0"/>
                        </a:spcAft>
                      </a:pPr>
                      <a:r>
                        <a:rPr lang="zh-CN" altLang="en-US" sz="2000" spc="130">
                          <a:latin typeface="微软雅黑" panose="020B0503020204020204" charset="-122"/>
                          <a:ea typeface="微软雅黑" panose="020B0503020204020204" charset="-122"/>
                        </a:rPr>
                        <a:t>局部性变化</a:t>
                      </a:r>
                      <a:endParaRPr lang="zh-CN" altLang="en-US" sz="200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spc="130">
                          <a:latin typeface="微软雅黑" panose="020B0503020204020204" charset="-122"/>
                          <a:ea typeface="微软雅黑" panose="020B0503020204020204" charset="-122"/>
                          <a:cs typeface="微软雅黑" panose="020B0503020204020204" charset="-122"/>
                        </a:rPr>
                        <a:t>统治关系未变，力量对比微调</a:t>
                      </a:r>
                      <a:r>
                        <a:rPr lang="en-US" altLang="zh-CN" sz="2000" spc="130">
                          <a:latin typeface="微软雅黑" panose="020B0503020204020204" charset="-122"/>
                          <a:ea typeface="微软雅黑" panose="020B0503020204020204" charset="-122"/>
                          <a:cs typeface="微软雅黑" panose="020B0503020204020204" charset="-122"/>
                        </a:rPr>
                        <a:t>→</a:t>
                      </a:r>
                      <a:r>
                        <a:rPr lang="zh-CN" altLang="en-US" sz="2000" spc="130">
                          <a:latin typeface="微软雅黑" panose="020B0503020204020204" charset="-122"/>
                          <a:ea typeface="微软雅黑" panose="020B0503020204020204" charset="-122"/>
                          <a:cs typeface="微软雅黑" panose="020B0503020204020204" charset="-122"/>
                        </a:rPr>
                        <a:t>宪法内容调整</a:t>
                      </a:r>
                      <a:endParaRPr lang="zh-CN" altLang="en-US" sz="200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en-US" altLang="zh-CN" sz="2000" spc="130">
                          <a:latin typeface="微软雅黑" panose="020B0503020204020204" charset="-122"/>
                          <a:ea typeface="微软雅黑" panose="020B0503020204020204" charset="-122"/>
                          <a:cs typeface="微软雅黑" panose="020B0503020204020204" charset="-122"/>
                        </a:rPr>
                        <a:t>1982</a:t>
                      </a:r>
                      <a:r>
                        <a:rPr lang="zh-CN" altLang="en-US" sz="2000" spc="130">
                          <a:latin typeface="微软雅黑" panose="020B0503020204020204" charset="-122"/>
                          <a:ea typeface="微软雅黑" panose="020B0503020204020204" charset="-122"/>
                          <a:cs typeface="微软雅黑" panose="020B0503020204020204" charset="-122"/>
                        </a:rPr>
                        <a:t>非公有制经济；</a:t>
                      </a:r>
                      <a:r>
                        <a:rPr lang="en-US" altLang="zh-CN" sz="2000" spc="130">
                          <a:latin typeface="微软雅黑" panose="020B0503020204020204" charset="-122"/>
                          <a:ea typeface="微软雅黑" panose="020B0503020204020204" charset="-122"/>
                          <a:cs typeface="微软雅黑" panose="020B0503020204020204" charset="-122"/>
                        </a:rPr>
                        <a:t>1993</a:t>
                      </a:r>
                      <a:r>
                        <a:rPr lang="zh-CN" altLang="en-US" sz="2000" spc="130">
                          <a:latin typeface="微软雅黑" panose="020B0503020204020204" charset="-122"/>
                          <a:ea typeface="微软雅黑" panose="020B0503020204020204" charset="-122"/>
                          <a:cs typeface="微软雅黑" panose="020B0503020204020204" charset="-122"/>
                        </a:rPr>
                        <a:t>市场经济的基础地位</a:t>
                      </a:r>
                      <a:endParaRPr lang="zh-CN" altLang="en-US" sz="200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bl>
          </a:graphicData>
        </a:graphic>
      </p:graphicFrame>
    </p:spTree>
    <p:custDataLst>
      <p:tags r:id="rId2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装饰 1"/>
          <p:cNvSpPr/>
          <p:nvPr>
            <p:custDataLst>
              <p:tags r:id="rId1"/>
            </p:custDataLst>
          </p:nvPr>
        </p:nvSpPr>
        <p:spPr>
          <a:xfrm>
            <a:off x="1066809" y="914407"/>
            <a:ext cx="10058481" cy="5029240"/>
          </a:xfrm>
          <a:prstGeom prst="rect">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20000"/>
              </a:lnSpc>
              <a:spcBef>
                <a:spcPts val="0"/>
              </a:spcBef>
              <a:spcAft>
                <a:spcPts val="0"/>
              </a:spcAft>
              <a:buClrTx/>
              <a:buSzTx/>
              <a:buFontTx/>
              <a:buNone/>
            </a:pPr>
            <a:endParaRPr kumimoji="1"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Arial" panose="020B0604020202020204" pitchFamily="34" charset="0"/>
            </a:endParaRPr>
          </a:p>
        </p:txBody>
      </p:sp>
      <p:cxnSp>
        <p:nvCxnSpPr>
          <p:cNvPr id="9" name="装饰 2"/>
          <p:cNvCxnSpPr/>
          <p:nvPr>
            <p:custDataLst>
              <p:tags r:id="rId2"/>
            </p:custDataLst>
          </p:nvPr>
        </p:nvCxnSpPr>
        <p:spPr>
          <a:xfrm>
            <a:off x="6195111" y="2244742"/>
            <a:ext cx="0" cy="2705100"/>
          </a:xfrm>
          <a:prstGeom prst="line">
            <a:avLst/>
          </a:prstGeom>
          <a:ln w="1270">
            <a:solidFill>
              <a:schemeClr val="lt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任意多边形: 形状 13"/>
          <p:cNvSpPr>
            <a:spLocks noChangeAspect="1"/>
          </p:cNvSpPr>
          <p:nvPr>
            <p:custDataLst>
              <p:tags r:id="rId3"/>
            </p:custDataLst>
          </p:nvPr>
        </p:nvSpPr>
        <p:spPr>
          <a:xfrm rot="10800000">
            <a:off x="535686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2" name="任意多边形: 形状 14"/>
          <p:cNvSpPr>
            <a:spLocks noChangeAspect="1"/>
          </p:cNvSpPr>
          <p:nvPr>
            <p:custDataLst>
              <p:tags r:id="rId4"/>
            </p:custDataLst>
          </p:nvPr>
        </p:nvSpPr>
        <p:spPr>
          <a:xfrm rot="10800000">
            <a:off x="498348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27" name="任意多边形: 形状 13"/>
          <p:cNvSpPr>
            <a:spLocks noChangeAspect="1"/>
          </p:cNvSpPr>
          <p:nvPr>
            <p:custDataLst>
              <p:tags r:id="rId5"/>
            </p:custDataLst>
          </p:nvPr>
        </p:nvSpPr>
        <p:spPr>
          <a:xfrm rot="10800000" flipH="1" flipV="1">
            <a:off x="186245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8" name="任意多边形: 形状 14"/>
          <p:cNvSpPr>
            <a:spLocks noChangeAspect="1"/>
          </p:cNvSpPr>
          <p:nvPr>
            <p:custDataLst>
              <p:tags r:id="rId6"/>
            </p:custDataLst>
          </p:nvPr>
        </p:nvSpPr>
        <p:spPr>
          <a:xfrm rot="10800000" flipH="1" flipV="1">
            <a:off x="223583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31" name="文本框 30"/>
          <p:cNvSpPr txBox="1"/>
          <p:nvPr>
            <p:custDataLst>
              <p:tags r:id="rId7"/>
            </p:custDataLst>
          </p:nvPr>
        </p:nvSpPr>
        <p:spPr>
          <a:xfrm>
            <a:off x="6617970" y="1484630"/>
            <a:ext cx="4197985" cy="3888105"/>
          </a:xfrm>
          <a:prstGeom prst="rect">
            <a:avLst/>
          </a:prstGeom>
          <a:noFill/>
        </p:spPr>
        <p:txBody>
          <a:bodyPr wrap="square" rtlCol="0" anchor="ctr" anchorCtr="0">
            <a:normAutofit/>
          </a:bodyPr>
          <a:lstStyle/>
          <a:p>
            <a:pPr indent="0" algn="just" fontAlgn="auto">
              <a:lnSpc>
                <a:spcPct val="150000"/>
              </a:lnSpc>
              <a:spcAft>
                <a:spcPts val="1200"/>
              </a:spcAft>
            </a:pPr>
            <a:r>
              <a:rPr lang="zh-CN" altLang="en-US" sz="2800">
                <a:solidFill>
                  <a:schemeClr val="tx1"/>
                </a:solidFill>
                <a:latin typeface="微软雅黑" panose="020B0503020204020204" charset="-122"/>
                <a:ea typeface="微软雅黑" panose="020B0503020204020204" charset="-122"/>
              </a:rPr>
              <a:t>宪法是确认民主事实，集中反映一国政治力量对比关系，</a:t>
            </a:r>
            <a:r>
              <a:rPr lang="zh-CN" altLang="en-US" sz="2800" b="1">
                <a:solidFill>
                  <a:srgbClr val="C00000"/>
                </a:solidFill>
                <a:latin typeface="微软雅黑" panose="020B0503020204020204" charset="-122"/>
                <a:ea typeface="微软雅黑" panose="020B0503020204020204" charset="-122"/>
              </a:rPr>
              <a:t>规范国家权力和保障公民基本权利</a:t>
            </a:r>
            <a:r>
              <a:rPr lang="zh-CN" altLang="en-US" sz="2800">
                <a:solidFill>
                  <a:schemeClr val="tx1"/>
                </a:solidFill>
                <a:latin typeface="微软雅黑" panose="020B0503020204020204" charset="-122"/>
                <a:ea typeface="微软雅黑" panose="020B0503020204020204" charset="-122"/>
              </a:rPr>
              <a:t>的具有最高法律效力的国家根本法。</a:t>
            </a:r>
            <a:endParaRPr lang="zh-CN" altLang="en-US" sz="2800">
              <a:solidFill>
                <a:schemeClr val="tx1"/>
              </a:solidFill>
              <a:latin typeface="微软雅黑" panose="020B0503020204020204" charset="-122"/>
              <a:ea typeface="微软雅黑" panose="020B0503020204020204" charset="-122"/>
            </a:endParaRPr>
          </a:p>
          <a:p>
            <a:pPr indent="0" algn="just" fontAlgn="auto">
              <a:lnSpc>
                <a:spcPct val="150000"/>
              </a:lnSpc>
              <a:spcAft>
                <a:spcPts val="1200"/>
              </a:spcAft>
            </a:pPr>
            <a:endParaRPr lang="zh-CN" altLang="en-US" sz="2800">
              <a:solidFill>
                <a:schemeClr val="tx1"/>
              </a:solidFill>
              <a:latin typeface="微软雅黑" panose="020B0503020204020204" charset="-122"/>
              <a:ea typeface="微软雅黑" panose="020B0503020204020204" charset="-122"/>
            </a:endParaRPr>
          </a:p>
        </p:txBody>
      </p:sp>
      <p:sp>
        <p:nvSpPr>
          <p:cNvPr id="3" name="标题 2"/>
          <p:cNvSpPr>
            <a:spLocks noGrp="1"/>
          </p:cNvSpPr>
          <p:nvPr>
            <p:ph type="title"/>
            <p:custDataLst>
              <p:tags r:id="rId8"/>
            </p:custDataLst>
          </p:nvPr>
        </p:nvSpPr>
        <p:spPr>
          <a:xfrm>
            <a:off x="1863090" y="2244725"/>
            <a:ext cx="3775075" cy="2363470"/>
          </a:xfrm>
        </p:spPr>
        <p:txBody>
          <a:bodyPr/>
          <a:lstStyle/>
          <a:p>
            <a:r>
              <a:rPr lang="zh-CN" altLang="en-US" sz="4400"/>
              <a:t>宪法的定义</a:t>
            </a:r>
            <a:endParaRPr lang="zh-CN" altLang="en-US" sz="4400"/>
          </a:p>
        </p:txBody>
      </p:sp>
    </p:spTree>
    <p:custDataLst>
      <p:tags r:id="rId9"/>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第二节</a:t>
            </a:r>
            <a:r>
              <a:rPr lang="en-US" altLang="zh-CN"/>
              <a:t>   </a:t>
            </a:r>
            <a:r>
              <a:rPr lang="zh-CN" altLang="en-US"/>
              <a:t>宪法的分类和渊源</a:t>
            </a:r>
            <a:endParaRPr lang="zh-CN" altLang="en-US"/>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4"/>
          <p:cNvSpPr/>
          <p:nvPr>
            <p:custDataLst>
              <p:tags r:id="rId1"/>
            </p:custDataLst>
          </p:nvPr>
        </p:nvSpPr>
        <p:spPr>
          <a:xfrm>
            <a:off x="0" y="254002"/>
            <a:ext cx="12192528" cy="4870932"/>
          </a:xfrm>
          <a:custGeom>
            <a:avLst/>
            <a:gdLst>
              <a:gd name="connsiteX0" fmla="*/ 0 w 12192000"/>
              <a:gd name="connsiteY0" fmla="*/ 0 h 4810608"/>
              <a:gd name="connsiteX1" fmla="*/ 12192000 w 12192000"/>
              <a:gd name="connsiteY1" fmla="*/ 0 h 4810608"/>
              <a:gd name="connsiteX2" fmla="*/ 12192000 w 12192000"/>
              <a:gd name="connsiteY2" fmla="*/ 4810608 h 4810608"/>
              <a:gd name="connsiteX3" fmla="*/ 0 w 12192000"/>
              <a:gd name="connsiteY3" fmla="*/ 2985118 h 4810608"/>
              <a:gd name="connsiteX4" fmla="*/ 0 w 12192000"/>
              <a:gd name="connsiteY4" fmla="*/ 0 h 4810608"/>
              <a:gd name="connsiteX0-1" fmla="*/ 0 w 12192000"/>
              <a:gd name="connsiteY0-2" fmla="*/ 0 h 4861408"/>
              <a:gd name="connsiteX1-3" fmla="*/ 12192000 w 12192000"/>
              <a:gd name="connsiteY1-4" fmla="*/ 0 h 4861408"/>
              <a:gd name="connsiteX2-5" fmla="*/ 12179300 w 12192000"/>
              <a:gd name="connsiteY2-6" fmla="*/ 4861408 h 4861408"/>
              <a:gd name="connsiteX3-7" fmla="*/ 0 w 12192000"/>
              <a:gd name="connsiteY3-8" fmla="*/ 2985118 h 4861408"/>
              <a:gd name="connsiteX4-9" fmla="*/ 0 w 12192000"/>
              <a:gd name="connsiteY4-10" fmla="*/ 0 h 4861408"/>
              <a:gd name="connsiteX0-11" fmla="*/ 0 w 12196861"/>
              <a:gd name="connsiteY0-12" fmla="*/ 0 h 4866170"/>
              <a:gd name="connsiteX1-13" fmla="*/ 12192000 w 12196861"/>
              <a:gd name="connsiteY1-14" fmla="*/ 0 h 4866170"/>
              <a:gd name="connsiteX2-15" fmla="*/ 12195969 w 12196861"/>
              <a:gd name="connsiteY2-16" fmla="*/ 4866170 h 4866170"/>
              <a:gd name="connsiteX3-17" fmla="*/ 0 w 12196861"/>
              <a:gd name="connsiteY3-18" fmla="*/ 2985118 h 4866170"/>
              <a:gd name="connsiteX4-19" fmla="*/ 0 w 12196861"/>
              <a:gd name="connsiteY4-20" fmla="*/ 0 h 4866170"/>
              <a:gd name="connsiteX0-21" fmla="*/ 0 w 12192000"/>
              <a:gd name="connsiteY0-22" fmla="*/ 0 h 4868551"/>
              <a:gd name="connsiteX1-23" fmla="*/ 12192000 w 12192000"/>
              <a:gd name="connsiteY1-24" fmla="*/ 0 h 4868551"/>
              <a:gd name="connsiteX2-25" fmla="*/ 12188826 w 12192000"/>
              <a:gd name="connsiteY2-26" fmla="*/ 4868551 h 4868551"/>
              <a:gd name="connsiteX3-27" fmla="*/ 0 w 12192000"/>
              <a:gd name="connsiteY3-28" fmla="*/ 2985118 h 4868551"/>
              <a:gd name="connsiteX4-29" fmla="*/ 0 w 12192000"/>
              <a:gd name="connsiteY4-30" fmla="*/ 0 h 4868551"/>
              <a:gd name="connsiteX0-31" fmla="*/ 0 w 12192528"/>
              <a:gd name="connsiteY0-32" fmla="*/ 0 h 4870932"/>
              <a:gd name="connsiteX1-33" fmla="*/ 12192000 w 12192528"/>
              <a:gd name="connsiteY1-34" fmla="*/ 0 h 4870932"/>
              <a:gd name="connsiteX2-35" fmla="*/ 12191207 w 12192528"/>
              <a:gd name="connsiteY2-36" fmla="*/ 4870932 h 4870932"/>
              <a:gd name="connsiteX3-37" fmla="*/ 0 w 12192528"/>
              <a:gd name="connsiteY3-38" fmla="*/ 2985118 h 4870932"/>
              <a:gd name="connsiteX4-39" fmla="*/ 0 w 12192528"/>
              <a:gd name="connsiteY4-40" fmla="*/ 0 h 487093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2528" h="4870932">
                <a:moveTo>
                  <a:pt x="0" y="0"/>
                </a:moveTo>
                <a:lnTo>
                  <a:pt x="12192000" y="0"/>
                </a:lnTo>
                <a:cubicBezTo>
                  <a:pt x="12187767" y="1620469"/>
                  <a:pt x="12195440" y="3250463"/>
                  <a:pt x="12191207" y="4870932"/>
                </a:cubicBezTo>
                <a:lnTo>
                  <a:pt x="0" y="2985118"/>
                </a:lnTo>
                <a:lnTo>
                  <a:pt x="0" y="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矩形 1"/>
          <p:cNvSpPr/>
          <p:nvPr>
            <p:custDataLst>
              <p:tags r:id="rId2"/>
            </p:custDataLst>
          </p:nvPr>
        </p:nvSpPr>
        <p:spPr>
          <a:xfrm>
            <a:off x="-1" y="0"/>
            <a:ext cx="12195175" cy="4749642"/>
          </a:xfrm>
          <a:custGeom>
            <a:avLst/>
            <a:gdLst>
              <a:gd name="connsiteX0" fmla="*/ 0 w 12192000"/>
              <a:gd name="connsiteY0" fmla="*/ 0 h 3147060"/>
              <a:gd name="connsiteX1" fmla="*/ 12192000 w 12192000"/>
              <a:gd name="connsiteY1" fmla="*/ 0 h 3147060"/>
              <a:gd name="connsiteX2" fmla="*/ 12192000 w 12192000"/>
              <a:gd name="connsiteY2" fmla="*/ 3147060 h 3147060"/>
              <a:gd name="connsiteX3" fmla="*/ 0 w 12192000"/>
              <a:gd name="connsiteY3" fmla="*/ 3147060 h 3147060"/>
              <a:gd name="connsiteX4" fmla="*/ 0 w 12192000"/>
              <a:gd name="connsiteY4" fmla="*/ 0 h 3147060"/>
              <a:gd name="connsiteX0-1" fmla="*/ 0 w 12204700"/>
              <a:gd name="connsiteY0-2" fmla="*/ 0 h 4747260"/>
              <a:gd name="connsiteX1-3" fmla="*/ 12192000 w 12204700"/>
              <a:gd name="connsiteY1-4" fmla="*/ 0 h 4747260"/>
              <a:gd name="connsiteX2-5" fmla="*/ 12204700 w 12204700"/>
              <a:gd name="connsiteY2-6" fmla="*/ 4747260 h 4747260"/>
              <a:gd name="connsiteX3-7" fmla="*/ 0 w 12204700"/>
              <a:gd name="connsiteY3-8" fmla="*/ 3147060 h 4747260"/>
              <a:gd name="connsiteX4-9" fmla="*/ 0 w 12204700"/>
              <a:gd name="connsiteY4-10" fmla="*/ 0 h 4747260"/>
              <a:gd name="connsiteX0-11" fmla="*/ 0 w 12195175"/>
              <a:gd name="connsiteY0-12" fmla="*/ 0 h 4749642"/>
              <a:gd name="connsiteX1-13" fmla="*/ 12192000 w 12195175"/>
              <a:gd name="connsiteY1-14" fmla="*/ 0 h 4749642"/>
              <a:gd name="connsiteX2-15" fmla="*/ 12195175 w 12195175"/>
              <a:gd name="connsiteY2-16" fmla="*/ 4749642 h 4749642"/>
              <a:gd name="connsiteX3-17" fmla="*/ 0 w 12195175"/>
              <a:gd name="connsiteY3-18" fmla="*/ 3147060 h 4749642"/>
              <a:gd name="connsiteX4-19" fmla="*/ 0 w 12195175"/>
              <a:gd name="connsiteY4-20" fmla="*/ 0 h 474964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5175" h="4749642">
                <a:moveTo>
                  <a:pt x="0" y="0"/>
                </a:moveTo>
                <a:lnTo>
                  <a:pt x="12192000" y="0"/>
                </a:lnTo>
                <a:cubicBezTo>
                  <a:pt x="12196233" y="1582420"/>
                  <a:pt x="12190942" y="3167222"/>
                  <a:pt x="12195175" y="4749642"/>
                </a:cubicBezTo>
                <a:lnTo>
                  <a:pt x="0" y="3147060"/>
                </a:lnTo>
                <a:lnTo>
                  <a:pt x="0" y="0"/>
                </a:lnTo>
                <a:close/>
              </a:path>
            </a:pathLst>
          </a:custGeom>
          <a:gradFill flip="none" rotWithShape="1">
            <a:gsLst>
              <a:gs pos="45000">
                <a:schemeClr val="accent1"/>
              </a:gs>
              <a:gs pos="100000">
                <a:schemeClr val="accent1">
                  <a:lumMod val="60000"/>
                  <a:lumOff val="40000"/>
                </a:schemeClr>
              </a:gs>
            </a:gsLst>
            <a:lin ang="3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矩形: 圆角 7"/>
          <p:cNvSpPr/>
          <p:nvPr>
            <p:custDataLst>
              <p:tags r:id="rId3"/>
            </p:custDataLst>
          </p:nvPr>
        </p:nvSpPr>
        <p:spPr>
          <a:xfrm>
            <a:off x="740410" y="2505710"/>
            <a:ext cx="10711815" cy="3782060"/>
          </a:xfrm>
          <a:prstGeom prst="roundRect">
            <a:avLst>
              <a:gd name="adj" fmla="val 1933"/>
            </a:avLst>
          </a:prstGeom>
          <a:solidFill>
            <a:schemeClr val="lt1">
              <a:lumMod val="100000"/>
            </a:schemeClr>
          </a:solidFill>
          <a:ln>
            <a:noFill/>
          </a:ln>
          <a:effectLst>
            <a:outerShdw blurRad="127000" dist="127000" dir="5400000" algn="t"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p:cNvSpPr>
            <a:spLocks noGrp="1"/>
          </p:cNvSpPr>
          <p:nvPr>
            <p:ph type="title"/>
            <p:custDataLst>
              <p:tags r:id="rId4"/>
            </p:custDataLst>
          </p:nvPr>
        </p:nvSpPr>
        <p:spPr/>
        <p:txBody>
          <a:bodyPr/>
          <a:lstStyle/>
          <a:p>
            <a:r>
              <a:rPr lang="zh-CN" altLang="en-US">
                <a:solidFill>
                  <a:srgbClr val="FFFFFF"/>
                </a:solidFill>
                <a:latin typeface="微软雅黑" panose="020B0503020204020204" charset="-122"/>
                <a:ea typeface="微软雅黑" panose="020B0503020204020204" charset="-122"/>
              </a:rPr>
              <a:t>一、宪法的分类</a:t>
            </a:r>
            <a:endParaRPr lang="zh-CN" altLang="en-US">
              <a:solidFill>
                <a:srgbClr val="FFFFFF"/>
              </a:solidFill>
              <a:latin typeface="微软雅黑" panose="020B0503020204020204" charset="-122"/>
              <a:ea typeface="微软雅黑" panose="020B0503020204020204" charset="-122"/>
            </a:endParaRPr>
          </a:p>
        </p:txBody>
      </p:sp>
      <p:sp>
        <p:nvSpPr>
          <p:cNvPr id="7" name="矩形 6"/>
          <p:cNvSpPr/>
          <p:nvPr>
            <p:custDataLst>
              <p:tags r:id="rId5"/>
            </p:custDataLst>
          </p:nvPr>
        </p:nvSpPr>
        <p:spPr>
          <a:xfrm>
            <a:off x="74295" y="1432560"/>
            <a:ext cx="12117705" cy="10737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p>
            <a:pPr marL="0" indent="0">
              <a:lnSpc>
                <a:spcPct val="150000"/>
              </a:lnSpc>
              <a:buNone/>
            </a:pPr>
            <a:r>
              <a:rPr lang="zh-CN" altLang="en-US" sz="2400" b="1" kern="0" spc="0" dirty="0">
                <a:ln>
                  <a:noFill/>
                  <a:prstDash val="sysDot"/>
                </a:ln>
                <a:solidFill>
                  <a:schemeClr val="lt1"/>
                </a:solidFill>
                <a:latin typeface="微软雅黑" panose="020B0503020204020204" charset="-122"/>
                <a:ea typeface="微软雅黑" panose="020B0503020204020204" charset="-122"/>
                <a:cs typeface="微软雅黑" panose="020B0503020204020204" charset="-122"/>
                <a:sym typeface="+mn-ea"/>
              </a:rPr>
              <a:t>（</a:t>
            </a:r>
            <a:r>
              <a:rPr lang="zh-CN" altLang="en-US" sz="2800" b="1" kern="0" spc="0" dirty="0">
                <a:ln>
                  <a:noFill/>
                  <a:prstDash val="sysDot"/>
                </a:ln>
                <a:solidFill>
                  <a:schemeClr val="lt1"/>
                </a:solidFill>
                <a:latin typeface="微软雅黑" panose="020B0503020204020204" charset="-122"/>
                <a:ea typeface="微软雅黑" panose="020B0503020204020204" charset="-122"/>
                <a:cs typeface="微软雅黑" panose="020B0503020204020204" charset="-122"/>
                <a:sym typeface="+mn-ea"/>
              </a:rPr>
              <a:t>一）资本主义类型宪法与社会主义类型宪法</a:t>
            </a:r>
            <a:r>
              <a:rPr lang="zh-CN" altLang="en-US" sz="2800" kern="0" spc="0" dirty="0">
                <a:ln>
                  <a:noFill/>
                  <a:prstDash val="sysDot"/>
                </a:ln>
                <a:solidFill>
                  <a:schemeClr val="lt1"/>
                </a:solidFill>
                <a:latin typeface="微软雅黑" panose="020B0503020204020204" charset="-122"/>
                <a:ea typeface="微软雅黑" panose="020B0503020204020204" charset="-122"/>
                <a:cs typeface="微软雅黑" panose="020B0503020204020204" charset="-122"/>
                <a:sym typeface="+mn-ea"/>
              </a:rPr>
              <a:t>（</a:t>
            </a:r>
            <a:r>
              <a:rPr lang="en-US" altLang="zh-CN" sz="2800" kern="0" spc="0" dirty="0">
                <a:ln>
                  <a:noFill/>
                  <a:prstDash val="sysDot"/>
                </a:ln>
                <a:solidFill>
                  <a:schemeClr val="lt1"/>
                </a:solidFill>
                <a:latin typeface="微软雅黑" panose="020B0503020204020204" charset="-122"/>
                <a:ea typeface="微软雅黑" panose="020B0503020204020204" charset="-122"/>
                <a:cs typeface="微软雅黑" panose="020B0503020204020204" charset="-122"/>
                <a:sym typeface="+mn-ea"/>
              </a:rPr>
              <a:t> </a:t>
            </a:r>
            <a:r>
              <a:rPr lang="zh-CN" altLang="en-US" sz="2800" kern="0" spc="0" dirty="0">
                <a:ln>
                  <a:noFill/>
                  <a:prstDash val="sysDot"/>
                </a:ln>
                <a:solidFill>
                  <a:schemeClr val="lt1"/>
                </a:solidFill>
                <a:latin typeface="微软雅黑" panose="020B0503020204020204" charset="-122"/>
                <a:ea typeface="微软雅黑" panose="020B0503020204020204" charset="-122"/>
                <a:cs typeface="微软雅黑" panose="020B0503020204020204" charset="-122"/>
                <a:sym typeface="+mn-ea"/>
              </a:rPr>
              <a:t>按经济基础与国家政权性质）</a:t>
            </a:r>
            <a:endParaRPr lang="zh-CN" altLang="en-US" sz="2800" kern="0" spc="0" dirty="0">
              <a:ln>
                <a:noFill/>
                <a:prstDash val="sysDot"/>
              </a:ln>
              <a:solidFill>
                <a:schemeClr val="lt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3" name="表格 2"/>
          <p:cNvGraphicFramePr/>
          <p:nvPr>
            <p:custDataLst>
              <p:tags r:id="rId6"/>
            </p:custDataLst>
          </p:nvPr>
        </p:nvGraphicFramePr>
        <p:xfrm>
          <a:off x="857568" y="2605405"/>
          <a:ext cx="10477500" cy="3556000"/>
        </p:xfrm>
        <a:graphic>
          <a:graphicData uri="http://schemas.openxmlformats.org/drawingml/2006/table">
            <a:tbl>
              <a:tblPr firstRow="1" bandRow="1">
                <a:tableStyleId>{5C22544A-7EE6-4342-B048-85BDC9FD1C3A}</a:tableStyleId>
              </a:tblPr>
              <a:tblGrid>
                <a:gridCol w="1433830"/>
                <a:gridCol w="4474845"/>
                <a:gridCol w="4568825"/>
              </a:tblGrid>
              <a:tr h="613410">
                <a:tc>
                  <a:txBody>
                    <a:bodyPr/>
                    <a:p>
                      <a:pPr marL="0" indent="0" algn="ctr">
                        <a:lnSpc>
                          <a:spcPct val="120000"/>
                        </a:lnSpc>
                        <a:spcBef>
                          <a:spcPts val="0"/>
                        </a:spcBef>
                        <a:spcAft>
                          <a:spcPts val="0"/>
                        </a:spcAft>
                      </a:pPr>
                      <a:r>
                        <a:rPr lang="zh-CN" altLang="en-US" sz="2000" b="1" spc="130">
                          <a:latin typeface="微软雅黑" panose="020B0503020204020204" charset="-122"/>
                          <a:ea typeface="微软雅黑" panose="020B0503020204020204" charset="-122"/>
                        </a:rPr>
                        <a:t>分类维度</a:t>
                      </a:r>
                      <a:endParaRPr lang="zh-CN" altLang="en-US" sz="2000" b="1" spc="13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000" b="1" spc="130">
                          <a:latin typeface="微软雅黑" panose="020B0503020204020204" charset="-122"/>
                          <a:ea typeface="微软雅黑" panose="020B0503020204020204" charset="-122"/>
                        </a:rPr>
                        <a:t>资本主义类型宪法</a:t>
                      </a:r>
                      <a:endParaRPr lang="zh-CN" altLang="en-US" sz="2000" b="1" spc="13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000" b="1" spc="130">
                          <a:latin typeface="微软雅黑" panose="020B0503020204020204" charset="-122"/>
                          <a:ea typeface="微软雅黑" panose="020B0503020204020204" charset="-122"/>
                        </a:rPr>
                        <a:t>社会主义类型宪法</a:t>
                      </a:r>
                      <a:endParaRPr lang="zh-CN" altLang="en-US" sz="2000" b="1" spc="130">
                        <a:latin typeface="微软雅黑" panose="020B0503020204020204" charset="-122"/>
                        <a:ea typeface="微软雅黑" panose="020B0503020204020204" charset="-122"/>
                      </a:endParaRPr>
                    </a:p>
                  </a:txBody>
                  <a:tcPr marL="177800" marR="177800" marT="107950" marB="107950" anchor="ctr" anchorCtr="0"/>
                </a:tc>
              </a:tr>
              <a:tr h="571500">
                <a:tc>
                  <a:txBody>
                    <a:bodyPr/>
                    <a:p>
                      <a:pPr marL="0" indent="0" algn="ctr">
                        <a:lnSpc>
                          <a:spcPct val="120000"/>
                        </a:lnSpc>
                        <a:spcBef>
                          <a:spcPts val="0"/>
                        </a:spcBef>
                        <a:spcAft>
                          <a:spcPts val="0"/>
                        </a:spcAft>
                      </a:pPr>
                      <a:r>
                        <a:rPr lang="zh-CN" altLang="en-US" sz="1800" b="0" spc="120">
                          <a:latin typeface="微软雅黑" panose="020B0503020204020204" charset="-122"/>
                          <a:ea typeface="微软雅黑" panose="020B0503020204020204" charset="-122"/>
                        </a:rPr>
                        <a:t>经济基础</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资本主义私有制</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社会主义公有制</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r>
              <a:tr h="899160">
                <a:tc>
                  <a:txBody>
                    <a:bodyPr/>
                    <a:p>
                      <a:pPr marL="0" indent="0" algn="ctr">
                        <a:lnSpc>
                          <a:spcPct val="120000"/>
                        </a:lnSpc>
                        <a:spcBef>
                          <a:spcPts val="0"/>
                        </a:spcBef>
                        <a:spcAft>
                          <a:spcPts val="0"/>
                        </a:spcAft>
                      </a:pPr>
                      <a:r>
                        <a:rPr lang="zh-CN" altLang="en-US" sz="1800" b="0" spc="120">
                          <a:latin typeface="微软雅黑" panose="020B0503020204020204" charset="-122"/>
                          <a:ea typeface="微软雅黑" panose="020B0503020204020204" charset="-122"/>
                        </a:rPr>
                        <a:t>核心内容</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确认资产阶级民主，保障资产阶级统治地位</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确认社会主义民主，保障人民当家作主</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r>
              <a:tr h="900430">
                <a:tc>
                  <a:txBody>
                    <a:bodyPr/>
                    <a:p>
                      <a:pPr marL="0" indent="0" algn="ctr">
                        <a:lnSpc>
                          <a:spcPct val="120000"/>
                        </a:lnSpc>
                        <a:spcBef>
                          <a:spcPts val="0"/>
                        </a:spcBef>
                        <a:spcAft>
                          <a:spcPts val="0"/>
                        </a:spcAft>
                      </a:pPr>
                      <a:r>
                        <a:rPr lang="zh-CN" altLang="en-US" sz="1800" b="0" spc="120">
                          <a:latin typeface="微软雅黑" panose="020B0503020204020204" charset="-122"/>
                          <a:ea typeface="微软雅黑" panose="020B0503020204020204" charset="-122"/>
                        </a:rPr>
                        <a:t>核心特征</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维护资本家利益，强调私有财产神圣不可侵犯</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维护广大人民利益，确认工人阶级政党领导地位</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r>
              <a:tr h="571500">
                <a:tc>
                  <a:txBody>
                    <a:bodyPr/>
                    <a:p>
                      <a:pPr marL="0" indent="0" algn="ctr">
                        <a:lnSpc>
                          <a:spcPct val="120000"/>
                        </a:lnSpc>
                        <a:spcBef>
                          <a:spcPts val="0"/>
                        </a:spcBef>
                        <a:spcAft>
                          <a:spcPts val="0"/>
                        </a:spcAft>
                      </a:pPr>
                      <a:r>
                        <a:rPr lang="zh-CN" altLang="en-US" sz="1800" b="0" spc="120">
                          <a:latin typeface="微软雅黑" panose="020B0503020204020204" charset="-122"/>
                          <a:ea typeface="微软雅黑" panose="020B0503020204020204" charset="-122"/>
                        </a:rPr>
                        <a:t>代表示例</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cs typeface="微软雅黑" panose="020B0503020204020204" charset="-122"/>
                        </a:rPr>
                        <a:t>美国 </a:t>
                      </a:r>
                      <a:r>
                        <a:rPr lang="en-US" altLang="zh-CN" sz="1800" b="0" spc="120">
                          <a:latin typeface="微软雅黑" panose="020B0503020204020204" charset="-122"/>
                          <a:ea typeface="微软雅黑" panose="020B0503020204020204" charset="-122"/>
                          <a:cs typeface="微软雅黑" panose="020B0503020204020204" charset="-122"/>
                        </a:rPr>
                        <a:t>1787 </a:t>
                      </a:r>
                      <a:r>
                        <a:rPr lang="zh-CN" altLang="en-US" sz="1800" b="0" spc="120">
                          <a:latin typeface="微软雅黑" panose="020B0503020204020204" charset="-122"/>
                          <a:ea typeface="微软雅黑" panose="020B0503020204020204" charset="-122"/>
                          <a:cs typeface="微软雅黑" panose="020B0503020204020204" charset="-122"/>
                        </a:rPr>
                        <a:t>年宪法、日本</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和平宪法</a:t>
                      </a:r>
                      <a:r>
                        <a:rPr lang="en-US" altLang="zh-CN" sz="1800" b="0" spc="120">
                          <a:latin typeface="微软雅黑" panose="020B0503020204020204" charset="-122"/>
                          <a:ea typeface="微软雅黑" panose="020B0503020204020204" charset="-122"/>
                          <a:cs typeface="微软雅黑" panose="020B0503020204020204" charset="-122"/>
                        </a:rPr>
                        <a:t>》</a:t>
                      </a:r>
                      <a:endParaRPr lang="en-US" altLang="zh-CN" sz="18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cs typeface="微软雅黑" panose="020B0503020204020204" charset="-122"/>
                        </a:rPr>
                        <a:t>我国 </a:t>
                      </a:r>
                      <a:r>
                        <a:rPr lang="en-US" altLang="zh-CN" sz="1800" b="0" spc="120">
                          <a:latin typeface="微软雅黑" panose="020B0503020204020204" charset="-122"/>
                          <a:ea typeface="微软雅黑" panose="020B0503020204020204" charset="-122"/>
                          <a:cs typeface="微软雅黑" panose="020B0503020204020204" charset="-122"/>
                        </a:rPr>
                        <a:t>1982 </a:t>
                      </a:r>
                      <a:r>
                        <a:rPr lang="zh-CN" altLang="en-US" sz="1800" b="0" spc="120">
                          <a:latin typeface="微软雅黑" panose="020B0503020204020204" charset="-122"/>
                          <a:ea typeface="微软雅黑" panose="020B0503020204020204" charset="-122"/>
                          <a:cs typeface="微软雅黑" panose="020B0503020204020204" charset="-122"/>
                        </a:rPr>
                        <a:t>年宪法、</a:t>
                      </a:r>
                      <a:r>
                        <a:rPr lang="en-US" altLang="zh-CN" sz="1800" b="0" spc="120">
                          <a:latin typeface="微软雅黑" panose="020B0503020204020204" charset="-122"/>
                          <a:ea typeface="微软雅黑" panose="020B0503020204020204" charset="-122"/>
                          <a:cs typeface="微软雅黑" panose="020B0503020204020204" charset="-122"/>
                        </a:rPr>
                        <a:t>1918 </a:t>
                      </a:r>
                      <a:r>
                        <a:rPr lang="zh-CN" altLang="en-US" sz="1800" b="0" spc="120">
                          <a:latin typeface="微软雅黑" panose="020B0503020204020204" charset="-122"/>
                          <a:ea typeface="微软雅黑" panose="020B0503020204020204" charset="-122"/>
                          <a:cs typeface="微软雅黑" panose="020B0503020204020204" charset="-122"/>
                        </a:rPr>
                        <a:t>年</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苏俄宪法</a:t>
                      </a:r>
                      <a:r>
                        <a:rPr lang="en-US" altLang="zh-CN" sz="1800" b="0" spc="120">
                          <a:latin typeface="微软雅黑" panose="020B0503020204020204" charset="-122"/>
                          <a:ea typeface="微软雅黑" panose="020B0503020204020204" charset="-122"/>
                          <a:cs typeface="微软雅黑" panose="020B0503020204020204" charset="-122"/>
                        </a:rPr>
                        <a:t>》</a:t>
                      </a:r>
                      <a:endParaRPr lang="en-US" altLang="zh-CN" sz="18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bl>
          </a:graphicData>
        </a:graphic>
      </p:graphicFrame>
    </p:spTree>
    <p:custDataLst>
      <p:tags r:id="rId7"/>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3"/>
          <p:cNvSpPr/>
          <p:nvPr>
            <p:custDataLst>
              <p:tags r:id="rId1"/>
            </p:custDataLst>
          </p:nvPr>
        </p:nvSpPr>
        <p:spPr>
          <a:xfrm>
            <a:off x="635" y="-12700"/>
            <a:ext cx="12196445" cy="4833620"/>
          </a:xfrm>
          <a:custGeom>
            <a:avLst/>
            <a:gdLst/>
            <a:ahLst/>
            <a:cxnLst>
              <a:cxn ang="3">
                <a:pos x="hc" y="t"/>
              </a:cxn>
              <a:cxn ang="cd2">
                <a:pos x="l" y="vc"/>
              </a:cxn>
              <a:cxn ang="cd4">
                <a:pos x="hc" y="b"/>
              </a:cxn>
              <a:cxn ang="0">
                <a:pos x="r" y="vc"/>
              </a:cxn>
            </a:cxnLst>
            <a:rect l="l" t="t" r="r" b="b"/>
            <a:pathLst>
              <a:path w="19207" h="7612">
                <a:moveTo>
                  <a:pt x="0" y="0"/>
                </a:moveTo>
                <a:lnTo>
                  <a:pt x="19207" y="0"/>
                </a:lnTo>
                <a:lnTo>
                  <a:pt x="19207" y="2510"/>
                </a:lnTo>
                <a:lnTo>
                  <a:pt x="19132" y="2619"/>
                </a:lnTo>
                <a:cubicBezTo>
                  <a:pt x="17041" y="5636"/>
                  <a:pt x="13553" y="7612"/>
                  <a:pt x="9604" y="7612"/>
                </a:cubicBezTo>
                <a:cubicBezTo>
                  <a:pt x="5654" y="7612"/>
                  <a:pt x="2166" y="5636"/>
                  <a:pt x="75" y="2619"/>
                </a:cubicBezTo>
                <a:lnTo>
                  <a:pt x="0" y="2510"/>
                </a:lnTo>
                <a:lnTo>
                  <a:pt x="0" y="0"/>
                </a:lnTo>
                <a:close/>
              </a:path>
            </a:pathLst>
          </a:custGeom>
          <a:gradFill>
            <a:gsLst>
              <a:gs pos="0">
                <a:schemeClr val="accent1">
                  <a:alpha val="50000"/>
                </a:schemeClr>
              </a:gs>
              <a:gs pos="100000">
                <a:schemeClr val="accent1"/>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3" name="矩形: 圆角 2"/>
          <p:cNvSpPr/>
          <p:nvPr>
            <p:custDataLst>
              <p:tags r:id="rId2"/>
            </p:custDataLst>
          </p:nvPr>
        </p:nvSpPr>
        <p:spPr>
          <a:xfrm>
            <a:off x="607695" y="1546225"/>
            <a:ext cx="10982960" cy="4909820"/>
          </a:xfrm>
          <a:prstGeom prst="roundRect">
            <a:avLst>
              <a:gd name="adj" fmla="val 4773"/>
            </a:avLst>
          </a:prstGeom>
          <a:solidFill>
            <a:schemeClr val="bg2"/>
          </a:solidFill>
          <a:ln>
            <a:noFill/>
          </a:ln>
          <a:effectLst>
            <a:outerShdw blurRad="152400" sx="101000" sy="101000" algn="ctr" rotWithShape="0">
              <a:prstClr val="black">
                <a:alpha val="1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rgbClr val="FFFFFF"/>
              </a:solidFill>
            </a:endParaRPr>
          </a:p>
        </p:txBody>
      </p:sp>
      <p:sp>
        <p:nvSpPr>
          <p:cNvPr id="7" name="矩形: 圆角 2"/>
          <p:cNvSpPr/>
          <p:nvPr>
            <p:custDataLst>
              <p:tags r:id="rId3"/>
            </p:custDataLst>
          </p:nvPr>
        </p:nvSpPr>
        <p:spPr>
          <a:xfrm>
            <a:off x="609600" y="1546225"/>
            <a:ext cx="10982960" cy="4909820"/>
          </a:xfrm>
          <a:prstGeom prst="roundRect">
            <a:avLst>
              <a:gd name="adj" fmla="val 4773"/>
            </a:avLst>
          </a:prstGeom>
          <a:solidFill>
            <a:srgbClr val="FFFFFF">
              <a:alpha val="20000"/>
            </a:srgb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FFFFFF"/>
              </a:solidFill>
            </a:endParaRPr>
          </a:p>
        </p:txBody>
      </p:sp>
      <p:sp>
        <p:nvSpPr>
          <p:cNvPr id="6" name="矩形: 圆角 4"/>
          <p:cNvSpPr/>
          <p:nvPr>
            <p:custDataLst>
              <p:tags r:id="rId4"/>
            </p:custDataLst>
          </p:nvPr>
        </p:nvSpPr>
        <p:spPr>
          <a:xfrm>
            <a:off x="944880" y="1785620"/>
            <a:ext cx="10328275" cy="898525"/>
          </a:xfrm>
          <a:prstGeom prst="roundRect">
            <a:avLst>
              <a:gd name="adj" fmla="val 16936"/>
            </a:avLst>
          </a:prstGeom>
          <a:solidFill>
            <a:schemeClr val="accent1">
              <a:lumMod val="20000"/>
              <a:lumOff val="80000"/>
              <a:alpha val="2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107950" tIns="0" rIns="107950" bIns="71755"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0" algn="l" fontAlgn="auto">
              <a:lnSpc>
                <a:spcPct val="150000"/>
              </a:lnSpc>
            </a:pPr>
            <a:r>
              <a:rPr lang="en-US" altLang="en-US" sz="3200" b="1" dirty="0">
                <a:solidFill>
                  <a:schemeClr val="accent5"/>
                </a:solidFill>
                <a:uFillTx/>
                <a:latin typeface="微软雅黑" panose="020B0503020204020204" charset="-122"/>
                <a:ea typeface="微软雅黑" panose="020B0503020204020204" charset="-122"/>
                <a:cs typeface="微软雅黑" panose="020B0503020204020204" charset="-122"/>
                <a:sym typeface="+mn-ea"/>
              </a:rPr>
              <a:t>1. </a:t>
            </a:r>
            <a:r>
              <a:rPr lang="zh-CN" altLang="en-US" sz="3200" b="1" dirty="0">
                <a:solidFill>
                  <a:schemeClr val="accent5"/>
                </a:solidFill>
                <a:uFillTx/>
                <a:latin typeface="微软雅黑" panose="020B0503020204020204" charset="-122"/>
                <a:ea typeface="微软雅黑" panose="020B0503020204020204" charset="-122"/>
                <a:cs typeface="微软雅黑" panose="020B0503020204020204" charset="-122"/>
                <a:sym typeface="+mn-ea"/>
              </a:rPr>
              <a:t>成文宪法与不成文宪法（按是否有统一法典形式）</a:t>
            </a:r>
            <a:endParaRPr lang="zh-CN" altLang="en-US" sz="3200" b="1" dirty="0">
              <a:solidFill>
                <a:schemeClr val="accent5"/>
              </a:solidFill>
              <a:uFillTx/>
              <a:latin typeface="微软雅黑" panose="020B0503020204020204" charset="-122"/>
              <a:ea typeface="微软雅黑" panose="020B0503020204020204" charset="-122"/>
              <a:cs typeface="微软雅黑" panose="020B0503020204020204" charset="-122"/>
              <a:sym typeface="+mn-ea"/>
            </a:endParaRPr>
          </a:p>
        </p:txBody>
      </p:sp>
      <p:sp>
        <p:nvSpPr>
          <p:cNvPr id="4" name="标题 3"/>
          <p:cNvSpPr>
            <a:spLocks noGrp="1"/>
          </p:cNvSpPr>
          <p:nvPr>
            <p:ph type="title"/>
            <p:custDataLst>
              <p:tags r:id="rId5"/>
            </p:custDataLst>
          </p:nvPr>
        </p:nvSpPr>
        <p:spPr/>
        <p:txBody>
          <a:bodyPr/>
          <a:lstStyle/>
          <a:p>
            <a:r>
              <a:rPr lang="zh-CN" altLang="en-US">
                <a:solidFill>
                  <a:srgbClr val="FFFFFF"/>
                </a:solidFill>
                <a:latin typeface="微软雅黑" panose="020B0503020204020204" charset="-122"/>
                <a:ea typeface="微软雅黑" panose="020B0503020204020204" charset="-122"/>
              </a:rPr>
              <a:t>（二）其他分类</a:t>
            </a:r>
            <a:endParaRPr lang="zh-CN" altLang="en-US">
              <a:solidFill>
                <a:srgbClr val="FFFFFF"/>
              </a:solidFill>
              <a:latin typeface="微软雅黑" panose="020B0503020204020204" charset="-122"/>
              <a:ea typeface="微软雅黑" panose="020B0503020204020204" charset="-122"/>
            </a:endParaRPr>
          </a:p>
        </p:txBody>
      </p:sp>
      <p:graphicFrame>
        <p:nvGraphicFramePr>
          <p:cNvPr id="8" name="表格 2"/>
          <p:cNvGraphicFramePr/>
          <p:nvPr>
            <p:custDataLst>
              <p:tags r:id="rId6"/>
            </p:custDataLst>
          </p:nvPr>
        </p:nvGraphicFramePr>
        <p:xfrm>
          <a:off x="932180" y="2862580"/>
          <a:ext cx="10327640" cy="3352800"/>
        </p:xfrm>
        <a:graphic>
          <a:graphicData uri="http://schemas.openxmlformats.org/drawingml/2006/table">
            <a:tbl>
              <a:tblPr firstRow="1" bandRow="1">
                <a:tableStyleId>{5C22544A-7EE6-4342-B048-85BDC9FD1C3A}</a:tableStyleId>
              </a:tblPr>
              <a:tblGrid>
                <a:gridCol w="1367155"/>
                <a:gridCol w="2522855"/>
                <a:gridCol w="1611630"/>
                <a:gridCol w="1717675"/>
                <a:gridCol w="3108325"/>
              </a:tblGrid>
              <a:tr h="619760">
                <a:tc>
                  <a:txBody>
                    <a:bodyPr/>
                    <a:p>
                      <a:pPr marL="0" indent="0" algn="ctr">
                        <a:lnSpc>
                          <a:spcPct val="120000"/>
                        </a:lnSpc>
                        <a:spcBef>
                          <a:spcPts val="0"/>
                        </a:spcBef>
                        <a:spcAft>
                          <a:spcPts val="0"/>
                        </a:spcAft>
                      </a:pPr>
                      <a:r>
                        <a:rPr lang="zh-CN" altLang="en-US" sz="2400" b="1" spc="130">
                          <a:latin typeface="微软雅黑" panose="020B0503020204020204" charset="-122"/>
                          <a:ea typeface="微软雅黑" panose="020B0503020204020204" charset="-122"/>
                        </a:rPr>
                        <a:t>类型</a:t>
                      </a:r>
                      <a:endParaRPr lang="zh-CN" altLang="en-US" sz="2400" b="1"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400" b="1" spc="130">
                          <a:latin typeface="微软雅黑" panose="020B0503020204020204" charset="-122"/>
                          <a:ea typeface="微软雅黑" panose="020B0503020204020204" charset="-122"/>
                        </a:rPr>
                        <a:t>定义</a:t>
                      </a:r>
                      <a:endParaRPr lang="zh-CN" altLang="en-US" sz="2400" b="1"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400" b="1" spc="130">
                          <a:latin typeface="微软雅黑" panose="020B0503020204020204" charset="-122"/>
                          <a:ea typeface="微软雅黑" panose="020B0503020204020204" charset="-122"/>
                        </a:rPr>
                        <a:t>优点</a:t>
                      </a:r>
                      <a:endParaRPr lang="zh-CN" altLang="en-US" sz="2400" b="1"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400" b="1" spc="130">
                          <a:latin typeface="微软雅黑" panose="020B0503020204020204" charset="-122"/>
                          <a:ea typeface="微软雅黑" panose="020B0503020204020204" charset="-122"/>
                        </a:rPr>
                        <a:t>缺点</a:t>
                      </a:r>
                      <a:endParaRPr lang="zh-CN" altLang="en-US" sz="2400" b="1"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400" b="1" spc="130">
                          <a:latin typeface="微软雅黑" panose="020B0503020204020204" charset="-122"/>
                          <a:ea typeface="微软雅黑" panose="020B0503020204020204" charset="-122"/>
                        </a:rPr>
                        <a:t>代表示例</a:t>
                      </a:r>
                      <a:endParaRPr lang="zh-CN" altLang="en-US" sz="2400" b="1" spc="130">
                        <a:latin typeface="微软雅黑" panose="020B0503020204020204" charset="-122"/>
                        <a:ea typeface="微软雅黑" panose="020B0503020204020204" charset="-122"/>
                      </a:endParaRPr>
                    </a:p>
                  </a:txBody>
                  <a:tcPr marL="215900" marR="215900" marT="133350" marB="133350" anchor="ctr" anchorCtr="0"/>
                </a:tc>
              </a:tr>
              <a:tr h="120967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成文宪法</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由一个或几个宪法性文件构成的宪法典</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内容明确、具体</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修改困难，适应性较差</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美国 </a:t>
                      </a:r>
                      <a:r>
                        <a:rPr lang="en-US" altLang="zh-CN" sz="2000" b="0" spc="130">
                          <a:latin typeface="微软雅黑" panose="020B0503020204020204" charset="-122"/>
                          <a:ea typeface="微软雅黑" panose="020B0503020204020204" charset="-122"/>
                          <a:cs typeface="微软雅黑" panose="020B0503020204020204" charset="-122"/>
                        </a:rPr>
                        <a:t>1787 </a:t>
                      </a:r>
                      <a:r>
                        <a:rPr lang="zh-CN" altLang="en-US" sz="2000" b="0" spc="130">
                          <a:latin typeface="微软雅黑" panose="020B0503020204020204" charset="-122"/>
                          <a:ea typeface="微软雅黑" panose="020B0503020204020204" charset="-122"/>
                          <a:cs typeface="微软雅黑" panose="020B0503020204020204" charset="-122"/>
                        </a:rPr>
                        <a:t>年宪法、我国 </a:t>
                      </a:r>
                      <a:r>
                        <a:rPr lang="en-US" altLang="zh-CN" sz="2000" b="0" spc="130">
                          <a:latin typeface="微软雅黑" panose="020B0503020204020204" charset="-122"/>
                          <a:ea typeface="微软雅黑" panose="020B0503020204020204" charset="-122"/>
                          <a:cs typeface="微软雅黑" panose="020B0503020204020204" charset="-122"/>
                        </a:rPr>
                        <a:t>1982 </a:t>
                      </a:r>
                      <a:r>
                        <a:rPr lang="zh-CN" altLang="en-US" sz="2000" b="0" spc="130">
                          <a:latin typeface="微软雅黑" panose="020B0503020204020204" charset="-122"/>
                          <a:ea typeface="微软雅黑" panose="020B0503020204020204" charset="-122"/>
                          <a:cs typeface="微软雅黑" panose="020B0503020204020204" charset="-122"/>
                        </a:rPr>
                        <a:t>年宪法</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152336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不成文宪法</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宪法规范分散在宪法性法律、判例、惯例中，无统一法典</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修改灵活，适应性强</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内容分散，不易把握</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英国宪法（宪法性法律 </a:t>
                      </a:r>
                      <a:r>
                        <a:rPr lang="en-US" altLang="zh-CN" sz="2000" b="0" spc="130">
                          <a:latin typeface="微软雅黑" panose="020B0503020204020204" charset="-122"/>
                          <a:ea typeface="微软雅黑" panose="020B0503020204020204" charset="-122"/>
                          <a:cs typeface="微软雅黑" panose="020B0503020204020204" charset="-122"/>
                        </a:rPr>
                        <a:t>+ </a:t>
                      </a:r>
                      <a:r>
                        <a:rPr lang="zh-CN" altLang="en-US" sz="2000" b="0" spc="130">
                          <a:latin typeface="微软雅黑" panose="020B0503020204020204" charset="-122"/>
                          <a:ea typeface="微软雅黑" panose="020B0503020204020204" charset="-122"/>
                          <a:cs typeface="微软雅黑" panose="020B0503020204020204" charset="-122"/>
                        </a:rPr>
                        <a:t>判例 </a:t>
                      </a:r>
                      <a:r>
                        <a:rPr lang="en-US" altLang="zh-CN" sz="2000" b="0" spc="130">
                          <a:latin typeface="微软雅黑" panose="020B0503020204020204" charset="-122"/>
                          <a:ea typeface="微软雅黑" panose="020B0503020204020204" charset="-122"/>
                          <a:cs typeface="微软雅黑" panose="020B0503020204020204" charset="-122"/>
                        </a:rPr>
                        <a:t>+ </a:t>
                      </a:r>
                      <a:r>
                        <a:rPr lang="zh-CN" altLang="en-US" sz="2000" b="0" spc="130">
                          <a:latin typeface="微软雅黑" panose="020B0503020204020204" charset="-122"/>
                          <a:ea typeface="微软雅黑" panose="020B0503020204020204" charset="-122"/>
                          <a:cs typeface="微软雅黑" panose="020B0503020204020204" charset="-122"/>
                        </a:rPr>
                        <a:t>惯例）</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bl>
          </a:graphicData>
        </a:graphic>
      </p:graphicFrame>
    </p:spTree>
    <p:custDataLst>
      <p:tags r:id="rId7"/>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19125" y="320040"/>
            <a:ext cx="10963910" cy="1353820"/>
          </a:xfrm>
        </p:spPr>
        <p:txBody>
          <a:bodyPr>
            <a:normAutofit fontScale="90000"/>
          </a:bodyPr>
          <a:lstStyle/>
          <a:p>
            <a:r>
              <a:rPr lang="en-US" altLang="zh-CN">
                <a:solidFill>
                  <a:schemeClr val="accent1"/>
                </a:solidFill>
                <a:latin typeface="微软雅黑" panose="020B0503020204020204" charset="-122"/>
                <a:ea typeface="微软雅黑" panose="020B0503020204020204" charset="-122"/>
                <a:cs typeface="微软雅黑" panose="020B0503020204020204" charset="-122"/>
              </a:rPr>
              <a:t>2. </a:t>
            </a:r>
            <a:r>
              <a:rPr lang="zh-CN" altLang="en-US">
                <a:solidFill>
                  <a:schemeClr val="accent1"/>
                </a:solidFill>
                <a:latin typeface="微软雅黑" panose="020B0503020204020204" charset="-122"/>
                <a:ea typeface="微软雅黑" panose="020B0503020204020204" charset="-122"/>
                <a:cs typeface="微软雅黑" panose="020B0503020204020204" charset="-122"/>
              </a:rPr>
              <a:t>刚性宪法与柔性宪法（按法律效力与修宪程序）</a:t>
            </a:r>
            <a:endParaRPr lang="zh-CN" altLang="en-US">
              <a:solidFill>
                <a:schemeClr val="accent1"/>
              </a:solidFill>
              <a:latin typeface="微软雅黑" panose="020B0503020204020204" charset="-122"/>
              <a:ea typeface="微软雅黑" panose="020B0503020204020204" charset="-122"/>
              <a:cs typeface="微软雅黑" panose="020B0503020204020204" charset="-122"/>
            </a:endParaRPr>
          </a:p>
        </p:txBody>
      </p:sp>
      <p:graphicFrame>
        <p:nvGraphicFramePr>
          <p:cNvPr id="8" name="表格 2"/>
          <p:cNvGraphicFramePr/>
          <p:nvPr>
            <p:custDataLst>
              <p:tags r:id="rId2"/>
            </p:custDataLst>
          </p:nvPr>
        </p:nvGraphicFramePr>
        <p:xfrm>
          <a:off x="607060" y="1673860"/>
          <a:ext cx="10975975" cy="4576445"/>
        </p:xfrm>
        <a:graphic>
          <a:graphicData uri="http://schemas.openxmlformats.org/drawingml/2006/table">
            <a:tbl>
              <a:tblPr firstRow="1" bandRow="1">
                <a:tableStyleId>{5C22544A-7EE6-4342-B048-85BDC9FD1C3A}</a:tableStyleId>
              </a:tblPr>
              <a:tblGrid>
                <a:gridCol w="1405255"/>
                <a:gridCol w="2940685"/>
                <a:gridCol w="1981200"/>
                <a:gridCol w="1980565"/>
                <a:gridCol w="2668270"/>
              </a:tblGrid>
              <a:tr h="910590">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类型</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定义</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优点</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缺点</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代表示例</a:t>
                      </a:r>
                      <a:endParaRPr lang="zh-CN" altLang="en-US" sz="2100" b="1">
                        <a:latin typeface="微软雅黑" panose="020B0503020204020204" charset="-122"/>
                        <a:ea typeface="微软雅黑" panose="020B0503020204020204" charset="-122"/>
                      </a:endParaRPr>
                    </a:p>
                  </a:txBody>
                  <a:tcPr marL="215900" marR="215900" marT="133350" marB="133350" anchor="ctr" anchorCtr="0"/>
                </a:tc>
              </a:tr>
              <a:tr h="1833245">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刚性宪法</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cs typeface="微软雅黑" panose="020B0503020204020204" charset="-122"/>
                        </a:rPr>
                        <a:t>制定 </a:t>
                      </a:r>
                      <a:r>
                        <a:rPr lang="en-US" altLang="zh-CN" sz="1900" b="0" spc="130">
                          <a:latin typeface="微软雅黑" panose="020B0503020204020204" charset="-122"/>
                          <a:ea typeface="微软雅黑" panose="020B0503020204020204" charset="-122"/>
                          <a:cs typeface="微软雅黑" panose="020B0503020204020204" charset="-122"/>
                        </a:rPr>
                        <a:t>/ </a:t>
                      </a:r>
                      <a:r>
                        <a:rPr lang="zh-CN" altLang="en-US" sz="1900" b="0" spc="130">
                          <a:latin typeface="微软雅黑" panose="020B0503020204020204" charset="-122"/>
                          <a:ea typeface="微软雅黑" panose="020B0503020204020204" charset="-122"/>
                          <a:cs typeface="微软雅黑" panose="020B0503020204020204" charset="-122"/>
                        </a:rPr>
                        <a:t>修改程序比普通法律严格，具有最高法律效力</a:t>
                      </a:r>
                      <a:endParaRPr lang="zh-CN" altLang="en-US" sz="19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稳定性强，利于宪法秩序统一</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修改复杂，难适应社会变化</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我国宪法、美国宪法</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r>
              <a:tr h="1832610">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柔性宪法</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cs typeface="微软雅黑" panose="020B0503020204020204" charset="-122"/>
                        </a:rPr>
                        <a:t>制定 </a:t>
                      </a:r>
                      <a:r>
                        <a:rPr lang="en-US" altLang="zh-CN" sz="1900" b="0" spc="130">
                          <a:latin typeface="微软雅黑" panose="020B0503020204020204" charset="-122"/>
                          <a:ea typeface="微软雅黑" panose="020B0503020204020204" charset="-122"/>
                          <a:cs typeface="微软雅黑" panose="020B0503020204020204" charset="-122"/>
                        </a:rPr>
                        <a:t>/ </a:t>
                      </a:r>
                      <a:r>
                        <a:rPr lang="zh-CN" altLang="en-US" sz="1900" b="0" spc="130">
                          <a:latin typeface="微软雅黑" panose="020B0503020204020204" charset="-122"/>
                          <a:ea typeface="微软雅黑" panose="020B0503020204020204" charset="-122"/>
                          <a:cs typeface="微软雅黑" panose="020B0503020204020204" charset="-122"/>
                        </a:rPr>
                        <a:t>修改程序、法律效力与普通法律完全相同</a:t>
                      </a:r>
                      <a:endParaRPr lang="zh-CN" altLang="en-US" sz="19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修改灵活，适应社会快</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稳定性弱，易被随意修改</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cs typeface="微软雅黑" panose="020B0503020204020204" charset="-122"/>
                        </a:rPr>
                        <a:t>英国宪法、</a:t>
                      </a:r>
                      <a:r>
                        <a:rPr lang="en-US" altLang="zh-CN" sz="1900" b="0" spc="130">
                          <a:latin typeface="微软雅黑" panose="020B0503020204020204" charset="-122"/>
                          <a:ea typeface="微软雅黑" panose="020B0503020204020204" charset="-122"/>
                          <a:cs typeface="微软雅黑" panose="020B0503020204020204" charset="-122"/>
                        </a:rPr>
                        <a:t>1848 </a:t>
                      </a:r>
                      <a:r>
                        <a:rPr lang="zh-CN" altLang="en-US" sz="1900" b="0" spc="130">
                          <a:latin typeface="微软雅黑" panose="020B0503020204020204" charset="-122"/>
                          <a:ea typeface="微软雅黑" panose="020B0503020204020204" charset="-122"/>
                          <a:cs typeface="微软雅黑" panose="020B0503020204020204" charset="-122"/>
                        </a:rPr>
                        <a:t>年</a:t>
                      </a:r>
                      <a:r>
                        <a:rPr lang="en-US" altLang="zh-CN" sz="1900" b="0" spc="130">
                          <a:latin typeface="微软雅黑" panose="020B0503020204020204" charset="-122"/>
                          <a:ea typeface="微软雅黑" panose="020B0503020204020204" charset="-122"/>
                          <a:cs typeface="微软雅黑" panose="020B0503020204020204" charset="-122"/>
                        </a:rPr>
                        <a:t>《</a:t>
                      </a:r>
                      <a:r>
                        <a:rPr lang="zh-CN" altLang="en-US" sz="1900" b="0" spc="130">
                          <a:latin typeface="微软雅黑" panose="020B0503020204020204" charset="-122"/>
                          <a:ea typeface="微软雅黑" panose="020B0503020204020204" charset="-122"/>
                          <a:cs typeface="微软雅黑" panose="020B0503020204020204" charset="-122"/>
                        </a:rPr>
                        <a:t>意大利宪法</a:t>
                      </a:r>
                      <a:r>
                        <a:rPr lang="en-US" altLang="zh-CN" sz="1900" b="0" spc="130">
                          <a:latin typeface="微软雅黑" panose="020B0503020204020204" charset="-122"/>
                          <a:ea typeface="微软雅黑" panose="020B0503020204020204" charset="-122"/>
                          <a:cs typeface="微软雅黑" panose="020B0503020204020204" charset="-122"/>
                        </a:rPr>
                        <a:t>》</a:t>
                      </a:r>
                      <a:endParaRPr lang="en-US" altLang="zh-CN" sz="19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bl>
          </a:graphicData>
        </a:graphic>
      </p:graphicFrame>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920" y="365125"/>
            <a:ext cx="11207115" cy="1325880"/>
          </a:xfrm>
        </p:spPr>
        <p:txBody>
          <a:bodyPr>
            <a:normAutofit fontScale="90000"/>
          </a:bodyPr>
          <a:lstStyle/>
          <a:p>
            <a:r>
              <a:rPr lang="en-US" altLang="zh-CN">
                <a:solidFill>
                  <a:schemeClr val="accent1"/>
                </a:solidFill>
                <a:latin typeface="微软雅黑" panose="020B0503020204020204" charset="-122"/>
                <a:ea typeface="微软雅黑" panose="020B0503020204020204" charset="-122"/>
                <a:cs typeface="微软雅黑" panose="020B0503020204020204" charset="-122"/>
              </a:rPr>
              <a:t>3. </a:t>
            </a:r>
            <a:r>
              <a:rPr lang="zh-CN" altLang="en-US">
                <a:solidFill>
                  <a:schemeClr val="accent1"/>
                </a:solidFill>
                <a:latin typeface="微软雅黑" panose="020B0503020204020204" charset="-122"/>
                <a:ea typeface="微软雅黑" panose="020B0503020204020204" charset="-122"/>
                <a:cs typeface="微软雅黑" panose="020B0503020204020204" charset="-122"/>
              </a:rPr>
              <a:t>钦定宪法、民定宪法与协定宪法（按制定主体）</a:t>
            </a:r>
            <a:endParaRPr lang="zh-CN" altLang="en-US">
              <a:solidFill>
                <a:schemeClr val="accent1"/>
              </a:solidFill>
              <a:latin typeface="微软雅黑" panose="020B0503020204020204" charset="-122"/>
              <a:ea typeface="微软雅黑" panose="020B0503020204020204" charset="-122"/>
              <a:cs typeface="微软雅黑" panose="020B0503020204020204" charset="-122"/>
            </a:endParaRPr>
          </a:p>
        </p:txBody>
      </p:sp>
      <p:graphicFrame>
        <p:nvGraphicFramePr>
          <p:cNvPr id="3" name="表格 2"/>
          <p:cNvGraphicFramePr/>
          <p:nvPr>
            <p:custDataLst>
              <p:tags r:id="rId2"/>
            </p:custDataLst>
          </p:nvPr>
        </p:nvGraphicFramePr>
        <p:xfrm>
          <a:off x="607060" y="1673860"/>
          <a:ext cx="10975975" cy="4576445"/>
        </p:xfrm>
        <a:graphic>
          <a:graphicData uri="http://schemas.openxmlformats.org/drawingml/2006/table">
            <a:tbl>
              <a:tblPr firstRow="1" bandRow="1">
                <a:tableStyleId>{5C22544A-7EE6-4342-B048-85BDC9FD1C3A}</a:tableStyleId>
              </a:tblPr>
              <a:tblGrid>
                <a:gridCol w="1440815"/>
                <a:gridCol w="3569970"/>
                <a:gridCol w="2434590"/>
                <a:gridCol w="3530600"/>
              </a:tblGrid>
              <a:tr h="882650">
                <a:tc>
                  <a:txBody>
                    <a:bodyPr/>
                    <a:p>
                      <a:pPr marL="0" indent="0" algn="ctr">
                        <a:lnSpc>
                          <a:spcPct val="120000"/>
                        </a:lnSpc>
                        <a:spcBef>
                          <a:spcPts val="0"/>
                        </a:spcBef>
                        <a:spcAft>
                          <a:spcPts val="0"/>
                        </a:spcAft>
                      </a:pPr>
                      <a:r>
                        <a:rPr lang="zh-CN" altLang="en-US" sz="2200" b="1">
                          <a:latin typeface="微软雅黑" panose="020B0503020204020204" charset="-122"/>
                          <a:ea typeface="微软雅黑" panose="020B0503020204020204" charset="-122"/>
                        </a:rPr>
                        <a:t>类型</a:t>
                      </a:r>
                      <a:endParaRPr lang="zh-CN" altLang="en-US" sz="2200" b="1">
                        <a:latin typeface="微软雅黑" panose="020B0503020204020204" charset="-122"/>
                        <a:ea typeface="微软雅黑" panose="020B0503020204020204" charset="-122"/>
                      </a:endParaRPr>
                    </a:p>
                  </a:txBody>
                  <a:tcPr marL="317500" marR="317500" marT="215900" marB="215900" anchor="ctr" anchorCtr="0"/>
                </a:tc>
                <a:tc>
                  <a:txBody>
                    <a:bodyPr/>
                    <a:p>
                      <a:pPr marL="0" indent="0" algn="ctr">
                        <a:lnSpc>
                          <a:spcPct val="120000"/>
                        </a:lnSpc>
                        <a:spcBef>
                          <a:spcPts val="0"/>
                        </a:spcBef>
                        <a:spcAft>
                          <a:spcPts val="0"/>
                        </a:spcAft>
                      </a:pPr>
                      <a:r>
                        <a:rPr lang="zh-CN" altLang="en-US" sz="2200" b="1">
                          <a:latin typeface="微软雅黑" panose="020B0503020204020204" charset="-122"/>
                          <a:ea typeface="微软雅黑" panose="020B0503020204020204" charset="-122"/>
                        </a:rPr>
                        <a:t>定义</a:t>
                      </a:r>
                      <a:endParaRPr lang="zh-CN" altLang="en-US" sz="2200" b="1">
                        <a:latin typeface="微软雅黑" panose="020B0503020204020204" charset="-122"/>
                        <a:ea typeface="微软雅黑" panose="020B0503020204020204" charset="-122"/>
                      </a:endParaRPr>
                    </a:p>
                  </a:txBody>
                  <a:tcPr marL="317500" marR="317500" marT="215900" marB="215900" anchor="ctr" anchorCtr="0"/>
                </a:tc>
                <a:tc>
                  <a:txBody>
                    <a:bodyPr/>
                    <a:p>
                      <a:pPr marL="0" indent="0" algn="ctr">
                        <a:lnSpc>
                          <a:spcPct val="120000"/>
                        </a:lnSpc>
                        <a:spcBef>
                          <a:spcPts val="0"/>
                        </a:spcBef>
                        <a:spcAft>
                          <a:spcPts val="0"/>
                        </a:spcAft>
                      </a:pPr>
                      <a:r>
                        <a:rPr lang="zh-CN" altLang="en-US" sz="2200" b="1">
                          <a:latin typeface="微软雅黑" panose="020B0503020204020204" charset="-122"/>
                          <a:ea typeface="微软雅黑" panose="020B0503020204020204" charset="-122"/>
                        </a:rPr>
                        <a:t>核心特征</a:t>
                      </a:r>
                      <a:endParaRPr lang="zh-CN" altLang="en-US" sz="2200" b="1">
                        <a:latin typeface="微软雅黑" panose="020B0503020204020204" charset="-122"/>
                        <a:ea typeface="微软雅黑" panose="020B0503020204020204" charset="-122"/>
                      </a:endParaRPr>
                    </a:p>
                  </a:txBody>
                  <a:tcPr marL="317500" marR="317500" marT="215900" marB="215900" anchor="ctr" anchorCtr="0"/>
                </a:tc>
                <a:tc>
                  <a:txBody>
                    <a:bodyPr/>
                    <a:p>
                      <a:pPr marL="0" indent="0" algn="ctr">
                        <a:lnSpc>
                          <a:spcPct val="120000"/>
                        </a:lnSpc>
                        <a:spcBef>
                          <a:spcPts val="0"/>
                        </a:spcBef>
                        <a:spcAft>
                          <a:spcPts val="0"/>
                        </a:spcAft>
                      </a:pPr>
                      <a:r>
                        <a:rPr lang="zh-CN" altLang="en-US" sz="2200" b="1">
                          <a:latin typeface="微软雅黑" panose="020B0503020204020204" charset="-122"/>
                          <a:ea typeface="微软雅黑" panose="020B0503020204020204" charset="-122"/>
                        </a:rPr>
                        <a:t>代表示例</a:t>
                      </a:r>
                      <a:endParaRPr lang="zh-CN" altLang="en-US" sz="2200" b="1">
                        <a:latin typeface="微软雅黑" panose="020B0503020204020204" charset="-122"/>
                        <a:ea typeface="微软雅黑" panose="020B0503020204020204" charset="-122"/>
                      </a:endParaRPr>
                    </a:p>
                  </a:txBody>
                  <a:tcPr marL="317500" marR="317500" marT="215900" marB="215900" anchor="ctr" anchorCtr="0"/>
                </a:tc>
              </a:tr>
              <a:tr h="123126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钦定宪法</a:t>
                      </a:r>
                      <a:endParaRPr lang="zh-CN" altLang="en-US" sz="2000" b="0" spc="130">
                        <a:latin typeface="微软雅黑" panose="020B0503020204020204" charset="-122"/>
                        <a:ea typeface="微软雅黑" panose="020B0503020204020204" charset="-122"/>
                      </a:endParaRPr>
                    </a:p>
                  </a:txBody>
                  <a:tcPr marL="317500" marR="317500" marT="215900" marB="21590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君主自上而下制定并颁布</a:t>
                      </a:r>
                      <a:endParaRPr lang="zh-CN" altLang="en-US" sz="2000" b="0" spc="130">
                        <a:latin typeface="微软雅黑" panose="020B0503020204020204" charset="-122"/>
                        <a:ea typeface="微软雅黑" panose="020B0503020204020204" charset="-122"/>
                      </a:endParaRPr>
                    </a:p>
                  </a:txBody>
                  <a:tcPr marL="317500" marR="317500" marT="215900" marB="21590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肯定君权，民权点缀</a:t>
                      </a:r>
                      <a:endParaRPr lang="zh-CN" altLang="en-US" sz="2000" b="0" spc="130">
                        <a:latin typeface="微软雅黑" panose="020B0503020204020204" charset="-122"/>
                        <a:ea typeface="微软雅黑" panose="020B0503020204020204" charset="-122"/>
                      </a:endParaRPr>
                    </a:p>
                  </a:txBody>
                  <a:tcPr marL="317500" marR="317500" marT="215900" marB="215900" anchor="ctr" anchorCtr="0"/>
                </a:tc>
                <a:tc>
                  <a:txBody>
                    <a:bodyPr/>
                    <a:p>
                      <a:pPr marL="0" indent="0" algn="l">
                        <a:lnSpc>
                          <a:spcPct val="120000"/>
                        </a:lnSpc>
                        <a:spcBef>
                          <a:spcPts val="0"/>
                        </a:spcBef>
                        <a:spcAft>
                          <a:spcPts val="0"/>
                        </a:spcAft>
                      </a:pPr>
                      <a:r>
                        <a:rPr lang="en-US" altLang="zh-CN" sz="2000" b="0" spc="130">
                          <a:latin typeface="微软雅黑" panose="020B0503020204020204" charset="-122"/>
                          <a:ea typeface="微软雅黑" panose="020B0503020204020204" charset="-122"/>
                          <a:cs typeface="微软雅黑" panose="020B0503020204020204" charset="-122"/>
                        </a:rPr>
                        <a:t>1889</a:t>
                      </a:r>
                      <a:r>
                        <a:rPr lang="zh-CN" altLang="en-US" sz="2000" b="0" spc="130">
                          <a:latin typeface="微软雅黑" panose="020B0503020204020204" charset="-122"/>
                          <a:ea typeface="微软雅黑" panose="020B0503020204020204" charset="-122"/>
                          <a:cs typeface="微软雅黑" panose="020B0503020204020204" charset="-122"/>
                        </a:rPr>
                        <a:t>年日本</a:t>
                      </a:r>
                      <a:r>
                        <a:rPr lang="en-US" altLang="zh-CN" sz="2000" b="0" spc="130">
                          <a:latin typeface="微软雅黑" panose="020B0503020204020204" charset="-122"/>
                          <a:ea typeface="微软雅黑" panose="020B0503020204020204" charset="-122"/>
                          <a:cs typeface="微软雅黑" panose="020B0503020204020204" charset="-122"/>
                        </a:rPr>
                        <a:t>《</a:t>
                      </a:r>
                      <a:r>
                        <a:rPr lang="zh-CN" altLang="en-US" sz="2000" b="0" spc="130">
                          <a:latin typeface="微软雅黑" panose="020B0503020204020204" charset="-122"/>
                          <a:ea typeface="微软雅黑" panose="020B0503020204020204" charset="-122"/>
                          <a:cs typeface="微软雅黑" panose="020B0503020204020204" charset="-122"/>
                        </a:rPr>
                        <a:t>大日本帝国宪法</a:t>
                      </a:r>
                      <a:r>
                        <a:rPr lang="en-US" altLang="zh-CN" sz="2000" b="0" spc="130">
                          <a:latin typeface="微软雅黑" panose="020B0503020204020204" charset="-122"/>
                          <a:ea typeface="微软雅黑" panose="020B0503020204020204" charset="-122"/>
                          <a:cs typeface="微软雅黑" panose="020B0503020204020204" charset="-122"/>
                        </a:rPr>
                        <a:t>》</a:t>
                      </a:r>
                      <a:endParaRPr lang="en-US" altLang="zh-CN" sz="2000" b="0" spc="130">
                        <a:latin typeface="微软雅黑" panose="020B0503020204020204" charset="-122"/>
                        <a:ea typeface="微软雅黑" panose="020B0503020204020204" charset="-122"/>
                        <a:cs typeface="微软雅黑" panose="020B0503020204020204" charset="-122"/>
                      </a:endParaRPr>
                    </a:p>
                  </a:txBody>
                  <a:tcPr marL="317500" marR="317500" marT="215900" marB="215900" anchor="ctr" anchorCtr="0"/>
                </a:tc>
              </a:tr>
              <a:tr h="123126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民定宪法</a:t>
                      </a:r>
                      <a:endParaRPr lang="zh-CN" altLang="en-US" sz="2000" b="0" spc="130">
                        <a:latin typeface="微软雅黑" panose="020B0503020204020204" charset="-122"/>
                        <a:ea typeface="微软雅黑" panose="020B0503020204020204" charset="-122"/>
                      </a:endParaRPr>
                    </a:p>
                  </a:txBody>
                  <a:tcPr marL="317500" marR="317500" marT="215900" marB="21590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人民通过制宪会议、公民投票等方式制定</a:t>
                      </a:r>
                      <a:endParaRPr lang="zh-CN" altLang="en-US" sz="2000" b="0" spc="130">
                        <a:latin typeface="微软雅黑" panose="020B0503020204020204" charset="-122"/>
                        <a:ea typeface="微软雅黑" panose="020B0503020204020204" charset="-122"/>
                      </a:endParaRPr>
                    </a:p>
                  </a:txBody>
                  <a:tcPr marL="317500" marR="317500" marT="215900" marB="21590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体现人民主权，现代主流</a:t>
                      </a:r>
                      <a:endParaRPr lang="zh-CN" altLang="en-US" sz="2000" b="0" spc="130">
                        <a:latin typeface="微软雅黑" panose="020B0503020204020204" charset="-122"/>
                        <a:ea typeface="微软雅黑" panose="020B0503020204020204" charset="-122"/>
                      </a:endParaRPr>
                    </a:p>
                  </a:txBody>
                  <a:tcPr marL="317500" marR="317500" marT="215900" marB="21590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我国</a:t>
                      </a:r>
                      <a:r>
                        <a:rPr lang="en-US" altLang="zh-CN" sz="2000" b="0" spc="130">
                          <a:latin typeface="微软雅黑" panose="020B0503020204020204" charset="-122"/>
                          <a:ea typeface="微软雅黑" panose="020B0503020204020204" charset="-122"/>
                          <a:cs typeface="微软雅黑" panose="020B0503020204020204" charset="-122"/>
                        </a:rPr>
                        <a:t>1954 </a:t>
                      </a:r>
                      <a:r>
                        <a:rPr lang="zh-CN" altLang="en-US" sz="2000" b="0" spc="130">
                          <a:latin typeface="微软雅黑" panose="020B0503020204020204" charset="-122"/>
                          <a:ea typeface="微软雅黑" panose="020B0503020204020204" charset="-122"/>
                          <a:cs typeface="微软雅黑" panose="020B0503020204020204" charset="-122"/>
                        </a:rPr>
                        <a:t>年宪法、美国宪法</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317500" marR="317500" marT="215900" marB="215900" anchor="ctr" anchorCtr="0"/>
                </a:tc>
              </a:tr>
              <a:tr h="123126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协定宪法</a:t>
                      </a:r>
                      <a:endParaRPr lang="zh-CN" altLang="en-US" sz="2000" b="0" spc="130">
                        <a:latin typeface="微软雅黑" panose="020B0503020204020204" charset="-122"/>
                        <a:ea typeface="微软雅黑" panose="020B0503020204020204" charset="-122"/>
                      </a:endParaRPr>
                    </a:p>
                  </a:txBody>
                  <a:tcPr marL="317500" marR="317500" marT="215900" marB="21590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君主与人民 </a:t>
                      </a:r>
                      <a:r>
                        <a:rPr lang="en-US" altLang="zh-CN" sz="2000" b="0" spc="130">
                          <a:latin typeface="微软雅黑" panose="020B0503020204020204" charset="-122"/>
                          <a:ea typeface="微软雅黑" panose="020B0503020204020204" charset="-122"/>
                          <a:cs typeface="微软雅黑" panose="020B0503020204020204" charset="-122"/>
                        </a:rPr>
                        <a:t>/ </a:t>
                      </a:r>
                      <a:r>
                        <a:rPr lang="zh-CN" altLang="en-US" sz="2000" b="0" spc="130">
                          <a:latin typeface="微软雅黑" panose="020B0503020204020204" charset="-122"/>
                          <a:ea typeface="微软雅黑" panose="020B0503020204020204" charset="-122"/>
                          <a:cs typeface="微软雅黑" panose="020B0503020204020204" charset="-122"/>
                        </a:rPr>
                        <a:t>民选议会协商制定</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317500" marR="317500" marT="215900" marB="21590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平衡君权与民权</a:t>
                      </a:r>
                      <a:endParaRPr lang="zh-CN" altLang="en-US" sz="2000" b="0" spc="130">
                        <a:latin typeface="微软雅黑" panose="020B0503020204020204" charset="-122"/>
                        <a:ea typeface="微软雅黑" panose="020B0503020204020204" charset="-122"/>
                      </a:endParaRPr>
                    </a:p>
                  </a:txBody>
                  <a:tcPr marL="317500" marR="317500" marT="215900" marB="21590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法国</a:t>
                      </a:r>
                      <a:r>
                        <a:rPr lang="en-US" altLang="zh-CN" sz="2000" b="0" spc="130">
                          <a:latin typeface="微软雅黑" panose="020B0503020204020204" charset="-122"/>
                          <a:ea typeface="微软雅黑" panose="020B0503020204020204" charset="-122"/>
                          <a:cs typeface="微软雅黑" panose="020B0503020204020204" charset="-122"/>
                        </a:rPr>
                        <a:t>1830 </a:t>
                      </a:r>
                      <a:r>
                        <a:rPr lang="zh-CN" altLang="en-US" sz="2000" b="0" spc="130">
                          <a:latin typeface="微软雅黑" panose="020B0503020204020204" charset="-122"/>
                          <a:ea typeface="微软雅黑" panose="020B0503020204020204" charset="-122"/>
                          <a:cs typeface="微软雅黑" panose="020B0503020204020204" charset="-122"/>
                        </a:rPr>
                        <a:t>年宪法</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317500" marR="317500" marT="215900" marB="215900" anchor="ctr" anchorCtr="0"/>
                </a:tc>
              </a:tr>
            </a:tbl>
          </a:graphicData>
        </a:graphic>
      </p:graphicFrame>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7060" y="365125"/>
            <a:ext cx="10922000" cy="1325880"/>
          </a:xfrm>
        </p:spPr>
        <p:txBody>
          <a:bodyPr/>
          <a:lstStyle/>
          <a:p>
            <a:r>
              <a:rPr lang="en-US" altLang="zh-CN">
                <a:solidFill>
                  <a:schemeClr val="accent1"/>
                </a:solidFill>
                <a:latin typeface="微软雅黑" panose="020B0503020204020204" charset="-122"/>
                <a:ea typeface="微软雅黑" panose="020B0503020204020204" charset="-122"/>
                <a:cs typeface="微软雅黑" panose="020B0503020204020204" charset="-122"/>
              </a:rPr>
              <a:t>4. </a:t>
            </a:r>
            <a:r>
              <a:rPr lang="zh-CN" altLang="en-US">
                <a:solidFill>
                  <a:schemeClr val="accent1"/>
                </a:solidFill>
                <a:latin typeface="微软雅黑" panose="020B0503020204020204" charset="-122"/>
                <a:ea typeface="微软雅黑" panose="020B0503020204020204" charset="-122"/>
                <a:cs typeface="微软雅黑" panose="020B0503020204020204" charset="-122"/>
              </a:rPr>
              <a:t>近代宪法与现代宪法（按历史发展阶段）</a:t>
            </a:r>
            <a:endParaRPr lang="zh-CN" altLang="en-US">
              <a:solidFill>
                <a:schemeClr val="accent1"/>
              </a:solidFill>
              <a:latin typeface="微软雅黑" panose="020B0503020204020204" charset="-122"/>
              <a:ea typeface="微软雅黑" panose="020B0503020204020204" charset="-122"/>
              <a:cs typeface="微软雅黑" panose="020B0503020204020204" charset="-122"/>
            </a:endParaRPr>
          </a:p>
        </p:txBody>
      </p:sp>
      <p:graphicFrame>
        <p:nvGraphicFramePr>
          <p:cNvPr id="3" name="表格 2"/>
          <p:cNvGraphicFramePr/>
          <p:nvPr>
            <p:custDataLst>
              <p:tags r:id="rId2"/>
            </p:custDataLst>
          </p:nvPr>
        </p:nvGraphicFramePr>
        <p:xfrm>
          <a:off x="607060" y="1673860"/>
          <a:ext cx="10975975" cy="4576445"/>
        </p:xfrm>
        <a:graphic>
          <a:graphicData uri="http://schemas.openxmlformats.org/drawingml/2006/table">
            <a:tbl>
              <a:tblPr firstRow="1" bandRow="1">
                <a:tableStyleId>{5C22544A-7EE6-4342-B048-85BDC9FD1C3A}</a:tableStyleId>
              </a:tblPr>
              <a:tblGrid>
                <a:gridCol w="1347470"/>
                <a:gridCol w="2783840"/>
                <a:gridCol w="3905250"/>
                <a:gridCol w="2939415"/>
              </a:tblGrid>
              <a:tr h="910590">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类型</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时间范围</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核心特征</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代表示例</a:t>
                      </a:r>
                      <a:endParaRPr lang="zh-CN" altLang="en-US" sz="2100" b="1">
                        <a:latin typeface="微软雅黑" panose="020B0503020204020204" charset="-122"/>
                        <a:ea typeface="微软雅黑" panose="020B0503020204020204" charset="-122"/>
                      </a:endParaRPr>
                    </a:p>
                  </a:txBody>
                  <a:tcPr marL="215900" marR="215900" marT="133350" marB="133350" anchor="ctr" anchorCtr="0"/>
                </a:tc>
              </a:tr>
              <a:tr h="1346200">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近代宪法</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en-US" altLang="zh-CN" sz="1900" b="0" spc="130">
                          <a:latin typeface="微软雅黑" panose="020B0503020204020204" charset="-122"/>
                          <a:ea typeface="微软雅黑" panose="020B0503020204020204" charset="-122"/>
                          <a:cs typeface="微软雅黑" panose="020B0503020204020204" charset="-122"/>
                        </a:rPr>
                        <a:t>17-19</a:t>
                      </a:r>
                      <a:r>
                        <a:rPr lang="zh-CN" altLang="en-US" sz="1900" b="0" spc="130">
                          <a:latin typeface="微软雅黑" panose="020B0503020204020204" charset="-122"/>
                          <a:ea typeface="微软雅黑" panose="020B0503020204020204" charset="-122"/>
                          <a:cs typeface="微软雅黑" panose="020B0503020204020204" charset="-122"/>
                        </a:rPr>
                        <a:t>世纪资本主义国家</a:t>
                      </a:r>
                      <a:endParaRPr lang="zh-CN" altLang="en-US" sz="19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奉行自由主义，国家职能简单，公民权利以自由权为主</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cs typeface="微软雅黑" panose="020B0503020204020204" charset="-122"/>
                        </a:rPr>
                        <a:t>美国 </a:t>
                      </a:r>
                      <a:r>
                        <a:rPr lang="en-US" altLang="zh-CN" sz="1900" b="0" spc="130">
                          <a:latin typeface="微软雅黑" panose="020B0503020204020204" charset="-122"/>
                          <a:ea typeface="微软雅黑" panose="020B0503020204020204" charset="-122"/>
                          <a:cs typeface="微软雅黑" panose="020B0503020204020204" charset="-122"/>
                        </a:rPr>
                        <a:t>1787 </a:t>
                      </a:r>
                      <a:r>
                        <a:rPr lang="zh-CN" altLang="en-US" sz="1900" b="0" spc="130">
                          <a:latin typeface="微软雅黑" panose="020B0503020204020204" charset="-122"/>
                          <a:ea typeface="微软雅黑" panose="020B0503020204020204" charset="-122"/>
                          <a:cs typeface="微软雅黑" panose="020B0503020204020204" charset="-122"/>
                        </a:rPr>
                        <a:t>年宪法、法国 </a:t>
                      </a:r>
                      <a:r>
                        <a:rPr lang="en-US" altLang="zh-CN" sz="1900" b="0" spc="130">
                          <a:latin typeface="微软雅黑" panose="020B0503020204020204" charset="-122"/>
                          <a:ea typeface="微软雅黑" panose="020B0503020204020204" charset="-122"/>
                          <a:cs typeface="微软雅黑" panose="020B0503020204020204" charset="-122"/>
                        </a:rPr>
                        <a:t>1791 </a:t>
                      </a:r>
                      <a:r>
                        <a:rPr lang="zh-CN" altLang="en-US" sz="1900" b="0" spc="130">
                          <a:latin typeface="微软雅黑" panose="020B0503020204020204" charset="-122"/>
                          <a:ea typeface="微软雅黑" panose="020B0503020204020204" charset="-122"/>
                          <a:cs typeface="微软雅黑" panose="020B0503020204020204" charset="-122"/>
                        </a:rPr>
                        <a:t>年宪法</a:t>
                      </a:r>
                      <a:endParaRPr lang="zh-CN" altLang="en-US" sz="19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2319655">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现代宪法</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en-US" altLang="zh-CN" sz="1900" b="0" spc="130">
                          <a:latin typeface="微软雅黑" panose="020B0503020204020204" charset="-122"/>
                          <a:ea typeface="微软雅黑" panose="020B0503020204020204" charset="-122"/>
                          <a:cs typeface="微软雅黑" panose="020B0503020204020204" charset="-122"/>
                        </a:rPr>
                        <a:t>20</a:t>
                      </a:r>
                      <a:r>
                        <a:rPr lang="zh-CN" altLang="en-US" sz="1900" b="0" spc="130">
                          <a:latin typeface="微软雅黑" panose="020B0503020204020204" charset="-122"/>
                          <a:ea typeface="微软雅黑" panose="020B0503020204020204" charset="-122"/>
                          <a:cs typeface="微软雅黑" panose="020B0503020204020204" charset="-122"/>
                        </a:rPr>
                        <a:t>世纪初至今（资本主义 </a:t>
                      </a:r>
                      <a:r>
                        <a:rPr lang="en-US" altLang="zh-CN" sz="1900" b="0" spc="130">
                          <a:latin typeface="微软雅黑" panose="020B0503020204020204" charset="-122"/>
                          <a:ea typeface="微软雅黑" panose="020B0503020204020204" charset="-122"/>
                          <a:cs typeface="微软雅黑" panose="020B0503020204020204" charset="-122"/>
                        </a:rPr>
                        <a:t>+ </a:t>
                      </a:r>
                      <a:r>
                        <a:rPr lang="zh-CN" altLang="en-US" sz="1900" b="0" spc="130">
                          <a:latin typeface="微软雅黑" panose="020B0503020204020204" charset="-122"/>
                          <a:ea typeface="微软雅黑" panose="020B0503020204020204" charset="-122"/>
                          <a:cs typeface="微软雅黑" panose="020B0503020204020204" charset="-122"/>
                        </a:rPr>
                        <a:t>社会主义国家）</a:t>
                      </a:r>
                      <a:endParaRPr lang="zh-CN" altLang="en-US" sz="19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cs typeface="微软雅黑" panose="020B0503020204020204" charset="-122"/>
                        </a:rPr>
                        <a:t>公民权利扩展到社会权，国家职能增强，代表为</a:t>
                      </a:r>
                      <a:r>
                        <a:rPr lang="en-US" altLang="zh-CN" sz="1900" b="0" spc="130">
                          <a:latin typeface="微软雅黑" panose="020B0503020204020204" charset="-122"/>
                          <a:ea typeface="微软雅黑" panose="020B0503020204020204" charset="-122"/>
                          <a:cs typeface="微软雅黑" panose="020B0503020204020204" charset="-122"/>
                        </a:rPr>
                        <a:t>1918 </a:t>
                      </a:r>
                      <a:r>
                        <a:rPr lang="zh-CN" altLang="en-US" sz="1900" b="0" spc="130">
                          <a:latin typeface="微软雅黑" panose="020B0503020204020204" charset="-122"/>
                          <a:ea typeface="微软雅黑" panose="020B0503020204020204" charset="-122"/>
                          <a:cs typeface="微软雅黑" panose="020B0503020204020204" charset="-122"/>
                        </a:rPr>
                        <a:t>年</a:t>
                      </a:r>
                      <a:r>
                        <a:rPr lang="en-US" altLang="zh-CN" sz="1900" b="0" spc="130">
                          <a:latin typeface="微软雅黑" panose="020B0503020204020204" charset="-122"/>
                          <a:ea typeface="微软雅黑" panose="020B0503020204020204" charset="-122"/>
                          <a:cs typeface="微软雅黑" panose="020B0503020204020204" charset="-122"/>
                        </a:rPr>
                        <a:t>《</a:t>
                      </a:r>
                      <a:r>
                        <a:rPr lang="zh-CN" altLang="en-US" sz="1900" b="0" spc="130">
                          <a:latin typeface="微软雅黑" panose="020B0503020204020204" charset="-122"/>
                          <a:ea typeface="微软雅黑" panose="020B0503020204020204" charset="-122"/>
                          <a:cs typeface="微软雅黑" panose="020B0503020204020204" charset="-122"/>
                        </a:rPr>
                        <a:t>苏俄宪法</a:t>
                      </a:r>
                      <a:r>
                        <a:rPr lang="en-US" altLang="zh-CN" sz="1900" b="0" spc="130">
                          <a:latin typeface="微软雅黑" panose="020B0503020204020204" charset="-122"/>
                          <a:ea typeface="微软雅黑" panose="020B0503020204020204" charset="-122"/>
                          <a:cs typeface="微软雅黑" panose="020B0503020204020204" charset="-122"/>
                        </a:rPr>
                        <a:t>》</a:t>
                      </a:r>
                      <a:r>
                        <a:rPr lang="zh-CN" altLang="en-US" sz="1900" b="0" spc="130">
                          <a:latin typeface="微软雅黑" panose="020B0503020204020204" charset="-122"/>
                          <a:ea typeface="微软雅黑" panose="020B0503020204020204" charset="-122"/>
                          <a:cs typeface="微软雅黑" panose="020B0503020204020204" charset="-122"/>
                        </a:rPr>
                        <a:t>、</a:t>
                      </a:r>
                      <a:r>
                        <a:rPr lang="en-US" altLang="zh-CN" sz="1900" b="0" spc="130">
                          <a:latin typeface="微软雅黑" panose="020B0503020204020204" charset="-122"/>
                          <a:ea typeface="微软雅黑" panose="020B0503020204020204" charset="-122"/>
                          <a:cs typeface="微软雅黑" panose="020B0503020204020204" charset="-122"/>
                        </a:rPr>
                        <a:t>1919 </a:t>
                      </a:r>
                      <a:r>
                        <a:rPr lang="zh-CN" altLang="en-US" sz="1900" b="0" spc="130">
                          <a:latin typeface="微软雅黑" panose="020B0503020204020204" charset="-122"/>
                          <a:ea typeface="微软雅黑" panose="020B0503020204020204" charset="-122"/>
                          <a:cs typeface="微软雅黑" panose="020B0503020204020204" charset="-122"/>
                        </a:rPr>
                        <a:t>年德国</a:t>
                      </a:r>
                      <a:r>
                        <a:rPr lang="en-US" altLang="zh-CN" sz="1900" b="0" spc="130">
                          <a:latin typeface="微软雅黑" panose="020B0503020204020204" charset="-122"/>
                          <a:ea typeface="微软雅黑" panose="020B0503020204020204" charset="-122"/>
                          <a:cs typeface="微软雅黑" panose="020B0503020204020204" charset="-122"/>
                        </a:rPr>
                        <a:t>《</a:t>
                      </a:r>
                      <a:r>
                        <a:rPr lang="zh-CN" altLang="en-US" sz="1900" b="0" spc="130">
                          <a:latin typeface="微软雅黑" panose="020B0503020204020204" charset="-122"/>
                          <a:ea typeface="微软雅黑" panose="020B0503020204020204" charset="-122"/>
                          <a:cs typeface="微软雅黑" panose="020B0503020204020204" charset="-122"/>
                        </a:rPr>
                        <a:t>魏玛宪法</a:t>
                      </a:r>
                      <a:r>
                        <a:rPr lang="en-US" altLang="zh-CN" sz="1900" b="0" spc="130">
                          <a:latin typeface="微软雅黑" panose="020B0503020204020204" charset="-122"/>
                          <a:ea typeface="微软雅黑" panose="020B0503020204020204" charset="-122"/>
                          <a:cs typeface="微软雅黑" panose="020B0503020204020204" charset="-122"/>
                        </a:rPr>
                        <a:t>》</a:t>
                      </a:r>
                      <a:endParaRPr lang="en-US" altLang="zh-CN" sz="19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cs typeface="微软雅黑" panose="020B0503020204020204" charset="-122"/>
                        </a:rPr>
                        <a:t>我国 </a:t>
                      </a:r>
                      <a:r>
                        <a:rPr lang="en-US" altLang="zh-CN" sz="1900" b="0" spc="130">
                          <a:latin typeface="微软雅黑" panose="020B0503020204020204" charset="-122"/>
                          <a:ea typeface="微软雅黑" panose="020B0503020204020204" charset="-122"/>
                          <a:cs typeface="微软雅黑" panose="020B0503020204020204" charset="-122"/>
                        </a:rPr>
                        <a:t>1982 </a:t>
                      </a:r>
                      <a:r>
                        <a:rPr lang="zh-CN" altLang="en-US" sz="1900" b="0" spc="130">
                          <a:latin typeface="微软雅黑" panose="020B0503020204020204" charset="-122"/>
                          <a:ea typeface="微软雅黑" panose="020B0503020204020204" charset="-122"/>
                          <a:cs typeface="微软雅黑" panose="020B0503020204020204" charset="-122"/>
                        </a:rPr>
                        <a:t>年宪法、德国</a:t>
                      </a:r>
                      <a:r>
                        <a:rPr lang="en-US" altLang="zh-CN" sz="1900" b="0" spc="130">
                          <a:latin typeface="微软雅黑" panose="020B0503020204020204" charset="-122"/>
                          <a:ea typeface="微软雅黑" panose="020B0503020204020204" charset="-122"/>
                          <a:cs typeface="微软雅黑" panose="020B0503020204020204" charset="-122"/>
                        </a:rPr>
                        <a:t>《</a:t>
                      </a:r>
                      <a:r>
                        <a:rPr lang="zh-CN" altLang="en-US" sz="1900" b="0" spc="130">
                          <a:latin typeface="微软雅黑" panose="020B0503020204020204" charset="-122"/>
                          <a:ea typeface="微软雅黑" panose="020B0503020204020204" charset="-122"/>
                          <a:cs typeface="微软雅黑" panose="020B0503020204020204" charset="-122"/>
                        </a:rPr>
                        <a:t>基本法</a:t>
                      </a:r>
                      <a:r>
                        <a:rPr lang="en-US" altLang="zh-CN" sz="1900" b="0" spc="130">
                          <a:latin typeface="微软雅黑" panose="020B0503020204020204" charset="-122"/>
                          <a:ea typeface="微软雅黑" panose="020B0503020204020204" charset="-122"/>
                          <a:cs typeface="微软雅黑" panose="020B0503020204020204" charset="-122"/>
                        </a:rPr>
                        <a:t>》</a:t>
                      </a:r>
                      <a:endParaRPr lang="en-US" altLang="zh-CN" sz="19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bl>
          </a:graphicData>
        </a:graphic>
      </p:graphicFrame>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0"/>
            <a:ext cx="331533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3315335" y="0"/>
            <a:ext cx="8876665" cy="6857365"/>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325755" y="2273935"/>
            <a:ext cx="3189605" cy="2310130"/>
          </a:xfrm>
        </p:spPr>
        <p:txBody>
          <a:bodyPr/>
          <a:lstStyle/>
          <a:p>
            <a:r>
              <a:rPr lang="zh-CN" altLang="en-US" sz="4400">
                <a:solidFill>
                  <a:srgbClr val="FFFFFF"/>
                </a:solidFill>
              </a:rPr>
              <a:t>二、宪法的渊源</a:t>
            </a:r>
            <a:endParaRPr lang="zh-CN" altLang="en-US" sz="4400">
              <a:solidFill>
                <a:srgbClr val="FFFFFF"/>
              </a:solidFill>
            </a:endParaRPr>
          </a:p>
        </p:txBody>
      </p:sp>
      <p:sp>
        <p:nvSpPr>
          <p:cNvPr id="9" name="文本框 8"/>
          <p:cNvSpPr txBox="1"/>
          <p:nvPr>
            <p:custDataLst>
              <p:tags r:id="rId4"/>
            </p:custDataLst>
          </p:nvPr>
        </p:nvSpPr>
        <p:spPr>
          <a:xfrm>
            <a:off x="3437255" y="88900"/>
            <a:ext cx="8582660" cy="6556375"/>
          </a:xfrm>
          <a:prstGeom prst="rect">
            <a:avLst/>
          </a:prstGeom>
          <a:noFill/>
        </p:spPr>
        <p:txBody>
          <a:bodyPr wrap="square" rtlCol="0" anchor="ctr" anchorCtr="0">
            <a:noAutofit/>
          </a:bodyPr>
          <a:lstStyle/>
          <a:p>
            <a:pPr lvl="0" indent="0" algn="just" fontAlgn="auto">
              <a:lnSpc>
                <a:spcPct val="150000"/>
              </a:lnSpc>
              <a:spcAft>
                <a:spcPts val="1200"/>
              </a:spcAft>
              <a:buClr>
                <a:srgbClr val="A6A6A6"/>
              </a:buClr>
              <a:buFont typeface="Wingdings" panose="05000000000000000000" charset="0"/>
              <a:buNone/>
            </a:pPr>
            <a:r>
              <a:rPr lang="zh-CN" altLang="en-US" sz="3600" b="1">
                <a:solidFill>
                  <a:srgbClr val="C00000"/>
                </a:solidFill>
                <a:latin typeface="微软雅黑" panose="020B0503020204020204" charset="-122"/>
                <a:ea typeface="微软雅黑" panose="020B0503020204020204" charset="-122"/>
                <a:cs typeface="微软雅黑" panose="020B0503020204020204" charset="-122"/>
              </a:rPr>
              <a:t>（一）宪法典</a:t>
            </a:r>
            <a:endParaRPr lang="zh-CN" altLang="en-US" sz="3600" b="1">
              <a:solidFill>
                <a:schemeClr val="tx1"/>
              </a:solidFill>
              <a:latin typeface="微软雅黑" panose="020B0503020204020204" charset="-122"/>
              <a:ea typeface="微软雅黑" panose="020B0503020204020204" charset="-122"/>
              <a:cs typeface="微软雅黑" panose="020B0503020204020204" charset="-122"/>
            </a:endParaRPr>
          </a:p>
          <a:p>
            <a:pPr marL="800100" lvl="1" indent="-342900" algn="just" fontAlgn="auto">
              <a:lnSpc>
                <a:spcPct val="150000"/>
              </a:lnSpc>
              <a:spcAft>
                <a:spcPts val="1200"/>
              </a:spcAft>
              <a:buClr>
                <a:srgbClr val="A6A6A6"/>
              </a:buClr>
              <a:buFont typeface="Wingdings" panose="05000000000000000000" charset="0"/>
              <a:buChar char="l"/>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以法典形式系统规定国家根本制度、基本制度和公民基本权利的宪法文件,是</a:t>
            </a:r>
            <a:r>
              <a:rPr lang="zh-CN" altLang="en-US" sz="2400">
                <a:solidFill>
                  <a:srgbClr val="C00000"/>
                </a:solidFill>
                <a:latin typeface="微软雅黑" panose="020B0503020204020204" charset="-122"/>
                <a:ea typeface="微软雅黑" panose="020B0503020204020204" charset="-122"/>
                <a:cs typeface="微软雅黑" panose="020B0503020204020204" charset="-122"/>
              </a:rPr>
              <a:t>绝大多数国家宪法的主要渊源。</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800100" lvl="1" indent="-342900" algn="just" fontAlgn="auto">
              <a:lnSpc>
                <a:spcPct val="150000"/>
              </a:lnSpc>
              <a:spcAft>
                <a:spcPts val="1200"/>
              </a:spcAft>
              <a:buClr>
                <a:srgbClr val="A6A6A6"/>
              </a:buClr>
              <a:buFont typeface="Wingdings" panose="05000000000000000000" charset="0"/>
              <a:buChar char="l"/>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世界上最早制定宪法典的国家是</a:t>
            </a:r>
            <a:r>
              <a:rPr lang="zh-CN" altLang="en-US" sz="2400">
                <a:solidFill>
                  <a:srgbClr val="C00000"/>
                </a:solidFill>
                <a:latin typeface="微软雅黑" panose="020B0503020204020204" charset="-122"/>
                <a:ea typeface="微软雅黑" panose="020B0503020204020204" charset="-122"/>
                <a:cs typeface="微软雅黑" panose="020B0503020204020204" charset="-122"/>
              </a:rPr>
              <a:t>美国</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,其后,法国于1791年通过了《法兰西共和国宪法》,是欧洲大陆的第一部宪法。</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800100" lvl="1" indent="-342900" algn="just" fontAlgn="auto">
              <a:lnSpc>
                <a:spcPct val="150000"/>
              </a:lnSpc>
              <a:spcAft>
                <a:spcPts val="1200"/>
              </a:spcAft>
              <a:buClr>
                <a:srgbClr val="A6A6A6"/>
              </a:buClr>
              <a:buFont typeface="Wingdings" panose="05000000000000000000" charset="0"/>
              <a:buChar char="l"/>
            </a:pPr>
            <a:r>
              <a:rPr lang="zh-CN" altLang="en-US" sz="2400">
                <a:solidFill>
                  <a:srgbClr val="C00000"/>
                </a:solidFill>
                <a:latin typeface="微软雅黑" panose="020B0503020204020204" charset="-122"/>
                <a:ea typeface="微软雅黑" panose="020B0503020204020204" charset="-122"/>
                <a:cs typeface="微软雅黑" panose="020B0503020204020204" charset="-122"/>
              </a:rPr>
              <a:t>宪法典包括宪法修正案。</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宪法修正案是宪法修改机关</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不直接改动宪法文本的规定</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,而是按照修改时间将对宪法进行修改的内容另起序号顺序排列附</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在宪法典之后</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,依“后法优于前法”的原则,用新修改的内容替代与之相抵触的原条文。</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65150" y="270510"/>
            <a:ext cx="10844530" cy="822960"/>
          </a:xfrm>
        </p:spPr>
        <p:txBody>
          <a:bodyPr/>
          <a:lstStyle/>
          <a:p>
            <a:r>
              <a:rPr lang="zh-CN" altLang="en-US">
                <a:solidFill>
                  <a:srgbClr val="C00000"/>
                </a:solidFill>
                <a:latin typeface="微软雅黑" panose="020B0503020204020204" charset="-122"/>
                <a:ea typeface="微软雅黑" panose="020B0503020204020204" charset="-122"/>
              </a:rPr>
              <a:t>（二）宪法性法律</a:t>
            </a:r>
            <a:endParaRPr lang="zh-CN" altLang="en-US">
              <a:solidFill>
                <a:srgbClr val="C00000"/>
              </a:solidFill>
              <a:latin typeface="微软雅黑" panose="020B0503020204020204" charset="-122"/>
              <a:ea typeface="微软雅黑" panose="020B0503020204020204" charset="-122"/>
            </a:endParaRPr>
          </a:p>
        </p:txBody>
      </p:sp>
      <p:graphicFrame>
        <p:nvGraphicFramePr>
          <p:cNvPr id="8" name="表格 2"/>
          <p:cNvGraphicFramePr/>
          <p:nvPr>
            <p:custDataLst>
              <p:tags r:id="rId2"/>
            </p:custDataLst>
          </p:nvPr>
        </p:nvGraphicFramePr>
        <p:xfrm>
          <a:off x="607060" y="1204595"/>
          <a:ext cx="10975975" cy="5572760"/>
        </p:xfrm>
        <a:graphic>
          <a:graphicData uri="http://schemas.openxmlformats.org/drawingml/2006/table">
            <a:tbl>
              <a:tblPr firstRow="1" bandRow="1">
                <a:tableStyleId>{5C22544A-7EE6-4342-B048-85BDC9FD1C3A}</a:tableStyleId>
              </a:tblPr>
              <a:tblGrid>
                <a:gridCol w="1511300"/>
                <a:gridCol w="9464675"/>
              </a:tblGrid>
              <a:tr h="795020">
                <a:tc>
                  <a:txBody>
                    <a:bodyPr/>
                    <a:p>
                      <a:pPr marL="0" indent="0" algn="ctr">
                        <a:lnSpc>
                          <a:spcPct val="120000"/>
                        </a:lnSpc>
                        <a:spcBef>
                          <a:spcPts val="0"/>
                        </a:spcBef>
                        <a:spcAft>
                          <a:spcPts val="0"/>
                        </a:spcAft>
                      </a:pPr>
                      <a:r>
                        <a:rPr lang="zh-CN" altLang="en-US" sz="2400" b="1" spc="130">
                          <a:latin typeface="微软雅黑" panose="020B0503020204020204" charset="-122"/>
                          <a:ea typeface="微软雅黑" panose="020B0503020204020204" charset="-122"/>
                        </a:rPr>
                        <a:t>维度</a:t>
                      </a:r>
                      <a:endParaRPr lang="zh-CN" altLang="en-US" sz="2400" b="1" spc="13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400" b="1" spc="130">
                          <a:latin typeface="微软雅黑" panose="020B0503020204020204" charset="-122"/>
                          <a:ea typeface="微软雅黑" panose="020B0503020204020204" charset="-122"/>
                        </a:rPr>
                        <a:t>具体内容</a:t>
                      </a:r>
                      <a:endParaRPr lang="zh-CN" altLang="en-US" sz="2400" b="1" spc="130">
                        <a:latin typeface="微软雅黑" panose="020B0503020204020204" charset="-122"/>
                        <a:ea typeface="微软雅黑" panose="020B0503020204020204" charset="-122"/>
                      </a:endParaRPr>
                    </a:p>
                  </a:txBody>
                  <a:tcPr marL="177800" marR="177800" marT="107950" marB="107950" anchor="ctr" anchorCtr="0"/>
                </a:tc>
              </a:tr>
              <a:tr h="1035050">
                <a:tc>
                  <a:txBody>
                    <a:bodyPr/>
                    <a:p>
                      <a:pPr marL="0" indent="0" algn="l">
                        <a:lnSpc>
                          <a:spcPct val="120000"/>
                        </a:lnSpc>
                        <a:spcBef>
                          <a:spcPts val="0"/>
                        </a:spcBef>
                        <a:spcAft>
                          <a:spcPts val="0"/>
                        </a:spcAft>
                      </a:pPr>
                      <a:r>
                        <a:rPr lang="zh-CN" altLang="en-US" sz="2000" b="0" spc="120">
                          <a:latin typeface="微软雅黑" panose="020B0503020204020204" charset="-122"/>
                          <a:ea typeface="微软雅黑" panose="020B0503020204020204" charset="-122"/>
                        </a:rPr>
                        <a:t>定义</a:t>
                      </a:r>
                      <a:endParaRPr lang="zh-CN" altLang="en-US" sz="20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2000" b="0" spc="120">
                          <a:latin typeface="微软雅黑" panose="020B0503020204020204" charset="-122"/>
                          <a:ea typeface="微软雅黑" panose="020B0503020204020204" charset="-122"/>
                          <a:cs typeface="微软雅黑" panose="020B0503020204020204" charset="-122"/>
                        </a:rPr>
                        <a:t>调整宪法关系的法律，是从部门法意义上对“涉及宪法内容的法律</a:t>
                      </a:r>
                      <a:r>
                        <a:rPr lang="en-US" altLang="zh-CN" sz="2000" b="0" spc="120">
                          <a:latin typeface="微软雅黑" panose="020B0503020204020204" charset="-122"/>
                          <a:ea typeface="微软雅黑" panose="020B0503020204020204" charset="-122"/>
                          <a:cs typeface="微软雅黑" panose="020B0503020204020204" charset="-122"/>
                        </a:rPr>
                        <a:t>“</a:t>
                      </a:r>
                      <a:r>
                        <a:rPr lang="zh-CN" altLang="en-US" sz="2000" b="0" spc="120">
                          <a:latin typeface="微软雅黑" panose="020B0503020204020204" charset="-122"/>
                          <a:ea typeface="微软雅黑" panose="020B0503020204020204" charset="-122"/>
                          <a:cs typeface="微软雅黑" panose="020B0503020204020204" charset="-122"/>
                        </a:rPr>
                        <a:t>的学理分类，分两种含义</a:t>
                      </a:r>
                      <a:endParaRPr lang="zh-CN" altLang="en-US" sz="20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r h="1433195">
                <a:tc>
                  <a:txBody>
                    <a:bodyPr/>
                    <a:p>
                      <a:pPr marL="0" indent="0" algn="l">
                        <a:lnSpc>
                          <a:spcPct val="120000"/>
                        </a:lnSpc>
                        <a:spcBef>
                          <a:spcPts val="0"/>
                        </a:spcBef>
                        <a:spcAft>
                          <a:spcPts val="0"/>
                        </a:spcAft>
                      </a:pPr>
                      <a:r>
                        <a:rPr lang="zh-CN" altLang="en-US" sz="2000" b="0" spc="120">
                          <a:latin typeface="微软雅黑" panose="020B0503020204020204" charset="-122"/>
                          <a:ea typeface="微软雅黑" panose="020B0503020204020204" charset="-122"/>
                        </a:rPr>
                        <a:t>两种具体含义</a:t>
                      </a:r>
                      <a:endParaRPr lang="zh-CN" altLang="en-US" sz="20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en-US" altLang="zh-CN" sz="2000" b="0" spc="120">
                          <a:latin typeface="微软雅黑" panose="020B0503020204020204" charset="-122"/>
                          <a:ea typeface="微软雅黑" panose="020B0503020204020204" charset="-122"/>
                          <a:cs typeface="微软雅黑" panose="020B0503020204020204" charset="-122"/>
                        </a:rPr>
                        <a:t>1. </a:t>
                      </a:r>
                      <a:r>
                        <a:rPr lang="zh-CN" altLang="en-US" sz="2000" b="0" spc="120">
                          <a:latin typeface="微软雅黑" panose="020B0503020204020204" charset="-122"/>
                          <a:ea typeface="微软雅黑" panose="020B0503020204020204" charset="-122"/>
                          <a:cs typeface="微软雅黑" panose="020B0503020204020204" charset="-122"/>
                        </a:rPr>
                        <a:t>不成文宪法国家：宪法的核心组成部分，</a:t>
                      </a:r>
                      <a:r>
                        <a:rPr lang="zh-CN" altLang="en-US" sz="2000" b="1" spc="120">
                          <a:latin typeface="微软雅黑" panose="020B0503020204020204" charset="-122"/>
                          <a:ea typeface="微软雅黑" panose="020B0503020204020204" charset="-122"/>
                          <a:cs typeface="微软雅黑" panose="020B0503020204020204" charset="-122"/>
                        </a:rPr>
                        <a:t>与其他法律效力等同；</a:t>
                      </a:r>
                      <a:endParaRPr lang="zh-CN" altLang="en-US" sz="2000" b="1" spc="120">
                        <a:latin typeface="微软雅黑" panose="020B0503020204020204" charset="-122"/>
                        <a:ea typeface="微软雅黑" panose="020B0503020204020204" charset="-122"/>
                        <a:cs typeface="微软雅黑" panose="020B0503020204020204" charset="-122"/>
                      </a:endParaRPr>
                    </a:p>
                    <a:p>
                      <a:pPr marL="0" indent="0" algn="l">
                        <a:lnSpc>
                          <a:spcPct val="120000"/>
                        </a:lnSpc>
                        <a:spcBef>
                          <a:spcPts val="0"/>
                        </a:spcBef>
                        <a:spcAft>
                          <a:spcPts val="0"/>
                        </a:spcAft>
                      </a:pPr>
                      <a:r>
                        <a:rPr lang="en-US" altLang="zh-CN" sz="2000" b="0" spc="120">
                          <a:latin typeface="微软雅黑" panose="020B0503020204020204" charset="-122"/>
                          <a:ea typeface="微软雅黑" panose="020B0503020204020204" charset="-122"/>
                          <a:cs typeface="微软雅黑" panose="020B0503020204020204" charset="-122"/>
                        </a:rPr>
                        <a:t>2. </a:t>
                      </a:r>
                      <a:r>
                        <a:rPr lang="zh-CN" altLang="en-US" sz="2000" b="0" spc="120">
                          <a:latin typeface="微软雅黑" panose="020B0503020204020204" charset="-122"/>
                          <a:ea typeface="微软雅黑" panose="020B0503020204020204" charset="-122"/>
                          <a:cs typeface="微软雅黑" panose="020B0503020204020204" charset="-122"/>
                        </a:rPr>
                        <a:t>成文宪法国家：</a:t>
                      </a:r>
                      <a:r>
                        <a:rPr lang="zh-CN" altLang="en-US" sz="2000" b="1" spc="120">
                          <a:latin typeface="微软雅黑" panose="020B0503020204020204" charset="-122"/>
                          <a:ea typeface="微软雅黑" panose="020B0503020204020204" charset="-122"/>
                          <a:cs typeface="微软雅黑" panose="020B0503020204020204" charset="-122"/>
                        </a:rPr>
                        <a:t>普通法律中涉及宪法内容的部分</a:t>
                      </a:r>
                      <a:r>
                        <a:rPr lang="zh-CN" altLang="en-US" sz="2000" b="0" spc="120">
                          <a:latin typeface="微软雅黑" panose="020B0503020204020204" charset="-122"/>
                          <a:ea typeface="微软雅黑" panose="020B0503020204020204" charset="-122"/>
                          <a:cs typeface="微软雅黑" panose="020B0503020204020204" charset="-122"/>
                        </a:rPr>
                        <a:t>（如我国</a:t>
                      </a:r>
                      <a:r>
                        <a:rPr lang="en-US" altLang="zh-CN" sz="2000" b="0" spc="120">
                          <a:latin typeface="微软雅黑" panose="020B0503020204020204" charset="-122"/>
                          <a:ea typeface="微软雅黑" panose="020B0503020204020204" charset="-122"/>
                          <a:cs typeface="微软雅黑" panose="020B0503020204020204" charset="-122"/>
                        </a:rPr>
                        <a:t>《</a:t>
                      </a:r>
                      <a:r>
                        <a:rPr lang="zh-CN" altLang="en-US" sz="2000" b="0" spc="120">
                          <a:latin typeface="微软雅黑" panose="020B0503020204020204" charset="-122"/>
                          <a:ea typeface="微软雅黑" panose="020B0503020204020204" charset="-122"/>
                          <a:cs typeface="微软雅黑" panose="020B0503020204020204" charset="-122"/>
                        </a:rPr>
                        <a:t>选举法</a:t>
                      </a:r>
                      <a:r>
                        <a:rPr lang="en-US" altLang="zh-CN" sz="2000" b="0" spc="120">
                          <a:latin typeface="微软雅黑" panose="020B0503020204020204" charset="-122"/>
                          <a:ea typeface="微软雅黑" panose="020B0503020204020204" charset="-122"/>
                          <a:cs typeface="微软雅黑" panose="020B0503020204020204" charset="-122"/>
                        </a:rPr>
                        <a:t>》《</a:t>
                      </a:r>
                      <a:r>
                        <a:rPr lang="zh-CN" altLang="en-US" sz="2000" b="0" spc="120">
                          <a:latin typeface="微软雅黑" panose="020B0503020204020204" charset="-122"/>
                          <a:ea typeface="微软雅黑" panose="020B0503020204020204" charset="-122"/>
                          <a:cs typeface="微软雅黑" panose="020B0503020204020204" charset="-122"/>
                        </a:rPr>
                        <a:t>地方组织法</a:t>
                      </a:r>
                      <a:r>
                        <a:rPr lang="en-US" altLang="zh-CN" sz="2000" b="0" spc="120">
                          <a:latin typeface="微软雅黑" panose="020B0503020204020204" charset="-122"/>
                          <a:ea typeface="微软雅黑" panose="020B0503020204020204" charset="-122"/>
                          <a:cs typeface="微软雅黑" panose="020B0503020204020204" charset="-122"/>
                        </a:rPr>
                        <a:t>》</a:t>
                      </a:r>
                      <a:r>
                        <a:rPr lang="zh-CN" altLang="en-US" sz="2000" b="0" spc="120">
                          <a:latin typeface="微软雅黑" panose="020B0503020204020204" charset="-122"/>
                          <a:ea typeface="微软雅黑" panose="020B0503020204020204" charset="-122"/>
                          <a:cs typeface="微软雅黑" panose="020B0503020204020204" charset="-122"/>
                        </a:rPr>
                        <a:t>）</a:t>
                      </a:r>
                      <a:endParaRPr lang="zh-CN" altLang="en-US" sz="20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r h="1155700">
                <a:tc>
                  <a:txBody>
                    <a:bodyPr/>
                    <a:p>
                      <a:pPr marL="0" indent="0" algn="l">
                        <a:lnSpc>
                          <a:spcPct val="120000"/>
                        </a:lnSpc>
                        <a:spcBef>
                          <a:spcPts val="0"/>
                        </a:spcBef>
                        <a:spcAft>
                          <a:spcPts val="0"/>
                        </a:spcAft>
                      </a:pPr>
                      <a:r>
                        <a:rPr lang="zh-CN" altLang="en-US" sz="2000" b="0" spc="120">
                          <a:latin typeface="微软雅黑" panose="020B0503020204020204" charset="-122"/>
                          <a:ea typeface="微软雅黑" panose="020B0503020204020204" charset="-122"/>
                        </a:rPr>
                        <a:t>我国适用情况</a:t>
                      </a:r>
                      <a:endParaRPr lang="zh-CN" altLang="en-US" sz="20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2000" b="0" spc="120">
                          <a:latin typeface="微软雅黑" panose="020B0503020204020204" charset="-122"/>
                          <a:ea typeface="微软雅黑" panose="020B0503020204020204" charset="-122"/>
                          <a:cs typeface="微软雅黑" panose="020B0503020204020204" charset="-122"/>
                        </a:rPr>
                        <a:t>非宪法渊源：我国是成文宪法国家，宪法性法律需依据宪法制定，</a:t>
                      </a:r>
                      <a:r>
                        <a:rPr lang="zh-CN" altLang="en-US" sz="2000" b="1" spc="120">
                          <a:latin typeface="微软雅黑" panose="020B0503020204020204" charset="-122"/>
                          <a:ea typeface="微软雅黑" panose="020B0503020204020204" charset="-122"/>
                          <a:cs typeface="微软雅黑" panose="020B0503020204020204" charset="-122"/>
                        </a:rPr>
                        <a:t>本身无最高法律效力，仅属普通法律范畴</a:t>
                      </a:r>
                      <a:endParaRPr lang="zh-CN" altLang="en-US" sz="2000" b="1"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r h="1153795">
                <a:tc>
                  <a:txBody>
                    <a:bodyPr/>
                    <a:p>
                      <a:pPr marL="0" indent="0" algn="l">
                        <a:lnSpc>
                          <a:spcPct val="120000"/>
                        </a:lnSpc>
                        <a:spcBef>
                          <a:spcPts val="0"/>
                        </a:spcBef>
                        <a:spcAft>
                          <a:spcPts val="0"/>
                        </a:spcAft>
                      </a:pPr>
                      <a:r>
                        <a:rPr lang="zh-CN" altLang="en-US" sz="2000" b="0" spc="120">
                          <a:latin typeface="微软雅黑" panose="020B0503020204020204" charset="-122"/>
                          <a:ea typeface="微软雅黑" panose="020B0503020204020204" charset="-122"/>
                        </a:rPr>
                        <a:t>关键区分</a:t>
                      </a:r>
                      <a:endParaRPr lang="zh-CN" altLang="en-US" sz="20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2000" b="0" spc="120">
                          <a:latin typeface="微软雅黑" panose="020B0503020204020204" charset="-122"/>
                          <a:ea typeface="微软雅黑" panose="020B0503020204020204" charset="-122"/>
                          <a:cs typeface="微软雅黑" panose="020B0503020204020204" charset="-122"/>
                        </a:rPr>
                        <a:t>与宪法典的差异：宪法典是“根本法”，宪法性法律是“部门法”</a:t>
                      </a:r>
                      <a:endParaRPr lang="zh-CN" altLang="en-US" sz="2000" b="0" spc="120">
                        <a:latin typeface="微软雅黑" panose="020B0503020204020204" charset="-122"/>
                        <a:ea typeface="微软雅黑" panose="020B0503020204020204" charset="-122"/>
                        <a:cs typeface="微软雅黑" panose="020B0503020204020204" charset="-122"/>
                      </a:endParaRPr>
                    </a:p>
                    <a:p>
                      <a:pPr marL="0" indent="0" algn="l">
                        <a:lnSpc>
                          <a:spcPct val="120000"/>
                        </a:lnSpc>
                        <a:spcBef>
                          <a:spcPts val="0"/>
                        </a:spcBef>
                        <a:spcAft>
                          <a:spcPts val="0"/>
                        </a:spcAft>
                      </a:pPr>
                      <a:r>
                        <a:rPr lang="zh-CN" altLang="en-US" sz="2000" b="0" spc="120">
                          <a:latin typeface="微软雅黑" panose="020B0503020204020204" charset="-122"/>
                          <a:ea typeface="微软雅黑" panose="020B0503020204020204" charset="-122"/>
                          <a:cs typeface="微软雅黑" panose="020B0503020204020204" charset="-122"/>
                        </a:rPr>
                        <a:t>与普通法律的差异：仅调整对象涉及宪法关系</a:t>
                      </a:r>
                      <a:endParaRPr lang="zh-CN" altLang="en-US" sz="20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bl>
          </a:graphicData>
        </a:graphic>
      </p:graphicFrame>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0" y="0"/>
            <a:ext cx="12192000" cy="6858000"/>
          </a:xfrm>
          <a:prstGeom prst="rect">
            <a:avLst/>
          </a:prstGeom>
          <a:solidFill>
            <a:schemeClr val="accent1">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3" name="任意多边形: 形状 52"/>
          <p:cNvSpPr/>
          <p:nvPr>
            <p:custDataLst>
              <p:tags r:id="rId2"/>
            </p:custDataLst>
          </p:nvPr>
        </p:nvSpPr>
        <p:spPr>
          <a:xfrm flipH="1">
            <a:off x="-6350" y="3839210"/>
            <a:ext cx="885825" cy="1686561"/>
          </a:xfrm>
          <a:custGeom>
            <a:avLst/>
            <a:gdLst>
              <a:gd name="connsiteX0" fmla="*/ 0 w 78867"/>
              <a:gd name="connsiteY0" fmla="*/ 22974 h 51777"/>
              <a:gd name="connsiteX1" fmla="*/ 10287 w 78867"/>
              <a:gd name="connsiteY1" fmla="*/ 51778 h 51777"/>
              <a:gd name="connsiteX2" fmla="*/ 44577 w 78867"/>
              <a:gd name="connsiteY2" fmla="*/ 39776 h 51777"/>
              <a:gd name="connsiteX3" fmla="*/ 68237 w 78867"/>
              <a:gd name="connsiteY3" fmla="*/ 32233 h 51777"/>
              <a:gd name="connsiteX4" fmla="*/ 78867 w 78867"/>
              <a:gd name="connsiteY4" fmla="*/ 29147 h 51777"/>
              <a:gd name="connsiteX5" fmla="*/ 70637 w 78867"/>
              <a:gd name="connsiteY5" fmla="*/ 0 h 51777"/>
              <a:gd name="connsiteX6" fmla="*/ 59322 w 78867"/>
              <a:gd name="connsiteY6" fmla="*/ 3429 h 51777"/>
              <a:gd name="connsiteX7" fmla="*/ 34976 w 78867"/>
              <a:gd name="connsiteY7" fmla="*/ 11315 h 51777"/>
              <a:gd name="connsiteX8" fmla="*/ 0 w 78867"/>
              <a:gd name="connsiteY8" fmla="*/ 22974 h 5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5" h="2656">
                <a:moveTo>
                  <a:pt x="451" y="1906"/>
                </a:moveTo>
                <a:cubicBezTo>
                  <a:pt x="451" y="1906"/>
                  <a:pt x="457" y="1907"/>
                  <a:pt x="467" y="1909"/>
                </a:cubicBezTo>
                <a:cubicBezTo>
                  <a:pt x="472" y="1909"/>
                  <a:pt x="478" y="1910"/>
                  <a:pt x="485" y="1911"/>
                </a:cubicBezTo>
                <a:cubicBezTo>
                  <a:pt x="491" y="1911"/>
                  <a:pt x="498" y="1912"/>
                  <a:pt x="505" y="1912"/>
                </a:cubicBezTo>
                <a:cubicBezTo>
                  <a:pt x="511" y="1912"/>
                  <a:pt x="518" y="1913"/>
                  <a:pt x="525" y="1913"/>
                </a:cubicBezTo>
                <a:cubicBezTo>
                  <a:pt x="531" y="1913"/>
                  <a:pt x="537" y="1913"/>
                  <a:pt x="542" y="1913"/>
                </a:cubicBezTo>
                <a:cubicBezTo>
                  <a:pt x="553" y="1912"/>
                  <a:pt x="560" y="1912"/>
                  <a:pt x="560" y="1912"/>
                </a:cubicBezTo>
                <a:lnTo>
                  <a:pt x="563" y="1960"/>
                </a:lnTo>
                <a:cubicBezTo>
                  <a:pt x="563" y="1960"/>
                  <a:pt x="555" y="1960"/>
                  <a:pt x="544" y="1961"/>
                </a:cubicBezTo>
                <a:cubicBezTo>
                  <a:pt x="539" y="1961"/>
                  <a:pt x="532" y="1961"/>
                  <a:pt x="525" y="1961"/>
                </a:cubicBezTo>
                <a:cubicBezTo>
                  <a:pt x="518" y="1961"/>
                  <a:pt x="510" y="1960"/>
                  <a:pt x="503" y="1960"/>
                </a:cubicBezTo>
                <a:cubicBezTo>
                  <a:pt x="495" y="1960"/>
                  <a:pt x="487" y="1959"/>
                  <a:pt x="480" y="1959"/>
                </a:cubicBezTo>
                <a:cubicBezTo>
                  <a:pt x="473" y="1958"/>
                  <a:pt x="467" y="1957"/>
                  <a:pt x="461" y="1956"/>
                </a:cubicBezTo>
                <a:cubicBezTo>
                  <a:pt x="450" y="1955"/>
                  <a:pt x="442" y="1953"/>
                  <a:pt x="442" y="1953"/>
                </a:cubicBezTo>
                <a:lnTo>
                  <a:pt x="451" y="1906"/>
                </a:lnTo>
                <a:close/>
                <a:moveTo>
                  <a:pt x="716" y="1870"/>
                </a:moveTo>
                <a:lnTo>
                  <a:pt x="738" y="1913"/>
                </a:lnTo>
                <a:cubicBezTo>
                  <a:pt x="738" y="1913"/>
                  <a:pt x="732" y="1916"/>
                  <a:pt x="721" y="1922"/>
                </a:cubicBezTo>
                <a:cubicBezTo>
                  <a:pt x="716" y="1924"/>
                  <a:pt x="709" y="1926"/>
                  <a:pt x="703" y="1929"/>
                </a:cubicBezTo>
                <a:cubicBezTo>
                  <a:pt x="696" y="1931"/>
                  <a:pt x="689" y="1935"/>
                  <a:pt x="682" y="1937"/>
                </a:cubicBezTo>
                <a:cubicBezTo>
                  <a:pt x="667" y="1942"/>
                  <a:pt x="653" y="1946"/>
                  <a:pt x="641" y="1949"/>
                </a:cubicBezTo>
                <a:cubicBezTo>
                  <a:pt x="636" y="1950"/>
                  <a:pt x="631" y="1951"/>
                  <a:pt x="628" y="1952"/>
                </a:cubicBezTo>
                <a:cubicBezTo>
                  <a:pt x="624" y="1952"/>
                  <a:pt x="622" y="1953"/>
                  <a:pt x="622" y="1953"/>
                </a:cubicBezTo>
                <a:lnTo>
                  <a:pt x="613" y="1906"/>
                </a:lnTo>
                <a:cubicBezTo>
                  <a:pt x="613" y="1906"/>
                  <a:pt x="615" y="1905"/>
                  <a:pt x="618" y="1905"/>
                </a:cubicBezTo>
                <a:cubicBezTo>
                  <a:pt x="621" y="1904"/>
                  <a:pt x="625" y="1903"/>
                  <a:pt x="630" y="1902"/>
                </a:cubicBezTo>
                <a:cubicBezTo>
                  <a:pt x="640" y="1900"/>
                  <a:pt x="653" y="1896"/>
                  <a:pt x="666" y="1892"/>
                </a:cubicBezTo>
                <a:cubicBezTo>
                  <a:pt x="673" y="1890"/>
                  <a:pt x="679" y="1887"/>
                  <a:pt x="685" y="1885"/>
                </a:cubicBezTo>
                <a:cubicBezTo>
                  <a:pt x="691" y="1882"/>
                  <a:pt x="696" y="1880"/>
                  <a:pt x="701" y="1878"/>
                </a:cubicBezTo>
                <a:cubicBezTo>
                  <a:pt x="710" y="1873"/>
                  <a:pt x="716" y="1870"/>
                  <a:pt x="716" y="1870"/>
                </a:cubicBezTo>
                <a:close/>
                <a:moveTo>
                  <a:pt x="832" y="1765"/>
                </a:moveTo>
                <a:lnTo>
                  <a:pt x="874" y="1789"/>
                </a:lnTo>
                <a:cubicBezTo>
                  <a:pt x="874" y="1789"/>
                  <a:pt x="873" y="1790"/>
                  <a:pt x="871" y="1792"/>
                </a:cubicBezTo>
                <a:cubicBezTo>
                  <a:pt x="869" y="1795"/>
                  <a:pt x="866" y="1800"/>
                  <a:pt x="863" y="1805"/>
                </a:cubicBezTo>
                <a:cubicBezTo>
                  <a:pt x="860" y="1810"/>
                  <a:pt x="856" y="1815"/>
                  <a:pt x="851" y="1821"/>
                </a:cubicBezTo>
                <a:cubicBezTo>
                  <a:pt x="846" y="1827"/>
                  <a:pt x="842" y="1834"/>
                  <a:pt x="836" y="1839"/>
                </a:cubicBezTo>
                <a:cubicBezTo>
                  <a:pt x="826" y="1851"/>
                  <a:pt x="814" y="1861"/>
                  <a:pt x="805" y="1869"/>
                </a:cubicBezTo>
                <a:cubicBezTo>
                  <a:pt x="800" y="1873"/>
                  <a:pt x="796" y="1876"/>
                  <a:pt x="793" y="1878"/>
                </a:cubicBezTo>
                <a:cubicBezTo>
                  <a:pt x="791" y="1880"/>
                  <a:pt x="789" y="1881"/>
                  <a:pt x="789" y="1881"/>
                </a:cubicBezTo>
                <a:lnTo>
                  <a:pt x="761" y="1842"/>
                </a:lnTo>
                <a:cubicBezTo>
                  <a:pt x="761" y="1842"/>
                  <a:pt x="763" y="1841"/>
                  <a:pt x="765" y="1839"/>
                </a:cubicBezTo>
                <a:cubicBezTo>
                  <a:pt x="767" y="1837"/>
                  <a:pt x="771" y="1835"/>
                  <a:pt x="775" y="1832"/>
                </a:cubicBezTo>
                <a:cubicBezTo>
                  <a:pt x="783" y="1825"/>
                  <a:pt x="793" y="1816"/>
                  <a:pt x="802" y="1807"/>
                </a:cubicBezTo>
                <a:cubicBezTo>
                  <a:pt x="806" y="1802"/>
                  <a:pt x="810" y="1797"/>
                  <a:pt x="814" y="1792"/>
                </a:cubicBezTo>
                <a:cubicBezTo>
                  <a:pt x="818" y="1787"/>
                  <a:pt x="821" y="1782"/>
                  <a:pt x="824" y="1779"/>
                </a:cubicBezTo>
                <a:cubicBezTo>
                  <a:pt x="826" y="1775"/>
                  <a:pt x="829" y="1771"/>
                  <a:pt x="830" y="1769"/>
                </a:cubicBezTo>
                <a:cubicBezTo>
                  <a:pt x="832" y="1767"/>
                  <a:pt x="832" y="1765"/>
                  <a:pt x="832" y="1765"/>
                </a:cubicBezTo>
                <a:close/>
                <a:moveTo>
                  <a:pt x="298" y="1752"/>
                </a:moveTo>
                <a:lnTo>
                  <a:pt x="344" y="1764"/>
                </a:lnTo>
                <a:cubicBezTo>
                  <a:pt x="344" y="1764"/>
                  <a:pt x="342" y="1770"/>
                  <a:pt x="340" y="1781"/>
                </a:cubicBezTo>
                <a:cubicBezTo>
                  <a:pt x="338" y="1791"/>
                  <a:pt x="335" y="1804"/>
                  <a:pt x="333" y="1818"/>
                </a:cubicBezTo>
                <a:cubicBezTo>
                  <a:pt x="333" y="1824"/>
                  <a:pt x="332" y="1831"/>
                  <a:pt x="331" y="1838"/>
                </a:cubicBezTo>
                <a:cubicBezTo>
                  <a:pt x="330" y="1844"/>
                  <a:pt x="329" y="1850"/>
                  <a:pt x="329" y="1856"/>
                </a:cubicBezTo>
                <a:cubicBezTo>
                  <a:pt x="329" y="1858"/>
                  <a:pt x="329" y="1861"/>
                  <a:pt x="329" y="1863"/>
                </a:cubicBezTo>
                <a:lnTo>
                  <a:pt x="329" y="1864"/>
                </a:lnTo>
                <a:lnTo>
                  <a:pt x="330" y="1864"/>
                </a:lnTo>
                <a:cubicBezTo>
                  <a:pt x="335" y="1867"/>
                  <a:pt x="341" y="1870"/>
                  <a:pt x="347" y="1873"/>
                </a:cubicBezTo>
                <a:cubicBezTo>
                  <a:pt x="372" y="1885"/>
                  <a:pt x="398" y="1893"/>
                  <a:pt x="398" y="1893"/>
                </a:cubicBezTo>
                <a:lnTo>
                  <a:pt x="383" y="1939"/>
                </a:lnTo>
                <a:cubicBezTo>
                  <a:pt x="383" y="1939"/>
                  <a:pt x="354" y="1930"/>
                  <a:pt x="327" y="1916"/>
                </a:cubicBezTo>
                <a:cubicBezTo>
                  <a:pt x="320" y="1913"/>
                  <a:pt x="314" y="1909"/>
                  <a:pt x="307" y="1906"/>
                </a:cubicBezTo>
                <a:cubicBezTo>
                  <a:pt x="301" y="1902"/>
                  <a:pt x="295" y="1899"/>
                  <a:pt x="290" y="1896"/>
                </a:cubicBezTo>
                <a:cubicBezTo>
                  <a:pt x="285" y="1893"/>
                  <a:pt x="281" y="1890"/>
                  <a:pt x="278" y="1889"/>
                </a:cubicBezTo>
                <a:cubicBezTo>
                  <a:pt x="276" y="1887"/>
                  <a:pt x="274" y="1886"/>
                  <a:pt x="274" y="1886"/>
                </a:cubicBezTo>
                <a:lnTo>
                  <a:pt x="283" y="1871"/>
                </a:lnTo>
                <a:lnTo>
                  <a:pt x="281" y="1871"/>
                </a:lnTo>
                <a:cubicBezTo>
                  <a:pt x="281" y="1871"/>
                  <a:pt x="281" y="1864"/>
                  <a:pt x="282" y="1853"/>
                </a:cubicBezTo>
                <a:cubicBezTo>
                  <a:pt x="282" y="1847"/>
                  <a:pt x="283" y="1841"/>
                  <a:pt x="284" y="1834"/>
                </a:cubicBezTo>
                <a:cubicBezTo>
                  <a:pt x="284" y="1827"/>
                  <a:pt x="285" y="1819"/>
                  <a:pt x="286" y="1811"/>
                </a:cubicBezTo>
                <a:cubicBezTo>
                  <a:pt x="288" y="1796"/>
                  <a:pt x="291" y="1782"/>
                  <a:pt x="293" y="1770"/>
                </a:cubicBezTo>
                <a:cubicBezTo>
                  <a:pt x="296" y="1760"/>
                  <a:pt x="298" y="1752"/>
                  <a:pt x="298" y="1752"/>
                </a:cubicBezTo>
                <a:close/>
                <a:moveTo>
                  <a:pt x="182" y="1732"/>
                </a:moveTo>
                <a:cubicBezTo>
                  <a:pt x="182" y="1732"/>
                  <a:pt x="186" y="1738"/>
                  <a:pt x="192" y="1746"/>
                </a:cubicBezTo>
                <a:cubicBezTo>
                  <a:pt x="199" y="1754"/>
                  <a:pt x="207" y="1765"/>
                  <a:pt x="217" y="1775"/>
                </a:cubicBezTo>
                <a:cubicBezTo>
                  <a:pt x="219" y="1777"/>
                  <a:pt x="222" y="1780"/>
                  <a:pt x="224" y="1782"/>
                </a:cubicBezTo>
                <a:cubicBezTo>
                  <a:pt x="226" y="1785"/>
                  <a:pt x="229" y="1787"/>
                  <a:pt x="231" y="1789"/>
                </a:cubicBezTo>
                <a:cubicBezTo>
                  <a:pt x="236" y="1794"/>
                  <a:pt x="240" y="1799"/>
                  <a:pt x="244" y="1802"/>
                </a:cubicBezTo>
                <a:cubicBezTo>
                  <a:pt x="252" y="1809"/>
                  <a:pt x="257" y="1813"/>
                  <a:pt x="257" y="1813"/>
                </a:cubicBezTo>
                <a:lnTo>
                  <a:pt x="226" y="1850"/>
                </a:lnTo>
                <a:cubicBezTo>
                  <a:pt x="226" y="1850"/>
                  <a:pt x="220" y="1845"/>
                  <a:pt x="211" y="1837"/>
                </a:cubicBezTo>
                <a:cubicBezTo>
                  <a:pt x="206" y="1833"/>
                  <a:pt x="202" y="1828"/>
                  <a:pt x="196" y="1823"/>
                </a:cubicBezTo>
                <a:cubicBezTo>
                  <a:pt x="194" y="1821"/>
                  <a:pt x="192" y="1819"/>
                  <a:pt x="189" y="1816"/>
                </a:cubicBezTo>
                <a:cubicBezTo>
                  <a:pt x="187" y="1813"/>
                  <a:pt x="184" y="1810"/>
                  <a:pt x="181" y="1808"/>
                </a:cubicBezTo>
                <a:cubicBezTo>
                  <a:pt x="171" y="1796"/>
                  <a:pt x="162" y="1785"/>
                  <a:pt x="154" y="1776"/>
                </a:cubicBezTo>
                <a:cubicBezTo>
                  <a:pt x="147" y="1767"/>
                  <a:pt x="143" y="1761"/>
                  <a:pt x="143" y="1761"/>
                </a:cubicBezTo>
                <a:lnTo>
                  <a:pt x="182" y="1732"/>
                </a:lnTo>
                <a:close/>
                <a:moveTo>
                  <a:pt x="887" y="1601"/>
                </a:moveTo>
                <a:cubicBezTo>
                  <a:pt x="887" y="1601"/>
                  <a:pt x="887" y="1603"/>
                  <a:pt x="888" y="1606"/>
                </a:cubicBezTo>
                <a:cubicBezTo>
                  <a:pt x="890" y="1610"/>
                  <a:pt x="891" y="1615"/>
                  <a:pt x="893" y="1621"/>
                </a:cubicBezTo>
                <a:cubicBezTo>
                  <a:pt x="895" y="1626"/>
                  <a:pt x="897" y="1633"/>
                  <a:pt x="898" y="1641"/>
                </a:cubicBezTo>
                <a:cubicBezTo>
                  <a:pt x="899" y="1644"/>
                  <a:pt x="900" y="1649"/>
                  <a:pt x="900" y="1652"/>
                </a:cubicBezTo>
                <a:cubicBezTo>
                  <a:pt x="901" y="1656"/>
                  <a:pt x="902" y="1660"/>
                  <a:pt x="902" y="1664"/>
                </a:cubicBezTo>
                <a:cubicBezTo>
                  <a:pt x="902" y="1669"/>
                  <a:pt x="902" y="1673"/>
                  <a:pt x="903" y="1677"/>
                </a:cubicBezTo>
                <a:cubicBezTo>
                  <a:pt x="903" y="1681"/>
                  <a:pt x="903" y="1685"/>
                  <a:pt x="903" y="1689"/>
                </a:cubicBezTo>
                <a:cubicBezTo>
                  <a:pt x="903" y="1696"/>
                  <a:pt x="902" y="1704"/>
                  <a:pt x="901" y="1710"/>
                </a:cubicBezTo>
                <a:cubicBezTo>
                  <a:pt x="900" y="1716"/>
                  <a:pt x="899" y="1721"/>
                  <a:pt x="899" y="1725"/>
                </a:cubicBezTo>
                <a:cubicBezTo>
                  <a:pt x="898" y="1728"/>
                  <a:pt x="898" y="1730"/>
                  <a:pt x="898" y="1730"/>
                </a:cubicBezTo>
                <a:lnTo>
                  <a:pt x="851" y="1719"/>
                </a:lnTo>
                <a:cubicBezTo>
                  <a:pt x="851" y="1719"/>
                  <a:pt x="851" y="1718"/>
                  <a:pt x="852" y="1715"/>
                </a:cubicBezTo>
                <a:cubicBezTo>
                  <a:pt x="852" y="1712"/>
                  <a:pt x="853" y="1708"/>
                  <a:pt x="854" y="1703"/>
                </a:cubicBezTo>
                <a:cubicBezTo>
                  <a:pt x="854" y="1699"/>
                  <a:pt x="855" y="1693"/>
                  <a:pt x="855" y="1687"/>
                </a:cubicBezTo>
                <a:cubicBezTo>
                  <a:pt x="855" y="1684"/>
                  <a:pt x="855" y="1681"/>
                  <a:pt x="855" y="1678"/>
                </a:cubicBezTo>
                <a:cubicBezTo>
                  <a:pt x="855" y="1675"/>
                  <a:pt x="854" y="1672"/>
                  <a:pt x="854" y="1669"/>
                </a:cubicBezTo>
                <a:cubicBezTo>
                  <a:pt x="854" y="1666"/>
                  <a:pt x="854" y="1663"/>
                  <a:pt x="853" y="1660"/>
                </a:cubicBezTo>
                <a:cubicBezTo>
                  <a:pt x="853" y="1656"/>
                  <a:pt x="852" y="1653"/>
                  <a:pt x="852" y="1650"/>
                </a:cubicBezTo>
                <a:cubicBezTo>
                  <a:pt x="850" y="1645"/>
                  <a:pt x="849" y="1639"/>
                  <a:pt x="847" y="1635"/>
                </a:cubicBezTo>
                <a:cubicBezTo>
                  <a:pt x="846" y="1630"/>
                  <a:pt x="845" y="1626"/>
                  <a:pt x="844" y="1623"/>
                </a:cubicBezTo>
                <a:cubicBezTo>
                  <a:pt x="843" y="1621"/>
                  <a:pt x="842" y="1619"/>
                  <a:pt x="842" y="1619"/>
                </a:cubicBezTo>
                <a:lnTo>
                  <a:pt x="887" y="1601"/>
                </a:lnTo>
                <a:close/>
                <a:moveTo>
                  <a:pt x="375" y="1588"/>
                </a:moveTo>
                <a:lnTo>
                  <a:pt x="413" y="1617"/>
                </a:lnTo>
                <a:cubicBezTo>
                  <a:pt x="413" y="1617"/>
                  <a:pt x="409" y="1623"/>
                  <a:pt x="403" y="1631"/>
                </a:cubicBezTo>
                <a:cubicBezTo>
                  <a:pt x="402" y="1633"/>
                  <a:pt x="400" y="1635"/>
                  <a:pt x="398" y="1638"/>
                </a:cubicBezTo>
                <a:cubicBezTo>
                  <a:pt x="397" y="1640"/>
                  <a:pt x="395" y="1643"/>
                  <a:pt x="394" y="1646"/>
                </a:cubicBezTo>
                <a:cubicBezTo>
                  <a:pt x="390" y="1651"/>
                  <a:pt x="387" y="1657"/>
                  <a:pt x="383" y="1663"/>
                </a:cubicBezTo>
                <a:cubicBezTo>
                  <a:pt x="380" y="1669"/>
                  <a:pt x="377" y="1675"/>
                  <a:pt x="374" y="1681"/>
                </a:cubicBezTo>
                <a:cubicBezTo>
                  <a:pt x="372" y="1683"/>
                  <a:pt x="371" y="1686"/>
                  <a:pt x="370" y="1689"/>
                </a:cubicBezTo>
                <a:cubicBezTo>
                  <a:pt x="369" y="1692"/>
                  <a:pt x="368" y="1694"/>
                  <a:pt x="366" y="1696"/>
                </a:cubicBezTo>
                <a:cubicBezTo>
                  <a:pt x="363" y="1706"/>
                  <a:pt x="360" y="1712"/>
                  <a:pt x="360" y="1712"/>
                </a:cubicBezTo>
                <a:lnTo>
                  <a:pt x="315" y="1695"/>
                </a:lnTo>
                <a:cubicBezTo>
                  <a:pt x="315" y="1695"/>
                  <a:pt x="318" y="1688"/>
                  <a:pt x="321" y="1677"/>
                </a:cubicBezTo>
                <a:cubicBezTo>
                  <a:pt x="323" y="1674"/>
                  <a:pt x="324" y="1672"/>
                  <a:pt x="325" y="1668"/>
                </a:cubicBezTo>
                <a:cubicBezTo>
                  <a:pt x="327" y="1666"/>
                  <a:pt x="329" y="1662"/>
                  <a:pt x="330" y="1659"/>
                </a:cubicBezTo>
                <a:cubicBezTo>
                  <a:pt x="333" y="1653"/>
                  <a:pt x="337" y="1646"/>
                  <a:pt x="340" y="1639"/>
                </a:cubicBezTo>
                <a:cubicBezTo>
                  <a:pt x="345" y="1633"/>
                  <a:pt x="349" y="1626"/>
                  <a:pt x="352" y="1620"/>
                </a:cubicBezTo>
                <a:cubicBezTo>
                  <a:pt x="354" y="1617"/>
                  <a:pt x="356" y="1614"/>
                  <a:pt x="358" y="1611"/>
                </a:cubicBezTo>
                <a:cubicBezTo>
                  <a:pt x="360" y="1608"/>
                  <a:pt x="362" y="1606"/>
                  <a:pt x="363" y="1604"/>
                </a:cubicBezTo>
                <a:cubicBezTo>
                  <a:pt x="370" y="1594"/>
                  <a:pt x="375" y="1588"/>
                  <a:pt x="375" y="1588"/>
                </a:cubicBezTo>
                <a:close/>
                <a:moveTo>
                  <a:pt x="104" y="1587"/>
                </a:moveTo>
                <a:cubicBezTo>
                  <a:pt x="104" y="1587"/>
                  <a:pt x="106" y="1593"/>
                  <a:pt x="110" y="1603"/>
                </a:cubicBezTo>
                <a:cubicBezTo>
                  <a:pt x="112" y="1609"/>
                  <a:pt x="114" y="1614"/>
                  <a:pt x="117" y="1620"/>
                </a:cubicBezTo>
                <a:cubicBezTo>
                  <a:pt x="120" y="1626"/>
                  <a:pt x="122" y="1632"/>
                  <a:pt x="126" y="1639"/>
                </a:cubicBezTo>
                <a:cubicBezTo>
                  <a:pt x="129" y="1645"/>
                  <a:pt x="132" y="1651"/>
                  <a:pt x="135" y="1657"/>
                </a:cubicBezTo>
                <a:cubicBezTo>
                  <a:pt x="138" y="1663"/>
                  <a:pt x="141" y="1668"/>
                  <a:pt x="143" y="1673"/>
                </a:cubicBezTo>
                <a:cubicBezTo>
                  <a:pt x="146" y="1677"/>
                  <a:pt x="148" y="1681"/>
                  <a:pt x="149" y="1683"/>
                </a:cubicBezTo>
                <a:cubicBezTo>
                  <a:pt x="151" y="1686"/>
                  <a:pt x="152" y="1688"/>
                  <a:pt x="152" y="1688"/>
                </a:cubicBezTo>
                <a:lnTo>
                  <a:pt x="111" y="1712"/>
                </a:lnTo>
                <a:cubicBezTo>
                  <a:pt x="111" y="1712"/>
                  <a:pt x="110" y="1710"/>
                  <a:pt x="107" y="1707"/>
                </a:cubicBezTo>
                <a:cubicBezTo>
                  <a:pt x="106" y="1704"/>
                  <a:pt x="104" y="1700"/>
                  <a:pt x="101" y="1695"/>
                </a:cubicBezTo>
                <a:cubicBezTo>
                  <a:pt x="98" y="1690"/>
                  <a:pt x="95" y="1685"/>
                  <a:pt x="92" y="1679"/>
                </a:cubicBezTo>
                <a:cubicBezTo>
                  <a:pt x="89" y="1672"/>
                  <a:pt x="85" y="1666"/>
                  <a:pt x="82" y="1659"/>
                </a:cubicBezTo>
                <a:cubicBezTo>
                  <a:pt x="78" y="1652"/>
                  <a:pt x="76" y="1645"/>
                  <a:pt x="73" y="1639"/>
                </a:cubicBezTo>
                <a:cubicBezTo>
                  <a:pt x="70" y="1632"/>
                  <a:pt x="68" y="1626"/>
                  <a:pt x="65" y="1621"/>
                </a:cubicBezTo>
                <a:cubicBezTo>
                  <a:pt x="62" y="1611"/>
                  <a:pt x="59" y="1604"/>
                  <a:pt x="59" y="1604"/>
                </a:cubicBezTo>
                <a:lnTo>
                  <a:pt x="104" y="1587"/>
                </a:lnTo>
                <a:close/>
                <a:moveTo>
                  <a:pt x="516" y="1473"/>
                </a:moveTo>
                <a:lnTo>
                  <a:pt x="537" y="1517"/>
                </a:lnTo>
                <a:cubicBezTo>
                  <a:pt x="537" y="1517"/>
                  <a:pt x="535" y="1517"/>
                  <a:pt x="533" y="1518"/>
                </a:cubicBezTo>
                <a:cubicBezTo>
                  <a:pt x="530" y="1520"/>
                  <a:pt x="526" y="1522"/>
                  <a:pt x="522" y="1524"/>
                </a:cubicBezTo>
                <a:cubicBezTo>
                  <a:pt x="513" y="1529"/>
                  <a:pt x="501" y="1536"/>
                  <a:pt x="490" y="1543"/>
                </a:cubicBezTo>
                <a:cubicBezTo>
                  <a:pt x="485" y="1547"/>
                  <a:pt x="479" y="1551"/>
                  <a:pt x="474" y="1555"/>
                </a:cubicBezTo>
                <a:cubicBezTo>
                  <a:pt x="469" y="1559"/>
                  <a:pt x="465" y="1563"/>
                  <a:pt x="461" y="1567"/>
                </a:cubicBezTo>
                <a:cubicBezTo>
                  <a:pt x="457" y="1570"/>
                  <a:pt x="454" y="1573"/>
                  <a:pt x="452" y="1575"/>
                </a:cubicBezTo>
                <a:cubicBezTo>
                  <a:pt x="450" y="1577"/>
                  <a:pt x="448" y="1578"/>
                  <a:pt x="448" y="1578"/>
                </a:cubicBezTo>
                <a:lnTo>
                  <a:pt x="415" y="1543"/>
                </a:lnTo>
                <a:cubicBezTo>
                  <a:pt x="415" y="1543"/>
                  <a:pt x="416" y="1542"/>
                  <a:pt x="419" y="1540"/>
                </a:cubicBezTo>
                <a:cubicBezTo>
                  <a:pt x="421" y="1537"/>
                  <a:pt x="425" y="1534"/>
                  <a:pt x="429" y="1530"/>
                </a:cubicBezTo>
                <a:cubicBezTo>
                  <a:pt x="433" y="1527"/>
                  <a:pt x="438" y="1522"/>
                  <a:pt x="444" y="1517"/>
                </a:cubicBezTo>
                <a:cubicBezTo>
                  <a:pt x="450" y="1513"/>
                  <a:pt x="457" y="1509"/>
                  <a:pt x="463" y="1504"/>
                </a:cubicBezTo>
                <a:cubicBezTo>
                  <a:pt x="476" y="1495"/>
                  <a:pt x="489" y="1487"/>
                  <a:pt x="499" y="1482"/>
                </a:cubicBezTo>
                <a:cubicBezTo>
                  <a:pt x="504" y="1479"/>
                  <a:pt x="508" y="1477"/>
                  <a:pt x="512" y="1475"/>
                </a:cubicBezTo>
                <a:cubicBezTo>
                  <a:pt x="515" y="1474"/>
                  <a:pt x="516" y="1473"/>
                  <a:pt x="516" y="1473"/>
                </a:cubicBezTo>
                <a:close/>
                <a:moveTo>
                  <a:pt x="760" y="1464"/>
                </a:moveTo>
                <a:cubicBezTo>
                  <a:pt x="760" y="1464"/>
                  <a:pt x="762" y="1465"/>
                  <a:pt x="765" y="1466"/>
                </a:cubicBezTo>
                <a:cubicBezTo>
                  <a:pt x="768" y="1467"/>
                  <a:pt x="772" y="1470"/>
                  <a:pt x="778" y="1473"/>
                </a:cubicBezTo>
                <a:cubicBezTo>
                  <a:pt x="781" y="1474"/>
                  <a:pt x="783" y="1476"/>
                  <a:pt x="787" y="1478"/>
                </a:cubicBezTo>
                <a:cubicBezTo>
                  <a:pt x="790" y="1480"/>
                  <a:pt x="793" y="1482"/>
                  <a:pt x="796" y="1484"/>
                </a:cubicBezTo>
                <a:cubicBezTo>
                  <a:pt x="799" y="1486"/>
                  <a:pt x="802" y="1488"/>
                  <a:pt x="805" y="1491"/>
                </a:cubicBezTo>
                <a:cubicBezTo>
                  <a:pt x="809" y="1493"/>
                  <a:pt x="811" y="1495"/>
                  <a:pt x="815" y="1498"/>
                </a:cubicBezTo>
                <a:cubicBezTo>
                  <a:pt x="821" y="1504"/>
                  <a:pt x="827" y="1508"/>
                  <a:pt x="833" y="1514"/>
                </a:cubicBezTo>
                <a:cubicBezTo>
                  <a:pt x="838" y="1520"/>
                  <a:pt x="843" y="1526"/>
                  <a:pt x="847" y="1531"/>
                </a:cubicBezTo>
                <a:cubicBezTo>
                  <a:pt x="854" y="1539"/>
                  <a:pt x="858" y="1545"/>
                  <a:pt x="858" y="1545"/>
                </a:cubicBezTo>
                <a:lnTo>
                  <a:pt x="819" y="1574"/>
                </a:lnTo>
                <a:cubicBezTo>
                  <a:pt x="819" y="1574"/>
                  <a:pt x="815" y="1568"/>
                  <a:pt x="808" y="1559"/>
                </a:cubicBezTo>
                <a:cubicBezTo>
                  <a:pt x="802" y="1552"/>
                  <a:pt x="794" y="1543"/>
                  <a:pt x="784" y="1535"/>
                </a:cubicBezTo>
                <a:cubicBezTo>
                  <a:pt x="781" y="1533"/>
                  <a:pt x="779" y="1531"/>
                  <a:pt x="776" y="1529"/>
                </a:cubicBezTo>
                <a:cubicBezTo>
                  <a:pt x="774" y="1527"/>
                  <a:pt x="771" y="1525"/>
                  <a:pt x="769" y="1524"/>
                </a:cubicBezTo>
                <a:cubicBezTo>
                  <a:pt x="767" y="1522"/>
                  <a:pt x="764" y="1520"/>
                  <a:pt x="762" y="1519"/>
                </a:cubicBezTo>
                <a:cubicBezTo>
                  <a:pt x="759" y="1517"/>
                  <a:pt x="757" y="1516"/>
                  <a:pt x="755" y="1515"/>
                </a:cubicBezTo>
                <a:cubicBezTo>
                  <a:pt x="750" y="1513"/>
                  <a:pt x="747" y="1511"/>
                  <a:pt x="744" y="1510"/>
                </a:cubicBezTo>
                <a:cubicBezTo>
                  <a:pt x="742" y="1508"/>
                  <a:pt x="740" y="1508"/>
                  <a:pt x="740" y="1508"/>
                </a:cubicBezTo>
                <a:lnTo>
                  <a:pt x="760" y="1464"/>
                </a:lnTo>
                <a:close/>
                <a:moveTo>
                  <a:pt x="647" y="1442"/>
                </a:moveTo>
                <a:cubicBezTo>
                  <a:pt x="659" y="1442"/>
                  <a:pt x="670" y="1442"/>
                  <a:pt x="679" y="1443"/>
                </a:cubicBezTo>
                <a:cubicBezTo>
                  <a:pt x="691" y="1445"/>
                  <a:pt x="699" y="1446"/>
                  <a:pt x="699" y="1446"/>
                </a:cubicBezTo>
                <a:lnTo>
                  <a:pt x="691" y="1494"/>
                </a:lnTo>
                <a:cubicBezTo>
                  <a:pt x="691" y="1494"/>
                  <a:pt x="684" y="1492"/>
                  <a:pt x="675" y="1492"/>
                </a:cubicBezTo>
                <a:cubicBezTo>
                  <a:pt x="665" y="1490"/>
                  <a:pt x="652" y="1490"/>
                  <a:pt x="639" y="1491"/>
                </a:cubicBezTo>
                <a:cubicBezTo>
                  <a:pt x="632" y="1491"/>
                  <a:pt x="625" y="1492"/>
                  <a:pt x="619" y="1492"/>
                </a:cubicBezTo>
                <a:cubicBezTo>
                  <a:pt x="613" y="1494"/>
                  <a:pt x="607" y="1494"/>
                  <a:pt x="603" y="1495"/>
                </a:cubicBezTo>
                <a:cubicBezTo>
                  <a:pt x="598" y="1496"/>
                  <a:pt x="593" y="1497"/>
                  <a:pt x="591" y="1498"/>
                </a:cubicBezTo>
                <a:cubicBezTo>
                  <a:pt x="588" y="1498"/>
                  <a:pt x="586" y="1499"/>
                  <a:pt x="586" y="1499"/>
                </a:cubicBezTo>
                <a:lnTo>
                  <a:pt x="574" y="1452"/>
                </a:lnTo>
                <a:cubicBezTo>
                  <a:pt x="574" y="1452"/>
                  <a:pt x="576" y="1452"/>
                  <a:pt x="578" y="1451"/>
                </a:cubicBezTo>
                <a:cubicBezTo>
                  <a:pt x="582" y="1451"/>
                  <a:pt x="586" y="1449"/>
                  <a:pt x="592" y="1448"/>
                </a:cubicBezTo>
                <a:cubicBezTo>
                  <a:pt x="598" y="1447"/>
                  <a:pt x="605" y="1446"/>
                  <a:pt x="612" y="1445"/>
                </a:cubicBezTo>
                <a:cubicBezTo>
                  <a:pt x="620" y="1443"/>
                  <a:pt x="627" y="1443"/>
                  <a:pt x="635" y="1442"/>
                </a:cubicBezTo>
                <a:cubicBezTo>
                  <a:pt x="639" y="1442"/>
                  <a:pt x="643" y="1442"/>
                  <a:pt x="647" y="1442"/>
                </a:cubicBezTo>
                <a:close/>
                <a:moveTo>
                  <a:pt x="62" y="1425"/>
                </a:moveTo>
                <a:cubicBezTo>
                  <a:pt x="62" y="1425"/>
                  <a:pt x="63" y="1432"/>
                  <a:pt x="65" y="1442"/>
                </a:cubicBezTo>
                <a:cubicBezTo>
                  <a:pt x="67" y="1453"/>
                  <a:pt x="70" y="1467"/>
                  <a:pt x="72" y="1481"/>
                </a:cubicBezTo>
                <a:cubicBezTo>
                  <a:pt x="76" y="1495"/>
                  <a:pt x="79" y="1508"/>
                  <a:pt x="82" y="1519"/>
                </a:cubicBezTo>
                <a:cubicBezTo>
                  <a:pt x="85" y="1528"/>
                  <a:pt x="87" y="1535"/>
                  <a:pt x="87" y="1535"/>
                </a:cubicBezTo>
                <a:lnTo>
                  <a:pt x="41" y="1549"/>
                </a:lnTo>
                <a:cubicBezTo>
                  <a:pt x="41" y="1549"/>
                  <a:pt x="39" y="1542"/>
                  <a:pt x="36" y="1531"/>
                </a:cubicBezTo>
                <a:cubicBezTo>
                  <a:pt x="33" y="1520"/>
                  <a:pt x="30" y="1506"/>
                  <a:pt x="26" y="1492"/>
                </a:cubicBezTo>
                <a:cubicBezTo>
                  <a:pt x="24" y="1477"/>
                  <a:pt x="20" y="1462"/>
                  <a:pt x="18" y="1452"/>
                </a:cubicBezTo>
                <a:cubicBezTo>
                  <a:pt x="16" y="1441"/>
                  <a:pt x="15" y="1433"/>
                  <a:pt x="15" y="1433"/>
                </a:cubicBezTo>
                <a:lnTo>
                  <a:pt x="62" y="1425"/>
                </a:lnTo>
                <a:close/>
                <a:moveTo>
                  <a:pt x="0" y="1256"/>
                </a:moveTo>
                <a:lnTo>
                  <a:pt x="48" y="1257"/>
                </a:lnTo>
                <a:cubicBezTo>
                  <a:pt x="48" y="1257"/>
                  <a:pt x="48" y="1258"/>
                  <a:pt x="48" y="1261"/>
                </a:cubicBezTo>
                <a:cubicBezTo>
                  <a:pt x="48" y="1265"/>
                  <a:pt x="48" y="1269"/>
                  <a:pt x="48" y="1274"/>
                </a:cubicBezTo>
                <a:cubicBezTo>
                  <a:pt x="49" y="1285"/>
                  <a:pt x="49" y="1299"/>
                  <a:pt x="49" y="1313"/>
                </a:cubicBezTo>
                <a:cubicBezTo>
                  <a:pt x="50" y="1327"/>
                  <a:pt x="51" y="1341"/>
                  <a:pt x="52" y="1352"/>
                </a:cubicBezTo>
                <a:cubicBezTo>
                  <a:pt x="53" y="1363"/>
                  <a:pt x="54" y="1370"/>
                  <a:pt x="54" y="1370"/>
                </a:cubicBezTo>
                <a:lnTo>
                  <a:pt x="6" y="1375"/>
                </a:lnTo>
                <a:cubicBezTo>
                  <a:pt x="6" y="1375"/>
                  <a:pt x="5" y="1367"/>
                  <a:pt x="4" y="1356"/>
                </a:cubicBezTo>
                <a:cubicBezTo>
                  <a:pt x="3" y="1345"/>
                  <a:pt x="2" y="1330"/>
                  <a:pt x="1" y="1316"/>
                </a:cubicBezTo>
                <a:cubicBezTo>
                  <a:pt x="1" y="1300"/>
                  <a:pt x="1" y="1286"/>
                  <a:pt x="0" y="1274"/>
                </a:cubicBezTo>
                <a:cubicBezTo>
                  <a:pt x="0" y="1269"/>
                  <a:pt x="0" y="1264"/>
                  <a:pt x="0" y="1261"/>
                </a:cubicBezTo>
                <a:cubicBezTo>
                  <a:pt x="0" y="1258"/>
                  <a:pt x="0" y="1256"/>
                  <a:pt x="0" y="1256"/>
                </a:cubicBezTo>
                <a:close/>
                <a:moveTo>
                  <a:pt x="20" y="1080"/>
                </a:moveTo>
                <a:lnTo>
                  <a:pt x="67" y="1090"/>
                </a:lnTo>
                <a:cubicBezTo>
                  <a:pt x="67" y="1090"/>
                  <a:pt x="66" y="1092"/>
                  <a:pt x="66" y="1095"/>
                </a:cubicBezTo>
                <a:cubicBezTo>
                  <a:pt x="65" y="1098"/>
                  <a:pt x="64" y="1102"/>
                  <a:pt x="63" y="1108"/>
                </a:cubicBezTo>
                <a:cubicBezTo>
                  <a:pt x="62" y="1118"/>
                  <a:pt x="59" y="1132"/>
                  <a:pt x="57" y="1146"/>
                </a:cubicBezTo>
                <a:cubicBezTo>
                  <a:pt x="55" y="1160"/>
                  <a:pt x="53" y="1174"/>
                  <a:pt x="52" y="1184"/>
                </a:cubicBezTo>
                <a:cubicBezTo>
                  <a:pt x="51" y="1195"/>
                  <a:pt x="51" y="1202"/>
                  <a:pt x="51" y="1202"/>
                </a:cubicBezTo>
                <a:lnTo>
                  <a:pt x="3" y="1198"/>
                </a:lnTo>
                <a:cubicBezTo>
                  <a:pt x="3" y="1198"/>
                  <a:pt x="4" y="1191"/>
                  <a:pt x="5" y="1179"/>
                </a:cubicBezTo>
                <a:cubicBezTo>
                  <a:pt x="6" y="1168"/>
                  <a:pt x="8" y="1153"/>
                  <a:pt x="9" y="1138"/>
                </a:cubicBezTo>
                <a:cubicBezTo>
                  <a:pt x="12" y="1123"/>
                  <a:pt x="15" y="1109"/>
                  <a:pt x="16" y="1098"/>
                </a:cubicBezTo>
                <a:cubicBezTo>
                  <a:pt x="18" y="1092"/>
                  <a:pt x="19" y="1088"/>
                  <a:pt x="19" y="1085"/>
                </a:cubicBezTo>
                <a:cubicBezTo>
                  <a:pt x="20" y="1082"/>
                  <a:pt x="20" y="1080"/>
                  <a:pt x="20" y="1080"/>
                </a:cubicBezTo>
                <a:close/>
                <a:moveTo>
                  <a:pt x="74" y="911"/>
                </a:moveTo>
                <a:lnTo>
                  <a:pt x="118" y="930"/>
                </a:lnTo>
                <a:cubicBezTo>
                  <a:pt x="118" y="930"/>
                  <a:pt x="115" y="936"/>
                  <a:pt x="111" y="946"/>
                </a:cubicBezTo>
                <a:cubicBezTo>
                  <a:pt x="107" y="956"/>
                  <a:pt x="102" y="969"/>
                  <a:pt x="97" y="982"/>
                </a:cubicBezTo>
                <a:cubicBezTo>
                  <a:pt x="93" y="995"/>
                  <a:pt x="89" y="1009"/>
                  <a:pt x="85" y="1019"/>
                </a:cubicBezTo>
                <a:cubicBezTo>
                  <a:pt x="83" y="1024"/>
                  <a:pt x="83" y="1028"/>
                  <a:pt x="82" y="1031"/>
                </a:cubicBezTo>
                <a:cubicBezTo>
                  <a:pt x="81" y="1034"/>
                  <a:pt x="81" y="1036"/>
                  <a:pt x="81" y="1036"/>
                </a:cubicBezTo>
                <a:lnTo>
                  <a:pt x="34" y="1023"/>
                </a:lnTo>
                <a:cubicBezTo>
                  <a:pt x="34" y="1023"/>
                  <a:pt x="35" y="1021"/>
                  <a:pt x="35" y="1018"/>
                </a:cubicBezTo>
                <a:cubicBezTo>
                  <a:pt x="36" y="1015"/>
                  <a:pt x="37" y="1011"/>
                  <a:pt x="39" y="1005"/>
                </a:cubicBezTo>
                <a:cubicBezTo>
                  <a:pt x="43" y="995"/>
                  <a:pt x="47" y="981"/>
                  <a:pt x="52" y="966"/>
                </a:cubicBezTo>
                <a:cubicBezTo>
                  <a:pt x="57" y="952"/>
                  <a:pt x="62" y="938"/>
                  <a:pt x="67" y="928"/>
                </a:cubicBezTo>
                <a:cubicBezTo>
                  <a:pt x="71" y="918"/>
                  <a:pt x="74" y="911"/>
                  <a:pt x="74" y="911"/>
                </a:cubicBezTo>
                <a:close/>
                <a:moveTo>
                  <a:pt x="156" y="757"/>
                </a:moveTo>
                <a:lnTo>
                  <a:pt x="196" y="783"/>
                </a:lnTo>
                <a:cubicBezTo>
                  <a:pt x="196" y="783"/>
                  <a:pt x="192" y="789"/>
                  <a:pt x="187" y="798"/>
                </a:cubicBezTo>
                <a:cubicBezTo>
                  <a:pt x="184" y="802"/>
                  <a:pt x="180" y="807"/>
                  <a:pt x="177" y="813"/>
                </a:cubicBezTo>
                <a:cubicBezTo>
                  <a:pt x="174" y="819"/>
                  <a:pt x="171" y="825"/>
                  <a:pt x="167" y="831"/>
                </a:cubicBezTo>
                <a:cubicBezTo>
                  <a:pt x="159" y="843"/>
                  <a:pt x="153" y="856"/>
                  <a:pt x="148" y="865"/>
                </a:cubicBezTo>
                <a:cubicBezTo>
                  <a:pt x="145" y="870"/>
                  <a:pt x="144" y="874"/>
                  <a:pt x="142" y="877"/>
                </a:cubicBezTo>
                <a:cubicBezTo>
                  <a:pt x="140" y="879"/>
                  <a:pt x="140" y="881"/>
                  <a:pt x="140" y="881"/>
                </a:cubicBezTo>
                <a:lnTo>
                  <a:pt x="97" y="859"/>
                </a:lnTo>
                <a:cubicBezTo>
                  <a:pt x="97" y="859"/>
                  <a:pt x="98" y="857"/>
                  <a:pt x="99" y="856"/>
                </a:cubicBezTo>
                <a:cubicBezTo>
                  <a:pt x="101" y="853"/>
                  <a:pt x="103" y="849"/>
                  <a:pt x="106" y="844"/>
                </a:cubicBezTo>
                <a:cubicBezTo>
                  <a:pt x="111" y="834"/>
                  <a:pt x="118" y="821"/>
                  <a:pt x="125" y="808"/>
                </a:cubicBezTo>
                <a:cubicBezTo>
                  <a:pt x="129" y="801"/>
                  <a:pt x="133" y="795"/>
                  <a:pt x="136" y="789"/>
                </a:cubicBezTo>
                <a:cubicBezTo>
                  <a:pt x="140" y="783"/>
                  <a:pt x="144" y="778"/>
                  <a:pt x="146" y="773"/>
                </a:cubicBezTo>
                <a:cubicBezTo>
                  <a:pt x="152" y="763"/>
                  <a:pt x="156" y="757"/>
                  <a:pt x="156" y="757"/>
                </a:cubicBezTo>
                <a:close/>
                <a:moveTo>
                  <a:pt x="263" y="616"/>
                </a:moveTo>
                <a:lnTo>
                  <a:pt x="299" y="648"/>
                </a:lnTo>
                <a:cubicBezTo>
                  <a:pt x="299" y="648"/>
                  <a:pt x="294" y="653"/>
                  <a:pt x="287" y="661"/>
                </a:cubicBezTo>
                <a:cubicBezTo>
                  <a:pt x="281" y="670"/>
                  <a:pt x="271" y="680"/>
                  <a:pt x="262" y="691"/>
                </a:cubicBezTo>
                <a:cubicBezTo>
                  <a:pt x="253" y="703"/>
                  <a:pt x="244" y="713"/>
                  <a:pt x="238" y="722"/>
                </a:cubicBezTo>
                <a:cubicBezTo>
                  <a:pt x="232" y="730"/>
                  <a:pt x="228" y="736"/>
                  <a:pt x="228" y="736"/>
                </a:cubicBezTo>
                <a:lnTo>
                  <a:pt x="189" y="708"/>
                </a:lnTo>
                <a:cubicBezTo>
                  <a:pt x="189" y="708"/>
                  <a:pt x="193" y="702"/>
                  <a:pt x="200" y="693"/>
                </a:cubicBezTo>
                <a:cubicBezTo>
                  <a:pt x="206" y="684"/>
                  <a:pt x="216" y="673"/>
                  <a:pt x="225" y="661"/>
                </a:cubicBezTo>
                <a:cubicBezTo>
                  <a:pt x="234" y="649"/>
                  <a:pt x="244" y="639"/>
                  <a:pt x="251" y="630"/>
                </a:cubicBezTo>
                <a:cubicBezTo>
                  <a:pt x="258" y="621"/>
                  <a:pt x="263" y="616"/>
                  <a:pt x="263" y="616"/>
                </a:cubicBezTo>
                <a:close/>
                <a:moveTo>
                  <a:pt x="387" y="492"/>
                </a:moveTo>
                <a:lnTo>
                  <a:pt x="419" y="528"/>
                </a:lnTo>
                <a:cubicBezTo>
                  <a:pt x="419" y="528"/>
                  <a:pt x="414" y="532"/>
                  <a:pt x="406" y="540"/>
                </a:cubicBezTo>
                <a:cubicBezTo>
                  <a:pt x="397" y="547"/>
                  <a:pt x="387" y="557"/>
                  <a:pt x="377" y="567"/>
                </a:cubicBezTo>
                <a:cubicBezTo>
                  <a:pt x="367" y="576"/>
                  <a:pt x="356" y="586"/>
                  <a:pt x="349" y="594"/>
                </a:cubicBezTo>
                <a:cubicBezTo>
                  <a:pt x="345" y="598"/>
                  <a:pt x="342" y="601"/>
                  <a:pt x="340" y="603"/>
                </a:cubicBezTo>
                <a:cubicBezTo>
                  <a:pt x="338" y="606"/>
                  <a:pt x="337" y="607"/>
                  <a:pt x="337" y="607"/>
                </a:cubicBezTo>
                <a:lnTo>
                  <a:pt x="302" y="574"/>
                </a:lnTo>
                <a:cubicBezTo>
                  <a:pt x="302" y="574"/>
                  <a:pt x="303" y="572"/>
                  <a:pt x="306" y="570"/>
                </a:cubicBezTo>
                <a:cubicBezTo>
                  <a:pt x="308" y="568"/>
                  <a:pt x="312" y="564"/>
                  <a:pt x="315" y="561"/>
                </a:cubicBezTo>
                <a:cubicBezTo>
                  <a:pt x="323" y="552"/>
                  <a:pt x="333" y="542"/>
                  <a:pt x="344" y="532"/>
                </a:cubicBezTo>
                <a:cubicBezTo>
                  <a:pt x="355" y="522"/>
                  <a:pt x="366" y="512"/>
                  <a:pt x="374" y="504"/>
                </a:cubicBezTo>
                <a:cubicBezTo>
                  <a:pt x="382" y="497"/>
                  <a:pt x="387" y="492"/>
                  <a:pt x="387" y="492"/>
                </a:cubicBezTo>
                <a:close/>
                <a:moveTo>
                  <a:pt x="523" y="383"/>
                </a:moveTo>
                <a:lnTo>
                  <a:pt x="552" y="422"/>
                </a:lnTo>
                <a:cubicBezTo>
                  <a:pt x="552" y="422"/>
                  <a:pt x="546" y="426"/>
                  <a:pt x="537" y="433"/>
                </a:cubicBezTo>
                <a:cubicBezTo>
                  <a:pt x="533" y="436"/>
                  <a:pt x="528" y="440"/>
                  <a:pt x="523" y="443"/>
                </a:cubicBezTo>
                <a:cubicBezTo>
                  <a:pt x="517" y="448"/>
                  <a:pt x="511" y="452"/>
                  <a:pt x="506" y="456"/>
                </a:cubicBezTo>
                <a:cubicBezTo>
                  <a:pt x="495" y="465"/>
                  <a:pt x="483" y="474"/>
                  <a:pt x="475" y="481"/>
                </a:cubicBezTo>
                <a:cubicBezTo>
                  <a:pt x="466" y="488"/>
                  <a:pt x="461" y="492"/>
                  <a:pt x="461" y="492"/>
                </a:cubicBezTo>
                <a:lnTo>
                  <a:pt x="430" y="455"/>
                </a:lnTo>
                <a:cubicBezTo>
                  <a:pt x="430" y="455"/>
                  <a:pt x="435" y="450"/>
                  <a:pt x="445" y="444"/>
                </a:cubicBezTo>
                <a:cubicBezTo>
                  <a:pt x="453" y="437"/>
                  <a:pt x="465" y="428"/>
                  <a:pt x="477" y="419"/>
                </a:cubicBezTo>
                <a:cubicBezTo>
                  <a:pt x="482" y="414"/>
                  <a:pt x="488" y="409"/>
                  <a:pt x="493" y="405"/>
                </a:cubicBezTo>
                <a:cubicBezTo>
                  <a:pt x="499" y="401"/>
                  <a:pt x="504" y="397"/>
                  <a:pt x="509" y="394"/>
                </a:cubicBezTo>
                <a:cubicBezTo>
                  <a:pt x="517" y="387"/>
                  <a:pt x="523" y="383"/>
                  <a:pt x="523" y="383"/>
                </a:cubicBezTo>
                <a:close/>
                <a:moveTo>
                  <a:pt x="667" y="285"/>
                </a:moveTo>
                <a:lnTo>
                  <a:pt x="692" y="326"/>
                </a:lnTo>
                <a:cubicBezTo>
                  <a:pt x="692" y="326"/>
                  <a:pt x="686" y="330"/>
                  <a:pt x="677" y="335"/>
                </a:cubicBezTo>
                <a:cubicBezTo>
                  <a:pt x="668" y="341"/>
                  <a:pt x="656" y="349"/>
                  <a:pt x="644" y="356"/>
                </a:cubicBezTo>
                <a:cubicBezTo>
                  <a:pt x="632" y="364"/>
                  <a:pt x="620" y="372"/>
                  <a:pt x="611" y="378"/>
                </a:cubicBezTo>
                <a:cubicBezTo>
                  <a:pt x="602" y="384"/>
                  <a:pt x="597" y="388"/>
                  <a:pt x="597" y="388"/>
                </a:cubicBezTo>
                <a:lnTo>
                  <a:pt x="569" y="349"/>
                </a:lnTo>
                <a:cubicBezTo>
                  <a:pt x="569" y="349"/>
                  <a:pt x="575" y="344"/>
                  <a:pt x="584" y="338"/>
                </a:cubicBezTo>
                <a:cubicBezTo>
                  <a:pt x="593" y="332"/>
                  <a:pt x="605" y="324"/>
                  <a:pt x="617" y="316"/>
                </a:cubicBezTo>
                <a:cubicBezTo>
                  <a:pt x="629" y="309"/>
                  <a:pt x="642" y="301"/>
                  <a:pt x="651" y="295"/>
                </a:cubicBezTo>
                <a:cubicBezTo>
                  <a:pt x="660" y="289"/>
                  <a:pt x="667" y="285"/>
                  <a:pt x="667" y="285"/>
                </a:cubicBezTo>
                <a:close/>
                <a:moveTo>
                  <a:pt x="819" y="199"/>
                </a:moveTo>
                <a:lnTo>
                  <a:pt x="841" y="242"/>
                </a:lnTo>
                <a:cubicBezTo>
                  <a:pt x="841" y="242"/>
                  <a:pt x="816" y="255"/>
                  <a:pt x="791" y="269"/>
                </a:cubicBezTo>
                <a:cubicBezTo>
                  <a:pt x="778" y="276"/>
                  <a:pt x="765" y="283"/>
                  <a:pt x="756" y="289"/>
                </a:cubicBezTo>
                <a:cubicBezTo>
                  <a:pt x="747" y="294"/>
                  <a:pt x="740" y="298"/>
                  <a:pt x="740" y="298"/>
                </a:cubicBezTo>
                <a:lnTo>
                  <a:pt x="716" y="256"/>
                </a:lnTo>
                <a:cubicBezTo>
                  <a:pt x="716" y="256"/>
                  <a:pt x="722" y="253"/>
                  <a:pt x="732" y="247"/>
                </a:cubicBezTo>
                <a:cubicBezTo>
                  <a:pt x="742" y="241"/>
                  <a:pt x="754" y="234"/>
                  <a:pt x="767" y="227"/>
                </a:cubicBezTo>
                <a:cubicBezTo>
                  <a:pt x="793" y="213"/>
                  <a:pt x="819" y="199"/>
                  <a:pt x="819" y="199"/>
                </a:cubicBezTo>
                <a:close/>
                <a:moveTo>
                  <a:pt x="975" y="122"/>
                </a:moveTo>
                <a:lnTo>
                  <a:pt x="995" y="166"/>
                </a:lnTo>
                <a:cubicBezTo>
                  <a:pt x="995" y="166"/>
                  <a:pt x="969" y="177"/>
                  <a:pt x="943" y="190"/>
                </a:cubicBezTo>
                <a:cubicBezTo>
                  <a:pt x="917" y="202"/>
                  <a:pt x="891" y="215"/>
                  <a:pt x="891" y="215"/>
                </a:cubicBezTo>
                <a:lnTo>
                  <a:pt x="869" y="173"/>
                </a:lnTo>
                <a:cubicBezTo>
                  <a:pt x="869" y="173"/>
                  <a:pt x="895" y="160"/>
                  <a:pt x="922" y="146"/>
                </a:cubicBezTo>
                <a:cubicBezTo>
                  <a:pt x="948" y="134"/>
                  <a:pt x="975" y="122"/>
                  <a:pt x="975" y="122"/>
                </a:cubicBezTo>
                <a:close/>
                <a:moveTo>
                  <a:pt x="1135" y="56"/>
                </a:moveTo>
                <a:lnTo>
                  <a:pt x="1152" y="101"/>
                </a:lnTo>
                <a:cubicBezTo>
                  <a:pt x="1152" y="101"/>
                  <a:pt x="1125" y="111"/>
                  <a:pt x="1099" y="122"/>
                </a:cubicBezTo>
                <a:cubicBezTo>
                  <a:pt x="1072" y="133"/>
                  <a:pt x="1046" y="144"/>
                  <a:pt x="1046" y="144"/>
                </a:cubicBezTo>
                <a:lnTo>
                  <a:pt x="1027" y="100"/>
                </a:lnTo>
                <a:cubicBezTo>
                  <a:pt x="1027" y="100"/>
                  <a:pt x="1054" y="88"/>
                  <a:pt x="1080" y="78"/>
                </a:cubicBezTo>
                <a:cubicBezTo>
                  <a:pt x="1107" y="66"/>
                  <a:pt x="1135" y="56"/>
                  <a:pt x="1135" y="56"/>
                </a:cubicBezTo>
                <a:close/>
                <a:moveTo>
                  <a:pt x="1300" y="0"/>
                </a:moveTo>
                <a:lnTo>
                  <a:pt x="1313" y="46"/>
                </a:lnTo>
                <a:cubicBezTo>
                  <a:pt x="1313" y="46"/>
                  <a:pt x="1307" y="47"/>
                  <a:pt x="1296" y="50"/>
                </a:cubicBezTo>
                <a:cubicBezTo>
                  <a:pt x="1286" y="53"/>
                  <a:pt x="1273" y="58"/>
                  <a:pt x="1259" y="62"/>
                </a:cubicBezTo>
                <a:cubicBezTo>
                  <a:pt x="1232" y="71"/>
                  <a:pt x="1205" y="81"/>
                  <a:pt x="1205" y="81"/>
                </a:cubicBezTo>
                <a:lnTo>
                  <a:pt x="1189" y="36"/>
                </a:lnTo>
                <a:cubicBezTo>
                  <a:pt x="1189" y="36"/>
                  <a:pt x="1216" y="26"/>
                  <a:pt x="1244" y="18"/>
                </a:cubicBezTo>
                <a:cubicBezTo>
                  <a:pt x="1258" y="13"/>
                  <a:pt x="1271" y="9"/>
                  <a:pt x="1282" y="5"/>
                </a:cubicBezTo>
                <a:cubicBezTo>
                  <a:pt x="1293" y="2"/>
                  <a:pt x="1300" y="0"/>
                  <a:pt x="1300" y="0"/>
                </a:cubicBezTo>
                <a:close/>
                <a:moveTo>
                  <a:pt x="297" y="2047"/>
                </a:moveTo>
                <a:lnTo>
                  <a:pt x="344" y="2038"/>
                </a:lnTo>
                <a:cubicBezTo>
                  <a:pt x="344" y="2038"/>
                  <a:pt x="343" y="2031"/>
                  <a:pt x="341" y="2021"/>
                </a:cubicBezTo>
                <a:cubicBezTo>
                  <a:pt x="339" y="2011"/>
                  <a:pt x="337" y="1996"/>
                  <a:pt x="335" y="1982"/>
                </a:cubicBezTo>
                <a:cubicBezTo>
                  <a:pt x="333" y="1968"/>
                  <a:pt x="332" y="1954"/>
                  <a:pt x="331" y="1944"/>
                </a:cubicBezTo>
                <a:cubicBezTo>
                  <a:pt x="330" y="1934"/>
                  <a:pt x="329" y="1927"/>
                  <a:pt x="329" y="1927"/>
                </a:cubicBezTo>
                <a:lnTo>
                  <a:pt x="281" y="1930"/>
                </a:lnTo>
                <a:cubicBezTo>
                  <a:pt x="281" y="1930"/>
                  <a:pt x="282" y="1937"/>
                  <a:pt x="283" y="1949"/>
                </a:cubicBezTo>
                <a:cubicBezTo>
                  <a:pt x="284" y="1960"/>
                  <a:pt x="285" y="1975"/>
                  <a:pt x="287" y="1989"/>
                </a:cubicBezTo>
                <a:cubicBezTo>
                  <a:pt x="289" y="2003"/>
                  <a:pt x="291" y="2018"/>
                  <a:pt x="293" y="2029"/>
                </a:cubicBezTo>
                <a:cubicBezTo>
                  <a:pt x="295" y="2040"/>
                  <a:pt x="297" y="2047"/>
                  <a:pt x="297" y="2047"/>
                </a:cubicBezTo>
                <a:close/>
                <a:moveTo>
                  <a:pt x="342" y="2219"/>
                </a:moveTo>
                <a:lnTo>
                  <a:pt x="387" y="2202"/>
                </a:lnTo>
                <a:cubicBezTo>
                  <a:pt x="387" y="2202"/>
                  <a:pt x="385" y="2196"/>
                  <a:pt x="381" y="2186"/>
                </a:cubicBezTo>
                <a:cubicBezTo>
                  <a:pt x="377" y="2176"/>
                  <a:pt x="374" y="2163"/>
                  <a:pt x="369" y="2149"/>
                </a:cubicBezTo>
                <a:cubicBezTo>
                  <a:pt x="367" y="2143"/>
                  <a:pt x="366" y="2136"/>
                  <a:pt x="364" y="2130"/>
                </a:cubicBezTo>
                <a:cubicBezTo>
                  <a:pt x="362" y="2123"/>
                  <a:pt x="361" y="2117"/>
                  <a:pt x="359" y="2112"/>
                </a:cubicBezTo>
                <a:cubicBezTo>
                  <a:pt x="356" y="2102"/>
                  <a:pt x="355" y="2095"/>
                  <a:pt x="355" y="2095"/>
                </a:cubicBezTo>
                <a:lnTo>
                  <a:pt x="308" y="2106"/>
                </a:lnTo>
                <a:cubicBezTo>
                  <a:pt x="308" y="2106"/>
                  <a:pt x="310" y="2113"/>
                  <a:pt x="312" y="2124"/>
                </a:cubicBezTo>
                <a:cubicBezTo>
                  <a:pt x="314" y="2129"/>
                  <a:pt x="316" y="2135"/>
                  <a:pt x="317" y="2142"/>
                </a:cubicBezTo>
                <a:cubicBezTo>
                  <a:pt x="319" y="2148"/>
                  <a:pt x="321" y="2156"/>
                  <a:pt x="323" y="2163"/>
                </a:cubicBezTo>
                <a:cubicBezTo>
                  <a:pt x="327" y="2177"/>
                  <a:pt x="332" y="2192"/>
                  <a:pt x="335" y="2202"/>
                </a:cubicBezTo>
                <a:cubicBezTo>
                  <a:pt x="340" y="2212"/>
                  <a:pt x="342" y="2219"/>
                  <a:pt x="342" y="2219"/>
                </a:cubicBezTo>
                <a:close/>
                <a:moveTo>
                  <a:pt x="423" y="2378"/>
                </a:moveTo>
                <a:lnTo>
                  <a:pt x="462" y="2350"/>
                </a:lnTo>
                <a:cubicBezTo>
                  <a:pt x="462" y="2350"/>
                  <a:pt x="461" y="2348"/>
                  <a:pt x="459" y="2346"/>
                </a:cubicBezTo>
                <a:cubicBezTo>
                  <a:pt x="458" y="2343"/>
                  <a:pt x="455" y="2340"/>
                  <a:pt x="452" y="2336"/>
                </a:cubicBezTo>
                <a:cubicBezTo>
                  <a:pt x="450" y="2331"/>
                  <a:pt x="446" y="2326"/>
                  <a:pt x="443" y="2321"/>
                </a:cubicBezTo>
                <a:cubicBezTo>
                  <a:pt x="441" y="2318"/>
                  <a:pt x="440" y="2315"/>
                  <a:pt x="438" y="2312"/>
                </a:cubicBezTo>
                <a:cubicBezTo>
                  <a:pt x="436" y="2309"/>
                  <a:pt x="434" y="2306"/>
                  <a:pt x="433" y="2303"/>
                </a:cubicBezTo>
                <a:cubicBezTo>
                  <a:pt x="430" y="2297"/>
                  <a:pt x="426" y="2290"/>
                  <a:pt x="423" y="2285"/>
                </a:cubicBezTo>
                <a:cubicBezTo>
                  <a:pt x="420" y="2279"/>
                  <a:pt x="418" y="2274"/>
                  <a:pt x="415" y="2269"/>
                </a:cubicBezTo>
                <a:cubicBezTo>
                  <a:pt x="411" y="2259"/>
                  <a:pt x="407" y="2253"/>
                  <a:pt x="407" y="2253"/>
                </a:cubicBezTo>
                <a:lnTo>
                  <a:pt x="364" y="2274"/>
                </a:lnTo>
                <a:cubicBezTo>
                  <a:pt x="364" y="2274"/>
                  <a:pt x="367" y="2281"/>
                  <a:pt x="372" y="2290"/>
                </a:cubicBezTo>
                <a:cubicBezTo>
                  <a:pt x="375" y="2295"/>
                  <a:pt x="377" y="2302"/>
                  <a:pt x="381" y="2308"/>
                </a:cubicBezTo>
                <a:cubicBezTo>
                  <a:pt x="384" y="2314"/>
                  <a:pt x="388" y="2321"/>
                  <a:pt x="392" y="2327"/>
                </a:cubicBezTo>
                <a:cubicBezTo>
                  <a:pt x="393" y="2330"/>
                  <a:pt x="395" y="2334"/>
                  <a:pt x="397" y="2337"/>
                </a:cubicBezTo>
                <a:cubicBezTo>
                  <a:pt x="399" y="2340"/>
                  <a:pt x="401" y="2343"/>
                  <a:pt x="403" y="2346"/>
                </a:cubicBezTo>
                <a:cubicBezTo>
                  <a:pt x="407" y="2352"/>
                  <a:pt x="410" y="2357"/>
                  <a:pt x="413" y="2362"/>
                </a:cubicBezTo>
                <a:cubicBezTo>
                  <a:pt x="416" y="2367"/>
                  <a:pt x="419" y="2371"/>
                  <a:pt x="421" y="2374"/>
                </a:cubicBezTo>
                <a:cubicBezTo>
                  <a:pt x="422" y="2376"/>
                  <a:pt x="423" y="2378"/>
                  <a:pt x="423" y="2378"/>
                </a:cubicBezTo>
                <a:close/>
                <a:moveTo>
                  <a:pt x="545" y="2508"/>
                </a:moveTo>
                <a:lnTo>
                  <a:pt x="575" y="2470"/>
                </a:lnTo>
                <a:cubicBezTo>
                  <a:pt x="575" y="2470"/>
                  <a:pt x="570" y="2466"/>
                  <a:pt x="562" y="2459"/>
                </a:cubicBezTo>
                <a:cubicBezTo>
                  <a:pt x="557" y="2456"/>
                  <a:pt x="553" y="2451"/>
                  <a:pt x="548" y="2447"/>
                </a:cubicBezTo>
                <a:cubicBezTo>
                  <a:pt x="543" y="2443"/>
                  <a:pt x="538" y="2438"/>
                  <a:pt x="533" y="2433"/>
                </a:cubicBezTo>
                <a:cubicBezTo>
                  <a:pt x="523" y="2423"/>
                  <a:pt x="513" y="2413"/>
                  <a:pt x="506" y="2405"/>
                </a:cubicBezTo>
                <a:cubicBezTo>
                  <a:pt x="499" y="2397"/>
                  <a:pt x="495" y="2392"/>
                  <a:pt x="495" y="2392"/>
                </a:cubicBezTo>
                <a:lnTo>
                  <a:pt x="459" y="2423"/>
                </a:lnTo>
                <a:cubicBezTo>
                  <a:pt x="459" y="2423"/>
                  <a:pt x="464" y="2429"/>
                  <a:pt x="471" y="2437"/>
                </a:cubicBezTo>
                <a:cubicBezTo>
                  <a:pt x="478" y="2446"/>
                  <a:pt x="489" y="2456"/>
                  <a:pt x="500" y="2468"/>
                </a:cubicBezTo>
                <a:cubicBezTo>
                  <a:pt x="505" y="2473"/>
                  <a:pt x="511" y="2478"/>
                  <a:pt x="516" y="2483"/>
                </a:cubicBezTo>
                <a:cubicBezTo>
                  <a:pt x="522" y="2487"/>
                  <a:pt x="526" y="2492"/>
                  <a:pt x="531" y="2496"/>
                </a:cubicBezTo>
                <a:cubicBezTo>
                  <a:pt x="539" y="2504"/>
                  <a:pt x="545" y="2508"/>
                  <a:pt x="545" y="2508"/>
                </a:cubicBezTo>
                <a:close/>
                <a:moveTo>
                  <a:pt x="699" y="2598"/>
                </a:moveTo>
                <a:lnTo>
                  <a:pt x="718" y="2554"/>
                </a:lnTo>
                <a:cubicBezTo>
                  <a:pt x="718" y="2554"/>
                  <a:pt x="712" y="2551"/>
                  <a:pt x="702" y="2547"/>
                </a:cubicBezTo>
                <a:cubicBezTo>
                  <a:pt x="697" y="2545"/>
                  <a:pt x="692" y="2542"/>
                  <a:pt x="686" y="2539"/>
                </a:cubicBezTo>
                <a:cubicBezTo>
                  <a:pt x="683" y="2538"/>
                  <a:pt x="680" y="2537"/>
                  <a:pt x="676" y="2535"/>
                </a:cubicBezTo>
                <a:cubicBezTo>
                  <a:pt x="673" y="2533"/>
                  <a:pt x="670" y="2532"/>
                  <a:pt x="667" y="2530"/>
                </a:cubicBezTo>
                <a:cubicBezTo>
                  <a:pt x="661" y="2527"/>
                  <a:pt x="655" y="2524"/>
                  <a:pt x="649" y="2520"/>
                </a:cubicBezTo>
                <a:cubicBezTo>
                  <a:pt x="643" y="2517"/>
                  <a:pt x="638" y="2514"/>
                  <a:pt x="634" y="2511"/>
                </a:cubicBezTo>
                <a:cubicBezTo>
                  <a:pt x="629" y="2509"/>
                  <a:pt x="626" y="2506"/>
                  <a:pt x="623" y="2505"/>
                </a:cubicBezTo>
                <a:cubicBezTo>
                  <a:pt x="620" y="2503"/>
                  <a:pt x="619" y="2502"/>
                  <a:pt x="619" y="2502"/>
                </a:cubicBezTo>
                <a:lnTo>
                  <a:pt x="592" y="2542"/>
                </a:lnTo>
                <a:cubicBezTo>
                  <a:pt x="592" y="2542"/>
                  <a:pt x="594" y="2543"/>
                  <a:pt x="596" y="2545"/>
                </a:cubicBezTo>
                <a:cubicBezTo>
                  <a:pt x="599" y="2547"/>
                  <a:pt x="603" y="2549"/>
                  <a:pt x="608" y="2552"/>
                </a:cubicBezTo>
                <a:cubicBezTo>
                  <a:pt x="613" y="2555"/>
                  <a:pt x="618" y="2558"/>
                  <a:pt x="625" y="2562"/>
                </a:cubicBezTo>
                <a:cubicBezTo>
                  <a:pt x="631" y="2565"/>
                  <a:pt x="638" y="2569"/>
                  <a:pt x="644" y="2572"/>
                </a:cubicBezTo>
                <a:cubicBezTo>
                  <a:pt x="648" y="2574"/>
                  <a:pt x="651" y="2576"/>
                  <a:pt x="654" y="2577"/>
                </a:cubicBezTo>
                <a:cubicBezTo>
                  <a:pt x="657" y="2579"/>
                  <a:pt x="661" y="2581"/>
                  <a:pt x="664" y="2582"/>
                </a:cubicBezTo>
                <a:cubicBezTo>
                  <a:pt x="670" y="2585"/>
                  <a:pt x="676" y="2588"/>
                  <a:pt x="681" y="2590"/>
                </a:cubicBezTo>
                <a:cubicBezTo>
                  <a:pt x="692" y="2595"/>
                  <a:pt x="699" y="2598"/>
                  <a:pt x="699" y="2598"/>
                </a:cubicBezTo>
                <a:close/>
                <a:moveTo>
                  <a:pt x="871" y="2644"/>
                </a:moveTo>
                <a:lnTo>
                  <a:pt x="879" y="2597"/>
                </a:lnTo>
                <a:cubicBezTo>
                  <a:pt x="879" y="2597"/>
                  <a:pt x="872" y="2596"/>
                  <a:pt x="862" y="2594"/>
                </a:cubicBezTo>
                <a:cubicBezTo>
                  <a:pt x="852" y="2592"/>
                  <a:pt x="837" y="2590"/>
                  <a:pt x="824" y="2587"/>
                </a:cubicBezTo>
                <a:cubicBezTo>
                  <a:pt x="797" y="2581"/>
                  <a:pt x="770" y="2572"/>
                  <a:pt x="770" y="2572"/>
                </a:cubicBezTo>
                <a:lnTo>
                  <a:pt x="755" y="2617"/>
                </a:lnTo>
                <a:cubicBezTo>
                  <a:pt x="755" y="2617"/>
                  <a:pt x="757" y="2618"/>
                  <a:pt x="760" y="2619"/>
                </a:cubicBezTo>
                <a:cubicBezTo>
                  <a:pt x="763" y="2620"/>
                  <a:pt x="767" y="2621"/>
                  <a:pt x="773" y="2623"/>
                </a:cubicBezTo>
                <a:cubicBezTo>
                  <a:pt x="784" y="2625"/>
                  <a:pt x="798" y="2629"/>
                  <a:pt x="813" y="2633"/>
                </a:cubicBezTo>
                <a:cubicBezTo>
                  <a:pt x="827" y="2636"/>
                  <a:pt x="842" y="2639"/>
                  <a:pt x="853" y="2641"/>
                </a:cubicBezTo>
                <a:cubicBezTo>
                  <a:pt x="864" y="2643"/>
                  <a:pt x="871" y="2644"/>
                  <a:pt x="871" y="2644"/>
                </a:cubicBezTo>
                <a:close/>
                <a:moveTo>
                  <a:pt x="1048" y="2656"/>
                </a:moveTo>
                <a:lnTo>
                  <a:pt x="1047" y="2608"/>
                </a:lnTo>
                <a:cubicBezTo>
                  <a:pt x="1047" y="2608"/>
                  <a:pt x="1019" y="2609"/>
                  <a:pt x="991" y="2608"/>
                </a:cubicBezTo>
                <a:cubicBezTo>
                  <a:pt x="977" y="2607"/>
                  <a:pt x="963" y="2606"/>
                  <a:pt x="952" y="2606"/>
                </a:cubicBezTo>
                <a:cubicBezTo>
                  <a:pt x="941" y="2605"/>
                  <a:pt x="934" y="2604"/>
                  <a:pt x="934" y="2604"/>
                </a:cubicBezTo>
                <a:lnTo>
                  <a:pt x="930" y="2651"/>
                </a:lnTo>
                <a:cubicBezTo>
                  <a:pt x="930" y="2651"/>
                  <a:pt x="938" y="2652"/>
                  <a:pt x="948" y="2653"/>
                </a:cubicBezTo>
                <a:cubicBezTo>
                  <a:pt x="960" y="2653"/>
                  <a:pt x="974" y="2654"/>
                  <a:pt x="989" y="2655"/>
                </a:cubicBezTo>
                <a:cubicBezTo>
                  <a:pt x="1018" y="2656"/>
                  <a:pt x="1048" y="2656"/>
                  <a:pt x="1048" y="2656"/>
                </a:cubicBezTo>
                <a:close/>
                <a:moveTo>
                  <a:pt x="1223" y="2641"/>
                </a:moveTo>
                <a:lnTo>
                  <a:pt x="1216" y="2594"/>
                </a:lnTo>
                <a:cubicBezTo>
                  <a:pt x="1216" y="2594"/>
                  <a:pt x="1209" y="2595"/>
                  <a:pt x="1198" y="2597"/>
                </a:cubicBezTo>
                <a:cubicBezTo>
                  <a:pt x="1187" y="2598"/>
                  <a:pt x="1173" y="2600"/>
                  <a:pt x="1160" y="2601"/>
                </a:cubicBezTo>
                <a:cubicBezTo>
                  <a:pt x="1146" y="2603"/>
                  <a:pt x="1132" y="2604"/>
                  <a:pt x="1121" y="2604"/>
                </a:cubicBezTo>
                <a:cubicBezTo>
                  <a:pt x="1110" y="2605"/>
                  <a:pt x="1103" y="2605"/>
                  <a:pt x="1103" y="2605"/>
                </a:cubicBezTo>
                <a:lnTo>
                  <a:pt x="1106" y="2653"/>
                </a:lnTo>
                <a:cubicBezTo>
                  <a:pt x="1106" y="2653"/>
                  <a:pt x="1113" y="2652"/>
                  <a:pt x="1124" y="2652"/>
                </a:cubicBezTo>
                <a:cubicBezTo>
                  <a:pt x="1135" y="2651"/>
                  <a:pt x="1150" y="2650"/>
                  <a:pt x="1164" y="2648"/>
                </a:cubicBezTo>
                <a:cubicBezTo>
                  <a:pt x="1179" y="2647"/>
                  <a:pt x="1193" y="2645"/>
                  <a:pt x="1204" y="2643"/>
                </a:cubicBezTo>
                <a:cubicBezTo>
                  <a:pt x="1215" y="2642"/>
                  <a:pt x="1223" y="2641"/>
                  <a:pt x="1223" y="2641"/>
                </a:cubicBezTo>
                <a:close/>
                <a:moveTo>
                  <a:pt x="1395" y="2608"/>
                </a:moveTo>
                <a:lnTo>
                  <a:pt x="1384" y="2561"/>
                </a:lnTo>
                <a:cubicBezTo>
                  <a:pt x="1384" y="2561"/>
                  <a:pt x="1356" y="2568"/>
                  <a:pt x="1328" y="2574"/>
                </a:cubicBezTo>
                <a:cubicBezTo>
                  <a:pt x="1314" y="2577"/>
                  <a:pt x="1300" y="2580"/>
                  <a:pt x="1289" y="2582"/>
                </a:cubicBezTo>
                <a:cubicBezTo>
                  <a:pt x="1279" y="2584"/>
                  <a:pt x="1272" y="2585"/>
                  <a:pt x="1272" y="2585"/>
                </a:cubicBezTo>
                <a:lnTo>
                  <a:pt x="1281" y="2632"/>
                </a:lnTo>
                <a:cubicBezTo>
                  <a:pt x="1281" y="2632"/>
                  <a:pt x="1288" y="2631"/>
                  <a:pt x="1299" y="2629"/>
                </a:cubicBezTo>
                <a:cubicBezTo>
                  <a:pt x="1309" y="2627"/>
                  <a:pt x="1324" y="2624"/>
                  <a:pt x="1338" y="2621"/>
                </a:cubicBezTo>
                <a:cubicBezTo>
                  <a:pt x="1366" y="2615"/>
                  <a:pt x="1395" y="2608"/>
                  <a:pt x="1395" y="2608"/>
                </a:cubicBezTo>
                <a:close/>
              </a:path>
            </a:pathLst>
          </a:custGeom>
          <a:solidFill>
            <a:srgbClr val="FDFDFD">
              <a:alpha val="70000"/>
            </a:srgbClr>
          </a:solidFill>
          <a:ln w="3429" cap="flat">
            <a:noFill/>
            <a:prstDash val="solid"/>
            <a:miter/>
          </a:ln>
        </p:spPr>
        <p:txBody>
          <a:bodyPr wrap="square" rtlCol="0" anchor="ctr">
            <a:noAutofit/>
          </a:bodyPr>
          <a:lstStyle/>
          <a:p>
            <a:endParaRPr lang="zh-CN" altLang="en-US">
              <a:cs typeface="+mn-ea"/>
              <a:sym typeface="+mn-lt"/>
            </a:endParaRPr>
          </a:p>
        </p:txBody>
      </p:sp>
      <p:sp>
        <p:nvSpPr>
          <p:cNvPr id="3" name="图形 11"/>
          <p:cNvSpPr/>
          <p:nvPr>
            <p:custDataLst>
              <p:tags r:id="rId3"/>
            </p:custDataLst>
          </p:nvPr>
        </p:nvSpPr>
        <p:spPr>
          <a:xfrm rot="60000">
            <a:off x="1049655" y="1724660"/>
            <a:ext cx="10530205" cy="4570095"/>
          </a:xfrm>
          <a:custGeom>
            <a:avLst/>
            <a:gdLst>
              <a:gd name="connsiteX0" fmla="*/ 1022276 w 1037146"/>
              <a:gd name="connsiteY0" fmla="*/ 700945 h 727784"/>
              <a:gd name="connsiteX1" fmla="*/ 1022466 w 1037146"/>
              <a:gd name="connsiteY1" fmla="*/ 694944 h 727784"/>
              <a:gd name="connsiteX2" fmla="*/ 1025609 w 1037146"/>
              <a:gd name="connsiteY2" fmla="*/ 684562 h 727784"/>
              <a:gd name="connsiteX3" fmla="*/ 1031324 w 1037146"/>
              <a:gd name="connsiteY3" fmla="*/ 674275 h 727784"/>
              <a:gd name="connsiteX4" fmla="*/ 1037135 w 1037146"/>
              <a:gd name="connsiteY4" fmla="*/ 661226 h 727784"/>
              <a:gd name="connsiteX5" fmla="*/ 1036849 w 1037146"/>
              <a:gd name="connsiteY5" fmla="*/ 655130 h 727784"/>
              <a:gd name="connsiteX6" fmla="*/ 1035230 w 1037146"/>
              <a:gd name="connsiteY6" fmla="*/ 648843 h 727784"/>
              <a:gd name="connsiteX7" fmla="*/ 1033420 w 1037146"/>
              <a:gd name="connsiteY7" fmla="*/ 638461 h 727784"/>
              <a:gd name="connsiteX8" fmla="*/ 1030753 w 1037146"/>
              <a:gd name="connsiteY8" fmla="*/ 629222 h 727784"/>
              <a:gd name="connsiteX9" fmla="*/ 1029610 w 1037146"/>
              <a:gd name="connsiteY9" fmla="*/ 618744 h 727784"/>
              <a:gd name="connsiteX10" fmla="*/ 1028467 w 1037146"/>
              <a:gd name="connsiteY10" fmla="*/ 601694 h 727784"/>
              <a:gd name="connsiteX11" fmla="*/ 1029134 w 1037146"/>
              <a:gd name="connsiteY11" fmla="*/ 598742 h 727784"/>
              <a:gd name="connsiteX12" fmla="*/ 1029229 w 1037146"/>
              <a:gd name="connsiteY12" fmla="*/ 594741 h 727784"/>
              <a:gd name="connsiteX13" fmla="*/ 1028467 w 1037146"/>
              <a:gd name="connsiteY13" fmla="*/ 589407 h 727784"/>
              <a:gd name="connsiteX14" fmla="*/ 1028181 w 1037146"/>
              <a:gd name="connsiteY14" fmla="*/ 585311 h 727784"/>
              <a:gd name="connsiteX15" fmla="*/ 1027991 w 1037146"/>
              <a:gd name="connsiteY15" fmla="*/ 577025 h 727784"/>
              <a:gd name="connsiteX16" fmla="*/ 1030848 w 1037146"/>
              <a:gd name="connsiteY16" fmla="*/ 570357 h 727784"/>
              <a:gd name="connsiteX17" fmla="*/ 1032086 w 1037146"/>
              <a:gd name="connsiteY17" fmla="*/ 565880 h 727784"/>
              <a:gd name="connsiteX18" fmla="*/ 1032753 w 1037146"/>
              <a:gd name="connsiteY18" fmla="*/ 558546 h 727784"/>
              <a:gd name="connsiteX19" fmla="*/ 1032467 w 1037146"/>
              <a:gd name="connsiteY19" fmla="*/ 551974 h 727784"/>
              <a:gd name="connsiteX20" fmla="*/ 1029229 w 1037146"/>
              <a:gd name="connsiteY20" fmla="*/ 546545 h 727784"/>
              <a:gd name="connsiteX21" fmla="*/ 1025705 w 1037146"/>
              <a:gd name="connsiteY21" fmla="*/ 542258 h 727784"/>
              <a:gd name="connsiteX22" fmla="*/ 1015037 w 1037146"/>
              <a:gd name="connsiteY22" fmla="*/ 527590 h 727784"/>
              <a:gd name="connsiteX23" fmla="*/ 1006940 w 1037146"/>
              <a:gd name="connsiteY23" fmla="*/ 511778 h 727784"/>
              <a:gd name="connsiteX24" fmla="*/ 1004940 w 1037146"/>
              <a:gd name="connsiteY24" fmla="*/ 502253 h 727784"/>
              <a:gd name="connsiteX25" fmla="*/ 1004940 w 1037146"/>
              <a:gd name="connsiteY25" fmla="*/ 493395 h 727784"/>
              <a:gd name="connsiteX26" fmla="*/ 1010465 w 1037146"/>
              <a:gd name="connsiteY26" fmla="*/ 482537 h 727784"/>
              <a:gd name="connsiteX27" fmla="*/ 1015132 w 1037146"/>
              <a:gd name="connsiteY27" fmla="*/ 460248 h 727784"/>
              <a:gd name="connsiteX28" fmla="*/ 1018751 w 1037146"/>
              <a:gd name="connsiteY28" fmla="*/ 437102 h 727784"/>
              <a:gd name="connsiteX29" fmla="*/ 1018370 w 1037146"/>
              <a:gd name="connsiteY29" fmla="*/ 421767 h 727784"/>
              <a:gd name="connsiteX30" fmla="*/ 1014846 w 1037146"/>
              <a:gd name="connsiteY30" fmla="*/ 409385 h 727784"/>
              <a:gd name="connsiteX31" fmla="*/ 1017894 w 1037146"/>
              <a:gd name="connsiteY31" fmla="*/ 389382 h 727784"/>
              <a:gd name="connsiteX32" fmla="*/ 1018847 w 1037146"/>
              <a:gd name="connsiteY32" fmla="*/ 352330 h 727784"/>
              <a:gd name="connsiteX33" fmla="*/ 1018370 w 1037146"/>
              <a:gd name="connsiteY33" fmla="*/ 329756 h 727784"/>
              <a:gd name="connsiteX34" fmla="*/ 1016084 w 1037146"/>
              <a:gd name="connsiteY34" fmla="*/ 320040 h 727784"/>
              <a:gd name="connsiteX35" fmla="*/ 1011608 w 1037146"/>
              <a:gd name="connsiteY35" fmla="*/ 313372 h 727784"/>
              <a:gd name="connsiteX36" fmla="*/ 1005131 w 1037146"/>
              <a:gd name="connsiteY36" fmla="*/ 304991 h 727784"/>
              <a:gd name="connsiteX37" fmla="*/ 998939 w 1037146"/>
              <a:gd name="connsiteY37" fmla="*/ 297180 h 727784"/>
              <a:gd name="connsiteX38" fmla="*/ 995796 w 1037146"/>
              <a:gd name="connsiteY38" fmla="*/ 283845 h 727784"/>
              <a:gd name="connsiteX39" fmla="*/ 997034 w 1037146"/>
              <a:gd name="connsiteY39" fmla="*/ 276320 h 727784"/>
              <a:gd name="connsiteX40" fmla="*/ 999606 w 1037146"/>
              <a:gd name="connsiteY40" fmla="*/ 262604 h 727784"/>
              <a:gd name="connsiteX41" fmla="*/ 1002273 w 1037146"/>
              <a:gd name="connsiteY41" fmla="*/ 228886 h 727784"/>
              <a:gd name="connsiteX42" fmla="*/ 1002083 w 1037146"/>
              <a:gd name="connsiteY42" fmla="*/ 216313 h 727784"/>
              <a:gd name="connsiteX43" fmla="*/ 1001035 w 1037146"/>
              <a:gd name="connsiteY43" fmla="*/ 206788 h 727784"/>
              <a:gd name="connsiteX44" fmla="*/ 1000844 w 1037146"/>
              <a:gd name="connsiteY44" fmla="*/ 194977 h 727784"/>
              <a:gd name="connsiteX45" fmla="*/ 1000082 w 1037146"/>
              <a:gd name="connsiteY45" fmla="*/ 183452 h 727784"/>
              <a:gd name="connsiteX46" fmla="*/ 994272 w 1037146"/>
              <a:gd name="connsiteY46" fmla="*/ 175260 h 727784"/>
              <a:gd name="connsiteX47" fmla="*/ 989891 w 1037146"/>
              <a:gd name="connsiteY47" fmla="*/ 166973 h 727784"/>
              <a:gd name="connsiteX48" fmla="*/ 988176 w 1037146"/>
              <a:gd name="connsiteY48" fmla="*/ 144304 h 727784"/>
              <a:gd name="connsiteX49" fmla="*/ 984557 w 1037146"/>
              <a:gd name="connsiteY49" fmla="*/ 131921 h 727784"/>
              <a:gd name="connsiteX50" fmla="*/ 983414 w 1037146"/>
              <a:gd name="connsiteY50" fmla="*/ 126492 h 727784"/>
              <a:gd name="connsiteX51" fmla="*/ 994272 w 1037146"/>
              <a:gd name="connsiteY51" fmla="*/ 105061 h 727784"/>
              <a:gd name="connsiteX52" fmla="*/ 998749 w 1037146"/>
              <a:gd name="connsiteY52" fmla="*/ 98584 h 727784"/>
              <a:gd name="connsiteX53" fmla="*/ 1001987 w 1037146"/>
              <a:gd name="connsiteY53" fmla="*/ 92297 h 727784"/>
              <a:gd name="connsiteX54" fmla="*/ 1006750 w 1037146"/>
              <a:gd name="connsiteY54" fmla="*/ 84582 h 727784"/>
              <a:gd name="connsiteX55" fmla="*/ 999320 w 1037146"/>
              <a:gd name="connsiteY55" fmla="*/ 68009 h 727784"/>
              <a:gd name="connsiteX56" fmla="*/ 997415 w 1037146"/>
              <a:gd name="connsiteY56" fmla="*/ 56293 h 727784"/>
              <a:gd name="connsiteX57" fmla="*/ 997034 w 1037146"/>
              <a:gd name="connsiteY57" fmla="*/ 49625 h 727784"/>
              <a:gd name="connsiteX58" fmla="*/ 996272 w 1037146"/>
              <a:gd name="connsiteY58" fmla="*/ 46482 h 727784"/>
              <a:gd name="connsiteX59" fmla="*/ 997034 w 1037146"/>
              <a:gd name="connsiteY59" fmla="*/ 38672 h 727784"/>
              <a:gd name="connsiteX60" fmla="*/ 997511 w 1037146"/>
              <a:gd name="connsiteY60" fmla="*/ 34671 h 727784"/>
              <a:gd name="connsiteX61" fmla="*/ 1001606 w 1037146"/>
              <a:gd name="connsiteY61" fmla="*/ 27813 h 727784"/>
              <a:gd name="connsiteX62" fmla="*/ 1003321 w 1037146"/>
              <a:gd name="connsiteY62" fmla="*/ 20193 h 727784"/>
              <a:gd name="connsiteX63" fmla="*/ 996368 w 1037146"/>
              <a:gd name="connsiteY63" fmla="*/ 4382 h 727784"/>
              <a:gd name="connsiteX64" fmla="*/ 994939 w 1037146"/>
              <a:gd name="connsiteY64" fmla="*/ 0 h 727784"/>
              <a:gd name="connsiteX65" fmla="*/ 4720 w 1037146"/>
              <a:gd name="connsiteY65" fmla="*/ 18955 h 727784"/>
              <a:gd name="connsiteX66" fmla="*/ 18245 w 1037146"/>
              <a:gd name="connsiteY66" fmla="*/ 726281 h 727784"/>
              <a:gd name="connsiteX67" fmla="*/ 1021704 w 1037146"/>
              <a:gd name="connsiteY67" fmla="*/ 707136 h 727784"/>
              <a:gd name="connsiteX68" fmla="*/ 1022276 w 1037146"/>
              <a:gd name="connsiteY68" fmla="*/ 700945 h 727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037146" h="727784">
                <a:moveTo>
                  <a:pt x="1022276" y="700945"/>
                </a:moveTo>
                <a:cubicBezTo>
                  <a:pt x="1022466" y="698945"/>
                  <a:pt x="1022276" y="696944"/>
                  <a:pt x="1022466" y="694944"/>
                </a:cubicBezTo>
                <a:cubicBezTo>
                  <a:pt x="1022847" y="691610"/>
                  <a:pt x="1024181" y="687800"/>
                  <a:pt x="1025609" y="684562"/>
                </a:cubicBezTo>
                <a:cubicBezTo>
                  <a:pt x="1027229" y="680942"/>
                  <a:pt x="1028276" y="677323"/>
                  <a:pt x="1031324" y="674275"/>
                </a:cubicBezTo>
                <a:cubicBezTo>
                  <a:pt x="1035134" y="670465"/>
                  <a:pt x="1037325" y="665893"/>
                  <a:pt x="1037135" y="661226"/>
                </a:cubicBezTo>
                <a:cubicBezTo>
                  <a:pt x="1037039" y="659225"/>
                  <a:pt x="1037325" y="657130"/>
                  <a:pt x="1036849" y="655130"/>
                </a:cubicBezTo>
                <a:cubicBezTo>
                  <a:pt x="1036373" y="653034"/>
                  <a:pt x="1035515" y="651034"/>
                  <a:pt x="1035230" y="648843"/>
                </a:cubicBezTo>
                <a:cubicBezTo>
                  <a:pt x="1034753" y="645414"/>
                  <a:pt x="1034182" y="641890"/>
                  <a:pt x="1033420" y="638461"/>
                </a:cubicBezTo>
                <a:cubicBezTo>
                  <a:pt x="1032753" y="635318"/>
                  <a:pt x="1031705" y="632365"/>
                  <a:pt x="1030753" y="629222"/>
                </a:cubicBezTo>
                <a:cubicBezTo>
                  <a:pt x="1029705" y="625697"/>
                  <a:pt x="1029610" y="622364"/>
                  <a:pt x="1029610" y="618744"/>
                </a:cubicBezTo>
                <a:cubicBezTo>
                  <a:pt x="1029610" y="613029"/>
                  <a:pt x="1028657" y="607409"/>
                  <a:pt x="1028467" y="601694"/>
                </a:cubicBezTo>
                <a:cubicBezTo>
                  <a:pt x="1028467" y="600456"/>
                  <a:pt x="1028753" y="599885"/>
                  <a:pt x="1029134" y="598742"/>
                </a:cubicBezTo>
                <a:cubicBezTo>
                  <a:pt x="1029515" y="597408"/>
                  <a:pt x="1029229" y="596075"/>
                  <a:pt x="1029229" y="594741"/>
                </a:cubicBezTo>
                <a:cubicBezTo>
                  <a:pt x="1029229" y="592836"/>
                  <a:pt x="1029134" y="591217"/>
                  <a:pt x="1028467" y="589407"/>
                </a:cubicBezTo>
                <a:cubicBezTo>
                  <a:pt x="1027991" y="588074"/>
                  <a:pt x="1028276" y="586645"/>
                  <a:pt x="1028181" y="585311"/>
                </a:cubicBezTo>
                <a:cubicBezTo>
                  <a:pt x="1028086" y="582549"/>
                  <a:pt x="1027895" y="579787"/>
                  <a:pt x="1027991" y="577025"/>
                </a:cubicBezTo>
                <a:cubicBezTo>
                  <a:pt x="1028086" y="574548"/>
                  <a:pt x="1029896" y="572643"/>
                  <a:pt x="1030848" y="570357"/>
                </a:cubicBezTo>
                <a:cubicBezTo>
                  <a:pt x="1031420" y="568928"/>
                  <a:pt x="1031610" y="567404"/>
                  <a:pt x="1032086" y="565880"/>
                </a:cubicBezTo>
                <a:cubicBezTo>
                  <a:pt x="1032848" y="563404"/>
                  <a:pt x="1032848" y="561118"/>
                  <a:pt x="1032753" y="558546"/>
                </a:cubicBezTo>
                <a:cubicBezTo>
                  <a:pt x="1032658" y="556451"/>
                  <a:pt x="1033134" y="554069"/>
                  <a:pt x="1032467" y="551974"/>
                </a:cubicBezTo>
                <a:cubicBezTo>
                  <a:pt x="1031896" y="550164"/>
                  <a:pt x="1030467" y="548164"/>
                  <a:pt x="1029229" y="546545"/>
                </a:cubicBezTo>
                <a:cubicBezTo>
                  <a:pt x="1028181" y="545116"/>
                  <a:pt x="1026943" y="543687"/>
                  <a:pt x="1025705" y="542258"/>
                </a:cubicBezTo>
                <a:cubicBezTo>
                  <a:pt x="1021609" y="537591"/>
                  <a:pt x="1018370" y="532638"/>
                  <a:pt x="1015037" y="527590"/>
                </a:cubicBezTo>
                <a:cubicBezTo>
                  <a:pt x="1011703" y="522542"/>
                  <a:pt x="1009512" y="517112"/>
                  <a:pt x="1006940" y="511778"/>
                </a:cubicBezTo>
                <a:cubicBezTo>
                  <a:pt x="1005512" y="508730"/>
                  <a:pt x="1005131" y="505492"/>
                  <a:pt x="1004940" y="502253"/>
                </a:cubicBezTo>
                <a:cubicBezTo>
                  <a:pt x="1004845" y="499491"/>
                  <a:pt x="1004273" y="496157"/>
                  <a:pt x="1004940" y="493395"/>
                </a:cubicBezTo>
                <a:cubicBezTo>
                  <a:pt x="1005797" y="489680"/>
                  <a:pt x="1008845" y="486061"/>
                  <a:pt x="1010465" y="482537"/>
                </a:cubicBezTo>
                <a:cubicBezTo>
                  <a:pt x="1013798" y="475297"/>
                  <a:pt x="1012751" y="467678"/>
                  <a:pt x="1015132" y="460248"/>
                </a:cubicBezTo>
                <a:cubicBezTo>
                  <a:pt x="1017608" y="452723"/>
                  <a:pt x="1018942" y="444913"/>
                  <a:pt x="1018751" y="437102"/>
                </a:cubicBezTo>
                <a:cubicBezTo>
                  <a:pt x="1018561" y="432054"/>
                  <a:pt x="1019132" y="426815"/>
                  <a:pt x="1018370" y="421767"/>
                </a:cubicBezTo>
                <a:cubicBezTo>
                  <a:pt x="1017799" y="417576"/>
                  <a:pt x="1015513" y="413480"/>
                  <a:pt x="1014846" y="409385"/>
                </a:cubicBezTo>
                <a:cubicBezTo>
                  <a:pt x="1013798" y="402717"/>
                  <a:pt x="1016656" y="395954"/>
                  <a:pt x="1017894" y="389382"/>
                </a:cubicBezTo>
                <a:cubicBezTo>
                  <a:pt x="1020180" y="377095"/>
                  <a:pt x="1019037" y="364712"/>
                  <a:pt x="1018847" y="352330"/>
                </a:cubicBezTo>
                <a:cubicBezTo>
                  <a:pt x="1018656" y="344805"/>
                  <a:pt x="1018561" y="337280"/>
                  <a:pt x="1018370" y="329756"/>
                </a:cubicBezTo>
                <a:cubicBezTo>
                  <a:pt x="1018275" y="326231"/>
                  <a:pt x="1017894" y="323374"/>
                  <a:pt x="1016084" y="320040"/>
                </a:cubicBezTo>
                <a:cubicBezTo>
                  <a:pt x="1014846" y="317754"/>
                  <a:pt x="1013227" y="315563"/>
                  <a:pt x="1011608" y="313372"/>
                </a:cubicBezTo>
                <a:cubicBezTo>
                  <a:pt x="1009512" y="310515"/>
                  <a:pt x="1007417" y="307753"/>
                  <a:pt x="1005131" y="304991"/>
                </a:cubicBezTo>
                <a:cubicBezTo>
                  <a:pt x="1002940" y="302419"/>
                  <a:pt x="1000463" y="299942"/>
                  <a:pt x="998939" y="297180"/>
                </a:cubicBezTo>
                <a:cubicBezTo>
                  <a:pt x="996463" y="292799"/>
                  <a:pt x="994177" y="288512"/>
                  <a:pt x="995796" y="283845"/>
                </a:cubicBezTo>
                <a:cubicBezTo>
                  <a:pt x="996653" y="281369"/>
                  <a:pt x="996558" y="278797"/>
                  <a:pt x="997034" y="276320"/>
                </a:cubicBezTo>
                <a:cubicBezTo>
                  <a:pt x="997987" y="271653"/>
                  <a:pt x="999416" y="267272"/>
                  <a:pt x="999606" y="262604"/>
                </a:cubicBezTo>
                <a:cubicBezTo>
                  <a:pt x="999987" y="251365"/>
                  <a:pt x="1002559" y="240125"/>
                  <a:pt x="1002273" y="228886"/>
                </a:cubicBezTo>
                <a:cubicBezTo>
                  <a:pt x="1002178" y="224695"/>
                  <a:pt x="1002368" y="220504"/>
                  <a:pt x="1002083" y="216313"/>
                </a:cubicBezTo>
                <a:cubicBezTo>
                  <a:pt x="1001892" y="213074"/>
                  <a:pt x="1001035" y="210026"/>
                  <a:pt x="1001035" y="206788"/>
                </a:cubicBezTo>
                <a:cubicBezTo>
                  <a:pt x="1001035" y="202883"/>
                  <a:pt x="1000940" y="198882"/>
                  <a:pt x="1000844" y="194977"/>
                </a:cubicBezTo>
                <a:cubicBezTo>
                  <a:pt x="1000749" y="191167"/>
                  <a:pt x="1001321" y="187166"/>
                  <a:pt x="1000082" y="183452"/>
                </a:cubicBezTo>
                <a:cubicBezTo>
                  <a:pt x="999130" y="180499"/>
                  <a:pt x="996177" y="177927"/>
                  <a:pt x="994272" y="175260"/>
                </a:cubicBezTo>
                <a:cubicBezTo>
                  <a:pt x="992272" y="172403"/>
                  <a:pt x="990748" y="170116"/>
                  <a:pt x="989891" y="166973"/>
                </a:cubicBezTo>
                <a:cubicBezTo>
                  <a:pt x="987890" y="159544"/>
                  <a:pt x="990653" y="151638"/>
                  <a:pt x="988176" y="144304"/>
                </a:cubicBezTo>
                <a:cubicBezTo>
                  <a:pt x="986843" y="140208"/>
                  <a:pt x="986366" y="136017"/>
                  <a:pt x="984557" y="131921"/>
                </a:cubicBezTo>
                <a:cubicBezTo>
                  <a:pt x="983604" y="129826"/>
                  <a:pt x="982652" y="128683"/>
                  <a:pt x="983414" y="126492"/>
                </a:cubicBezTo>
                <a:cubicBezTo>
                  <a:pt x="985890" y="119063"/>
                  <a:pt x="990081" y="112109"/>
                  <a:pt x="994272" y="105061"/>
                </a:cubicBezTo>
                <a:cubicBezTo>
                  <a:pt x="995606" y="102870"/>
                  <a:pt x="997415" y="100775"/>
                  <a:pt x="998749" y="98584"/>
                </a:cubicBezTo>
                <a:cubicBezTo>
                  <a:pt x="999987" y="96488"/>
                  <a:pt x="1000844" y="94298"/>
                  <a:pt x="1001987" y="92297"/>
                </a:cubicBezTo>
                <a:cubicBezTo>
                  <a:pt x="1003511" y="89725"/>
                  <a:pt x="1005512" y="87249"/>
                  <a:pt x="1006750" y="84582"/>
                </a:cubicBezTo>
                <a:cubicBezTo>
                  <a:pt x="1009512" y="78581"/>
                  <a:pt x="1001130" y="73343"/>
                  <a:pt x="999320" y="68009"/>
                </a:cubicBezTo>
                <a:cubicBezTo>
                  <a:pt x="997987" y="64389"/>
                  <a:pt x="997796" y="60103"/>
                  <a:pt x="997415" y="56293"/>
                </a:cubicBezTo>
                <a:cubicBezTo>
                  <a:pt x="997225" y="54102"/>
                  <a:pt x="997511" y="51816"/>
                  <a:pt x="997034" y="49625"/>
                </a:cubicBezTo>
                <a:cubicBezTo>
                  <a:pt x="996749" y="48578"/>
                  <a:pt x="996368" y="47530"/>
                  <a:pt x="996272" y="46482"/>
                </a:cubicBezTo>
                <a:cubicBezTo>
                  <a:pt x="996082" y="43720"/>
                  <a:pt x="996939" y="41339"/>
                  <a:pt x="997034" y="38672"/>
                </a:cubicBezTo>
                <a:cubicBezTo>
                  <a:pt x="997034" y="37148"/>
                  <a:pt x="996939" y="36100"/>
                  <a:pt x="997511" y="34671"/>
                </a:cubicBezTo>
                <a:cubicBezTo>
                  <a:pt x="998558" y="32195"/>
                  <a:pt x="1000559" y="30194"/>
                  <a:pt x="1001606" y="27813"/>
                </a:cubicBezTo>
                <a:cubicBezTo>
                  <a:pt x="1002845" y="25146"/>
                  <a:pt x="1003607" y="22955"/>
                  <a:pt x="1003321" y="20193"/>
                </a:cubicBezTo>
                <a:cubicBezTo>
                  <a:pt x="1002749" y="14764"/>
                  <a:pt x="998273" y="9620"/>
                  <a:pt x="996368" y="4382"/>
                </a:cubicBezTo>
                <a:cubicBezTo>
                  <a:pt x="995796" y="2953"/>
                  <a:pt x="995320" y="1429"/>
                  <a:pt x="994939" y="0"/>
                </a:cubicBezTo>
                <a:cubicBezTo>
                  <a:pt x="994939" y="0"/>
                  <a:pt x="16721" y="11716"/>
                  <a:pt x="4720" y="18955"/>
                </a:cubicBezTo>
                <a:cubicBezTo>
                  <a:pt x="-7282" y="26194"/>
                  <a:pt x="5958" y="718090"/>
                  <a:pt x="18245" y="726281"/>
                </a:cubicBezTo>
                <a:cubicBezTo>
                  <a:pt x="30533" y="734378"/>
                  <a:pt x="1021704" y="707136"/>
                  <a:pt x="1021704" y="707136"/>
                </a:cubicBezTo>
                <a:cubicBezTo>
                  <a:pt x="1021704" y="704850"/>
                  <a:pt x="1022085" y="702945"/>
                  <a:pt x="1022276" y="700945"/>
                </a:cubicBezTo>
                <a:close/>
              </a:path>
            </a:pathLst>
          </a:custGeom>
          <a:solidFill>
            <a:schemeClr val="accent1">
              <a:alpha val="52000"/>
            </a:scheme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useBgFill="1">
        <p:nvSpPr>
          <p:cNvPr id="13" name="图形 11"/>
          <p:cNvSpPr/>
          <p:nvPr>
            <p:custDataLst>
              <p:tags r:id="rId4"/>
            </p:custDataLst>
          </p:nvPr>
        </p:nvSpPr>
        <p:spPr>
          <a:xfrm rot="60000">
            <a:off x="649605" y="1610995"/>
            <a:ext cx="10826115" cy="4570095"/>
          </a:xfrm>
          <a:custGeom>
            <a:avLst/>
            <a:gdLst>
              <a:gd name="connsiteX0" fmla="*/ 1022276 w 1037146"/>
              <a:gd name="connsiteY0" fmla="*/ 700945 h 727784"/>
              <a:gd name="connsiteX1" fmla="*/ 1022466 w 1037146"/>
              <a:gd name="connsiteY1" fmla="*/ 694944 h 727784"/>
              <a:gd name="connsiteX2" fmla="*/ 1025609 w 1037146"/>
              <a:gd name="connsiteY2" fmla="*/ 684562 h 727784"/>
              <a:gd name="connsiteX3" fmla="*/ 1031324 w 1037146"/>
              <a:gd name="connsiteY3" fmla="*/ 674275 h 727784"/>
              <a:gd name="connsiteX4" fmla="*/ 1037135 w 1037146"/>
              <a:gd name="connsiteY4" fmla="*/ 661226 h 727784"/>
              <a:gd name="connsiteX5" fmla="*/ 1036849 w 1037146"/>
              <a:gd name="connsiteY5" fmla="*/ 655130 h 727784"/>
              <a:gd name="connsiteX6" fmla="*/ 1035230 w 1037146"/>
              <a:gd name="connsiteY6" fmla="*/ 648843 h 727784"/>
              <a:gd name="connsiteX7" fmla="*/ 1033420 w 1037146"/>
              <a:gd name="connsiteY7" fmla="*/ 638461 h 727784"/>
              <a:gd name="connsiteX8" fmla="*/ 1030753 w 1037146"/>
              <a:gd name="connsiteY8" fmla="*/ 629222 h 727784"/>
              <a:gd name="connsiteX9" fmla="*/ 1029610 w 1037146"/>
              <a:gd name="connsiteY9" fmla="*/ 618744 h 727784"/>
              <a:gd name="connsiteX10" fmla="*/ 1028467 w 1037146"/>
              <a:gd name="connsiteY10" fmla="*/ 601694 h 727784"/>
              <a:gd name="connsiteX11" fmla="*/ 1029134 w 1037146"/>
              <a:gd name="connsiteY11" fmla="*/ 598742 h 727784"/>
              <a:gd name="connsiteX12" fmla="*/ 1029229 w 1037146"/>
              <a:gd name="connsiteY12" fmla="*/ 594741 h 727784"/>
              <a:gd name="connsiteX13" fmla="*/ 1028467 w 1037146"/>
              <a:gd name="connsiteY13" fmla="*/ 589407 h 727784"/>
              <a:gd name="connsiteX14" fmla="*/ 1028181 w 1037146"/>
              <a:gd name="connsiteY14" fmla="*/ 585311 h 727784"/>
              <a:gd name="connsiteX15" fmla="*/ 1027991 w 1037146"/>
              <a:gd name="connsiteY15" fmla="*/ 577025 h 727784"/>
              <a:gd name="connsiteX16" fmla="*/ 1030848 w 1037146"/>
              <a:gd name="connsiteY16" fmla="*/ 570357 h 727784"/>
              <a:gd name="connsiteX17" fmla="*/ 1032086 w 1037146"/>
              <a:gd name="connsiteY17" fmla="*/ 565880 h 727784"/>
              <a:gd name="connsiteX18" fmla="*/ 1032753 w 1037146"/>
              <a:gd name="connsiteY18" fmla="*/ 558546 h 727784"/>
              <a:gd name="connsiteX19" fmla="*/ 1032467 w 1037146"/>
              <a:gd name="connsiteY19" fmla="*/ 551974 h 727784"/>
              <a:gd name="connsiteX20" fmla="*/ 1029229 w 1037146"/>
              <a:gd name="connsiteY20" fmla="*/ 546545 h 727784"/>
              <a:gd name="connsiteX21" fmla="*/ 1025705 w 1037146"/>
              <a:gd name="connsiteY21" fmla="*/ 542258 h 727784"/>
              <a:gd name="connsiteX22" fmla="*/ 1015037 w 1037146"/>
              <a:gd name="connsiteY22" fmla="*/ 527590 h 727784"/>
              <a:gd name="connsiteX23" fmla="*/ 1006940 w 1037146"/>
              <a:gd name="connsiteY23" fmla="*/ 511778 h 727784"/>
              <a:gd name="connsiteX24" fmla="*/ 1004940 w 1037146"/>
              <a:gd name="connsiteY24" fmla="*/ 502253 h 727784"/>
              <a:gd name="connsiteX25" fmla="*/ 1004940 w 1037146"/>
              <a:gd name="connsiteY25" fmla="*/ 493395 h 727784"/>
              <a:gd name="connsiteX26" fmla="*/ 1010465 w 1037146"/>
              <a:gd name="connsiteY26" fmla="*/ 482537 h 727784"/>
              <a:gd name="connsiteX27" fmla="*/ 1015132 w 1037146"/>
              <a:gd name="connsiteY27" fmla="*/ 460248 h 727784"/>
              <a:gd name="connsiteX28" fmla="*/ 1018751 w 1037146"/>
              <a:gd name="connsiteY28" fmla="*/ 437102 h 727784"/>
              <a:gd name="connsiteX29" fmla="*/ 1018370 w 1037146"/>
              <a:gd name="connsiteY29" fmla="*/ 421767 h 727784"/>
              <a:gd name="connsiteX30" fmla="*/ 1014846 w 1037146"/>
              <a:gd name="connsiteY30" fmla="*/ 409385 h 727784"/>
              <a:gd name="connsiteX31" fmla="*/ 1017894 w 1037146"/>
              <a:gd name="connsiteY31" fmla="*/ 389382 h 727784"/>
              <a:gd name="connsiteX32" fmla="*/ 1018847 w 1037146"/>
              <a:gd name="connsiteY32" fmla="*/ 352330 h 727784"/>
              <a:gd name="connsiteX33" fmla="*/ 1018370 w 1037146"/>
              <a:gd name="connsiteY33" fmla="*/ 329756 h 727784"/>
              <a:gd name="connsiteX34" fmla="*/ 1016084 w 1037146"/>
              <a:gd name="connsiteY34" fmla="*/ 320040 h 727784"/>
              <a:gd name="connsiteX35" fmla="*/ 1011608 w 1037146"/>
              <a:gd name="connsiteY35" fmla="*/ 313372 h 727784"/>
              <a:gd name="connsiteX36" fmla="*/ 1005131 w 1037146"/>
              <a:gd name="connsiteY36" fmla="*/ 304991 h 727784"/>
              <a:gd name="connsiteX37" fmla="*/ 998939 w 1037146"/>
              <a:gd name="connsiteY37" fmla="*/ 297180 h 727784"/>
              <a:gd name="connsiteX38" fmla="*/ 995796 w 1037146"/>
              <a:gd name="connsiteY38" fmla="*/ 283845 h 727784"/>
              <a:gd name="connsiteX39" fmla="*/ 997034 w 1037146"/>
              <a:gd name="connsiteY39" fmla="*/ 276320 h 727784"/>
              <a:gd name="connsiteX40" fmla="*/ 999606 w 1037146"/>
              <a:gd name="connsiteY40" fmla="*/ 262604 h 727784"/>
              <a:gd name="connsiteX41" fmla="*/ 1002273 w 1037146"/>
              <a:gd name="connsiteY41" fmla="*/ 228886 h 727784"/>
              <a:gd name="connsiteX42" fmla="*/ 1002083 w 1037146"/>
              <a:gd name="connsiteY42" fmla="*/ 216313 h 727784"/>
              <a:gd name="connsiteX43" fmla="*/ 1001035 w 1037146"/>
              <a:gd name="connsiteY43" fmla="*/ 206788 h 727784"/>
              <a:gd name="connsiteX44" fmla="*/ 1000844 w 1037146"/>
              <a:gd name="connsiteY44" fmla="*/ 194977 h 727784"/>
              <a:gd name="connsiteX45" fmla="*/ 1000082 w 1037146"/>
              <a:gd name="connsiteY45" fmla="*/ 183452 h 727784"/>
              <a:gd name="connsiteX46" fmla="*/ 994272 w 1037146"/>
              <a:gd name="connsiteY46" fmla="*/ 175260 h 727784"/>
              <a:gd name="connsiteX47" fmla="*/ 989891 w 1037146"/>
              <a:gd name="connsiteY47" fmla="*/ 166973 h 727784"/>
              <a:gd name="connsiteX48" fmla="*/ 988176 w 1037146"/>
              <a:gd name="connsiteY48" fmla="*/ 144304 h 727784"/>
              <a:gd name="connsiteX49" fmla="*/ 984557 w 1037146"/>
              <a:gd name="connsiteY49" fmla="*/ 131921 h 727784"/>
              <a:gd name="connsiteX50" fmla="*/ 983414 w 1037146"/>
              <a:gd name="connsiteY50" fmla="*/ 126492 h 727784"/>
              <a:gd name="connsiteX51" fmla="*/ 994272 w 1037146"/>
              <a:gd name="connsiteY51" fmla="*/ 105061 h 727784"/>
              <a:gd name="connsiteX52" fmla="*/ 998749 w 1037146"/>
              <a:gd name="connsiteY52" fmla="*/ 98584 h 727784"/>
              <a:gd name="connsiteX53" fmla="*/ 1001987 w 1037146"/>
              <a:gd name="connsiteY53" fmla="*/ 92297 h 727784"/>
              <a:gd name="connsiteX54" fmla="*/ 1006750 w 1037146"/>
              <a:gd name="connsiteY54" fmla="*/ 84582 h 727784"/>
              <a:gd name="connsiteX55" fmla="*/ 999320 w 1037146"/>
              <a:gd name="connsiteY55" fmla="*/ 68009 h 727784"/>
              <a:gd name="connsiteX56" fmla="*/ 997415 w 1037146"/>
              <a:gd name="connsiteY56" fmla="*/ 56293 h 727784"/>
              <a:gd name="connsiteX57" fmla="*/ 997034 w 1037146"/>
              <a:gd name="connsiteY57" fmla="*/ 49625 h 727784"/>
              <a:gd name="connsiteX58" fmla="*/ 996272 w 1037146"/>
              <a:gd name="connsiteY58" fmla="*/ 46482 h 727784"/>
              <a:gd name="connsiteX59" fmla="*/ 997034 w 1037146"/>
              <a:gd name="connsiteY59" fmla="*/ 38672 h 727784"/>
              <a:gd name="connsiteX60" fmla="*/ 997511 w 1037146"/>
              <a:gd name="connsiteY60" fmla="*/ 34671 h 727784"/>
              <a:gd name="connsiteX61" fmla="*/ 1001606 w 1037146"/>
              <a:gd name="connsiteY61" fmla="*/ 27813 h 727784"/>
              <a:gd name="connsiteX62" fmla="*/ 1003321 w 1037146"/>
              <a:gd name="connsiteY62" fmla="*/ 20193 h 727784"/>
              <a:gd name="connsiteX63" fmla="*/ 996368 w 1037146"/>
              <a:gd name="connsiteY63" fmla="*/ 4382 h 727784"/>
              <a:gd name="connsiteX64" fmla="*/ 994939 w 1037146"/>
              <a:gd name="connsiteY64" fmla="*/ 0 h 727784"/>
              <a:gd name="connsiteX65" fmla="*/ 4720 w 1037146"/>
              <a:gd name="connsiteY65" fmla="*/ 18955 h 727784"/>
              <a:gd name="connsiteX66" fmla="*/ 18245 w 1037146"/>
              <a:gd name="connsiteY66" fmla="*/ 726281 h 727784"/>
              <a:gd name="connsiteX67" fmla="*/ 1021704 w 1037146"/>
              <a:gd name="connsiteY67" fmla="*/ 707136 h 727784"/>
              <a:gd name="connsiteX68" fmla="*/ 1022276 w 1037146"/>
              <a:gd name="connsiteY68" fmla="*/ 700945 h 727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037146" h="727784">
                <a:moveTo>
                  <a:pt x="1022276" y="700945"/>
                </a:moveTo>
                <a:cubicBezTo>
                  <a:pt x="1022466" y="698945"/>
                  <a:pt x="1022276" y="696944"/>
                  <a:pt x="1022466" y="694944"/>
                </a:cubicBezTo>
                <a:cubicBezTo>
                  <a:pt x="1022847" y="691610"/>
                  <a:pt x="1024181" y="687800"/>
                  <a:pt x="1025609" y="684562"/>
                </a:cubicBezTo>
                <a:cubicBezTo>
                  <a:pt x="1027229" y="680942"/>
                  <a:pt x="1028276" y="677323"/>
                  <a:pt x="1031324" y="674275"/>
                </a:cubicBezTo>
                <a:cubicBezTo>
                  <a:pt x="1035134" y="670465"/>
                  <a:pt x="1037325" y="665893"/>
                  <a:pt x="1037135" y="661226"/>
                </a:cubicBezTo>
                <a:cubicBezTo>
                  <a:pt x="1037039" y="659225"/>
                  <a:pt x="1037325" y="657130"/>
                  <a:pt x="1036849" y="655130"/>
                </a:cubicBezTo>
                <a:cubicBezTo>
                  <a:pt x="1036373" y="653034"/>
                  <a:pt x="1035515" y="651034"/>
                  <a:pt x="1035230" y="648843"/>
                </a:cubicBezTo>
                <a:cubicBezTo>
                  <a:pt x="1034753" y="645414"/>
                  <a:pt x="1034182" y="641890"/>
                  <a:pt x="1033420" y="638461"/>
                </a:cubicBezTo>
                <a:cubicBezTo>
                  <a:pt x="1032753" y="635318"/>
                  <a:pt x="1031705" y="632365"/>
                  <a:pt x="1030753" y="629222"/>
                </a:cubicBezTo>
                <a:cubicBezTo>
                  <a:pt x="1029705" y="625697"/>
                  <a:pt x="1029610" y="622364"/>
                  <a:pt x="1029610" y="618744"/>
                </a:cubicBezTo>
                <a:cubicBezTo>
                  <a:pt x="1029610" y="613029"/>
                  <a:pt x="1028657" y="607409"/>
                  <a:pt x="1028467" y="601694"/>
                </a:cubicBezTo>
                <a:cubicBezTo>
                  <a:pt x="1028467" y="600456"/>
                  <a:pt x="1028753" y="599885"/>
                  <a:pt x="1029134" y="598742"/>
                </a:cubicBezTo>
                <a:cubicBezTo>
                  <a:pt x="1029515" y="597408"/>
                  <a:pt x="1029229" y="596075"/>
                  <a:pt x="1029229" y="594741"/>
                </a:cubicBezTo>
                <a:cubicBezTo>
                  <a:pt x="1029229" y="592836"/>
                  <a:pt x="1029134" y="591217"/>
                  <a:pt x="1028467" y="589407"/>
                </a:cubicBezTo>
                <a:cubicBezTo>
                  <a:pt x="1027991" y="588074"/>
                  <a:pt x="1028276" y="586645"/>
                  <a:pt x="1028181" y="585311"/>
                </a:cubicBezTo>
                <a:cubicBezTo>
                  <a:pt x="1028086" y="582549"/>
                  <a:pt x="1027895" y="579787"/>
                  <a:pt x="1027991" y="577025"/>
                </a:cubicBezTo>
                <a:cubicBezTo>
                  <a:pt x="1028086" y="574548"/>
                  <a:pt x="1029896" y="572643"/>
                  <a:pt x="1030848" y="570357"/>
                </a:cubicBezTo>
                <a:cubicBezTo>
                  <a:pt x="1031420" y="568928"/>
                  <a:pt x="1031610" y="567404"/>
                  <a:pt x="1032086" y="565880"/>
                </a:cubicBezTo>
                <a:cubicBezTo>
                  <a:pt x="1032848" y="563404"/>
                  <a:pt x="1032848" y="561118"/>
                  <a:pt x="1032753" y="558546"/>
                </a:cubicBezTo>
                <a:cubicBezTo>
                  <a:pt x="1032658" y="556451"/>
                  <a:pt x="1033134" y="554069"/>
                  <a:pt x="1032467" y="551974"/>
                </a:cubicBezTo>
                <a:cubicBezTo>
                  <a:pt x="1031896" y="550164"/>
                  <a:pt x="1030467" y="548164"/>
                  <a:pt x="1029229" y="546545"/>
                </a:cubicBezTo>
                <a:cubicBezTo>
                  <a:pt x="1028181" y="545116"/>
                  <a:pt x="1026943" y="543687"/>
                  <a:pt x="1025705" y="542258"/>
                </a:cubicBezTo>
                <a:cubicBezTo>
                  <a:pt x="1021609" y="537591"/>
                  <a:pt x="1018370" y="532638"/>
                  <a:pt x="1015037" y="527590"/>
                </a:cubicBezTo>
                <a:cubicBezTo>
                  <a:pt x="1011703" y="522542"/>
                  <a:pt x="1009512" y="517112"/>
                  <a:pt x="1006940" y="511778"/>
                </a:cubicBezTo>
                <a:cubicBezTo>
                  <a:pt x="1005512" y="508730"/>
                  <a:pt x="1005131" y="505492"/>
                  <a:pt x="1004940" y="502253"/>
                </a:cubicBezTo>
                <a:cubicBezTo>
                  <a:pt x="1004845" y="499491"/>
                  <a:pt x="1004273" y="496157"/>
                  <a:pt x="1004940" y="493395"/>
                </a:cubicBezTo>
                <a:cubicBezTo>
                  <a:pt x="1005797" y="489680"/>
                  <a:pt x="1008845" y="486061"/>
                  <a:pt x="1010465" y="482537"/>
                </a:cubicBezTo>
                <a:cubicBezTo>
                  <a:pt x="1013798" y="475297"/>
                  <a:pt x="1012751" y="467678"/>
                  <a:pt x="1015132" y="460248"/>
                </a:cubicBezTo>
                <a:cubicBezTo>
                  <a:pt x="1017608" y="452723"/>
                  <a:pt x="1018942" y="444913"/>
                  <a:pt x="1018751" y="437102"/>
                </a:cubicBezTo>
                <a:cubicBezTo>
                  <a:pt x="1018561" y="432054"/>
                  <a:pt x="1019132" y="426815"/>
                  <a:pt x="1018370" y="421767"/>
                </a:cubicBezTo>
                <a:cubicBezTo>
                  <a:pt x="1017799" y="417576"/>
                  <a:pt x="1015513" y="413480"/>
                  <a:pt x="1014846" y="409385"/>
                </a:cubicBezTo>
                <a:cubicBezTo>
                  <a:pt x="1013798" y="402717"/>
                  <a:pt x="1016656" y="395954"/>
                  <a:pt x="1017894" y="389382"/>
                </a:cubicBezTo>
                <a:cubicBezTo>
                  <a:pt x="1020180" y="377095"/>
                  <a:pt x="1019037" y="364712"/>
                  <a:pt x="1018847" y="352330"/>
                </a:cubicBezTo>
                <a:cubicBezTo>
                  <a:pt x="1018656" y="344805"/>
                  <a:pt x="1018561" y="337280"/>
                  <a:pt x="1018370" y="329756"/>
                </a:cubicBezTo>
                <a:cubicBezTo>
                  <a:pt x="1018275" y="326231"/>
                  <a:pt x="1017894" y="323374"/>
                  <a:pt x="1016084" y="320040"/>
                </a:cubicBezTo>
                <a:cubicBezTo>
                  <a:pt x="1014846" y="317754"/>
                  <a:pt x="1013227" y="315563"/>
                  <a:pt x="1011608" y="313372"/>
                </a:cubicBezTo>
                <a:cubicBezTo>
                  <a:pt x="1009512" y="310515"/>
                  <a:pt x="1007417" y="307753"/>
                  <a:pt x="1005131" y="304991"/>
                </a:cubicBezTo>
                <a:cubicBezTo>
                  <a:pt x="1002940" y="302419"/>
                  <a:pt x="1000463" y="299942"/>
                  <a:pt x="998939" y="297180"/>
                </a:cubicBezTo>
                <a:cubicBezTo>
                  <a:pt x="996463" y="292799"/>
                  <a:pt x="994177" y="288512"/>
                  <a:pt x="995796" y="283845"/>
                </a:cubicBezTo>
                <a:cubicBezTo>
                  <a:pt x="996653" y="281369"/>
                  <a:pt x="996558" y="278797"/>
                  <a:pt x="997034" y="276320"/>
                </a:cubicBezTo>
                <a:cubicBezTo>
                  <a:pt x="997987" y="271653"/>
                  <a:pt x="999416" y="267272"/>
                  <a:pt x="999606" y="262604"/>
                </a:cubicBezTo>
                <a:cubicBezTo>
                  <a:pt x="999987" y="251365"/>
                  <a:pt x="1002559" y="240125"/>
                  <a:pt x="1002273" y="228886"/>
                </a:cubicBezTo>
                <a:cubicBezTo>
                  <a:pt x="1002178" y="224695"/>
                  <a:pt x="1002368" y="220504"/>
                  <a:pt x="1002083" y="216313"/>
                </a:cubicBezTo>
                <a:cubicBezTo>
                  <a:pt x="1001892" y="213074"/>
                  <a:pt x="1001035" y="210026"/>
                  <a:pt x="1001035" y="206788"/>
                </a:cubicBezTo>
                <a:cubicBezTo>
                  <a:pt x="1001035" y="202883"/>
                  <a:pt x="1000940" y="198882"/>
                  <a:pt x="1000844" y="194977"/>
                </a:cubicBezTo>
                <a:cubicBezTo>
                  <a:pt x="1000749" y="191167"/>
                  <a:pt x="1001321" y="187166"/>
                  <a:pt x="1000082" y="183452"/>
                </a:cubicBezTo>
                <a:cubicBezTo>
                  <a:pt x="999130" y="180499"/>
                  <a:pt x="996177" y="177927"/>
                  <a:pt x="994272" y="175260"/>
                </a:cubicBezTo>
                <a:cubicBezTo>
                  <a:pt x="992272" y="172403"/>
                  <a:pt x="990748" y="170116"/>
                  <a:pt x="989891" y="166973"/>
                </a:cubicBezTo>
                <a:cubicBezTo>
                  <a:pt x="987890" y="159544"/>
                  <a:pt x="990653" y="151638"/>
                  <a:pt x="988176" y="144304"/>
                </a:cubicBezTo>
                <a:cubicBezTo>
                  <a:pt x="986843" y="140208"/>
                  <a:pt x="986366" y="136017"/>
                  <a:pt x="984557" y="131921"/>
                </a:cubicBezTo>
                <a:cubicBezTo>
                  <a:pt x="983604" y="129826"/>
                  <a:pt x="982652" y="128683"/>
                  <a:pt x="983414" y="126492"/>
                </a:cubicBezTo>
                <a:cubicBezTo>
                  <a:pt x="985890" y="119063"/>
                  <a:pt x="990081" y="112109"/>
                  <a:pt x="994272" y="105061"/>
                </a:cubicBezTo>
                <a:cubicBezTo>
                  <a:pt x="995606" y="102870"/>
                  <a:pt x="997415" y="100775"/>
                  <a:pt x="998749" y="98584"/>
                </a:cubicBezTo>
                <a:cubicBezTo>
                  <a:pt x="999987" y="96488"/>
                  <a:pt x="1000844" y="94298"/>
                  <a:pt x="1001987" y="92297"/>
                </a:cubicBezTo>
                <a:cubicBezTo>
                  <a:pt x="1003511" y="89725"/>
                  <a:pt x="1005512" y="87249"/>
                  <a:pt x="1006750" y="84582"/>
                </a:cubicBezTo>
                <a:cubicBezTo>
                  <a:pt x="1009512" y="78581"/>
                  <a:pt x="1001130" y="73343"/>
                  <a:pt x="999320" y="68009"/>
                </a:cubicBezTo>
                <a:cubicBezTo>
                  <a:pt x="997987" y="64389"/>
                  <a:pt x="997796" y="60103"/>
                  <a:pt x="997415" y="56293"/>
                </a:cubicBezTo>
                <a:cubicBezTo>
                  <a:pt x="997225" y="54102"/>
                  <a:pt x="997511" y="51816"/>
                  <a:pt x="997034" y="49625"/>
                </a:cubicBezTo>
                <a:cubicBezTo>
                  <a:pt x="996749" y="48578"/>
                  <a:pt x="996368" y="47530"/>
                  <a:pt x="996272" y="46482"/>
                </a:cubicBezTo>
                <a:cubicBezTo>
                  <a:pt x="996082" y="43720"/>
                  <a:pt x="996939" y="41339"/>
                  <a:pt x="997034" y="38672"/>
                </a:cubicBezTo>
                <a:cubicBezTo>
                  <a:pt x="997034" y="37148"/>
                  <a:pt x="996939" y="36100"/>
                  <a:pt x="997511" y="34671"/>
                </a:cubicBezTo>
                <a:cubicBezTo>
                  <a:pt x="998558" y="32195"/>
                  <a:pt x="1000559" y="30194"/>
                  <a:pt x="1001606" y="27813"/>
                </a:cubicBezTo>
                <a:cubicBezTo>
                  <a:pt x="1002845" y="25146"/>
                  <a:pt x="1003607" y="22955"/>
                  <a:pt x="1003321" y="20193"/>
                </a:cubicBezTo>
                <a:cubicBezTo>
                  <a:pt x="1002749" y="14764"/>
                  <a:pt x="998273" y="9620"/>
                  <a:pt x="996368" y="4382"/>
                </a:cubicBezTo>
                <a:cubicBezTo>
                  <a:pt x="995796" y="2953"/>
                  <a:pt x="995320" y="1429"/>
                  <a:pt x="994939" y="0"/>
                </a:cubicBezTo>
                <a:cubicBezTo>
                  <a:pt x="994939" y="0"/>
                  <a:pt x="16721" y="11716"/>
                  <a:pt x="4720" y="18955"/>
                </a:cubicBezTo>
                <a:cubicBezTo>
                  <a:pt x="-7282" y="26194"/>
                  <a:pt x="5958" y="718090"/>
                  <a:pt x="18245" y="726281"/>
                </a:cubicBezTo>
                <a:cubicBezTo>
                  <a:pt x="30533" y="734378"/>
                  <a:pt x="1021704" y="707136"/>
                  <a:pt x="1021704" y="707136"/>
                </a:cubicBezTo>
                <a:cubicBezTo>
                  <a:pt x="1021704" y="704850"/>
                  <a:pt x="1022085" y="702945"/>
                  <a:pt x="1022276" y="700945"/>
                </a:cubicBezTo>
                <a:close/>
              </a:path>
            </a:pathLst>
          </a:custGeom>
          <a:ln w="9525" cap="flat">
            <a:solidFill>
              <a:schemeClr val="accent1">
                <a:alpha val="15000"/>
              </a:schemeClr>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useBgFill="1">
        <p:nvSpPr>
          <p:cNvPr id="5" name="图形 11"/>
          <p:cNvSpPr/>
          <p:nvPr>
            <p:custDataLst>
              <p:tags r:id="rId5"/>
            </p:custDataLst>
          </p:nvPr>
        </p:nvSpPr>
        <p:spPr>
          <a:xfrm rot="60000">
            <a:off x="649605" y="1610995"/>
            <a:ext cx="10826115" cy="4570095"/>
          </a:xfrm>
          <a:custGeom>
            <a:avLst/>
            <a:gdLst>
              <a:gd name="connsiteX0" fmla="*/ 1022276 w 1037146"/>
              <a:gd name="connsiteY0" fmla="*/ 700945 h 727784"/>
              <a:gd name="connsiteX1" fmla="*/ 1022466 w 1037146"/>
              <a:gd name="connsiteY1" fmla="*/ 694944 h 727784"/>
              <a:gd name="connsiteX2" fmla="*/ 1025609 w 1037146"/>
              <a:gd name="connsiteY2" fmla="*/ 684562 h 727784"/>
              <a:gd name="connsiteX3" fmla="*/ 1031324 w 1037146"/>
              <a:gd name="connsiteY3" fmla="*/ 674275 h 727784"/>
              <a:gd name="connsiteX4" fmla="*/ 1037135 w 1037146"/>
              <a:gd name="connsiteY4" fmla="*/ 661226 h 727784"/>
              <a:gd name="connsiteX5" fmla="*/ 1036849 w 1037146"/>
              <a:gd name="connsiteY5" fmla="*/ 655130 h 727784"/>
              <a:gd name="connsiteX6" fmla="*/ 1035230 w 1037146"/>
              <a:gd name="connsiteY6" fmla="*/ 648843 h 727784"/>
              <a:gd name="connsiteX7" fmla="*/ 1033420 w 1037146"/>
              <a:gd name="connsiteY7" fmla="*/ 638461 h 727784"/>
              <a:gd name="connsiteX8" fmla="*/ 1030753 w 1037146"/>
              <a:gd name="connsiteY8" fmla="*/ 629222 h 727784"/>
              <a:gd name="connsiteX9" fmla="*/ 1029610 w 1037146"/>
              <a:gd name="connsiteY9" fmla="*/ 618744 h 727784"/>
              <a:gd name="connsiteX10" fmla="*/ 1028467 w 1037146"/>
              <a:gd name="connsiteY10" fmla="*/ 601694 h 727784"/>
              <a:gd name="connsiteX11" fmla="*/ 1029134 w 1037146"/>
              <a:gd name="connsiteY11" fmla="*/ 598742 h 727784"/>
              <a:gd name="connsiteX12" fmla="*/ 1029229 w 1037146"/>
              <a:gd name="connsiteY12" fmla="*/ 594741 h 727784"/>
              <a:gd name="connsiteX13" fmla="*/ 1028467 w 1037146"/>
              <a:gd name="connsiteY13" fmla="*/ 589407 h 727784"/>
              <a:gd name="connsiteX14" fmla="*/ 1028181 w 1037146"/>
              <a:gd name="connsiteY14" fmla="*/ 585311 h 727784"/>
              <a:gd name="connsiteX15" fmla="*/ 1027991 w 1037146"/>
              <a:gd name="connsiteY15" fmla="*/ 577025 h 727784"/>
              <a:gd name="connsiteX16" fmla="*/ 1030848 w 1037146"/>
              <a:gd name="connsiteY16" fmla="*/ 570357 h 727784"/>
              <a:gd name="connsiteX17" fmla="*/ 1032086 w 1037146"/>
              <a:gd name="connsiteY17" fmla="*/ 565880 h 727784"/>
              <a:gd name="connsiteX18" fmla="*/ 1032753 w 1037146"/>
              <a:gd name="connsiteY18" fmla="*/ 558546 h 727784"/>
              <a:gd name="connsiteX19" fmla="*/ 1032467 w 1037146"/>
              <a:gd name="connsiteY19" fmla="*/ 551974 h 727784"/>
              <a:gd name="connsiteX20" fmla="*/ 1029229 w 1037146"/>
              <a:gd name="connsiteY20" fmla="*/ 546545 h 727784"/>
              <a:gd name="connsiteX21" fmla="*/ 1025705 w 1037146"/>
              <a:gd name="connsiteY21" fmla="*/ 542258 h 727784"/>
              <a:gd name="connsiteX22" fmla="*/ 1015037 w 1037146"/>
              <a:gd name="connsiteY22" fmla="*/ 527590 h 727784"/>
              <a:gd name="connsiteX23" fmla="*/ 1006940 w 1037146"/>
              <a:gd name="connsiteY23" fmla="*/ 511778 h 727784"/>
              <a:gd name="connsiteX24" fmla="*/ 1004940 w 1037146"/>
              <a:gd name="connsiteY24" fmla="*/ 502253 h 727784"/>
              <a:gd name="connsiteX25" fmla="*/ 1004940 w 1037146"/>
              <a:gd name="connsiteY25" fmla="*/ 493395 h 727784"/>
              <a:gd name="connsiteX26" fmla="*/ 1010465 w 1037146"/>
              <a:gd name="connsiteY26" fmla="*/ 482537 h 727784"/>
              <a:gd name="connsiteX27" fmla="*/ 1015132 w 1037146"/>
              <a:gd name="connsiteY27" fmla="*/ 460248 h 727784"/>
              <a:gd name="connsiteX28" fmla="*/ 1018751 w 1037146"/>
              <a:gd name="connsiteY28" fmla="*/ 437102 h 727784"/>
              <a:gd name="connsiteX29" fmla="*/ 1018370 w 1037146"/>
              <a:gd name="connsiteY29" fmla="*/ 421767 h 727784"/>
              <a:gd name="connsiteX30" fmla="*/ 1014846 w 1037146"/>
              <a:gd name="connsiteY30" fmla="*/ 409385 h 727784"/>
              <a:gd name="connsiteX31" fmla="*/ 1017894 w 1037146"/>
              <a:gd name="connsiteY31" fmla="*/ 389382 h 727784"/>
              <a:gd name="connsiteX32" fmla="*/ 1018847 w 1037146"/>
              <a:gd name="connsiteY32" fmla="*/ 352330 h 727784"/>
              <a:gd name="connsiteX33" fmla="*/ 1018370 w 1037146"/>
              <a:gd name="connsiteY33" fmla="*/ 329756 h 727784"/>
              <a:gd name="connsiteX34" fmla="*/ 1016084 w 1037146"/>
              <a:gd name="connsiteY34" fmla="*/ 320040 h 727784"/>
              <a:gd name="connsiteX35" fmla="*/ 1011608 w 1037146"/>
              <a:gd name="connsiteY35" fmla="*/ 313372 h 727784"/>
              <a:gd name="connsiteX36" fmla="*/ 1005131 w 1037146"/>
              <a:gd name="connsiteY36" fmla="*/ 304991 h 727784"/>
              <a:gd name="connsiteX37" fmla="*/ 998939 w 1037146"/>
              <a:gd name="connsiteY37" fmla="*/ 297180 h 727784"/>
              <a:gd name="connsiteX38" fmla="*/ 995796 w 1037146"/>
              <a:gd name="connsiteY38" fmla="*/ 283845 h 727784"/>
              <a:gd name="connsiteX39" fmla="*/ 997034 w 1037146"/>
              <a:gd name="connsiteY39" fmla="*/ 276320 h 727784"/>
              <a:gd name="connsiteX40" fmla="*/ 999606 w 1037146"/>
              <a:gd name="connsiteY40" fmla="*/ 262604 h 727784"/>
              <a:gd name="connsiteX41" fmla="*/ 1002273 w 1037146"/>
              <a:gd name="connsiteY41" fmla="*/ 228886 h 727784"/>
              <a:gd name="connsiteX42" fmla="*/ 1002083 w 1037146"/>
              <a:gd name="connsiteY42" fmla="*/ 216313 h 727784"/>
              <a:gd name="connsiteX43" fmla="*/ 1001035 w 1037146"/>
              <a:gd name="connsiteY43" fmla="*/ 206788 h 727784"/>
              <a:gd name="connsiteX44" fmla="*/ 1000844 w 1037146"/>
              <a:gd name="connsiteY44" fmla="*/ 194977 h 727784"/>
              <a:gd name="connsiteX45" fmla="*/ 1000082 w 1037146"/>
              <a:gd name="connsiteY45" fmla="*/ 183452 h 727784"/>
              <a:gd name="connsiteX46" fmla="*/ 994272 w 1037146"/>
              <a:gd name="connsiteY46" fmla="*/ 175260 h 727784"/>
              <a:gd name="connsiteX47" fmla="*/ 989891 w 1037146"/>
              <a:gd name="connsiteY47" fmla="*/ 166973 h 727784"/>
              <a:gd name="connsiteX48" fmla="*/ 988176 w 1037146"/>
              <a:gd name="connsiteY48" fmla="*/ 144304 h 727784"/>
              <a:gd name="connsiteX49" fmla="*/ 984557 w 1037146"/>
              <a:gd name="connsiteY49" fmla="*/ 131921 h 727784"/>
              <a:gd name="connsiteX50" fmla="*/ 983414 w 1037146"/>
              <a:gd name="connsiteY50" fmla="*/ 126492 h 727784"/>
              <a:gd name="connsiteX51" fmla="*/ 994272 w 1037146"/>
              <a:gd name="connsiteY51" fmla="*/ 105061 h 727784"/>
              <a:gd name="connsiteX52" fmla="*/ 998749 w 1037146"/>
              <a:gd name="connsiteY52" fmla="*/ 98584 h 727784"/>
              <a:gd name="connsiteX53" fmla="*/ 1001987 w 1037146"/>
              <a:gd name="connsiteY53" fmla="*/ 92297 h 727784"/>
              <a:gd name="connsiteX54" fmla="*/ 1006750 w 1037146"/>
              <a:gd name="connsiteY54" fmla="*/ 84582 h 727784"/>
              <a:gd name="connsiteX55" fmla="*/ 999320 w 1037146"/>
              <a:gd name="connsiteY55" fmla="*/ 68009 h 727784"/>
              <a:gd name="connsiteX56" fmla="*/ 997415 w 1037146"/>
              <a:gd name="connsiteY56" fmla="*/ 56293 h 727784"/>
              <a:gd name="connsiteX57" fmla="*/ 997034 w 1037146"/>
              <a:gd name="connsiteY57" fmla="*/ 49625 h 727784"/>
              <a:gd name="connsiteX58" fmla="*/ 996272 w 1037146"/>
              <a:gd name="connsiteY58" fmla="*/ 46482 h 727784"/>
              <a:gd name="connsiteX59" fmla="*/ 997034 w 1037146"/>
              <a:gd name="connsiteY59" fmla="*/ 38672 h 727784"/>
              <a:gd name="connsiteX60" fmla="*/ 997511 w 1037146"/>
              <a:gd name="connsiteY60" fmla="*/ 34671 h 727784"/>
              <a:gd name="connsiteX61" fmla="*/ 1001606 w 1037146"/>
              <a:gd name="connsiteY61" fmla="*/ 27813 h 727784"/>
              <a:gd name="connsiteX62" fmla="*/ 1003321 w 1037146"/>
              <a:gd name="connsiteY62" fmla="*/ 20193 h 727784"/>
              <a:gd name="connsiteX63" fmla="*/ 996368 w 1037146"/>
              <a:gd name="connsiteY63" fmla="*/ 4382 h 727784"/>
              <a:gd name="connsiteX64" fmla="*/ 994939 w 1037146"/>
              <a:gd name="connsiteY64" fmla="*/ 0 h 727784"/>
              <a:gd name="connsiteX65" fmla="*/ 4720 w 1037146"/>
              <a:gd name="connsiteY65" fmla="*/ 18955 h 727784"/>
              <a:gd name="connsiteX66" fmla="*/ 18245 w 1037146"/>
              <a:gd name="connsiteY66" fmla="*/ 726281 h 727784"/>
              <a:gd name="connsiteX67" fmla="*/ 1021704 w 1037146"/>
              <a:gd name="connsiteY67" fmla="*/ 707136 h 727784"/>
              <a:gd name="connsiteX68" fmla="*/ 1022276 w 1037146"/>
              <a:gd name="connsiteY68" fmla="*/ 700945 h 727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037146" h="727784">
                <a:moveTo>
                  <a:pt x="1022276" y="700945"/>
                </a:moveTo>
                <a:cubicBezTo>
                  <a:pt x="1022466" y="698945"/>
                  <a:pt x="1022276" y="696944"/>
                  <a:pt x="1022466" y="694944"/>
                </a:cubicBezTo>
                <a:cubicBezTo>
                  <a:pt x="1022847" y="691610"/>
                  <a:pt x="1024181" y="687800"/>
                  <a:pt x="1025609" y="684562"/>
                </a:cubicBezTo>
                <a:cubicBezTo>
                  <a:pt x="1027229" y="680942"/>
                  <a:pt x="1028276" y="677323"/>
                  <a:pt x="1031324" y="674275"/>
                </a:cubicBezTo>
                <a:cubicBezTo>
                  <a:pt x="1035134" y="670465"/>
                  <a:pt x="1037325" y="665893"/>
                  <a:pt x="1037135" y="661226"/>
                </a:cubicBezTo>
                <a:cubicBezTo>
                  <a:pt x="1037039" y="659225"/>
                  <a:pt x="1037325" y="657130"/>
                  <a:pt x="1036849" y="655130"/>
                </a:cubicBezTo>
                <a:cubicBezTo>
                  <a:pt x="1036373" y="653034"/>
                  <a:pt x="1035515" y="651034"/>
                  <a:pt x="1035230" y="648843"/>
                </a:cubicBezTo>
                <a:cubicBezTo>
                  <a:pt x="1034753" y="645414"/>
                  <a:pt x="1034182" y="641890"/>
                  <a:pt x="1033420" y="638461"/>
                </a:cubicBezTo>
                <a:cubicBezTo>
                  <a:pt x="1032753" y="635318"/>
                  <a:pt x="1031705" y="632365"/>
                  <a:pt x="1030753" y="629222"/>
                </a:cubicBezTo>
                <a:cubicBezTo>
                  <a:pt x="1029705" y="625697"/>
                  <a:pt x="1029610" y="622364"/>
                  <a:pt x="1029610" y="618744"/>
                </a:cubicBezTo>
                <a:cubicBezTo>
                  <a:pt x="1029610" y="613029"/>
                  <a:pt x="1028657" y="607409"/>
                  <a:pt x="1028467" y="601694"/>
                </a:cubicBezTo>
                <a:cubicBezTo>
                  <a:pt x="1028467" y="600456"/>
                  <a:pt x="1028753" y="599885"/>
                  <a:pt x="1029134" y="598742"/>
                </a:cubicBezTo>
                <a:cubicBezTo>
                  <a:pt x="1029515" y="597408"/>
                  <a:pt x="1029229" y="596075"/>
                  <a:pt x="1029229" y="594741"/>
                </a:cubicBezTo>
                <a:cubicBezTo>
                  <a:pt x="1029229" y="592836"/>
                  <a:pt x="1029134" y="591217"/>
                  <a:pt x="1028467" y="589407"/>
                </a:cubicBezTo>
                <a:cubicBezTo>
                  <a:pt x="1027991" y="588074"/>
                  <a:pt x="1028276" y="586645"/>
                  <a:pt x="1028181" y="585311"/>
                </a:cubicBezTo>
                <a:cubicBezTo>
                  <a:pt x="1028086" y="582549"/>
                  <a:pt x="1027895" y="579787"/>
                  <a:pt x="1027991" y="577025"/>
                </a:cubicBezTo>
                <a:cubicBezTo>
                  <a:pt x="1028086" y="574548"/>
                  <a:pt x="1029896" y="572643"/>
                  <a:pt x="1030848" y="570357"/>
                </a:cubicBezTo>
                <a:cubicBezTo>
                  <a:pt x="1031420" y="568928"/>
                  <a:pt x="1031610" y="567404"/>
                  <a:pt x="1032086" y="565880"/>
                </a:cubicBezTo>
                <a:cubicBezTo>
                  <a:pt x="1032848" y="563404"/>
                  <a:pt x="1032848" y="561118"/>
                  <a:pt x="1032753" y="558546"/>
                </a:cubicBezTo>
                <a:cubicBezTo>
                  <a:pt x="1032658" y="556451"/>
                  <a:pt x="1033134" y="554069"/>
                  <a:pt x="1032467" y="551974"/>
                </a:cubicBezTo>
                <a:cubicBezTo>
                  <a:pt x="1031896" y="550164"/>
                  <a:pt x="1030467" y="548164"/>
                  <a:pt x="1029229" y="546545"/>
                </a:cubicBezTo>
                <a:cubicBezTo>
                  <a:pt x="1028181" y="545116"/>
                  <a:pt x="1026943" y="543687"/>
                  <a:pt x="1025705" y="542258"/>
                </a:cubicBezTo>
                <a:cubicBezTo>
                  <a:pt x="1021609" y="537591"/>
                  <a:pt x="1018370" y="532638"/>
                  <a:pt x="1015037" y="527590"/>
                </a:cubicBezTo>
                <a:cubicBezTo>
                  <a:pt x="1011703" y="522542"/>
                  <a:pt x="1009512" y="517112"/>
                  <a:pt x="1006940" y="511778"/>
                </a:cubicBezTo>
                <a:cubicBezTo>
                  <a:pt x="1005512" y="508730"/>
                  <a:pt x="1005131" y="505492"/>
                  <a:pt x="1004940" y="502253"/>
                </a:cubicBezTo>
                <a:cubicBezTo>
                  <a:pt x="1004845" y="499491"/>
                  <a:pt x="1004273" y="496157"/>
                  <a:pt x="1004940" y="493395"/>
                </a:cubicBezTo>
                <a:cubicBezTo>
                  <a:pt x="1005797" y="489680"/>
                  <a:pt x="1008845" y="486061"/>
                  <a:pt x="1010465" y="482537"/>
                </a:cubicBezTo>
                <a:cubicBezTo>
                  <a:pt x="1013798" y="475297"/>
                  <a:pt x="1012751" y="467678"/>
                  <a:pt x="1015132" y="460248"/>
                </a:cubicBezTo>
                <a:cubicBezTo>
                  <a:pt x="1017608" y="452723"/>
                  <a:pt x="1018942" y="444913"/>
                  <a:pt x="1018751" y="437102"/>
                </a:cubicBezTo>
                <a:cubicBezTo>
                  <a:pt x="1018561" y="432054"/>
                  <a:pt x="1019132" y="426815"/>
                  <a:pt x="1018370" y="421767"/>
                </a:cubicBezTo>
                <a:cubicBezTo>
                  <a:pt x="1017799" y="417576"/>
                  <a:pt x="1015513" y="413480"/>
                  <a:pt x="1014846" y="409385"/>
                </a:cubicBezTo>
                <a:cubicBezTo>
                  <a:pt x="1013798" y="402717"/>
                  <a:pt x="1016656" y="395954"/>
                  <a:pt x="1017894" y="389382"/>
                </a:cubicBezTo>
                <a:cubicBezTo>
                  <a:pt x="1020180" y="377095"/>
                  <a:pt x="1019037" y="364712"/>
                  <a:pt x="1018847" y="352330"/>
                </a:cubicBezTo>
                <a:cubicBezTo>
                  <a:pt x="1018656" y="344805"/>
                  <a:pt x="1018561" y="337280"/>
                  <a:pt x="1018370" y="329756"/>
                </a:cubicBezTo>
                <a:cubicBezTo>
                  <a:pt x="1018275" y="326231"/>
                  <a:pt x="1017894" y="323374"/>
                  <a:pt x="1016084" y="320040"/>
                </a:cubicBezTo>
                <a:cubicBezTo>
                  <a:pt x="1014846" y="317754"/>
                  <a:pt x="1013227" y="315563"/>
                  <a:pt x="1011608" y="313372"/>
                </a:cubicBezTo>
                <a:cubicBezTo>
                  <a:pt x="1009512" y="310515"/>
                  <a:pt x="1007417" y="307753"/>
                  <a:pt x="1005131" y="304991"/>
                </a:cubicBezTo>
                <a:cubicBezTo>
                  <a:pt x="1002940" y="302419"/>
                  <a:pt x="1000463" y="299942"/>
                  <a:pt x="998939" y="297180"/>
                </a:cubicBezTo>
                <a:cubicBezTo>
                  <a:pt x="996463" y="292799"/>
                  <a:pt x="994177" y="288512"/>
                  <a:pt x="995796" y="283845"/>
                </a:cubicBezTo>
                <a:cubicBezTo>
                  <a:pt x="996653" y="281369"/>
                  <a:pt x="996558" y="278797"/>
                  <a:pt x="997034" y="276320"/>
                </a:cubicBezTo>
                <a:cubicBezTo>
                  <a:pt x="997987" y="271653"/>
                  <a:pt x="999416" y="267272"/>
                  <a:pt x="999606" y="262604"/>
                </a:cubicBezTo>
                <a:cubicBezTo>
                  <a:pt x="999987" y="251365"/>
                  <a:pt x="1002559" y="240125"/>
                  <a:pt x="1002273" y="228886"/>
                </a:cubicBezTo>
                <a:cubicBezTo>
                  <a:pt x="1002178" y="224695"/>
                  <a:pt x="1002368" y="220504"/>
                  <a:pt x="1002083" y="216313"/>
                </a:cubicBezTo>
                <a:cubicBezTo>
                  <a:pt x="1001892" y="213074"/>
                  <a:pt x="1001035" y="210026"/>
                  <a:pt x="1001035" y="206788"/>
                </a:cubicBezTo>
                <a:cubicBezTo>
                  <a:pt x="1001035" y="202883"/>
                  <a:pt x="1000940" y="198882"/>
                  <a:pt x="1000844" y="194977"/>
                </a:cubicBezTo>
                <a:cubicBezTo>
                  <a:pt x="1000749" y="191167"/>
                  <a:pt x="1001321" y="187166"/>
                  <a:pt x="1000082" y="183452"/>
                </a:cubicBezTo>
                <a:cubicBezTo>
                  <a:pt x="999130" y="180499"/>
                  <a:pt x="996177" y="177927"/>
                  <a:pt x="994272" y="175260"/>
                </a:cubicBezTo>
                <a:cubicBezTo>
                  <a:pt x="992272" y="172403"/>
                  <a:pt x="990748" y="170116"/>
                  <a:pt x="989891" y="166973"/>
                </a:cubicBezTo>
                <a:cubicBezTo>
                  <a:pt x="987890" y="159544"/>
                  <a:pt x="990653" y="151638"/>
                  <a:pt x="988176" y="144304"/>
                </a:cubicBezTo>
                <a:cubicBezTo>
                  <a:pt x="986843" y="140208"/>
                  <a:pt x="986366" y="136017"/>
                  <a:pt x="984557" y="131921"/>
                </a:cubicBezTo>
                <a:cubicBezTo>
                  <a:pt x="983604" y="129826"/>
                  <a:pt x="982652" y="128683"/>
                  <a:pt x="983414" y="126492"/>
                </a:cubicBezTo>
                <a:cubicBezTo>
                  <a:pt x="985890" y="119063"/>
                  <a:pt x="990081" y="112109"/>
                  <a:pt x="994272" y="105061"/>
                </a:cubicBezTo>
                <a:cubicBezTo>
                  <a:pt x="995606" y="102870"/>
                  <a:pt x="997415" y="100775"/>
                  <a:pt x="998749" y="98584"/>
                </a:cubicBezTo>
                <a:cubicBezTo>
                  <a:pt x="999987" y="96488"/>
                  <a:pt x="1000844" y="94298"/>
                  <a:pt x="1001987" y="92297"/>
                </a:cubicBezTo>
                <a:cubicBezTo>
                  <a:pt x="1003511" y="89725"/>
                  <a:pt x="1005512" y="87249"/>
                  <a:pt x="1006750" y="84582"/>
                </a:cubicBezTo>
                <a:cubicBezTo>
                  <a:pt x="1009512" y="78581"/>
                  <a:pt x="1001130" y="73343"/>
                  <a:pt x="999320" y="68009"/>
                </a:cubicBezTo>
                <a:cubicBezTo>
                  <a:pt x="997987" y="64389"/>
                  <a:pt x="997796" y="60103"/>
                  <a:pt x="997415" y="56293"/>
                </a:cubicBezTo>
                <a:cubicBezTo>
                  <a:pt x="997225" y="54102"/>
                  <a:pt x="997511" y="51816"/>
                  <a:pt x="997034" y="49625"/>
                </a:cubicBezTo>
                <a:cubicBezTo>
                  <a:pt x="996749" y="48578"/>
                  <a:pt x="996368" y="47530"/>
                  <a:pt x="996272" y="46482"/>
                </a:cubicBezTo>
                <a:cubicBezTo>
                  <a:pt x="996082" y="43720"/>
                  <a:pt x="996939" y="41339"/>
                  <a:pt x="997034" y="38672"/>
                </a:cubicBezTo>
                <a:cubicBezTo>
                  <a:pt x="997034" y="37148"/>
                  <a:pt x="996939" y="36100"/>
                  <a:pt x="997511" y="34671"/>
                </a:cubicBezTo>
                <a:cubicBezTo>
                  <a:pt x="998558" y="32195"/>
                  <a:pt x="1000559" y="30194"/>
                  <a:pt x="1001606" y="27813"/>
                </a:cubicBezTo>
                <a:cubicBezTo>
                  <a:pt x="1002845" y="25146"/>
                  <a:pt x="1003607" y="22955"/>
                  <a:pt x="1003321" y="20193"/>
                </a:cubicBezTo>
                <a:cubicBezTo>
                  <a:pt x="1002749" y="14764"/>
                  <a:pt x="998273" y="9620"/>
                  <a:pt x="996368" y="4382"/>
                </a:cubicBezTo>
                <a:cubicBezTo>
                  <a:pt x="995796" y="2953"/>
                  <a:pt x="995320" y="1429"/>
                  <a:pt x="994939" y="0"/>
                </a:cubicBezTo>
                <a:cubicBezTo>
                  <a:pt x="994939" y="0"/>
                  <a:pt x="16721" y="11716"/>
                  <a:pt x="4720" y="18955"/>
                </a:cubicBezTo>
                <a:cubicBezTo>
                  <a:pt x="-7282" y="26194"/>
                  <a:pt x="5958" y="718090"/>
                  <a:pt x="18245" y="726281"/>
                </a:cubicBezTo>
                <a:cubicBezTo>
                  <a:pt x="30533" y="734378"/>
                  <a:pt x="1021704" y="707136"/>
                  <a:pt x="1021704" y="707136"/>
                </a:cubicBezTo>
                <a:cubicBezTo>
                  <a:pt x="1021704" y="704850"/>
                  <a:pt x="1022085" y="702945"/>
                  <a:pt x="1022276" y="700945"/>
                </a:cubicBezTo>
                <a:close/>
              </a:path>
            </a:pathLst>
          </a:custGeom>
          <a:solidFill>
            <a:schemeClr val="lt1">
              <a:lumMod val="100000"/>
              <a:alpha val="20000"/>
            </a:schemeClr>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140" name="任意多边形: 形状 139"/>
          <p:cNvSpPr/>
          <p:nvPr>
            <p:custDataLst>
              <p:tags r:id="rId6"/>
            </p:custDataLst>
          </p:nvPr>
        </p:nvSpPr>
        <p:spPr>
          <a:xfrm>
            <a:off x="8122920" y="5999480"/>
            <a:ext cx="1242061" cy="838836"/>
          </a:xfrm>
          <a:custGeom>
            <a:avLst/>
            <a:gdLst>
              <a:gd name="connsiteX0" fmla="*/ 1230015 w 1241917"/>
              <a:gd name="connsiteY0" fmla="*/ 838714 h 838713"/>
              <a:gd name="connsiteX1" fmla="*/ 1226243 w 1241917"/>
              <a:gd name="connsiteY1" fmla="*/ 838028 h 838713"/>
              <a:gd name="connsiteX2" fmla="*/ 8262 w 1241917"/>
              <a:gd name="connsiteY2" fmla="*/ 432720 h 838713"/>
              <a:gd name="connsiteX3" fmla="*/ 32 w 1241917"/>
              <a:gd name="connsiteY3" fmla="*/ 422090 h 838713"/>
              <a:gd name="connsiteX4" fmla="*/ 6547 w 1241917"/>
              <a:gd name="connsiteY4" fmla="*/ 410431 h 838713"/>
              <a:gd name="connsiteX5" fmla="*/ 809276 w 1241917"/>
              <a:gd name="connsiteY5" fmla="*/ 1352 h 838713"/>
              <a:gd name="connsiteX6" fmla="*/ 825393 w 1241917"/>
              <a:gd name="connsiteY6" fmla="*/ 6495 h 838713"/>
              <a:gd name="connsiteX7" fmla="*/ 1240645 w 1241917"/>
              <a:gd name="connsiteY7" fmla="*/ 820883 h 838713"/>
              <a:gd name="connsiteX8" fmla="*/ 1238930 w 1241917"/>
              <a:gd name="connsiteY8" fmla="*/ 834256 h 838713"/>
              <a:gd name="connsiteX9" fmla="*/ 1230015 w 1241917"/>
              <a:gd name="connsiteY9" fmla="*/ 838714 h 838713"/>
              <a:gd name="connsiteX10" fmla="*/ 43238 w 1241917"/>
              <a:gd name="connsiteY10" fmla="*/ 419347 h 838713"/>
              <a:gd name="connsiteX11" fmla="*/ 1206012 w 1241917"/>
              <a:gd name="connsiteY11" fmla="*/ 806138 h 838713"/>
              <a:gd name="connsiteX12" fmla="*/ 809619 w 1241917"/>
              <a:gd name="connsiteY12" fmla="*/ 28441 h 838713"/>
              <a:gd name="connsiteX13" fmla="*/ 43238 w 1241917"/>
              <a:gd name="connsiteY13" fmla="*/ 419347 h 838713"/>
              <a:gd name="connsiteX14" fmla="*/ 894658 w 1241917"/>
              <a:gd name="connsiteY14" fmla="*/ 545877 h 838713"/>
              <a:gd name="connsiteX15" fmla="*/ 890887 w 1241917"/>
              <a:gd name="connsiteY15" fmla="*/ 545191 h 838713"/>
              <a:gd name="connsiteX16" fmla="*/ 430715 w 1241917"/>
              <a:gd name="connsiteY16" fmla="*/ 391915 h 838713"/>
              <a:gd name="connsiteX17" fmla="*/ 422485 w 1241917"/>
              <a:gd name="connsiteY17" fmla="*/ 381285 h 838713"/>
              <a:gd name="connsiteX18" fmla="*/ 429000 w 1241917"/>
              <a:gd name="connsiteY18" fmla="*/ 369626 h 838713"/>
              <a:gd name="connsiteX19" fmla="*/ 732467 w 1241917"/>
              <a:gd name="connsiteY19" fmla="*/ 214978 h 838713"/>
              <a:gd name="connsiteX20" fmla="*/ 741725 w 1241917"/>
              <a:gd name="connsiteY20" fmla="*/ 214293 h 838713"/>
              <a:gd name="connsiteX21" fmla="*/ 748583 w 1241917"/>
              <a:gd name="connsiteY21" fmla="*/ 220122 h 838713"/>
              <a:gd name="connsiteX22" fmla="*/ 905631 w 1241917"/>
              <a:gd name="connsiteY22" fmla="*/ 528046 h 838713"/>
              <a:gd name="connsiteX23" fmla="*/ 903917 w 1241917"/>
              <a:gd name="connsiteY23" fmla="*/ 541419 h 838713"/>
              <a:gd name="connsiteX24" fmla="*/ 894658 w 1241917"/>
              <a:gd name="connsiteY24" fmla="*/ 545877 h 838713"/>
              <a:gd name="connsiteX25" fmla="*/ 465691 w 1241917"/>
              <a:gd name="connsiteY25" fmla="*/ 378199 h 838713"/>
              <a:gd name="connsiteX26" fmla="*/ 870998 w 1241917"/>
              <a:gd name="connsiteY26" fmla="*/ 512959 h 838713"/>
              <a:gd name="connsiteX27" fmla="*/ 732810 w 1241917"/>
              <a:gd name="connsiteY27" fmla="*/ 242068 h 838713"/>
              <a:gd name="connsiteX28" fmla="*/ 465691 w 1241917"/>
              <a:gd name="connsiteY28" fmla="*/ 378199 h 83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56" h="1321">
                <a:moveTo>
                  <a:pt x="1937" y="1321"/>
                </a:moveTo>
                <a:cubicBezTo>
                  <a:pt x="1935" y="1321"/>
                  <a:pt x="1933" y="1320"/>
                  <a:pt x="1931" y="1320"/>
                </a:cubicBezTo>
                <a:lnTo>
                  <a:pt x="13" y="682"/>
                </a:lnTo>
                <a:cubicBezTo>
                  <a:pt x="6" y="679"/>
                  <a:pt x="1" y="672"/>
                  <a:pt x="0" y="665"/>
                </a:cubicBezTo>
                <a:cubicBezTo>
                  <a:pt x="0" y="657"/>
                  <a:pt x="3" y="650"/>
                  <a:pt x="10" y="646"/>
                </a:cubicBezTo>
                <a:lnTo>
                  <a:pt x="1275" y="2"/>
                </a:lnTo>
                <a:cubicBezTo>
                  <a:pt x="1284" y="-3"/>
                  <a:pt x="1295" y="1"/>
                  <a:pt x="1300" y="10"/>
                </a:cubicBezTo>
                <a:lnTo>
                  <a:pt x="1954" y="1293"/>
                </a:lnTo>
                <a:cubicBezTo>
                  <a:pt x="1957" y="1300"/>
                  <a:pt x="1957" y="1308"/>
                  <a:pt x="1951" y="1314"/>
                </a:cubicBezTo>
                <a:cubicBezTo>
                  <a:pt x="1948" y="1319"/>
                  <a:pt x="1943" y="1321"/>
                  <a:pt x="1937" y="1321"/>
                </a:cubicBezTo>
                <a:close/>
                <a:moveTo>
                  <a:pt x="68" y="660"/>
                </a:moveTo>
                <a:lnTo>
                  <a:pt x="1899" y="1270"/>
                </a:lnTo>
                <a:lnTo>
                  <a:pt x="1275" y="45"/>
                </a:lnTo>
                <a:lnTo>
                  <a:pt x="68" y="660"/>
                </a:lnTo>
                <a:close/>
                <a:moveTo>
                  <a:pt x="1409" y="860"/>
                </a:moveTo>
                <a:cubicBezTo>
                  <a:pt x="1407" y="860"/>
                  <a:pt x="1405" y="859"/>
                  <a:pt x="1403" y="859"/>
                </a:cubicBezTo>
                <a:lnTo>
                  <a:pt x="678" y="617"/>
                </a:lnTo>
                <a:cubicBezTo>
                  <a:pt x="671" y="615"/>
                  <a:pt x="666" y="608"/>
                  <a:pt x="665" y="601"/>
                </a:cubicBezTo>
                <a:cubicBezTo>
                  <a:pt x="665" y="593"/>
                  <a:pt x="669" y="586"/>
                  <a:pt x="676" y="582"/>
                </a:cubicBezTo>
                <a:lnTo>
                  <a:pt x="1154" y="339"/>
                </a:lnTo>
                <a:cubicBezTo>
                  <a:pt x="1158" y="336"/>
                  <a:pt x="1163" y="336"/>
                  <a:pt x="1168" y="338"/>
                </a:cubicBezTo>
                <a:cubicBezTo>
                  <a:pt x="1173" y="339"/>
                  <a:pt x="1177" y="342"/>
                  <a:pt x="1179" y="347"/>
                </a:cubicBezTo>
                <a:lnTo>
                  <a:pt x="1426" y="832"/>
                </a:lnTo>
                <a:cubicBezTo>
                  <a:pt x="1430" y="839"/>
                  <a:pt x="1429" y="847"/>
                  <a:pt x="1424" y="853"/>
                </a:cubicBezTo>
                <a:cubicBezTo>
                  <a:pt x="1420" y="857"/>
                  <a:pt x="1415" y="860"/>
                  <a:pt x="1409" y="860"/>
                </a:cubicBezTo>
                <a:close/>
                <a:moveTo>
                  <a:pt x="733" y="596"/>
                </a:moveTo>
                <a:lnTo>
                  <a:pt x="1372" y="808"/>
                </a:lnTo>
                <a:lnTo>
                  <a:pt x="1154" y="381"/>
                </a:lnTo>
                <a:lnTo>
                  <a:pt x="733" y="596"/>
                </a:lnTo>
                <a:close/>
                <a:moveTo>
                  <a:pt x="346" y="639"/>
                </a:moveTo>
                <a:cubicBezTo>
                  <a:pt x="339" y="639"/>
                  <a:pt x="332" y="635"/>
                  <a:pt x="329" y="629"/>
                </a:cubicBezTo>
                <a:lnTo>
                  <a:pt x="309" y="589"/>
                </a:lnTo>
                <a:cubicBezTo>
                  <a:pt x="304" y="580"/>
                  <a:pt x="308" y="569"/>
                  <a:pt x="317" y="564"/>
                </a:cubicBezTo>
                <a:cubicBezTo>
                  <a:pt x="327" y="559"/>
                  <a:pt x="338" y="563"/>
                  <a:pt x="343" y="572"/>
                </a:cubicBezTo>
                <a:lnTo>
                  <a:pt x="363" y="612"/>
                </a:lnTo>
                <a:cubicBezTo>
                  <a:pt x="368" y="621"/>
                  <a:pt x="364" y="632"/>
                  <a:pt x="355" y="637"/>
                </a:cubicBezTo>
                <a:cubicBezTo>
                  <a:pt x="352" y="638"/>
                  <a:pt x="349" y="639"/>
                  <a:pt x="346" y="639"/>
                </a:cubicBezTo>
                <a:close/>
                <a:moveTo>
                  <a:pt x="477" y="630"/>
                </a:moveTo>
                <a:cubicBezTo>
                  <a:pt x="470" y="630"/>
                  <a:pt x="464" y="626"/>
                  <a:pt x="460" y="620"/>
                </a:cubicBezTo>
                <a:lnTo>
                  <a:pt x="417" y="535"/>
                </a:lnTo>
                <a:cubicBezTo>
                  <a:pt x="412" y="525"/>
                  <a:pt x="416" y="514"/>
                  <a:pt x="425" y="509"/>
                </a:cubicBezTo>
                <a:cubicBezTo>
                  <a:pt x="434" y="504"/>
                  <a:pt x="446" y="508"/>
                  <a:pt x="451" y="517"/>
                </a:cubicBezTo>
                <a:lnTo>
                  <a:pt x="494" y="602"/>
                </a:lnTo>
                <a:cubicBezTo>
                  <a:pt x="499" y="612"/>
                  <a:pt x="495" y="623"/>
                  <a:pt x="486" y="628"/>
                </a:cubicBezTo>
                <a:cubicBezTo>
                  <a:pt x="483" y="629"/>
                  <a:pt x="480" y="630"/>
                  <a:pt x="477" y="630"/>
                </a:cubicBezTo>
                <a:close/>
                <a:moveTo>
                  <a:pt x="552" y="534"/>
                </a:moveTo>
                <a:cubicBezTo>
                  <a:pt x="545" y="534"/>
                  <a:pt x="538" y="530"/>
                  <a:pt x="535" y="524"/>
                </a:cubicBezTo>
                <a:lnTo>
                  <a:pt x="515" y="484"/>
                </a:lnTo>
                <a:cubicBezTo>
                  <a:pt x="510" y="475"/>
                  <a:pt x="514" y="464"/>
                  <a:pt x="523" y="459"/>
                </a:cubicBezTo>
                <a:cubicBezTo>
                  <a:pt x="533" y="454"/>
                  <a:pt x="544" y="458"/>
                  <a:pt x="549" y="467"/>
                </a:cubicBezTo>
                <a:lnTo>
                  <a:pt x="569" y="507"/>
                </a:lnTo>
                <a:cubicBezTo>
                  <a:pt x="574" y="516"/>
                  <a:pt x="570" y="527"/>
                  <a:pt x="561" y="532"/>
                </a:cubicBezTo>
                <a:cubicBezTo>
                  <a:pt x="558" y="533"/>
                  <a:pt x="555" y="534"/>
                  <a:pt x="552" y="534"/>
                </a:cubicBezTo>
                <a:close/>
                <a:moveTo>
                  <a:pt x="683" y="525"/>
                </a:moveTo>
                <a:cubicBezTo>
                  <a:pt x="676" y="525"/>
                  <a:pt x="670" y="521"/>
                  <a:pt x="666" y="515"/>
                </a:cubicBezTo>
                <a:lnTo>
                  <a:pt x="623" y="430"/>
                </a:lnTo>
                <a:cubicBezTo>
                  <a:pt x="618" y="420"/>
                  <a:pt x="622" y="409"/>
                  <a:pt x="631" y="404"/>
                </a:cubicBezTo>
                <a:cubicBezTo>
                  <a:pt x="640" y="399"/>
                  <a:pt x="652" y="403"/>
                  <a:pt x="657" y="412"/>
                </a:cubicBezTo>
                <a:lnTo>
                  <a:pt x="700" y="497"/>
                </a:lnTo>
                <a:cubicBezTo>
                  <a:pt x="705" y="507"/>
                  <a:pt x="701" y="518"/>
                  <a:pt x="692" y="523"/>
                </a:cubicBezTo>
                <a:cubicBezTo>
                  <a:pt x="689" y="524"/>
                  <a:pt x="686" y="525"/>
                  <a:pt x="683" y="525"/>
                </a:cubicBezTo>
                <a:close/>
                <a:moveTo>
                  <a:pt x="758" y="429"/>
                </a:moveTo>
                <a:cubicBezTo>
                  <a:pt x="751" y="429"/>
                  <a:pt x="744" y="425"/>
                  <a:pt x="741" y="419"/>
                </a:cubicBezTo>
                <a:lnTo>
                  <a:pt x="721" y="379"/>
                </a:lnTo>
                <a:cubicBezTo>
                  <a:pt x="716" y="370"/>
                  <a:pt x="720" y="359"/>
                  <a:pt x="729" y="354"/>
                </a:cubicBezTo>
                <a:cubicBezTo>
                  <a:pt x="739" y="349"/>
                  <a:pt x="750" y="353"/>
                  <a:pt x="755" y="362"/>
                </a:cubicBezTo>
                <a:lnTo>
                  <a:pt x="775" y="402"/>
                </a:lnTo>
                <a:cubicBezTo>
                  <a:pt x="780" y="411"/>
                  <a:pt x="776" y="422"/>
                  <a:pt x="767" y="427"/>
                </a:cubicBezTo>
                <a:cubicBezTo>
                  <a:pt x="764" y="428"/>
                  <a:pt x="761" y="429"/>
                  <a:pt x="758" y="429"/>
                </a:cubicBezTo>
                <a:close/>
                <a:moveTo>
                  <a:pt x="889" y="420"/>
                </a:moveTo>
                <a:cubicBezTo>
                  <a:pt x="882" y="420"/>
                  <a:pt x="876" y="416"/>
                  <a:pt x="872" y="410"/>
                </a:cubicBezTo>
                <a:lnTo>
                  <a:pt x="829" y="325"/>
                </a:lnTo>
                <a:cubicBezTo>
                  <a:pt x="824" y="315"/>
                  <a:pt x="828" y="304"/>
                  <a:pt x="837" y="299"/>
                </a:cubicBezTo>
                <a:cubicBezTo>
                  <a:pt x="846" y="294"/>
                  <a:pt x="858" y="298"/>
                  <a:pt x="863" y="307"/>
                </a:cubicBezTo>
                <a:lnTo>
                  <a:pt x="906" y="392"/>
                </a:lnTo>
                <a:cubicBezTo>
                  <a:pt x="911" y="402"/>
                  <a:pt x="907" y="413"/>
                  <a:pt x="898" y="418"/>
                </a:cubicBezTo>
                <a:cubicBezTo>
                  <a:pt x="895" y="419"/>
                  <a:pt x="892" y="420"/>
                  <a:pt x="889" y="420"/>
                </a:cubicBezTo>
                <a:close/>
                <a:moveTo>
                  <a:pt x="964" y="324"/>
                </a:moveTo>
                <a:cubicBezTo>
                  <a:pt x="957" y="324"/>
                  <a:pt x="950" y="320"/>
                  <a:pt x="947" y="314"/>
                </a:cubicBezTo>
                <a:lnTo>
                  <a:pt x="927" y="274"/>
                </a:lnTo>
                <a:cubicBezTo>
                  <a:pt x="922" y="265"/>
                  <a:pt x="926" y="254"/>
                  <a:pt x="935" y="249"/>
                </a:cubicBezTo>
                <a:cubicBezTo>
                  <a:pt x="945" y="244"/>
                  <a:pt x="956" y="248"/>
                  <a:pt x="961" y="257"/>
                </a:cubicBezTo>
                <a:lnTo>
                  <a:pt x="981" y="297"/>
                </a:lnTo>
                <a:cubicBezTo>
                  <a:pt x="986" y="306"/>
                  <a:pt x="982" y="317"/>
                  <a:pt x="973" y="322"/>
                </a:cubicBezTo>
                <a:cubicBezTo>
                  <a:pt x="970" y="323"/>
                  <a:pt x="967" y="324"/>
                  <a:pt x="964" y="324"/>
                </a:cubicBezTo>
                <a:close/>
                <a:moveTo>
                  <a:pt x="1095" y="315"/>
                </a:moveTo>
                <a:cubicBezTo>
                  <a:pt x="1088" y="315"/>
                  <a:pt x="1082" y="311"/>
                  <a:pt x="1078" y="305"/>
                </a:cubicBezTo>
                <a:lnTo>
                  <a:pt x="1035" y="220"/>
                </a:lnTo>
                <a:cubicBezTo>
                  <a:pt x="1030" y="210"/>
                  <a:pt x="1034" y="199"/>
                  <a:pt x="1043" y="194"/>
                </a:cubicBezTo>
                <a:cubicBezTo>
                  <a:pt x="1052" y="189"/>
                  <a:pt x="1064" y="193"/>
                  <a:pt x="1069" y="202"/>
                </a:cubicBezTo>
                <a:lnTo>
                  <a:pt x="1112" y="287"/>
                </a:lnTo>
                <a:cubicBezTo>
                  <a:pt x="1117" y="297"/>
                  <a:pt x="1113" y="308"/>
                  <a:pt x="1104" y="313"/>
                </a:cubicBezTo>
                <a:cubicBezTo>
                  <a:pt x="1101" y="314"/>
                  <a:pt x="1098" y="315"/>
                  <a:pt x="1095" y="315"/>
                </a:cubicBezTo>
                <a:close/>
                <a:moveTo>
                  <a:pt x="1170" y="219"/>
                </a:moveTo>
                <a:cubicBezTo>
                  <a:pt x="1163" y="219"/>
                  <a:pt x="1156" y="215"/>
                  <a:pt x="1153" y="209"/>
                </a:cubicBezTo>
                <a:lnTo>
                  <a:pt x="1133" y="169"/>
                </a:lnTo>
                <a:cubicBezTo>
                  <a:pt x="1128" y="160"/>
                  <a:pt x="1132" y="149"/>
                  <a:pt x="1141" y="144"/>
                </a:cubicBezTo>
                <a:cubicBezTo>
                  <a:pt x="1151" y="139"/>
                  <a:pt x="1162" y="143"/>
                  <a:pt x="1167" y="152"/>
                </a:cubicBezTo>
                <a:lnTo>
                  <a:pt x="1187" y="192"/>
                </a:lnTo>
                <a:cubicBezTo>
                  <a:pt x="1192" y="201"/>
                  <a:pt x="1188" y="212"/>
                  <a:pt x="1179" y="217"/>
                </a:cubicBezTo>
                <a:cubicBezTo>
                  <a:pt x="1176" y="218"/>
                  <a:pt x="1173" y="219"/>
                  <a:pt x="1170" y="219"/>
                </a:cubicBezTo>
                <a:close/>
              </a:path>
            </a:pathLst>
          </a:custGeom>
          <a:solidFill>
            <a:srgbClr val="FFFFFF">
              <a:alpha val="65000"/>
            </a:srgbClr>
          </a:solidFill>
          <a:ln w="3429" cap="flat">
            <a:noFill/>
            <a:prstDash val="solid"/>
            <a:miter/>
          </a:ln>
        </p:spPr>
        <p:txBody>
          <a:bodyPr wrap="square" rtlCol="0" anchor="ctr">
            <a:noAutofit/>
          </a:bodyPr>
          <a:lstStyle/>
          <a:p>
            <a:endParaRPr lang="zh-CN" altLang="en-US">
              <a:cs typeface="+mn-ea"/>
              <a:sym typeface="+mn-lt"/>
            </a:endParaRPr>
          </a:p>
        </p:txBody>
      </p:sp>
      <p:sp>
        <p:nvSpPr>
          <p:cNvPr id="2" name="标题 1"/>
          <p:cNvSpPr>
            <a:spLocks noGrp="1"/>
          </p:cNvSpPr>
          <p:nvPr>
            <p:ph type="title"/>
            <p:custDataLst>
              <p:tags r:id="rId7"/>
            </p:custDataLst>
          </p:nvPr>
        </p:nvSpPr>
        <p:spPr>
          <a:xfrm>
            <a:off x="609600" y="516890"/>
            <a:ext cx="7425055" cy="763270"/>
          </a:xfrm>
        </p:spPr>
        <p:txBody>
          <a:bodyPr>
            <a:normAutofit fontScale="90000"/>
          </a:bodyPr>
          <a:lstStyle/>
          <a:p>
            <a:r>
              <a:rPr lang="zh-CN" altLang="en-US">
                <a:solidFill>
                  <a:srgbClr val="C00000"/>
                </a:solidFill>
                <a:latin typeface="微软雅黑" panose="020B0503020204020204" charset="-122"/>
                <a:ea typeface="微软雅黑" panose="020B0503020204020204" charset="-122"/>
              </a:rPr>
              <a:t>（三）宪法惯例</a:t>
            </a:r>
            <a:endParaRPr lang="zh-CN" altLang="en-US">
              <a:solidFill>
                <a:srgbClr val="C00000"/>
              </a:solidFill>
              <a:latin typeface="微软雅黑" panose="020B0503020204020204" charset="-122"/>
              <a:ea typeface="微软雅黑" panose="020B0503020204020204" charset="-122"/>
            </a:endParaRPr>
          </a:p>
        </p:txBody>
      </p:sp>
      <p:pic>
        <p:nvPicPr>
          <p:cNvPr id="9" name="图片 8" descr="13"/>
          <p:cNvPicPr>
            <a:picLocks noChangeAspect="1"/>
          </p:cNvPicPr>
          <p:nvPr>
            <p:custDataLst>
              <p:tags r:id="rId8"/>
            </p:custDataLst>
          </p:nvPr>
        </p:nvPicPr>
        <p:blipFill>
          <a:blip r:embed="rId9" cstate="print"/>
          <a:srcRect b="15880"/>
          <a:stretch>
            <a:fillRect/>
          </a:stretch>
        </p:blipFill>
        <p:spPr>
          <a:xfrm rot="360000">
            <a:off x="156210" y="5807075"/>
            <a:ext cx="1697990" cy="868680"/>
          </a:xfrm>
          <a:prstGeom prst="rect">
            <a:avLst/>
          </a:prstGeom>
          <a:effectLst/>
        </p:spPr>
      </p:pic>
      <p:pic>
        <p:nvPicPr>
          <p:cNvPr id="11" name="图片 10" descr="14"/>
          <p:cNvPicPr>
            <a:picLocks noChangeAspect="1"/>
          </p:cNvPicPr>
          <p:nvPr>
            <p:custDataLst>
              <p:tags r:id="rId10"/>
            </p:custDataLst>
          </p:nvPr>
        </p:nvPicPr>
        <p:blipFill>
          <a:blip r:embed="rId11" cstate="print"/>
          <a:srcRect b="44840"/>
          <a:stretch>
            <a:fillRect/>
          </a:stretch>
        </p:blipFill>
        <p:spPr>
          <a:xfrm rot="21240000">
            <a:off x="359410" y="1372235"/>
            <a:ext cx="2170430" cy="690880"/>
          </a:xfrm>
          <a:prstGeom prst="rect">
            <a:avLst/>
          </a:prstGeom>
        </p:spPr>
      </p:pic>
      <p:pic>
        <p:nvPicPr>
          <p:cNvPr id="10" name="图片 9" descr="15"/>
          <p:cNvPicPr>
            <a:picLocks noChangeAspect="1"/>
          </p:cNvPicPr>
          <p:nvPr>
            <p:custDataLst>
              <p:tags r:id="rId12"/>
            </p:custDataLst>
          </p:nvPr>
        </p:nvPicPr>
        <p:blipFill>
          <a:blip r:embed="rId13" cstate="print"/>
          <a:stretch>
            <a:fillRect/>
          </a:stretch>
        </p:blipFill>
        <p:spPr>
          <a:xfrm rot="540000">
            <a:off x="9034145" y="748030"/>
            <a:ext cx="1868170" cy="1033780"/>
          </a:xfrm>
          <a:prstGeom prst="rect">
            <a:avLst/>
          </a:prstGeom>
          <a:effectLst/>
        </p:spPr>
      </p:pic>
      <p:pic>
        <p:nvPicPr>
          <p:cNvPr id="12" name="图片 11" descr="123"/>
          <p:cNvPicPr>
            <a:picLocks noChangeAspect="1"/>
          </p:cNvPicPr>
          <p:nvPr>
            <p:custDataLst>
              <p:tags r:id="rId14"/>
            </p:custDataLst>
          </p:nvPr>
        </p:nvPicPr>
        <p:blipFill>
          <a:blip r:embed="rId15" cstate="print"/>
          <a:stretch>
            <a:fillRect/>
          </a:stretch>
        </p:blipFill>
        <p:spPr>
          <a:xfrm rot="840000">
            <a:off x="10498455" y="569595"/>
            <a:ext cx="1471930" cy="1116965"/>
          </a:xfrm>
          <a:prstGeom prst="rect">
            <a:avLst/>
          </a:prstGeom>
          <a:effectLst/>
        </p:spPr>
      </p:pic>
      <p:pic>
        <p:nvPicPr>
          <p:cNvPr id="14" name="图片 13" descr="22"/>
          <p:cNvPicPr>
            <a:picLocks noChangeAspect="1"/>
          </p:cNvPicPr>
          <p:nvPr>
            <p:custDataLst>
              <p:tags r:id="rId16"/>
            </p:custDataLst>
          </p:nvPr>
        </p:nvPicPr>
        <p:blipFill>
          <a:blip r:embed="rId17" cstate="print"/>
          <a:srcRect l="17412" t="17255" r="34939" b="20392"/>
          <a:stretch>
            <a:fillRect/>
          </a:stretch>
        </p:blipFill>
        <p:spPr>
          <a:xfrm rot="360000">
            <a:off x="10724515" y="4921885"/>
            <a:ext cx="1359535" cy="1840230"/>
          </a:xfrm>
          <a:prstGeom prst="rect">
            <a:avLst/>
          </a:prstGeom>
        </p:spPr>
      </p:pic>
      <p:pic>
        <p:nvPicPr>
          <p:cNvPr id="16" name="图片 15" descr="16"/>
          <p:cNvPicPr>
            <a:picLocks noChangeAspect="1"/>
          </p:cNvPicPr>
          <p:nvPr>
            <p:custDataLst>
              <p:tags r:id="rId18"/>
            </p:custDataLst>
          </p:nvPr>
        </p:nvPicPr>
        <p:blipFill>
          <a:blip r:embed="rId19" cstate="print"/>
          <a:srcRect/>
          <a:stretch>
            <a:fillRect/>
          </a:stretch>
        </p:blipFill>
        <p:spPr>
          <a:xfrm>
            <a:off x="328930" y="2174875"/>
            <a:ext cx="681355" cy="566420"/>
          </a:xfrm>
          <a:prstGeom prst="rect">
            <a:avLst/>
          </a:prstGeom>
        </p:spPr>
      </p:pic>
      <p:pic>
        <p:nvPicPr>
          <p:cNvPr id="19" name="图片 18" descr="16"/>
          <p:cNvPicPr>
            <a:picLocks noChangeAspect="1"/>
          </p:cNvPicPr>
          <p:nvPr>
            <p:custDataLst>
              <p:tags r:id="rId20"/>
            </p:custDataLst>
          </p:nvPr>
        </p:nvPicPr>
        <p:blipFill>
          <a:blip r:embed="rId21" cstate="print"/>
          <a:srcRect t="-1773"/>
          <a:stretch>
            <a:fillRect/>
          </a:stretch>
        </p:blipFill>
        <p:spPr>
          <a:xfrm rot="17400000">
            <a:off x="2122805" y="5961380"/>
            <a:ext cx="436880" cy="559435"/>
          </a:xfrm>
          <a:prstGeom prst="rect">
            <a:avLst/>
          </a:prstGeom>
        </p:spPr>
      </p:pic>
      <p:sp>
        <p:nvSpPr>
          <p:cNvPr id="94" name="任意多边形: 形状 93"/>
          <p:cNvSpPr/>
          <p:nvPr>
            <p:custDataLst>
              <p:tags r:id="rId22"/>
            </p:custDataLst>
          </p:nvPr>
        </p:nvSpPr>
        <p:spPr>
          <a:xfrm flipH="1">
            <a:off x="11581130" y="1349375"/>
            <a:ext cx="617855" cy="1550035"/>
          </a:xfrm>
          <a:custGeom>
            <a:avLst/>
            <a:gdLst>
              <a:gd name="connsiteX0" fmla="*/ 66523 w 77838"/>
              <a:gd name="connsiteY0" fmla="*/ 53150 h 53149"/>
              <a:gd name="connsiteX1" fmla="*/ 77838 w 77838"/>
              <a:gd name="connsiteY1" fmla="*/ 25032 h 53149"/>
              <a:gd name="connsiteX2" fmla="*/ 43548 w 77838"/>
              <a:gd name="connsiteY2" fmla="*/ 12002 h 53149"/>
              <a:gd name="connsiteX3" fmla="*/ 19545 w 77838"/>
              <a:gd name="connsiteY3" fmla="*/ 3772 h 53149"/>
              <a:gd name="connsiteX4" fmla="*/ 11659 w 77838"/>
              <a:gd name="connsiteY4" fmla="*/ 1029 h 53149"/>
              <a:gd name="connsiteX5" fmla="*/ 8573 w 77838"/>
              <a:gd name="connsiteY5" fmla="*/ 0 h 53149"/>
              <a:gd name="connsiteX6" fmla="*/ 0 w 77838"/>
              <a:gd name="connsiteY6" fmla="*/ 29147 h 53149"/>
              <a:gd name="connsiteX7" fmla="*/ 2743 w 77838"/>
              <a:gd name="connsiteY7" fmla="*/ 29832 h 53149"/>
              <a:gd name="connsiteX8" fmla="*/ 10287 w 77838"/>
              <a:gd name="connsiteY8" fmla="*/ 32233 h 53149"/>
              <a:gd name="connsiteX9" fmla="*/ 33261 w 77838"/>
              <a:gd name="connsiteY9" fmla="*/ 40119 h 53149"/>
              <a:gd name="connsiteX10" fmla="*/ 66523 w 77838"/>
              <a:gd name="connsiteY10"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3" h="2441">
                <a:moveTo>
                  <a:pt x="350" y="1121"/>
                </a:moveTo>
                <a:cubicBezTo>
                  <a:pt x="350" y="1121"/>
                  <a:pt x="351" y="1122"/>
                  <a:pt x="352" y="1124"/>
                </a:cubicBezTo>
                <a:cubicBezTo>
                  <a:pt x="355" y="1126"/>
                  <a:pt x="357" y="1129"/>
                  <a:pt x="360" y="1132"/>
                </a:cubicBezTo>
                <a:cubicBezTo>
                  <a:pt x="366" y="1139"/>
                  <a:pt x="374" y="1147"/>
                  <a:pt x="384" y="1153"/>
                </a:cubicBezTo>
                <a:cubicBezTo>
                  <a:pt x="394" y="1159"/>
                  <a:pt x="403" y="1163"/>
                  <a:pt x="412" y="1165"/>
                </a:cubicBezTo>
                <a:cubicBezTo>
                  <a:pt x="414" y="1165"/>
                  <a:pt x="415" y="1165"/>
                  <a:pt x="417" y="1166"/>
                </a:cubicBezTo>
                <a:cubicBezTo>
                  <a:pt x="419" y="1166"/>
                  <a:pt x="420" y="1166"/>
                  <a:pt x="421" y="1166"/>
                </a:cubicBezTo>
                <a:cubicBezTo>
                  <a:pt x="424" y="1167"/>
                  <a:pt x="425" y="1167"/>
                  <a:pt x="425" y="1167"/>
                </a:cubicBezTo>
                <a:lnTo>
                  <a:pt x="424" y="1215"/>
                </a:lnTo>
                <a:cubicBezTo>
                  <a:pt x="424" y="1215"/>
                  <a:pt x="422" y="1215"/>
                  <a:pt x="418" y="1214"/>
                </a:cubicBezTo>
                <a:cubicBezTo>
                  <a:pt x="416" y="1214"/>
                  <a:pt x="414" y="1214"/>
                  <a:pt x="411" y="1214"/>
                </a:cubicBezTo>
                <a:cubicBezTo>
                  <a:pt x="408" y="1213"/>
                  <a:pt x="406" y="1213"/>
                  <a:pt x="402" y="1212"/>
                </a:cubicBezTo>
                <a:cubicBezTo>
                  <a:pt x="389" y="1210"/>
                  <a:pt x="373" y="1204"/>
                  <a:pt x="359" y="1194"/>
                </a:cubicBezTo>
                <a:cubicBezTo>
                  <a:pt x="344" y="1186"/>
                  <a:pt x="332" y="1174"/>
                  <a:pt x="324" y="1165"/>
                </a:cubicBezTo>
                <a:cubicBezTo>
                  <a:pt x="321" y="1161"/>
                  <a:pt x="317" y="1157"/>
                  <a:pt x="315" y="1154"/>
                </a:cubicBezTo>
                <a:cubicBezTo>
                  <a:pt x="313" y="1152"/>
                  <a:pt x="312" y="1150"/>
                  <a:pt x="312" y="1150"/>
                </a:cubicBezTo>
                <a:lnTo>
                  <a:pt x="350" y="1121"/>
                </a:lnTo>
                <a:close/>
                <a:moveTo>
                  <a:pt x="551" y="1095"/>
                </a:moveTo>
                <a:lnTo>
                  <a:pt x="586" y="1128"/>
                </a:lnTo>
                <a:cubicBezTo>
                  <a:pt x="586" y="1128"/>
                  <a:pt x="581" y="1133"/>
                  <a:pt x="573" y="1141"/>
                </a:cubicBezTo>
                <a:cubicBezTo>
                  <a:pt x="569" y="1146"/>
                  <a:pt x="564" y="1150"/>
                  <a:pt x="559" y="1155"/>
                </a:cubicBezTo>
                <a:cubicBezTo>
                  <a:pt x="554" y="1160"/>
                  <a:pt x="548" y="1165"/>
                  <a:pt x="542" y="1170"/>
                </a:cubicBezTo>
                <a:cubicBezTo>
                  <a:pt x="530" y="1179"/>
                  <a:pt x="516" y="1188"/>
                  <a:pt x="506" y="1193"/>
                </a:cubicBezTo>
                <a:cubicBezTo>
                  <a:pt x="501" y="1196"/>
                  <a:pt x="496" y="1198"/>
                  <a:pt x="493" y="1200"/>
                </a:cubicBezTo>
                <a:cubicBezTo>
                  <a:pt x="490" y="1201"/>
                  <a:pt x="488" y="1202"/>
                  <a:pt x="488" y="1202"/>
                </a:cubicBezTo>
                <a:lnTo>
                  <a:pt x="469" y="1158"/>
                </a:lnTo>
                <a:cubicBezTo>
                  <a:pt x="469" y="1158"/>
                  <a:pt x="471" y="1157"/>
                  <a:pt x="473" y="1156"/>
                </a:cubicBezTo>
                <a:cubicBezTo>
                  <a:pt x="475" y="1154"/>
                  <a:pt x="479" y="1153"/>
                  <a:pt x="483" y="1151"/>
                </a:cubicBezTo>
                <a:cubicBezTo>
                  <a:pt x="491" y="1146"/>
                  <a:pt x="502" y="1139"/>
                  <a:pt x="512" y="1131"/>
                </a:cubicBezTo>
                <a:cubicBezTo>
                  <a:pt x="517" y="1127"/>
                  <a:pt x="522" y="1123"/>
                  <a:pt x="527" y="1119"/>
                </a:cubicBezTo>
                <a:cubicBezTo>
                  <a:pt x="531" y="1114"/>
                  <a:pt x="536" y="1111"/>
                  <a:pt x="539" y="1107"/>
                </a:cubicBezTo>
                <a:cubicBezTo>
                  <a:pt x="547" y="1100"/>
                  <a:pt x="551" y="1095"/>
                  <a:pt x="551" y="1095"/>
                </a:cubicBezTo>
                <a:close/>
                <a:moveTo>
                  <a:pt x="289" y="977"/>
                </a:moveTo>
                <a:cubicBezTo>
                  <a:pt x="289" y="977"/>
                  <a:pt x="289" y="979"/>
                  <a:pt x="289" y="982"/>
                </a:cubicBezTo>
                <a:cubicBezTo>
                  <a:pt x="290" y="985"/>
                  <a:pt x="291" y="989"/>
                  <a:pt x="292" y="994"/>
                </a:cubicBezTo>
                <a:cubicBezTo>
                  <a:pt x="293" y="999"/>
                  <a:pt x="295" y="1004"/>
                  <a:pt x="296" y="1010"/>
                </a:cubicBezTo>
                <a:cubicBezTo>
                  <a:pt x="297" y="1013"/>
                  <a:pt x="298" y="1016"/>
                  <a:pt x="299" y="1019"/>
                </a:cubicBezTo>
                <a:cubicBezTo>
                  <a:pt x="300" y="1023"/>
                  <a:pt x="301" y="1026"/>
                  <a:pt x="302" y="1030"/>
                </a:cubicBezTo>
                <a:cubicBezTo>
                  <a:pt x="303" y="1032"/>
                  <a:pt x="305" y="1035"/>
                  <a:pt x="306" y="1039"/>
                </a:cubicBezTo>
                <a:cubicBezTo>
                  <a:pt x="307" y="1042"/>
                  <a:pt x="308" y="1045"/>
                  <a:pt x="309" y="1048"/>
                </a:cubicBezTo>
                <a:cubicBezTo>
                  <a:pt x="312" y="1054"/>
                  <a:pt x="314" y="1060"/>
                  <a:pt x="316" y="1064"/>
                </a:cubicBezTo>
                <a:cubicBezTo>
                  <a:pt x="318" y="1069"/>
                  <a:pt x="320" y="1073"/>
                  <a:pt x="321" y="1076"/>
                </a:cubicBezTo>
                <a:cubicBezTo>
                  <a:pt x="322" y="1078"/>
                  <a:pt x="323" y="1080"/>
                  <a:pt x="323" y="1080"/>
                </a:cubicBezTo>
                <a:lnTo>
                  <a:pt x="280" y="1101"/>
                </a:lnTo>
                <a:cubicBezTo>
                  <a:pt x="280" y="1101"/>
                  <a:pt x="279" y="1099"/>
                  <a:pt x="277" y="1096"/>
                </a:cubicBezTo>
                <a:cubicBezTo>
                  <a:pt x="276" y="1093"/>
                  <a:pt x="274" y="1089"/>
                  <a:pt x="272" y="1084"/>
                </a:cubicBezTo>
                <a:cubicBezTo>
                  <a:pt x="269" y="1078"/>
                  <a:pt x="267" y="1072"/>
                  <a:pt x="264" y="1066"/>
                </a:cubicBezTo>
                <a:cubicBezTo>
                  <a:pt x="263" y="1062"/>
                  <a:pt x="262" y="1059"/>
                  <a:pt x="261" y="1056"/>
                </a:cubicBezTo>
                <a:cubicBezTo>
                  <a:pt x="259" y="1052"/>
                  <a:pt x="258" y="1048"/>
                  <a:pt x="257" y="1045"/>
                </a:cubicBezTo>
                <a:cubicBezTo>
                  <a:pt x="256" y="1041"/>
                  <a:pt x="255" y="1038"/>
                  <a:pt x="253" y="1034"/>
                </a:cubicBezTo>
                <a:cubicBezTo>
                  <a:pt x="252" y="1031"/>
                  <a:pt x="251" y="1027"/>
                  <a:pt x="250" y="1024"/>
                </a:cubicBezTo>
                <a:cubicBezTo>
                  <a:pt x="248" y="1017"/>
                  <a:pt x="246" y="1010"/>
                  <a:pt x="245" y="1005"/>
                </a:cubicBezTo>
                <a:cubicBezTo>
                  <a:pt x="244" y="999"/>
                  <a:pt x="243" y="994"/>
                  <a:pt x="242" y="991"/>
                </a:cubicBezTo>
                <a:cubicBezTo>
                  <a:pt x="242" y="987"/>
                  <a:pt x="241" y="986"/>
                  <a:pt x="241" y="986"/>
                </a:cubicBezTo>
                <a:lnTo>
                  <a:pt x="289" y="977"/>
                </a:lnTo>
                <a:close/>
                <a:moveTo>
                  <a:pt x="644" y="963"/>
                </a:moveTo>
                <a:lnTo>
                  <a:pt x="686" y="986"/>
                </a:lnTo>
                <a:cubicBezTo>
                  <a:pt x="686" y="986"/>
                  <a:pt x="672" y="1011"/>
                  <a:pt x="656" y="1036"/>
                </a:cubicBezTo>
                <a:cubicBezTo>
                  <a:pt x="648" y="1048"/>
                  <a:pt x="640" y="1060"/>
                  <a:pt x="634" y="1069"/>
                </a:cubicBezTo>
                <a:cubicBezTo>
                  <a:pt x="627" y="1078"/>
                  <a:pt x="623" y="1084"/>
                  <a:pt x="623" y="1084"/>
                </a:cubicBezTo>
                <a:lnTo>
                  <a:pt x="585" y="1055"/>
                </a:lnTo>
                <a:cubicBezTo>
                  <a:pt x="585" y="1055"/>
                  <a:pt x="589" y="1049"/>
                  <a:pt x="595" y="1042"/>
                </a:cubicBezTo>
                <a:cubicBezTo>
                  <a:pt x="601" y="1033"/>
                  <a:pt x="609" y="1022"/>
                  <a:pt x="616" y="1011"/>
                </a:cubicBezTo>
                <a:cubicBezTo>
                  <a:pt x="631" y="987"/>
                  <a:pt x="644" y="963"/>
                  <a:pt x="644" y="963"/>
                </a:cubicBezTo>
                <a:close/>
                <a:moveTo>
                  <a:pt x="279" y="806"/>
                </a:moveTo>
                <a:lnTo>
                  <a:pt x="317" y="836"/>
                </a:lnTo>
                <a:cubicBezTo>
                  <a:pt x="317" y="836"/>
                  <a:pt x="316" y="837"/>
                  <a:pt x="315" y="838"/>
                </a:cubicBezTo>
                <a:cubicBezTo>
                  <a:pt x="314" y="840"/>
                  <a:pt x="312" y="844"/>
                  <a:pt x="309" y="847"/>
                </a:cubicBezTo>
                <a:cubicBezTo>
                  <a:pt x="305" y="856"/>
                  <a:pt x="299" y="866"/>
                  <a:pt x="295" y="878"/>
                </a:cubicBezTo>
                <a:cubicBezTo>
                  <a:pt x="290" y="889"/>
                  <a:pt x="288" y="901"/>
                  <a:pt x="287" y="910"/>
                </a:cubicBezTo>
                <a:cubicBezTo>
                  <a:pt x="287" y="915"/>
                  <a:pt x="286" y="919"/>
                  <a:pt x="286" y="922"/>
                </a:cubicBezTo>
                <a:cubicBezTo>
                  <a:pt x="286" y="924"/>
                  <a:pt x="286" y="926"/>
                  <a:pt x="286" y="926"/>
                </a:cubicBezTo>
                <a:lnTo>
                  <a:pt x="238" y="924"/>
                </a:lnTo>
                <a:cubicBezTo>
                  <a:pt x="238" y="924"/>
                  <a:pt x="238" y="922"/>
                  <a:pt x="238" y="919"/>
                </a:cubicBezTo>
                <a:cubicBezTo>
                  <a:pt x="238" y="916"/>
                  <a:pt x="239" y="911"/>
                  <a:pt x="239" y="905"/>
                </a:cubicBezTo>
                <a:cubicBezTo>
                  <a:pt x="241" y="893"/>
                  <a:pt x="244" y="878"/>
                  <a:pt x="249" y="863"/>
                </a:cubicBezTo>
                <a:cubicBezTo>
                  <a:pt x="254" y="847"/>
                  <a:pt x="262" y="833"/>
                  <a:pt x="268" y="823"/>
                </a:cubicBezTo>
                <a:cubicBezTo>
                  <a:pt x="271" y="817"/>
                  <a:pt x="274" y="813"/>
                  <a:pt x="276" y="810"/>
                </a:cubicBezTo>
                <a:cubicBezTo>
                  <a:pt x="278" y="808"/>
                  <a:pt x="279" y="806"/>
                  <a:pt x="279" y="806"/>
                </a:cubicBezTo>
                <a:close/>
                <a:moveTo>
                  <a:pt x="674" y="768"/>
                </a:moveTo>
                <a:cubicBezTo>
                  <a:pt x="674" y="768"/>
                  <a:pt x="681" y="771"/>
                  <a:pt x="690" y="777"/>
                </a:cubicBezTo>
                <a:cubicBezTo>
                  <a:pt x="695" y="780"/>
                  <a:pt x="701" y="783"/>
                  <a:pt x="707" y="786"/>
                </a:cubicBezTo>
                <a:cubicBezTo>
                  <a:pt x="713" y="790"/>
                  <a:pt x="720" y="794"/>
                  <a:pt x="725" y="798"/>
                </a:cubicBezTo>
                <a:cubicBezTo>
                  <a:pt x="731" y="803"/>
                  <a:pt x="738" y="806"/>
                  <a:pt x="743" y="811"/>
                </a:cubicBezTo>
                <a:cubicBezTo>
                  <a:pt x="749" y="815"/>
                  <a:pt x="754" y="819"/>
                  <a:pt x="758" y="822"/>
                </a:cubicBezTo>
                <a:cubicBezTo>
                  <a:pt x="767" y="829"/>
                  <a:pt x="773" y="834"/>
                  <a:pt x="773" y="834"/>
                </a:cubicBezTo>
                <a:lnTo>
                  <a:pt x="742" y="871"/>
                </a:lnTo>
                <a:cubicBezTo>
                  <a:pt x="742" y="871"/>
                  <a:pt x="741" y="870"/>
                  <a:pt x="740" y="869"/>
                </a:cubicBezTo>
                <a:lnTo>
                  <a:pt x="738" y="868"/>
                </a:lnTo>
                <a:lnTo>
                  <a:pt x="738" y="869"/>
                </a:lnTo>
                <a:cubicBezTo>
                  <a:pt x="737" y="872"/>
                  <a:pt x="736" y="876"/>
                  <a:pt x="734" y="879"/>
                </a:cubicBezTo>
                <a:cubicBezTo>
                  <a:pt x="724" y="907"/>
                  <a:pt x="712" y="933"/>
                  <a:pt x="712" y="933"/>
                </a:cubicBezTo>
                <a:lnTo>
                  <a:pt x="668" y="913"/>
                </a:lnTo>
                <a:cubicBezTo>
                  <a:pt x="668" y="913"/>
                  <a:pt x="680" y="888"/>
                  <a:pt x="689" y="862"/>
                </a:cubicBezTo>
                <a:cubicBezTo>
                  <a:pt x="691" y="855"/>
                  <a:pt x="694" y="849"/>
                  <a:pt x="696" y="843"/>
                </a:cubicBezTo>
                <a:lnTo>
                  <a:pt x="698" y="837"/>
                </a:lnTo>
                <a:lnTo>
                  <a:pt x="691" y="832"/>
                </a:lnTo>
                <a:cubicBezTo>
                  <a:pt x="688" y="830"/>
                  <a:pt x="685" y="829"/>
                  <a:pt x="682" y="827"/>
                </a:cubicBezTo>
                <a:cubicBezTo>
                  <a:pt x="677" y="824"/>
                  <a:pt x="671" y="821"/>
                  <a:pt x="667" y="818"/>
                </a:cubicBezTo>
                <a:cubicBezTo>
                  <a:pt x="658" y="814"/>
                  <a:pt x="652" y="811"/>
                  <a:pt x="652" y="811"/>
                </a:cubicBezTo>
                <a:lnTo>
                  <a:pt x="674" y="768"/>
                </a:lnTo>
                <a:close/>
                <a:moveTo>
                  <a:pt x="442" y="723"/>
                </a:moveTo>
                <a:lnTo>
                  <a:pt x="447" y="770"/>
                </a:lnTo>
                <a:cubicBezTo>
                  <a:pt x="447" y="770"/>
                  <a:pt x="445" y="771"/>
                  <a:pt x="442" y="771"/>
                </a:cubicBezTo>
                <a:cubicBezTo>
                  <a:pt x="439" y="771"/>
                  <a:pt x="435" y="772"/>
                  <a:pt x="430" y="773"/>
                </a:cubicBezTo>
                <a:cubicBezTo>
                  <a:pt x="425" y="773"/>
                  <a:pt x="420" y="775"/>
                  <a:pt x="414" y="776"/>
                </a:cubicBezTo>
                <a:cubicBezTo>
                  <a:pt x="409" y="778"/>
                  <a:pt x="402" y="779"/>
                  <a:pt x="396" y="782"/>
                </a:cubicBezTo>
                <a:cubicBezTo>
                  <a:pt x="390" y="783"/>
                  <a:pt x="384" y="786"/>
                  <a:pt x="379" y="788"/>
                </a:cubicBezTo>
                <a:cubicBezTo>
                  <a:pt x="373" y="791"/>
                  <a:pt x="368" y="793"/>
                  <a:pt x="364" y="795"/>
                </a:cubicBezTo>
                <a:cubicBezTo>
                  <a:pt x="355" y="799"/>
                  <a:pt x="351" y="803"/>
                  <a:pt x="351" y="803"/>
                </a:cubicBezTo>
                <a:lnTo>
                  <a:pt x="324" y="763"/>
                </a:lnTo>
                <a:cubicBezTo>
                  <a:pt x="324" y="763"/>
                  <a:pt x="331" y="758"/>
                  <a:pt x="341" y="753"/>
                </a:cubicBezTo>
                <a:cubicBezTo>
                  <a:pt x="346" y="750"/>
                  <a:pt x="353" y="747"/>
                  <a:pt x="359" y="744"/>
                </a:cubicBezTo>
                <a:cubicBezTo>
                  <a:pt x="366" y="741"/>
                  <a:pt x="373" y="738"/>
                  <a:pt x="381" y="736"/>
                </a:cubicBezTo>
                <a:cubicBezTo>
                  <a:pt x="388" y="733"/>
                  <a:pt x="396" y="732"/>
                  <a:pt x="403" y="729"/>
                </a:cubicBezTo>
                <a:cubicBezTo>
                  <a:pt x="410" y="728"/>
                  <a:pt x="417" y="727"/>
                  <a:pt x="423" y="726"/>
                </a:cubicBezTo>
                <a:cubicBezTo>
                  <a:pt x="428" y="725"/>
                  <a:pt x="433" y="724"/>
                  <a:pt x="436" y="724"/>
                </a:cubicBezTo>
                <a:cubicBezTo>
                  <a:pt x="439" y="723"/>
                  <a:pt x="442" y="723"/>
                  <a:pt x="442" y="723"/>
                </a:cubicBezTo>
                <a:close/>
                <a:moveTo>
                  <a:pt x="502" y="721"/>
                </a:moveTo>
                <a:cubicBezTo>
                  <a:pt x="502" y="721"/>
                  <a:pt x="504" y="722"/>
                  <a:pt x="507" y="722"/>
                </a:cubicBezTo>
                <a:cubicBezTo>
                  <a:pt x="510" y="722"/>
                  <a:pt x="515" y="722"/>
                  <a:pt x="521" y="723"/>
                </a:cubicBezTo>
                <a:cubicBezTo>
                  <a:pt x="526" y="723"/>
                  <a:pt x="533" y="724"/>
                  <a:pt x="540" y="725"/>
                </a:cubicBezTo>
                <a:cubicBezTo>
                  <a:pt x="547" y="726"/>
                  <a:pt x="554" y="728"/>
                  <a:pt x="561" y="729"/>
                </a:cubicBezTo>
                <a:cubicBezTo>
                  <a:pt x="576" y="732"/>
                  <a:pt x="590" y="736"/>
                  <a:pt x="601" y="739"/>
                </a:cubicBezTo>
                <a:cubicBezTo>
                  <a:pt x="607" y="741"/>
                  <a:pt x="611" y="743"/>
                  <a:pt x="614" y="744"/>
                </a:cubicBezTo>
                <a:cubicBezTo>
                  <a:pt x="617" y="745"/>
                  <a:pt x="619" y="745"/>
                  <a:pt x="619" y="745"/>
                </a:cubicBezTo>
                <a:lnTo>
                  <a:pt x="603" y="791"/>
                </a:lnTo>
                <a:cubicBezTo>
                  <a:pt x="603" y="791"/>
                  <a:pt x="601" y="790"/>
                  <a:pt x="598" y="789"/>
                </a:cubicBezTo>
                <a:cubicBezTo>
                  <a:pt x="595" y="788"/>
                  <a:pt x="592" y="787"/>
                  <a:pt x="587" y="785"/>
                </a:cubicBezTo>
                <a:cubicBezTo>
                  <a:pt x="577" y="782"/>
                  <a:pt x="564" y="779"/>
                  <a:pt x="551" y="776"/>
                </a:cubicBezTo>
                <a:cubicBezTo>
                  <a:pt x="545" y="775"/>
                  <a:pt x="538" y="774"/>
                  <a:pt x="532" y="773"/>
                </a:cubicBezTo>
                <a:cubicBezTo>
                  <a:pt x="526" y="772"/>
                  <a:pt x="520" y="771"/>
                  <a:pt x="515" y="770"/>
                </a:cubicBezTo>
                <a:cubicBezTo>
                  <a:pt x="510" y="770"/>
                  <a:pt x="506" y="769"/>
                  <a:pt x="503" y="769"/>
                </a:cubicBezTo>
                <a:cubicBezTo>
                  <a:pt x="501" y="769"/>
                  <a:pt x="499" y="769"/>
                  <a:pt x="499" y="769"/>
                </a:cubicBezTo>
                <a:lnTo>
                  <a:pt x="502" y="721"/>
                </a:lnTo>
                <a:close/>
                <a:moveTo>
                  <a:pt x="779" y="648"/>
                </a:moveTo>
                <a:cubicBezTo>
                  <a:pt x="779" y="648"/>
                  <a:pt x="779" y="650"/>
                  <a:pt x="779" y="653"/>
                </a:cubicBezTo>
                <a:cubicBezTo>
                  <a:pt x="779" y="657"/>
                  <a:pt x="780" y="662"/>
                  <a:pt x="780" y="667"/>
                </a:cubicBezTo>
                <a:cubicBezTo>
                  <a:pt x="780" y="679"/>
                  <a:pt x="780" y="694"/>
                  <a:pt x="778" y="709"/>
                </a:cubicBezTo>
                <a:cubicBezTo>
                  <a:pt x="777" y="724"/>
                  <a:pt x="774" y="739"/>
                  <a:pt x="772" y="750"/>
                </a:cubicBezTo>
                <a:cubicBezTo>
                  <a:pt x="770" y="761"/>
                  <a:pt x="768" y="768"/>
                  <a:pt x="768" y="768"/>
                </a:cubicBezTo>
                <a:lnTo>
                  <a:pt x="721" y="758"/>
                </a:lnTo>
                <a:cubicBezTo>
                  <a:pt x="721" y="758"/>
                  <a:pt x="722" y="751"/>
                  <a:pt x="725" y="742"/>
                </a:cubicBezTo>
                <a:cubicBezTo>
                  <a:pt x="727" y="731"/>
                  <a:pt x="729" y="718"/>
                  <a:pt x="730" y="705"/>
                </a:cubicBezTo>
                <a:cubicBezTo>
                  <a:pt x="731" y="691"/>
                  <a:pt x="732" y="678"/>
                  <a:pt x="732" y="669"/>
                </a:cubicBezTo>
                <a:cubicBezTo>
                  <a:pt x="732" y="663"/>
                  <a:pt x="731" y="659"/>
                  <a:pt x="731" y="657"/>
                </a:cubicBezTo>
                <a:cubicBezTo>
                  <a:pt x="731" y="654"/>
                  <a:pt x="731" y="652"/>
                  <a:pt x="731" y="652"/>
                </a:cubicBezTo>
                <a:lnTo>
                  <a:pt x="779" y="648"/>
                </a:lnTo>
                <a:close/>
                <a:moveTo>
                  <a:pt x="710" y="482"/>
                </a:moveTo>
                <a:cubicBezTo>
                  <a:pt x="710" y="482"/>
                  <a:pt x="711" y="484"/>
                  <a:pt x="713" y="486"/>
                </a:cubicBezTo>
                <a:cubicBezTo>
                  <a:pt x="714" y="489"/>
                  <a:pt x="717" y="493"/>
                  <a:pt x="719" y="498"/>
                </a:cubicBezTo>
                <a:cubicBezTo>
                  <a:pt x="725" y="507"/>
                  <a:pt x="733" y="520"/>
                  <a:pt x="739" y="533"/>
                </a:cubicBezTo>
                <a:cubicBezTo>
                  <a:pt x="745" y="547"/>
                  <a:pt x="752" y="560"/>
                  <a:pt x="756" y="570"/>
                </a:cubicBezTo>
                <a:cubicBezTo>
                  <a:pt x="760" y="580"/>
                  <a:pt x="763" y="587"/>
                  <a:pt x="763" y="587"/>
                </a:cubicBezTo>
                <a:lnTo>
                  <a:pt x="718" y="605"/>
                </a:lnTo>
                <a:cubicBezTo>
                  <a:pt x="718" y="605"/>
                  <a:pt x="716" y="599"/>
                  <a:pt x="711" y="589"/>
                </a:cubicBezTo>
                <a:cubicBezTo>
                  <a:pt x="708" y="579"/>
                  <a:pt x="701" y="567"/>
                  <a:pt x="695" y="555"/>
                </a:cubicBezTo>
                <a:cubicBezTo>
                  <a:pt x="690" y="542"/>
                  <a:pt x="683" y="531"/>
                  <a:pt x="678" y="522"/>
                </a:cubicBezTo>
                <a:cubicBezTo>
                  <a:pt x="675" y="518"/>
                  <a:pt x="673" y="514"/>
                  <a:pt x="672" y="511"/>
                </a:cubicBezTo>
                <a:cubicBezTo>
                  <a:pt x="670" y="509"/>
                  <a:pt x="669" y="507"/>
                  <a:pt x="669" y="507"/>
                </a:cubicBezTo>
                <a:lnTo>
                  <a:pt x="710" y="482"/>
                </a:lnTo>
                <a:close/>
                <a:moveTo>
                  <a:pt x="603" y="346"/>
                </a:moveTo>
                <a:cubicBezTo>
                  <a:pt x="603" y="346"/>
                  <a:pt x="604" y="348"/>
                  <a:pt x="606" y="350"/>
                </a:cubicBezTo>
                <a:cubicBezTo>
                  <a:pt x="608" y="352"/>
                  <a:pt x="612" y="355"/>
                  <a:pt x="615" y="360"/>
                </a:cubicBezTo>
                <a:cubicBezTo>
                  <a:pt x="622" y="368"/>
                  <a:pt x="633" y="378"/>
                  <a:pt x="642" y="390"/>
                </a:cubicBezTo>
                <a:cubicBezTo>
                  <a:pt x="651" y="401"/>
                  <a:pt x="661" y="413"/>
                  <a:pt x="667" y="421"/>
                </a:cubicBezTo>
                <a:cubicBezTo>
                  <a:pt x="674" y="430"/>
                  <a:pt x="678" y="436"/>
                  <a:pt x="678" y="436"/>
                </a:cubicBezTo>
                <a:lnTo>
                  <a:pt x="639" y="464"/>
                </a:lnTo>
                <a:cubicBezTo>
                  <a:pt x="639" y="464"/>
                  <a:pt x="635" y="459"/>
                  <a:pt x="629" y="450"/>
                </a:cubicBezTo>
                <a:cubicBezTo>
                  <a:pt x="623" y="442"/>
                  <a:pt x="614" y="432"/>
                  <a:pt x="605" y="421"/>
                </a:cubicBezTo>
                <a:cubicBezTo>
                  <a:pt x="596" y="410"/>
                  <a:pt x="587" y="400"/>
                  <a:pt x="580" y="392"/>
                </a:cubicBezTo>
                <a:cubicBezTo>
                  <a:pt x="577" y="388"/>
                  <a:pt x="573" y="385"/>
                  <a:pt x="571" y="383"/>
                </a:cubicBezTo>
                <a:cubicBezTo>
                  <a:pt x="569" y="381"/>
                  <a:pt x="568" y="380"/>
                  <a:pt x="568" y="380"/>
                </a:cubicBezTo>
                <a:lnTo>
                  <a:pt x="603" y="346"/>
                </a:lnTo>
                <a:close/>
                <a:moveTo>
                  <a:pt x="473" y="233"/>
                </a:moveTo>
                <a:cubicBezTo>
                  <a:pt x="473" y="233"/>
                  <a:pt x="478" y="237"/>
                  <a:pt x="487" y="244"/>
                </a:cubicBezTo>
                <a:cubicBezTo>
                  <a:pt x="496" y="250"/>
                  <a:pt x="507" y="259"/>
                  <a:pt x="518" y="268"/>
                </a:cubicBezTo>
                <a:cubicBezTo>
                  <a:pt x="530" y="278"/>
                  <a:pt x="540" y="287"/>
                  <a:pt x="549" y="294"/>
                </a:cubicBezTo>
                <a:cubicBezTo>
                  <a:pt x="553" y="297"/>
                  <a:pt x="556" y="301"/>
                  <a:pt x="558" y="303"/>
                </a:cubicBezTo>
                <a:cubicBezTo>
                  <a:pt x="561" y="305"/>
                  <a:pt x="562" y="306"/>
                  <a:pt x="562" y="306"/>
                </a:cubicBezTo>
                <a:lnTo>
                  <a:pt x="530" y="341"/>
                </a:lnTo>
                <a:cubicBezTo>
                  <a:pt x="530" y="341"/>
                  <a:pt x="529" y="340"/>
                  <a:pt x="526" y="338"/>
                </a:cubicBezTo>
                <a:cubicBezTo>
                  <a:pt x="524" y="336"/>
                  <a:pt x="521" y="333"/>
                  <a:pt x="517" y="330"/>
                </a:cubicBezTo>
                <a:cubicBezTo>
                  <a:pt x="509" y="323"/>
                  <a:pt x="498" y="314"/>
                  <a:pt x="488" y="305"/>
                </a:cubicBezTo>
                <a:cubicBezTo>
                  <a:pt x="477" y="296"/>
                  <a:pt x="466" y="288"/>
                  <a:pt x="458" y="281"/>
                </a:cubicBezTo>
                <a:cubicBezTo>
                  <a:pt x="449" y="275"/>
                  <a:pt x="444" y="271"/>
                  <a:pt x="444" y="271"/>
                </a:cubicBezTo>
                <a:lnTo>
                  <a:pt x="473" y="233"/>
                </a:lnTo>
                <a:close/>
                <a:moveTo>
                  <a:pt x="328" y="139"/>
                </a:moveTo>
                <a:cubicBezTo>
                  <a:pt x="328" y="139"/>
                  <a:pt x="334" y="143"/>
                  <a:pt x="343" y="148"/>
                </a:cubicBezTo>
                <a:cubicBezTo>
                  <a:pt x="353" y="154"/>
                  <a:pt x="365" y="161"/>
                  <a:pt x="377" y="169"/>
                </a:cubicBezTo>
                <a:cubicBezTo>
                  <a:pt x="383" y="172"/>
                  <a:pt x="389" y="176"/>
                  <a:pt x="395" y="180"/>
                </a:cubicBezTo>
                <a:cubicBezTo>
                  <a:pt x="401" y="184"/>
                  <a:pt x="407" y="187"/>
                  <a:pt x="411" y="190"/>
                </a:cubicBezTo>
                <a:cubicBezTo>
                  <a:pt x="420" y="196"/>
                  <a:pt x="426" y="200"/>
                  <a:pt x="426" y="200"/>
                </a:cubicBezTo>
                <a:lnTo>
                  <a:pt x="399" y="239"/>
                </a:lnTo>
                <a:cubicBezTo>
                  <a:pt x="399" y="239"/>
                  <a:pt x="394" y="235"/>
                  <a:pt x="384" y="229"/>
                </a:cubicBezTo>
                <a:cubicBezTo>
                  <a:pt x="380" y="227"/>
                  <a:pt x="375" y="223"/>
                  <a:pt x="369" y="220"/>
                </a:cubicBezTo>
                <a:cubicBezTo>
                  <a:pt x="364" y="216"/>
                  <a:pt x="358" y="213"/>
                  <a:pt x="352" y="209"/>
                </a:cubicBezTo>
                <a:cubicBezTo>
                  <a:pt x="340" y="201"/>
                  <a:pt x="328" y="194"/>
                  <a:pt x="319" y="189"/>
                </a:cubicBezTo>
                <a:cubicBezTo>
                  <a:pt x="310" y="184"/>
                  <a:pt x="304" y="180"/>
                  <a:pt x="304" y="180"/>
                </a:cubicBezTo>
                <a:lnTo>
                  <a:pt x="328" y="139"/>
                </a:lnTo>
                <a:close/>
                <a:moveTo>
                  <a:pt x="174" y="61"/>
                </a:moveTo>
                <a:cubicBezTo>
                  <a:pt x="174" y="61"/>
                  <a:pt x="201" y="73"/>
                  <a:pt x="227" y="85"/>
                </a:cubicBezTo>
                <a:cubicBezTo>
                  <a:pt x="253" y="98"/>
                  <a:pt x="278" y="111"/>
                  <a:pt x="278" y="111"/>
                </a:cubicBezTo>
                <a:lnTo>
                  <a:pt x="256" y="154"/>
                </a:lnTo>
                <a:cubicBezTo>
                  <a:pt x="256" y="154"/>
                  <a:pt x="232" y="141"/>
                  <a:pt x="206" y="129"/>
                </a:cubicBezTo>
                <a:cubicBezTo>
                  <a:pt x="181" y="116"/>
                  <a:pt x="155" y="105"/>
                  <a:pt x="155" y="105"/>
                </a:cubicBezTo>
                <a:lnTo>
                  <a:pt x="174" y="61"/>
                </a:lnTo>
                <a:close/>
                <a:moveTo>
                  <a:pt x="14" y="0"/>
                </a:moveTo>
                <a:cubicBezTo>
                  <a:pt x="14" y="0"/>
                  <a:pt x="15" y="1"/>
                  <a:pt x="18" y="2"/>
                </a:cubicBezTo>
                <a:cubicBezTo>
                  <a:pt x="21" y="3"/>
                  <a:pt x="25" y="4"/>
                  <a:pt x="31" y="6"/>
                </a:cubicBezTo>
                <a:cubicBezTo>
                  <a:pt x="42" y="9"/>
                  <a:pt x="55" y="14"/>
                  <a:pt x="69" y="19"/>
                </a:cubicBezTo>
                <a:cubicBezTo>
                  <a:pt x="96" y="29"/>
                  <a:pt x="123" y="40"/>
                  <a:pt x="123" y="40"/>
                </a:cubicBezTo>
                <a:lnTo>
                  <a:pt x="105" y="84"/>
                </a:lnTo>
                <a:cubicBezTo>
                  <a:pt x="105" y="84"/>
                  <a:pt x="79" y="74"/>
                  <a:pt x="53" y="63"/>
                </a:cubicBezTo>
                <a:cubicBezTo>
                  <a:pt x="40" y="59"/>
                  <a:pt x="26" y="54"/>
                  <a:pt x="16" y="51"/>
                </a:cubicBezTo>
                <a:cubicBezTo>
                  <a:pt x="11" y="49"/>
                  <a:pt x="7" y="48"/>
                  <a:pt x="4" y="47"/>
                </a:cubicBezTo>
                <a:cubicBezTo>
                  <a:pt x="2" y="47"/>
                  <a:pt x="0" y="46"/>
                  <a:pt x="0" y="46"/>
                </a:cubicBezTo>
                <a:lnTo>
                  <a:pt x="14" y="0"/>
                </a:lnTo>
                <a:close/>
                <a:moveTo>
                  <a:pt x="844" y="994"/>
                </a:moveTo>
                <a:lnTo>
                  <a:pt x="886" y="970"/>
                </a:lnTo>
                <a:cubicBezTo>
                  <a:pt x="886" y="970"/>
                  <a:pt x="882" y="963"/>
                  <a:pt x="876" y="954"/>
                </a:cubicBezTo>
                <a:cubicBezTo>
                  <a:pt x="873" y="949"/>
                  <a:pt x="870" y="944"/>
                  <a:pt x="866" y="939"/>
                </a:cubicBezTo>
                <a:cubicBezTo>
                  <a:pt x="862" y="933"/>
                  <a:pt x="857" y="927"/>
                  <a:pt x="853" y="921"/>
                </a:cubicBezTo>
                <a:cubicBezTo>
                  <a:pt x="844" y="909"/>
                  <a:pt x="835" y="898"/>
                  <a:pt x="827" y="889"/>
                </a:cubicBezTo>
                <a:cubicBezTo>
                  <a:pt x="823" y="885"/>
                  <a:pt x="821" y="881"/>
                  <a:pt x="818" y="879"/>
                </a:cubicBezTo>
                <a:cubicBezTo>
                  <a:pt x="816" y="877"/>
                  <a:pt x="814" y="875"/>
                  <a:pt x="814" y="875"/>
                </a:cubicBezTo>
                <a:lnTo>
                  <a:pt x="779" y="908"/>
                </a:lnTo>
                <a:cubicBezTo>
                  <a:pt x="779" y="908"/>
                  <a:pt x="780" y="909"/>
                  <a:pt x="782" y="911"/>
                </a:cubicBezTo>
                <a:cubicBezTo>
                  <a:pt x="784" y="913"/>
                  <a:pt x="787" y="916"/>
                  <a:pt x="790" y="920"/>
                </a:cubicBezTo>
                <a:cubicBezTo>
                  <a:pt x="797" y="928"/>
                  <a:pt x="805" y="939"/>
                  <a:pt x="814" y="949"/>
                </a:cubicBezTo>
                <a:cubicBezTo>
                  <a:pt x="817" y="955"/>
                  <a:pt x="822" y="960"/>
                  <a:pt x="825" y="965"/>
                </a:cubicBezTo>
                <a:cubicBezTo>
                  <a:pt x="828" y="971"/>
                  <a:pt x="832" y="976"/>
                  <a:pt x="835" y="980"/>
                </a:cubicBezTo>
                <a:cubicBezTo>
                  <a:pt x="841" y="988"/>
                  <a:pt x="844" y="994"/>
                  <a:pt x="844" y="994"/>
                </a:cubicBezTo>
                <a:close/>
                <a:moveTo>
                  <a:pt x="904" y="1144"/>
                </a:moveTo>
                <a:lnTo>
                  <a:pt x="951" y="1133"/>
                </a:lnTo>
                <a:cubicBezTo>
                  <a:pt x="951" y="1133"/>
                  <a:pt x="944" y="1104"/>
                  <a:pt x="934" y="1076"/>
                </a:cubicBezTo>
                <a:cubicBezTo>
                  <a:pt x="932" y="1069"/>
                  <a:pt x="929" y="1062"/>
                  <a:pt x="927" y="1056"/>
                </a:cubicBezTo>
                <a:cubicBezTo>
                  <a:pt x="924" y="1049"/>
                  <a:pt x="922" y="1043"/>
                  <a:pt x="920" y="1038"/>
                </a:cubicBezTo>
                <a:cubicBezTo>
                  <a:pt x="915" y="1027"/>
                  <a:pt x="912" y="1021"/>
                  <a:pt x="912" y="1021"/>
                </a:cubicBezTo>
                <a:lnTo>
                  <a:pt x="868" y="1041"/>
                </a:lnTo>
                <a:cubicBezTo>
                  <a:pt x="868" y="1041"/>
                  <a:pt x="871" y="1047"/>
                  <a:pt x="875" y="1057"/>
                </a:cubicBezTo>
                <a:cubicBezTo>
                  <a:pt x="877" y="1061"/>
                  <a:pt x="879" y="1067"/>
                  <a:pt x="882" y="1073"/>
                </a:cubicBezTo>
                <a:cubicBezTo>
                  <a:pt x="884" y="1079"/>
                  <a:pt x="886" y="1085"/>
                  <a:pt x="889" y="1092"/>
                </a:cubicBezTo>
                <a:cubicBezTo>
                  <a:pt x="898" y="1118"/>
                  <a:pt x="904" y="1144"/>
                  <a:pt x="904" y="1144"/>
                </a:cubicBezTo>
                <a:close/>
                <a:moveTo>
                  <a:pt x="925" y="1307"/>
                </a:moveTo>
                <a:lnTo>
                  <a:pt x="973" y="1306"/>
                </a:lnTo>
                <a:cubicBezTo>
                  <a:pt x="973" y="1306"/>
                  <a:pt x="973" y="1304"/>
                  <a:pt x="973" y="1301"/>
                </a:cubicBezTo>
                <a:cubicBezTo>
                  <a:pt x="973" y="1298"/>
                  <a:pt x="972" y="1293"/>
                  <a:pt x="972" y="1288"/>
                </a:cubicBezTo>
                <a:cubicBezTo>
                  <a:pt x="972" y="1277"/>
                  <a:pt x="971" y="1263"/>
                  <a:pt x="970" y="1248"/>
                </a:cubicBezTo>
                <a:cubicBezTo>
                  <a:pt x="969" y="1233"/>
                  <a:pt x="967" y="1219"/>
                  <a:pt x="966" y="1208"/>
                </a:cubicBezTo>
                <a:cubicBezTo>
                  <a:pt x="965" y="1202"/>
                  <a:pt x="964" y="1198"/>
                  <a:pt x="964" y="1195"/>
                </a:cubicBezTo>
                <a:cubicBezTo>
                  <a:pt x="963" y="1192"/>
                  <a:pt x="963" y="1190"/>
                  <a:pt x="963" y="1190"/>
                </a:cubicBezTo>
                <a:lnTo>
                  <a:pt x="915" y="1198"/>
                </a:lnTo>
                <a:cubicBezTo>
                  <a:pt x="915" y="1198"/>
                  <a:pt x="916" y="1199"/>
                  <a:pt x="916" y="1202"/>
                </a:cubicBezTo>
                <a:cubicBezTo>
                  <a:pt x="916" y="1206"/>
                  <a:pt x="917" y="1209"/>
                  <a:pt x="917" y="1215"/>
                </a:cubicBezTo>
                <a:cubicBezTo>
                  <a:pt x="918" y="1225"/>
                  <a:pt x="920" y="1239"/>
                  <a:pt x="922" y="1253"/>
                </a:cubicBezTo>
                <a:cubicBezTo>
                  <a:pt x="923" y="1266"/>
                  <a:pt x="923" y="1280"/>
                  <a:pt x="924" y="1291"/>
                </a:cubicBezTo>
                <a:cubicBezTo>
                  <a:pt x="924" y="1296"/>
                  <a:pt x="924" y="1300"/>
                  <a:pt x="924" y="1303"/>
                </a:cubicBezTo>
                <a:cubicBezTo>
                  <a:pt x="925" y="1305"/>
                  <a:pt x="925" y="1307"/>
                  <a:pt x="925" y="1307"/>
                </a:cubicBezTo>
                <a:close/>
                <a:moveTo>
                  <a:pt x="912" y="1469"/>
                </a:moveTo>
                <a:lnTo>
                  <a:pt x="960" y="1478"/>
                </a:lnTo>
                <a:cubicBezTo>
                  <a:pt x="960" y="1478"/>
                  <a:pt x="961" y="1471"/>
                  <a:pt x="962" y="1460"/>
                </a:cubicBezTo>
                <a:cubicBezTo>
                  <a:pt x="964" y="1449"/>
                  <a:pt x="966" y="1435"/>
                  <a:pt x="968" y="1420"/>
                </a:cubicBezTo>
                <a:cubicBezTo>
                  <a:pt x="969" y="1413"/>
                  <a:pt x="969" y="1406"/>
                  <a:pt x="970" y="1399"/>
                </a:cubicBezTo>
                <a:cubicBezTo>
                  <a:pt x="970" y="1392"/>
                  <a:pt x="971" y="1386"/>
                  <a:pt x="971" y="1380"/>
                </a:cubicBezTo>
                <a:cubicBezTo>
                  <a:pt x="972" y="1375"/>
                  <a:pt x="972" y="1370"/>
                  <a:pt x="972" y="1367"/>
                </a:cubicBezTo>
                <a:cubicBezTo>
                  <a:pt x="972" y="1364"/>
                  <a:pt x="972" y="1362"/>
                  <a:pt x="972" y="1362"/>
                </a:cubicBezTo>
                <a:lnTo>
                  <a:pt x="924" y="1360"/>
                </a:lnTo>
                <a:cubicBezTo>
                  <a:pt x="924" y="1360"/>
                  <a:pt x="924" y="1362"/>
                  <a:pt x="924" y="1365"/>
                </a:cubicBezTo>
                <a:cubicBezTo>
                  <a:pt x="924" y="1368"/>
                  <a:pt x="924" y="1372"/>
                  <a:pt x="923" y="1377"/>
                </a:cubicBezTo>
                <a:cubicBezTo>
                  <a:pt x="923" y="1383"/>
                  <a:pt x="922" y="1389"/>
                  <a:pt x="922" y="1395"/>
                </a:cubicBezTo>
                <a:cubicBezTo>
                  <a:pt x="921" y="1401"/>
                  <a:pt x="921" y="1408"/>
                  <a:pt x="920" y="1415"/>
                </a:cubicBezTo>
                <a:cubicBezTo>
                  <a:pt x="918" y="1428"/>
                  <a:pt x="916" y="1442"/>
                  <a:pt x="915" y="1453"/>
                </a:cubicBezTo>
                <a:cubicBezTo>
                  <a:pt x="913" y="1463"/>
                  <a:pt x="912" y="1469"/>
                  <a:pt x="912" y="1469"/>
                </a:cubicBezTo>
                <a:close/>
                <a:moveTo>
                  <a:pt x="868" y="1629"/>
                </a:moveTo>
                <a:lnTo>
                  <a:pt x="913" y="1646"/>
                </a:lnTo>
                <a:cubicBezTo>
                  <a:pt x="913" y="1646"/>
                  <a:pt x="916" y="1639"/>
                  <a:pt x="919" y="1629"/>
                </a:cubicBezTo>
                <a:cubicBezTo>
                  <a:pt x="923" y="1618"/>
                  <a:pt x="928" y="1604"/>
                  <a:pt x="932" y="1591"/>
                </a:cubicBezTo>
                <a:cubicBezTo>
                  <a:pt x="937" y="1577"/>
                  <a:pt x="940" y="1563"/>
                  <a:pt x="944" y="1552"/>
                </a:cubicBezTo>
                <a:cubicBezTo>
                  <a:pt x="946" y="1541"/>
                  <a:pt x="948" y="1534"/>
                  <a:pt x="948" y="1534"/>
                </a:cubicBezTo>
                <a:lnTo>
                  <a:pt x="902" y="1523"/>
                </a:lnTo>
                <a:cubicBezTo>
                  <a:pt x="902" y="1523"/>
                  <a:pt x="900" y="1530"/>
                  <a:pt x="897" y="1540"/>
                </a:cubicBezTo>
                <a:cubicBezTo>
                  <a:pt x="894" y="1550"/>
                  <a:pt x="891" y="1563"/>
                  <a:pt x="886" y="1577"/>
                </a:cubicBezTo>
                <a:cubicBezTo>
                  <a:pt x="882" y="1590"/>
                  <a:pt x="878" y="1603"/>
                  <a:pt x="874" y="1613"/>
                </a:cubicBezTo>
                <a:cubicBezTo>
                  <a:pt x="871" y="1622"/>
                  <a:pt x="868" y="1629"/>
                  <a:pt x="868" y="1629"/>
                </a:cubicBezTo>
                <a:close/>
                <a:moveTo>
                  <a:pt x="794" y="1777"/>
                </a:moveTo>
                <a:lnTo>
                  <a:pt x="835" y="1802"/>
                </a:lnTo>
                <a:cubicBezTo>
                  <a:pt x="835" y="1802"/>
                  <a:pt x="836" y="1800"/>
                  <a:pt x="838" y="1798"/>
                </a:cubicBezTo>
                <a:cubicBezTo>
                  <a:pt x="839" y="1795"/>
                  <a:pt x="842" y="1791"/>
                  <a:pt x="844" y="1786"/>
                </a:cubicBezTo>
                <a:cubicBezTo>
                  <a:pt x="847" y="1781"/>
                  <a:pt x="850" y="1776"/>
                  <a:pt x="853" y="1770"/>
                </a:cubicBezTo>
                <a:cubicBezTo>
                  <a:pt x="857" y="1764"/>
                  <a:pt x="860" y="1758"/>
                  <a:pt x="864" y="1751"/>
                </a:cubicBezTo>
                <a:cubicBezTo>
                  <a:pt x="871" y="1738"/>
                  <a:pt x="877" y="1725"/>
                  <a:pt x="881" y="1715"/>
                </a:cubicBezTo>
                <a:cubicBezTo>
                  <a:pt x="884" y="1710"/>
                  <a:pt x="886" y="1706"/>
                  <a:pt x="887" y="1703"/>
                </a:cubicBezTo>
                <a:cubicBezTo>
                  <a:pt x="888" y="1701"/>
                  <a:pt x="889" y="1699"/>
                  <a:pt x="889" y="1699"/>
                </a:cubicBezTo>
                <a:lnTo>
                  <a:pt x="845" y="1679"/>
                </a:lnTo>
                <a:cubicBezTo>
                  <a:pt x="845" y="1679"/>
                  <a:pt x="845" y="1681"/>
                  <a:pt x="843" y="1683"/>
                </a:cubicBezTo>
                <a:cubicBezTo>
                  <a:pt x="842" y="1686"/>
                  <a:pt x="840" y="1690"/>
                  <a:pt x="838" y="1695"/>
                </a:cubicBezTo>
                <a:cubicBezTo>
                  <a:pt x="833" y="1704"/>
                  <a:pt x="827" y="1717"/>
                  <a:pt x="820" y="1729"/>
                </a:cubicBezTo>
                <a:cubicBezTo>
                  <a:pt x="817" y="1735"/>
                  <a:pt x="814" y="1741"/>
                  <a:pt x="811" y="1747"/>
                </a:cubicBezTo>
                <a:cubicBezTo>
                  <a:pt x="807" y="1752"/>
                  <a:pt x="804" y="1758"/>
                  <a:pt x="802" y="1762"/>
                </a:cubicBezTo>
                <a:cubicBezTo>
                  <a:pt x="799" y="1767"/>
                  <a:pt x="797" y="1771"/>
                  <a:pt x="796" y="1773"/>
                </a:cubicBezTo>
                <a:cubicBezTo>
                  <a:pt x="795" y="1775"/>
                  <a:pt x="794" y="1777"/>
                  <a:pt x="794" y="1777"/>
                </a:cubicBezTo>
                <a:close/>
                <a:moveTo>
                  <a:pt x="699" y="1912"/>
                </a:moveTo>
                <a:lnTo>
                  <a:pt x="736" y="1943"/>
                </a:lnTo>
                <a:cubicBezTo>
                  <a:pt x="736" y="1943"/>
                  <a:pt x="740" y="1938"/>
                  <a:pt x="747" y="1929"/>
                </a:cubicBezTo>
                <a:cubicBezTo>
                  <a:pt x="754" y="1920"/>
                  <a:pt x="763" y="1909"/>
                  <a:pt x="772" y="1898"/>
                </a:cubicBezTo>
                <a:cubicBezTo>
                  <a:pt x="776" y="1892"/>
                  <a:pt x="780" y="1886"/>
                  <a:pt x="784" y="1880"/>
                </a:cubicBezTo>
                <a:cubicBezTo>
                  <a:pt x="788" y="1875"/>
                  <a:pt x="792" y="1869"/>
                  <a:pt x="795" y="1865"/>
                </a:cubicBezTo>
                <a:cubicBezTo>
                  <a:pt x="798" y="1861"/>
                  <a:pt x="801" y="1857"/>
                  <a:pt x="802" y="1854"/>
                </a:cubicBezTo>
                <a:cubicBezTo>
                  <a:pt x="804" y="1852"/>
                  <a:pt x="805" y="1850"/>
                  <a:pt x="805" y="1850"/>
                </a:cubicBezTo>
                <a:lnTo>
                  <a:pt x="765" y="1823"/>
                </a:lnTo>
                <a:cubicBezTo>
                  <a:pt x="765" y="1823"/>
                  <a:pt x="764" y="1825"/>
                  <a:pt x="762" y="1827"/>
                </a:cubicBezTo>
                <a:cubicBezTo>
                  <a:pt x="761" y="1829"/>
                  <a:pt x="758" y="1833"/>
                  <a:pt x="755" y="1837"/>
                </a:cubicBezTo>
                <a:cubicBezTo>
                  <a:pt x="752" y="1841"/>
                  <a:pt x="749" y="1846"/>
                  <a:pt x="745" y="1852"/>
                </a:cubicBezTo>
                <a:cubicBezTo>
                  <a:pt x="742" y="1857"/>
                  <a:pt x="737" y="1862"/>
                  <a:pt x="733" y="1868"/>
                </a:cubicBezTo>
                <a:cubicBezTo>
                  <a:pt x="725" y="1879"/>
                  <a:pt x="716" y="1890"/>
                  <a:pt x="710" y="1898"/>
                </a:cubicBezTo>
                <a:cubicBezTo>
                  <a:pt x="703" y="1907"/>
                  <a:pt x="699" y="1912"/>
                  <a:pt x="699" y="1912"/>
                </a:cubicBezTo>
                <a:close/>
                <a:moveTo>
                  <a:pt x="584" y="2033"/>
                </a:moveTo>
                <a:lnTo>
                  <a:pt x="617" y="2067"/>
                </a:lnTo>
                <a:cubicBezTo>
                  <a:pt x="617" y="2067"/>
                  <a:pt x="638" y="2047"/>
                  <a:pt x="658" y="2027"/>
                </a:cubicBezTo>
                <a:cubicBezTo>
                  <a:pt x="668" y="2016"/>
                  <a:pt x="678" y="2006"/>
                  <a:pt x="686" y="1998"/>
                </a:cubicBezTo>
                <a:cubicBezTo>
                  <a:pt x="693" y="1990"/>
                  <a:pt x="698" y="1985"/>
                  <a:pt x="698" y="1985"/>
                </a:cubicBezTo>
                <a:lnTo>
                  <a:pt x="662" y="1953"/>
                </a:lnTo>
                <a:cubicBezTo>
                  <a:pt x="662" y="1953"/>
                  <a:pt x="657" y="1958"/>
                  <a:pt x="650" y="1966"/>
                </a:cubicBezTo>
                <a:cubicBezTo>
                  <a:pt x="643" y="1973"/>
                  <a:pt x="634" y="1984"/>
                  <a:pt x="624" y="1994"/>
                </a:cubicBezTo>
                <a:cubicBezTo>
                  <a:pt x="605" y="2013"/>
                  <a:pt x="584" y="2033"/>
                  <a:pt x="584" y="2033"/>
                </a:cubicBezTo>
                <a:close/>
                <a:moveTo>
                  <a:pt x="458" y="2141"/>
                </a:moveTo>
                <a:lnTo>
                  <a:pt x="487" y="2179"/>
                </a:lnTo>
                <a:cubicBezTo>
                  <a:pt x="487" y="2179"/>
                  <a:pt x="493" y="2175"/>
                  <a:pt x="501" y="2168"/>
                </a:cubicBezTo>
                <a:cubicBezTo>
                  <a:pt x="510" y="2161"/>
                  <a:pt x="521" y="2153"/>
                  <a:pt x="532" y="2143"/>
                </a:cubicBezTo>
                <a:cubicBezTo>
                  <a:pt x="554" y="2125"/>
                  <a:pt x="576" y="2106"/>
                  <a:pt x="576" y="2106"/>
                </a:cubicBezTo>
                <a:lnTo>
                  <a:pt x="544" y="2070"/>
                </a:lnTo>
                <a:cubicBezTo>
                  <a:pt x="544" y="2070"/>
                  <a:pt x="523" y="2089"/>
                  <a:pt x="501" y="2106"/>
                </a:cubicBezTo>
                <a:cubicBezTo>
                  <a:pt x="490" y="2115"/>
                  <a:pt x="480" y="2124"/>
                  <a:pt x="472" y="2130"/>
                </a:cubicBezTo>
                <a:cubicBezTo>
                  <a:pt x="463" y="2137"/>
                  <a:pt x="458" y="2141"/>
                  <a:pt x="458" y="2141"/>
                </a:cubicBezTo>
                <a:close/>
                <a:moveTo>
                  <a:pt x="321" y="2238"/>
                </a:moveTo>
                <a:lnTo>
                  <a:pt x="347" y="2278"/>
                </a:lnTo>
                <a:cubicBezTo>
                  <a:pt x="347" y="2278"/>
                  <a:pt x="371" y="2262"/>
                  <a:pt x="395" y="2246"/>
                </a:cubicBezTo>
                <a:cubicBezTo>
                  <a:pt x="419" y="2230"/>
                  <a:pt x="442" y="2213"/>
                  <a:pt x="442" y="2213"/>
                </a:cubicBezTo>
                <a:lnTo>
                  <a:pt x="414" y="2174"/>
                </a:lnTo>
                <a:cubicBezTo>
                  <a:pt x="414" y="2174"/>
                  <a:pt x="391" y="2191"/>
                  <a:pt x="368" y="2206"/>
                </a:cubicBezTo>
                <a:cubicBezTo>
                  <a:pt x="344" y="2222"/>
                  <a:pt x="321" y="2238"/>
                  <a:pt x="321" y="2238"/>
                </a:cubicBezTo>
                <a:close/>
                <a:moveTo>
                  <a:pt x="177" y="2323"/>
                </a:moveTo>
                <a:lnTo>
                  <a:pt x="200" y="2365"/>
                </a:lnTo>
                <a:cubicBezTo>
                  <a:pt x="200" y="2365"/>
                  <a:pt x="225" y="2352"/>
                  <a:pt x="250" y="2337"/>
                </a:cubicBezTo>
                <a:cubicBezTo>
                  <a:pt x="275" y="2322"/>
                  <a:pt x="300" y="2308"/>
                  <a:pt x="300" y="2308"/>
                </a:cubicBezTo>
                <a:lnTo>
                  <a:pt x="275" y="2267"/>
                </a:lnTo>
                <a:cubicBezTo>
                  <a:pt x="275" y="2267"/>
                  <a:pt x="251" y="2282"/>
                  <a:pt x="226" y="2296"/>
                </a:cubicBezTo>
                <a:cubicBezTo>
                  <a:pt x="202" y="2310"/>
                  <a:pt x="177" y="2323"/>
                  <a:pt x="177" y="2323"/>
                </a:cubicBezTo>
                <a:close/>
                <a:moveTo>
                  <a:pt x="27" y="2397"/>
                </a:moveTo>
                <a:lnTo>
                  <a:pt x="46" y="2441"/>
                </a:lnTo>
                <a:cubicBezTo>
                  <a:pt x="46" y="2441"/>
                  <a:pt x="73" y="2430"/>
                  <a:pt x="99" y="2417"/>
                </a:cubicBezTo>
                <a:cubicBezTo>
                  <a:pt x="125" y="2405"/>
                  <a:pt x="150" y="2392"/>
                  <a:pt x="150" y="2392"/>
                </a:cubicBezTo>
                <a:lnTo>
                  <a:pt x="128" y="2349"/>
                </a:lnTo>
                <a:cubicBezTo>
                  <a:pt x="128" y="2349"/>
                  <a:pt x="104" y="2362"/>
                  <a:pt x="78" y="2374"/>
                </a:cubicBezTo>
                <a:cubicBezTo>
                  <a:pt x="52" y="2386"/>
                  <a:pt x="27" y="2397"/>
                  <a:pt x="27" y="2397"/>
                </a:cubicBezTo>
                <a:close/>
              </a:path>
            </a:pathLst>
          </a:custGeom>
          <a:solidFill>
            <a:srgbClr val="FDFDFD">
              <a:alpha val="97000"/>
            </a:srgbClr>
          </a:solidFill>
          <a:ln w="3429" cap="flat">
            <a:noFill/>
            <a:prstDash val="solid"/>
            <a:miter/>
          </a:ln>
        </p:spPr>
        <p:txBody>
          <a:bodyPr wrap="square" rtlCol="0" anchor="ctr">
            <a:noAutofit/>
          </a:bodyPr>
          <a:lstStyle/>
          <a:p>
            <a:endParaRPr lang="zh-CN" altLang="en-US">
              <a:cs typeface="+mn-ea"/>
              <a:sym typeface="+mn-lt"/>
            </a:endParaRPr>
          </a:p>
        </p:txBody>
      </p:sp>
      <p:sp>
        <p:nvSpPr>
          <p:cNvPr id="131" name="任意多边形: 形状 130"/>
          <p:cNvSpPr/>
          <p:nvPr>
            <p:custDataLst>
              <p:tags r:id="rId23"/>
            </p:custDataLst>
          </p:nvPr>
        </p:nvSpPr>
        <p:spPr>
          <a:xfrm>
            <a:off x="11319510" y="3133725"/>
            <a:ext cx="692785" cy="800735"/>
          </a:xfrm>
          <a:custGeom>
            <a:avLst/>
            <a:gdLst>
              <a:gd name="connsiteX0" fmla="*/ 454725 w 829846"/>
              <a:gd name="connsiteY0" fmla="*/ 893243 h 893242"/>
              <a:gd name="connsiteX1" fmla="*/ 448554 w 829846"/>
              <a:gd name="connsiteY1" fmla="*/ 891528 h 893242"/>
              <a:gd name="connsiteX2" fmla="*/ 5869 w 829846"/>
              <a:gd name="connsiteY2" fmla="*/ 624752 h 893242"/>
              <a:gd name="connsiteX3" fmla="*/ 1755 w 829846"/>
              <a:gd name="connsiteY3" fmla="*/ 608293 h 893242"/>
              <a:gd name="connsiteX4" fmla="*/ 364885 w 829846"/>
              <a:gd name="connsiteY4" fmla="*/ 5817 h 893242"/>
              <a:gd name="connsiteX5" fmla="*/ 372429 w 829846"/>
              <a:gd name="connsiteY5" fmla="*/ 331 h 893242"/>
              <a:gd name="connsiteX6" fmla="*/ 381345 w 829846"/>
              <a:gd name="connsiteY6" fmla="*/ 1703 h 893242"/>
              <a:gd name="connsiteX7" fmla="*/ 824029 w 829846"/>
              <a:gd name="connsiteY7" fmla="*/ 268479 h 893242"/>
              <a:gd name="connsiteX8" fmla="*/ 829515 w 829846"/>
              <a:gd name="connsiteY8" fmla="*/ 276023 h 893242"/>
              <a:gd name="connsiteX9" fmla="*/ 828144 w 829846"/>
              <a:gd name="connsiteY9" fmla="*/ 284938 h 893242"/>
              <a:gd name="connsiteX10" fmla="*/ 465012 w 829846"/>
              <a:gd name="connsiteY10" fmla="*/ 887414 h 893242"/>
              <a:gd name="connsiteX11" fmla="*/ 454725 w 829846"/>
              <a:gd name="connsiteY11" fmla="*/ 893243 h 893242"/>
              <a:gd name="connsiteX12" fmla="*/ 28501 w 829846"/>
              <a:gd name="connsiteY12" fmla="*/ 610350 h 893242"/>
              <a:gd name="connsiteX13" fmla="*/ 450610 w 829846"/>
              <a:gd name="connsiteY13" fmla="*/ 864782 h 893242"/>
              <a:gd name="connsiteX14" fmla="*/ 801397 w 829846"/>
              <a:gd name="connsiteY14" fmla="*/ 282881 h 893242"/>
              <a:gd name="connsiteX15" fmla="*/ 379287 w 829846"/>
              <a:gd name="connsiteY15" fmla="*/ 28449 h 893242"/>
              <a:gd name="connsiteX16" fmla="*/ 28501 w 829846"/>
              <a:gd name="connsiteY16" fmla="*/ 610350 h 893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91" h="1261">
                <a:moveTo>
                  <a:pt x="587" y="1154"/>
                </a:moveTo>
                <a:cubicBezTo>
                  <a:pt x="585" y="1154"/>
                  <a:pt x="582" y="1153"/>
                  <a:pt x="579" y="1152"/>
                </a:cubicBezTo>
                <a:lnTo>
                  <a:pt x="8" y="807"/>
                </a:lnTo>
                <a:cubicBezTo>
                  <a:pt x="0" y="803"/>
                  <a:pt x="-2" y="793"/>
                  <a:pt x="2" y="786"/>
                </a:cubicBezTo>
                <a:lnTo>
                  <a:pt x="471" y="8"/>
                </a:lnTo>
                <a:cubicBezTo>
                  <a:pt x="474" y="4"/>
                  <a:pt x="477" y="1"/>
                  <a:pt x="481" y="0"/>
                </a:cubicBezTo>
                <a:cubicBezTo>
                  <a:pt x="485" y="0"/>
                  <a:pt x="490" y="0"/>
                  <a:pt x="493" y="2"/>
                </a:cubicBezTo>
                <a:lnTo>
                  <a:pt x="1064" y="347"/>
                </a:lnTo>
                <a:cubicBezTo>
                  <a:pt x="1068" y="349"/>
                  <a:pt x="1071" y="353"/>
                  <a:pt x="1072" y="357"/>
                </a:cubicBezTo>
                <a:cubicBezTo>
                  <a:pt x="1072" y="361"/>
                  <a:pt x="1072" y="365"/>
                  <a:pt x="1070" y="368"/>
                </a:cubicBezTo>
                <a:lnTo>
                  <a:pt x="601" y="1146"/>
                </a:lnTo>
                <a:cubicBezTo>
                  <a:pt x="598" y="1151"/>
                  <a:pt x="593" y="1154"/>
                  <a:pt x="587" y="1154"/>
                </a:cubicBezTo>
                <a:close/>
                <a:moveTo>
                  <a:pt x="37" y="789"/>
                </a:moveTo>
                <a:lnTo>
                  <a:pt x="582" y="1117"/>
                </a:lnTo>
                <a:lnTo>
                  <a:pt x="1035" y="365"/>
                </a:lnTo>
                <a:lnTo>
                  <a:pt x="490" y="37"/>
                </a:lnTo>
                <a:lnTo>
                  <a:pt x="37" y="789"/>
                </a:lnTo>
                <a:close/>
                <a:moveTo>
                  <a:pt x="606" y="1261"/>
                </a:moveTo>
                <a:cubicBezTo>
                  <a:pt x="604" y="1261"/>
                  <a:pt x="601" y="1260"/>
                  <a:pt x="598" y="1259"/>
                </a:cubicBezTo>
                <a:lnTo>
                  <a:pt x="27" y="914"/>
                </a:lnTo>
                <a:cubicBezTo>
                  <a:pt x="23" y="912"/>
                  <a:pt x="20" y="909"/>
                  <a:pt x="19" y="905"/>
                </a:cubicBezTo>
                <a:cubicBezTo>
                  <a:pt x="19" y="901"/>
                  <a:pt x="19" y="896"/>
                  <a:pt x="21" y="893"/>
                </a:cubicBezTo>
                <a:lnTo>
                  <a:pt x="37" y="867"/>
                </a:lnTo>
                <a:cubicBezTo>
                  <a:pt x="42" y="859"/>
                  <a:pt x="51" y="857"/>
                  <a:pt x="58" y="862"/>
                </a:cubicBezTo>
                <a:cubicBezTo>
                  <a:pt x="66" y="866"/>
                  <a:pt x="68" y="875"/>
                  <a:pt x="64" y="883"/>
                </a:cubicBezTo>
                <a:lnTo>
                  <a:pt x="56" y="896"/>
                </a:lnTo>
                <a:lnTo>
                  <a:pt x="601" y="1224"/>
                </a:lnTo>
                <a:lnTo>
                  <a:pt x="1054" y="473"/>
                </a:lnTo>
                <a:lnTo>
                  <a:pt x="1044" y="467"/>
                </a:lnTo>
                <a:cubicBezTo>
                  <a:pt x="1037" y="462"/>
                  <a:pt x="1034" y="453"/>
                  <a:pt x="1039" y="446"/>
                </a:cubicBezTo>
                <a:cubicBezTo>
                  <a:pt x="1043" y="438"/>
                  <a:pt x="1053" y="436"/>
                  <a:pt x="1060" y="440"/>
                </a:cubicBezTo>
                <a:lnTo>
                  <a:pt x="1083" y="454"/>
                </a:lnTo>
                <a:cubicBezTo>
                  <a:pt x="1087" y="457"/>
                  <a:pt x="1090" y="460"/>
                  <a:pt x="1091" y="464"/>
                </a:cubicBezTo>
                <a:cubicBezTo>
                  <a:pt x="1091" y="468"/>
                  <a:pt x="1091" y="473"/>
                  <a:pt x="1089" y="476"/>
                </a:cubicBezTo>
                <a:lnTo>
                  <a:pt x="620" y="1253"/>
                </a:lnTo>
                <a:cubicBezTo>
                  <a:pt x="617" y="1257"/>
                  <a:pt x="614" y="1260"/>
                  <a:pt x="610" y="1261"/>
                </a:cubicBezTo>
                <a:cubicBezTo>
                  <a:pt x="609" y="1261"/>
                  <a:pt x="608" y="1261"/>
                  <a:pt x="606" y="1261"/>
                </a:cubicBezTo>
                <a:close/>
                <a:moveTo>
                  <a:pt x="590" y="447"/>
                </a:moveTo>
                <a:cubicBezTo>
                  <a:pt x="587" y="447"/>
                  <a:pt x="584" y="446"/>
                  <a:pt x="582" y="445"/>
                </a:cubicBezTo>
                <a:lnTo>
                  <a:pt x="384" y="325"/>
                </a:lnTo>
                <a:cubicBezTo>
                  <a:pt x="380" y="323"/>
                  <a:pt x="377" y="319"/>
                  <a:pt x="376" y="315"/>
                </a:cubicBezTo>
                <a:cubicBezTo>
                  <a:pt x="376" y="311"/>
                  <a:pt x="376" y="307"/>
                  <a:pt x="378" y="304"/>
                </a:cubicBezTo>
                <a:lnTo>
                  <a:pt x="495" y="110"/>
                </a:lnTo>
                <a:cubicBezTo>
                  <a:pt x="499" y="102"/>
                  <a:pt x="509" y="100"/>
                  <a:pt x="516" y="104"/>
                </a:cubicBezTo>
                <a:lnTo>
                  <a:pt x="714" y="224"/>
                </a:lnTo>
                <a:cubicBezTo>
                  <a:pt x="722" y="228"/>
                  <a:pt x="724" y="238"/>
                  <a:pt x="720" y="245"/>
                </a:cubicBezTo>
                <a:lnTo>
                  <a:pt x="603" y="439"/>
                </a:lnTo>
                <a:cubicBezTo>
                  <a:pt x="601" y="443"/>
                  <a:pt x="597" y="446"/>
                  <a:pt x="593" y="447"/>
                </a:cubicBezTo>
                <a:cubicBezTo>
                  <a:pt x="592" y="447"/>
                  <a:pt x="591" y="447"/>
                  <a:pt x="590" y="447"/>
                </a:cubicBezTo>
                <a:close/>
                <a:moveTo>
                  <a:pt x="413" y="306"/>
                </a:moveTo>
                <a:lnTo>
                  <a:pt x="584" y="410"/>
                </a:lnTo>
                <a:lnTo>
                  <a:pt x="685" y="243"/>
                </a:lnTo>
                <a:lnTo>
                  <a:pt x="514" y="139"/>
                </a:lnTo>
                <a:lnTo>
                  <a:pt x="413" y="306"/>
                </a:lnTo>
                <a:close/>
                <a:moveTo>
                  <a:pt x="934" y="394"/>
                </a:moveTo>
                <a:cubicBezTo>
                  <a:pt x="932" y="394"/>
                  <a:pt x="929" y="393"/>
                  <a:pt x="927" y="392"/>
                </a:cubicBezTo>
                <a:lnTo>
                  <a:pt x="766" y="295"/>
                </a:lnTo>
                <a:cubicBezTo>
                  <a:pt x="758" y="290"/>
                  <a:pt x="756" y="281"/>
                  <a:pt x="760" y="274"/>
                </a:cubicBezTo>
                <a:cubicBezTo>
                  <a:pt x="765" y="266"/>
                  <a:pt x="774" y="264"/>
                  <a:pt x="781" y="268"/>
                </a:cubicBezTo>
                <a:lnTo>
                  <a:pt x="942" y="365"/>
                </a:lnTo>
                <a:cubicBezTo>
                  <a:pt x="950" y="370"/>
                  <a:pt x="952" y="379"/>
                  <a:pt x="948" y="387"/>
                </a:cubicBezTo>
                <a:cubicBezTo>
                  <a:pt x="945" y="391"/>
                  <a:pt x="940" y="394"/>
                  <a:pt x="934" y="394"/>
                </a:cubicBezTo>
                <a:close/>
                <a:moveTo>
                  <a:pt x="891" y="465"/>
                </a:moveTo>
                <a:cubicBezTo>
                  <a:pt x="889" y="465"/>
                  <a:pt x="886" y="464"/>
                  <a:pt x="884" y="463"/>
                </a:cubicBezTo>
                <a:lnTo>
                  <a:pt x="723" y="366"/>
                </a:lnTo>
                <a:cubicBezTo>
                  <a:pt x="715" y="361"/>
                  <a:pt x="713" y="352"/>
                  <a:pt x="717" y="345"/>
                </a:cubicBezTo>
                <a:cubicBezTo>
                  <a:pt x="722" y="337"/>
                  <a:pt x="731" y="335"/>
                  <a:pt x="738" y="339"/>
                </a:cubicBezTo>
                <a:lnTo>
                  <a:pt x="899" y="436"/>
                </a:lnTo>
                <a:cubicBezTo>
                  <a:pt x="907" y="441"/>
                  <a:pt x="909" y="450"/>
                  <a:pt x="905" y="458"/>
                </a:cubicBezTo>
                <a:cubicBezTo>
                  <a:pt x="902" y="462"/>
                  <a:pt x="897" y="465"/>
                  <a:pt x="891" y="465"/>
                </a:cubicBezTo>
                <a:close/>
                <a:moveTo>
                  <a:pt x="736" y="713"/>
                </a:moveTo>
                <a:cubicBezTo>
                  <a:pt x="734" y="713"/>
                  <a:pt x="731" y="712"/>
                  <a:pt x="728" y="711"/>
                </a:cubicBezTo>
                <a:lnTo>
                  <a:pt x="314" y="461"/>
                </a:lnTo>
                <a:cubicBezTo>
                  <a:pt x="306" y="456"/>
                  <a:pt x="304" y="447"/>
                  <a:pt x="308" y="440"/>
                </a:cubicBezTo>
                <a:cubicBezTo>
                  <a:pt x="313" y="432"/>
                  <a:pt x="322" y="430"/>
                  <a:pt x="330" y="434"/>
                </a:cubicBezTo>
                <a:lnTo>
                  <a:pt x="744" y="684"/>
                </a:lnTo>
                <a:cubicBezTo>
                  <a:pt x="752" y="689"/>
                  <a:pt x="754" y="698"/>
                  <a:pt x="750" y="705"/>
                </a:cubicBezTo>
                <a:cubicBezTo>
                  <a:pt x="747" y="710"/>
                  <a:pt x="742" y="713"/>
                  <a:pt x="736" y="713"/>
                </a:cubicBezTo>
                <a:close/>
                <a:moveTo>
                  <a:pt x="687" y="793"/>
                </a:moveTo>
                <a:cubicBezTo>
                  <a:pt x="685" y="793"/>
                  <a:pt x="682" y="792"/>
                  <a:pt x="679" y="791"/>
                </a:cubicBezTo>
                <a:lnTo>
                  <a:pt x="265" y="541"/>
                </a:lnTo>
                <a:cubicBezTo>
                  <a:pt x="257" y="536"/>
                  <a:pt x="255" y="527"/>
                  <a:pt x="259" y="520"/>
                </a:cubicBezTo>
                <a:cubicBezTo>
                  <a:pt x="264" y="512"/>
                  <a:pt x="273" y="510"/>
                  <a:pt x="281" y="514"/>
                </a:cubicBezTo>
                <a:lnTo>
                  <a:pt x="695" y="764"/>
                </a:lnTo>
                <a:cubicBezTo>
                  <a:pt x="703" y="769"/>
                  <a:pt x="705" y="778"/>
                  <a:pt x="701" y="785"/>
                </a:cubicBezTo>
                <a:cubicBezTo>
                  <a:pt x="698" y="790"/>
                  <a:pt x="693" y="793"/>
                  <a:pt x="687" y="793"/>
                </a:cubicBezTo>
                <a:close/>
                <a:moveTo>
                  <a:pt x="638" y="874"/>
                </a:moveTo>
                <a:cubicBezTo>
                  <a:pt x="636" y="874"/>
                  <a:pt x="633" y="873"/>
                  <a:pt x="630" y="872"/>
                </a:cubicBezTo>
                <a:lnTo>
                  <a:pt x="216" y="622"/>
                </a:lnTo>
                <a:cubicBezTo>
                  <a:pt x="208" y="617"/>
                  <a:pt x="206" y="608"/>
                  <a:pt x="210" y="601"/>
                </a:cubicBezTo>
                <a:cubicBezTo>
                  <a:pt x="215" y="593"/>
                  <a:pt x="224" y="591"/>
                  <a:pt x="232" y="595"/>
                </a:cubicBezTo>
                <a:lnTo>
                  <a:pt x="646" y="845"/>
                </a:lnTo>
                <a:cubicBezTo>
                  <a:pt x="654" y="850"/>
                  <a:pt x="656" y="859"/>
                  <a:pt x="652" y="866"/>
                </a:cubicBezTo>
                <a:cubicBezTo>
                  <a:pt x="649" y="871"/>
                  <a:pt x="644" y="874"/>
                  <a:pt x="638" y="874"/>
                </a:cubicBezTo>
                <a:close/>
              </a:path>
            </a:pathLst>
          </a:custGeom>
          <a:solidFill>
            <a:srgbClr val="FFFFFF">
              <a:alpha val="80000"/>
            </a:srgbClr>
          </a:solidFill>
          <a:ln w="3429" cap="flat">
            <a:noFill/>
            <a:prstDash val="solid"/>
            <a:miter/>
          </a:ln>
        </p:spPr>
        <p:txBody>
          <a:bodyPr wrap="square" rtlCol="0" anchor="ctr">
            <a:noAutofit/>
          </a:bodyPr>
          <a:lstStyle/>
          <a:p>
            <a:endParaRPr lang="zh-CN" altLang="en-US">
              <a:cs typeface="+mn-ea"/>
              <a:sym typeface="+mn-lt"/>
            </a:endParaRPr>
          </a:p>
        </p:txBody>
      </p:sp>
      <p:sp>
        <p:nvSpPr>
          <p:cNvPr id="178" name="任意多边形: 形状 177"/>
          <p:cNvSpPr/>
          <p:nvPr>
            <p:custDataLst>
              <p:tags r:id="rId24"/>
            </p:custDataLst>
          </p:nvPr>
        </p:nvSpPr>
        <p:spPr>
          <a:xfrm>
            <a:off x="7157085" y="1154606"/>
            <a:ext cx="692668" cy="363071"/>
          </a:xfrm>
          <a:custGeom>
            <a:avLst/>
            <a:gdLst>
              <a:gd name="connsiteX0" fmla="*/ 562021 w 692668"/>
              <a:gd name="connsiteY0" fmla="*/ 128228 h 363071"/>
              <a:gd name="connsiteX1" fmla="*/ 456065 w 692668"/>
              <a:gd name="connsiteY1" fmla="*/ 1355 h 363071"/>
              <a:gd name="connsiteX2" fmla="*/ 292844 w 692668"/>
              <a:gd name="connsiteY2" fmla="*/ 69249 h 363071"/>
              <a:gd name="connsiteX3" fmla="*/ 157056 w 692668"/>
              <a:gd name="connsiteY3" fmla="*/ 61020 h 363071"/>
              <a:gd name="connsiteX4" fmla="*/ 103906 w 692668"/>
              <a:gd name="connsiteY4" fmla="*/ 154974 h 363071"/>
              <a:gd name="connsiteX5" fmla="*/ 2065 w 692668"/>
              <a:gd name="connsiteY5" fmla="*/ 249958 h 363071"/>
              <a:gd name="connsiteX6" fmla="*/ 124137 w 692668"/>
              <a:gd name="connsiteY6" fmla="*/ 285962 h 363071"/>
              <a:gd name="connsiteX7" fmla="*/ 204376 w 692668"/>
              <a:gd name="connsiteY7" fmla="*/ 322995 h 363071"/>
              <a:gd name="connsiteX8" fmla="*/ 263012 w 692668"/>
              <a:gd name="connsiteY8" fmla="*/ 301393 h 363071"/>
              <a:gd name="connsiteX9" fmla="*/ 440634 w 692668"/>
              <a:gd name="connsiteY9" fmla="*/ 356257 h 363071"/>
              <a:gd name="connsiteX10" fmla="*/ 558249 w 692668"/>
              <a:gd name="connsiteY10" fmla="*/ 257158 h 363071"/>
              <a:gd name="connsiteX11" fmla="*/ 692666 w 692668"/>
              <a:gd name="connsiteY11" fmla="*/ 195779 h 363071"/>
              <a:gd name="connsiteX12" fmla="*/ 562021 w 692668"/>
              <a:gd name="connsiteY12" fmla="*/ 128228 h 363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2668" h="363071">
                <a:moveTo>
                  <a:pt x="562021" y="128228"/>
                </a:moveTo>
                <a:cubicBezTo>
                  <a:pt x="562021" y="128228"/>
                  <a:pt x="558249" y="14042"/>
                  <a:pt x="456065" y="1355"/>
                </a:cubicBezTo>
                <a:cubicBezTo>
                  <a:pt x="353880" y="-11332"/>
                  <a:pt x="292844" y="69249"/>
                  <a:pt x="292844" y="69249"/>
                </a:cubicBezTo>
                <a:cubicBezTo>
                  <a:pt x="292844" y="69249"/>
                  <a:pt x="215692" y="13014"/>
                  <a:pt x="157056" y="61020"/>
                </a:cubicBezTo>
                <a:cubicBezTo>
                  <a:pt x="98420" y="109026"/>
                  <a:pt x="103906" y="154974"/>
                  <a:pt x="103906" y="154974"/>
                </a:cubicBezTo>
                <a:cubicBezTo>
                  <a:pt x="103906" y="154974"/>
                  <a:pt x="-17137" y="188921"/>
                  <a:pt x="2065" y="249958"/>
                </a:cubicBezTo>
                <a:cubicBezTo>
                  <a:pt x="21267" y="310651"/>
                  <a:pt x="124137" y="285962"/>
                  <a:pt x="124137" y="285962"/>
                </a:cubicBezTo>
                <a:cubicBezTo>
                  <a:pt x="124137" y="285962"/>
                  <a:pt x="147455" y="325053"/>
                  <a:pt x="204376" y="322995"/>
                </a:cubicBezTo>
                <a:cubicBezTo>
                  <a:pt x="266784" y="320938"/>
                  <a:pt x="263012" y="301393"/>
                  <a:pt x="263012" y="301393"/>
                </a:cubicBezTo>
                <a:cubicBezTo>
                  <a:pt x="263012" y="301393"/>
                  <a:pt x="308618" y="387460"/>
                  <a:pt x="440634" y="356257"/>
                </a:cubicBezTo>
                <a:cubicBezTo>
                  <a:pt x="572651" y="325396"/>
                  <a:pt x="558249" y="257158"/>
                  <a:pt x="558249" y="257158"/>
                </a:cubicBezTo>
                <a:cubicBezTo>
                  <a:pt x="558249" y="257158"/>
                  <a:pt x="693351" y="296592"/>
                  <a:pt x="692666" y="195779"/>
                </a:cubicBezTo>
                <a:cubicBezTo>
                  <a:pt x="691980" y="94967"/>
                  <a:pt x="562021" y="128228"/>
                  <a:pt x="562021" y="128228"/>
                </a:cubicBezTo>
                <a:close/>
              </a:path>
            </a:pathLst>
          </a:custGeom>
          <a:noFill/>
          <a:ln w="15875" cap="flat">
            <a:solidFill>
              <a:srgbClr val="FFFFFF">
                <a:alpha val="88000"/>
              </a:srgbClr>
            </a:solidFill>
            <a:prstDash val="solid"/>
            <a:miter/>
          </a:ln>
        </p:spPr>
        <p:txBody>
          <a:bodyPr rtlCol="0" anchor="ctr"/>
          <a:lstStyle/>
          <a:p>
            <a:endParaRPr lang="zh-CN" altLang="en-US">
              <a:cs typeface="+mn-ea"/>
              <a:sym typeface="+mn-lt"/>
            </a:endParaRPr>
          </a:p>
        </p:txBody>
      </p:sp>
      <p:sp>
        <p:nvSpPr>
          <p:cNvPr id="908" name="任意多边形: 形状 907"/>
          <p:cNvSpPr/>
          <p:nvPr>
            <p:custDataLst>
              <p:tags r:id="rId25"/>
            </p:custDataLst>
          </p:nvPr>
        </p:nvSpPr>
        <p:spPr>
          <a:xfrm rot="20069393">
            <a:off x="8234045" y="796925"/>
            <a:ext cx="530860" cy="637540"/>
          </a:xfrm>
          <a:custGeom>
            <a:avLst/>
            <a:gdLst>
              <a:gd name="connsiteX0" fmla="*/ 387937 w 389088"/>
              <a:gd name="connsiteY0" fmla="*/ 405795 h 467459"/>
              <a:gd name="connsiteX1" fmla="*/ 326036 w 389088"/>
              <a:gd name="connsiteY1" fmla="*/ 233567 h 467459"/>
              <a:gd name="connsiteX2" fmla="*/ 304207 w 389088"/>
              <a:gd name="connsiteY2" fmla="*/ 163464 h 467459"/>
              <a:gd name="connsiteX3" fmla="*/ 276024 w 389088"/>
              <a:gd name="connsiteY3" fmla="*/ 65817 h 467459"/>
              <a:gd name="connsiteX4" fmla="*/ 264451 w 389088"/>
              <a:gd name="connsiteY4" fmla="*/ 27953 h 467459"/>
              <a:gd name="connsiteX5" fmla="*/ 260378 w 389088"/>
              <a:gd name="connsiteY5" fmla="*/ 16065 h 467459"/>
              <a:gd name="connsiteX6" fmla="*/ 256133 w 389088"/>
              <a:gd name="connsiteY6" fmla="*/ 7671 h 467459"/>
              <a:gd name="connsiteX7" fmla="*/ 242643 w 389088"/>
              <a:gd name="connsiteY7" fmla="*/ 4897 h 467459"/>
              <a:gd name="connsiteX8" fmla="*/ 217800 w 389088"/>
              <a:gd name="connsiteY8" fmla="*/ 4026 h 467459"/>
              <a:gd name="connsiteX9" fmla="*/ 168110 w 389088"/>
              <a:gd name="connsiteY9" fmla="*/ 2281 h 467459"/>
              <a:gd name="connsiteX10" fmla="*/ 118421 w 389088"/>
              <a:gd name="connsiteY10" fmla="*/ 535 h 467459"/>
              <a:gd name="connsiteX11" fmla="*/ 106426 w 389088"/>
              <a:gd name="connsiteY11" fmla="*/ 114 h 467459"/>
              <a:gd name="connsiteX12" fmla="*/ 100442 w 389088"/>
              <a:gd name="connsiteY12" fmla="*/ 377 h 467459"/>
              <a:gd name="connsiteX13" fmla="*/ 95076 w 389088"/>
              <a:gd name="connsiteY13" fmla="*/ 4389 h 467459"/>
              <a:gd name="connsiteX14" fmla="*/ 85002 w 389088"/>
              <a:gd name="connsiteY14" fmla="*/ 28876 h 467459"/>
              <a:gd name="connsiteX15" fmla="*/ 73429 w 389088"/>
              <a:gd name="connsiteY15" fmla="*/ 71135 h 467459"/>
              <a:gd name="connsiteX16" fmla="*/ 50550 w 389088"/>
              <a:gd name="connsiteY16" fmla="*/ 169211 h 467459"/>
              <a:gd name="connsiteX17" fmla="*/ 29195 w 389088"/>
              <a:gd name="connsiteY17" fmla="*/ 261619 h 467459"/>
              <a:gd name="connsiteX18" fmla="*/ 11216 w 389088"/>
              <a:gd name="connsiteY18" fmla="*/ 357141 h 467459"/>
              <a:gd name="connsiteX19" fmla="*/ 4375 w 389088"/>
              <a:gd name="connsiteY19" fmla="*/ 405253 h 467459"/>
              <a:gd name="connsiteX20" fmla="*/ 1499 w 389088"/>
              <a:gd name="connsiteY20" fmla="*/ 429177 h 467459"/>
              <a:gd name="connsiteX21" fmla="*/ 237 w 389088"/>
              <a:gd name="connsiteY21" fmla="*/ 440740 h 467459"/>
              <a:gd name="connsiteX22" fmla="*/ 3642 w 389088"/>
              <a:gd name="connsiteY22" fmla="*/ 451558 h 467459"/>
              <a:gd name="connsiteX23" fmla="*/ 16507 w 389088"/>
              <a:gd name="connsiteY23" fmla="*/ 454401 h 467459"/>
              <a:gd name="connsiteX24" fmla="*/ 40843 w 389088"/>
              <a:gd name="connsiteY24" fmla="*/ 458166 h 467459"/>
              <a:gd name="connsiteX25" fmla="*/ 63413 w 389088"/>
              <a:gd name="connsiteY25" fmla="*/ 461612 h 467459"/>
              <a:gd name="connsiteX26" fmla="*/ 85098 w 389088"/>
              <a:gd name="connsiteY26" fmla="*/ 465881 h 467459"/>
              <a:gd name="connsiteX27" fmla="*/ 123410 w 389088"/>
              <a:gd name="connsiteY27" fmla="*/ 465240 h 467459"/>
              <a:gd name="connsiteX28" fmla="*/ 129074 w 389088"/>
              <a:gd name="connsiteY28" fmla="*/ 457799 h 467459"/>
              <a:gd name="connsiteX29" fmla="*/ 136358 w 389088"/>
              <a:gd name="connsiteY29" fmla="*/ 387683 h 467459"/>
              <a:gd name="connsiteX30" fmla="*/ 139097 w 389088"/>
              <a:gd name="connsiteY30" fmla="*/ 363800 h 467459"/>
              <a:gd name="connsiteX31" fmla="*/ 140442 w 389088"/>
              <a:gd name="connsiteY31" fmla="*/ 352899 h 467459"/>
              <a:gd name="connsiteX32" fmla="*/ 141127 w 389088"/>
              <a:gd name="connsiteY32" fmla="*/ 347605 h 467459"/>
              <a:gd name="connsiteX33" fmla="*/ 141241 w 389088"/>
              <a:gd name="connsiteY33" fmla="*/ 346765 h 467459"/>
              <a:gd name="connsiteX34" fmla="*/ 141625 w 389088"/>
              <a:gd name="connsiteY34" fmla="*/ 343981 h 467459"/>
              <a:gd name="connsiteX35" fmla="*/ 144083 w 389088"/>
              <a:gd name="connsiteY35" fmla="*/ 328365 h 467459"/>
              <a:gd name="connsiteX36" fmla="*/ 145139 w 389088"/>
              <a:gd name="connsiteY36" fmla="*/ 323479 h 467459"/>
              <a:gd name="connsiteX37" fmla="*/ 145637 w 389088"/>
              <a:gd name="connsiteY37" fmla="*/ 321812 h 467459"/>
              <a:gd name="connsiteX38" fmla="*/ 145126 w 389088"/>
              <a:gd name="connsiteY38" fmla="*/ 322992 h 467459"/>
              <a:gd name="connsiteX39" fmla="*/ 144234 w 389088"/>
              <a:gd name="connsiteY39" fmla="*/ 324031 h 467459"/>
              <a:gd name="connsiteX40" fmla="*/ 141683 w 389088"/>
              <a:gd name="connsiteY40" fmla="*/ 325049 h 467459"/>
              <a:gd name="connsiteX41" fmla="*/ 142358 w 389088"/>
              <a:gd name="connsiteY41" fmla="*/ 326366 h 467459"/>
              <a:gd name="connsiteX42" fmla="*/ 148116 w 389088"/>
              <a:gd name="connsiteY42" fmla="*/ 326698 h 467459"/>
              <a:gd name="connsiteX43" fmla="*/ 161287 w 389088"/>
              <a:gd name="connsiteY43" fmla="*/ 327079 h 467459"/>
              <a:gd name="connsiteX44" fmla="*/ 185982 w 389088"/>
              <a:gd name="connsiteY44" fmla="*/ 326348 h 467459"/>
              <a:gd name="connsiteX45" fmla="*/ 237702 w 389088"/>
              <a:gd name="connsiteY45" fmla="*/ 318822 h 467459"/>
              <a:gd name="connsiteX46" fmla="*/ 227936 w 389088"/>
              <a:gd name="connsiteY46" fmla="*/ 311381 h 467459"/>
              <a:gd name="connsiteX47" fmla="*/ 236841 w 389088"/>
              <a:gd name="connsiteY47" fmla="*/ 398296 h 467459"/>
              <a:gd name="connsiteX48" fmla="*/ 244543 w 389088"/>
              <a:gd name="connsiteY48" fmla="*/ 445795 h 467459"/>
              <a:gd name="connsiteX49" fmla="*/ 250674 w 389088"/>
              <a:gd name="connsiteY49" fmla="*/ 458101 h 467459"/>
              <a:gd name="connsiteX50" fmla="*/ 268162 w 389088"/>
              <a:gd name="connsiteY50" fmla="*/ 457655 h 467459"/>
              <a:gd name="connsiteX51" fmla="*/ 295745 w 389088"/>
              <a:gd name="connsiteY51" fmla="*/ 452056 h 467459"/>
              <a:gd name="connsiteX52" fmla="*/ 357593 w 389088"/>
              <a:gd name="connsiteY52" fmla="*/ 439502 h 467459"/>
              <a:gd name="connsiteX53" fmla="*/ 382070 w 389088"/>
              <a:gd name="connsiteY53" fmla="*/ 431369 h 467459"/>
              <a:gd name="connsiteX54" fmla="*/ 387937 w 389088"/>
              <a:gd name="connsiteY54" fmla="*/ 405795 h 467459"/>
              <a:gd name="connsiteX55" fmla="*/ 373058 w 389088"/>
              <a:gd name="connsiteY55" fmla="*/ 409896 h 467459"/>
              <a:gd name="connsiteX56" fmla="*/ 373312 w 389088"/>
              <a:gd name="connsiteY56" fmla="*/ 418410 h 467459"/>
              <a:gd name="connsiteX57" fmla="*/ 367798 w 389088"/>
              <a:gd name="connsiteY57" fmla="*/ 421527 h 467459"/>
              <a:gd name="connsiteX58" fmla="*/ 345132 w 389088"/>
              <a:gd name="connsiteY58" fmla="*/ 426314 h 467459"/>
              <a:gd name="connsiteX59" fmla="*/ 294150 w 389088"/>
              <a:gd name="connsiteY59" fmla="*/ 436663 h 467459"/>
              <a:gd name="connsiteX60" fmla="*/ 268241 w 389088"/>
              <a:gd name="connsiteY60" fmla="*/ 441923 h 467459"/>
              <a:gd name="connsiteX61" fmla="*/ 255704 w 389088"/>
              <a:gd name="connsiteY61" fmla="*/ 444467 h 467459"/>
              <a:gd name="connsiteX62" fmla="*/ 258533 w 389088"/>
              <a:gd name="connsiteY62" fmla="*/ 445112 h 467459"/>
              <a:gd name="connsiteX63" fmla="*/ 260981 w 389088"/>
              <a:gd name="connsiteY63" fmla="*/ 446929 h 467459"/>
              <a:gd name="connsiteX64" fmla="*/ 260714 w 389088"/>
              <a:gd name="connsiteY64" fmla="*/ 446230 h 467459"/>
              <a:gd name="connsiteX65" fmla="*/ 260995 w 389088"/>
              <a:gd name="connsiteY65" fmla="*/ 446881 h 467459"/>
              <a:gd name="connsiteX66" fmla="*/ 260494 w 389088"/>
              <a:gd name="connsiteY66" fmla="*/ 445451 h 467459"/>
              <a:gd name="connsiteX67" fmla="*/ 258794 w 389088"/>
              <a:gd name="connsiteY67" fmla="*/ 439084 h 467459"/>
              <a:gd name="connsiteX68" fmla="*/ 252056 w 389088"/>
              <a:gd name="connsiteY68" fmla="*/ 396575 h 467459"/>
              <a:gd name="connsiteX69" fmla="*/ 246367 w 389088"/>
              <a:gd name="connsiteY69" fmla="*/ 344824 h 467459"/>
              <a:gd name="connsiteX70" fmla="*/ 243370 w 389088"/>
              <a:gd name="connsiteY70" fmla="*/ 311377 h 467459"/>
              <a:gd name="connsiteX71" fmla="*/ 233604 w 389088"/>
              <a:gd name="connsiteY71" fmla="*/ 303937 h 467459"/>
              <a:gd name="connsiteX72" fmla="*/ 187628 w 389088"/>
              <a:gd name="connsiteY72" fmla="*/ 310798 h 467459"/>
              <a:gd name="connsiteX73" fmla="*/ 140719 w 389088"/>
              <a:gd name="connsiteY73" fmla="*/ 310815 h 467459"/>
              <a:gd name="connsiteX74" fmla="*/ 130151 w 389088"/>
              <a:gd name="connsiteY74" fmla="*/ 319813 h 467459"/>
              <a:gd name="connsiteX75" fmla="*/ 127771 w 389088"/>
              <a:gd name="connsiteY75" fmla="*/ 332833 h 467459"/>
              <a:gd name="connsiteX76" fmla="*/ 116826 w 389088"/>
              <a:gd name="connsiteY76" fmla="*/ 426499 h 467459"/>
              <a:gd name="connsiteX77" fmla="*/ 113651 w 389088"/>
              <a:gd name="connsiteY77" fmla="*/ 457796 h 467459"/>
              <a:gd name="connsiteX78" fmla="*/ 119316 w 389088"/>
              <a:gd name="connsiteY78" fmla="*/ 450355 h 467459"/>
              <a:gd name="connsiteX79" fmla="*/ 86051 w 389088"/>
              <a:gd name="connsiteY79" fmla="*/ 450389 h 467459"/>
              <a:gd name="connsiteX80" fmla="*/ 67226 w 389088"/>
              <a:gd name="connsiteY80" fmla="*/ 446682 h 467459"/>
              <a:gd name="connsiteX81" fmla="*/ 23465 w 389088"/>
              <a:gd name="connsiteY81" fmla="*/ 439975 h 467459"/>
              <a:gd name="connsiteX82" fmla="*/ 13922 w 389088"/>
              <a:gd name="connsiteY82" fmla="*/ 438394 h 467459"/>
              <a:gd name="connsiteX83" fmla="*/ 11059 w 389088"/>
              <a:gd name="connsiteY83" fmla="*/ 437853 h 467459"/>
              <a:gd name="connsiteX84" fmla="*/ 11436 w 389088"/>
              <a:gd name="connsiteY84" fmla="*/ 438230 h 467459"/>
              <a:gd name="connsiteX85" fmla="*/ 14203 w 389088"/>
              <a:gd name="connsiteY85" fmla="*/ 440997 h 467459"/>
              <a:gd name="connsiteX86" fmla="*/ 14189 w 389088"/>
              <a:gd name="connsiteY86" fmla="*/ 440973 h 467459"/>
              <a:gd name="connsiteX87" fmla="*/ 15242 w 389088"/>
              <a:gd name="connsiteY87" fmla="*/ 444869 h 467459"/>
              <a:gd name="connsiteX88" fmla="*/ 40767 w 389088"/>
              <a:gd name="connsiteY88" fmla="*/ 281151 h 467459"/>
              <a:gd name="connsiteX89" fmla="*/ 61554 w 389088"/>
              <a:gd name="connsiteY89" fmla="*/ 190804 h 467459"/>
              <a:gd name="connsiteX90" fmla="*/ 99613 w 389088"/>
              <a:gd name="connsiteY90" fmla="*/ 33852 h 467459"/>
              <a:gd name="connsiteX91" fmla="*/ 103902 w 389088"/>
              <a:gd name="connsiteY91" fmla="*/ 21006 h 467459"/>
              <a:gd name="connsiteX92" fmla="*/ 104845 w 389088"/>
              <a:gd name="connsiteY92" fmla="*/ 18562 h 467459"/>
              <a:gd name="connsiteX93" fmla="*/ 105116 w 389088"/>
              <a:gd name="connsiteY93" fmla="*/ 17896 h 467459"/>
              <a:gd name="connsiteX94" fmla="*/ 106916 w 389088"/>
              <a:gd name="connsiteY94" fmla="*/ 14293 h 467459"/>
              <a:gd name="connsiteX95" fmla="*/ 107678 w 389088"/>
              <a:gd name="connsiteY95" fmla="*/ 13116 h 467459"/>
              <a:gd name="connsiteX96" fmla="*/ 107297 w 389088"/>
              <a:gd name="connsiteY96" fmla="*/ 13720 h 467459"/>
              <a:gd name="connsiteX97" fmla="*/ 104753 w 389088"/>
              <a:gd name="connsiteY97" fmla="*/ 15177 h 467459"/>
              <a:gd name="connsiteX98" fmla="*/ 104715 w 389088"/>
              <a:gd name="connsiteY98" fmla="*/ 15479 h 467459"/>
              <a:gd name="connsiteX99" fmla="*/ 111570 w 389088"/>
              <a:gd name="connsiteY99" fmla="*/ 15719 h 467459"/>
              <a:gd name="connsiteX100" fmla="*/ 154404 w 389088"/>
              <a:gd name="connsiteY100" fmla="*/ 17221 h 467459"/>
              <a:gd name="connsiteX101" fmla="*/ 238360 w 389088"/>
              <a:gd name="connsiteY101" fmla="*/ 20166 h 467459"/>
              <a:gd name="connsiteX102" fmla="*/ 248640 w 389088"/>
              <a:gd name="connsiteY102" fmla="*/ 20527 h 467459"/>
              <a:gd name="connsiteX103" fmla="*/ 244128 w 389088"/>
              <a:gd name="connsiteY103" fmla="*/ 17159 h 467459"/>
              <a:gd name="connsiteX104" fmla="*/ 245081 w 389088"/>
              <a:gd name="connsiteY104" fmla="*/ 19018 h 467459"/>
              <a:gd name="connsiteX105" fmla="*/ 244964 w 389088"/>
              <a:gd name="connsiteY105" fmla="*/ 18771 h 467459"/>
              <a:gd name="connsiteX106" fmla="*/ 245609 w 389088"/>
              <a:gd name="connsiteY106" fmla="*/ 20455 h 467459"/>
              <a:gd name="connsiteX107" fmla="*/ 247241 w 389088"/>
              <a:gd name="connsiteY107" fmla="*/ 25035 h 467459"/>
              <a:gd name="connsiteX108" fmla="*/ 267428 w 389088"/>
              <a:gd name="connsiteY108" fmla="*/ 91352 h 467459"/>
              <a:gd name="connsiteX109" fmla="*/ 291311 w 389088"/>
              <a:gd name="connsiteY109" fmla="*/ 174475 h 467459"/>
              <a:gd name="connsiteX110" fmla="*/ 306957 w 389088"/>
              <a:gd name="connsiteY110" fmla="*/ 226486 h 467459"/>
              <a:gd name="connsiteX111" fmla="*/ 363395 w 389088"/>
              <a:gd name="connsiteY111" fmla="*/ 373312 h 467459"/>
              <a:gd name="connsiteX112" fmla="*/ 373058 w 389088"/>
              <a:gd name="connsiteY112" fmla="*/ 409886 h 467459"/>
              <a:gd name="connsiteX113" fmla="*/ 387937 w 389088"/>
              <a:gd name="connsiteY113" fmla="*/ 405795 h 46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3" h="736">
                <a:moveTo>
                  <a:pt x="611" y="639"/>
                </a:moveTo>
                <a:cubicBezTo>
                  <a:pt x="591" y="545"/>
                  <a:pt x="548" y="457"/>
                  <a:pt x="514" y="368"/>
                </a:cubicBezTo>
                <a:cubicBezTo>
                  <a:pt x="500" y="332"/>
                  <a:pt x="490" y="294"/>
                  <a:pt x="479" y="257"/>
                </a:cubicBezTo>
                <a:cubicBezTo>
                  <a:pt x="465" y="206"/>
                  <a:pt x="450" y="155"/>
                  <a:pt x="435" y="104"/>
                </a:cubicBezTo>
                <a:cubicBezTo>
                  <a:pt x="429" y="84"/>
                  <a:pt x="423" y="64"/>
                  <a:pt x="417" y="44"/>
                </a:cubicBezTo>
                <a:cubicBezTo>
                  <a:pt x="415" y="38"/>
                  <a:pt x="413" y="31"/>
                  <a:pt x="410" y="25"/>
                </a:cubicBezTo>
                <a:cubicBezTo>
                  <a:pt x="409" y="21"/>
                  <a:pt x="407" y="16"/>
                  <a:pt x="404" y="12"/>
                </a:cubicBezTo>
                <a:cubicBezTo>
                  <a:pt x="398" y="7"/>
                  <a:pt x="389" y="8"/>
                  <a:pt x="382" y="8"/>
                </a:cubicBezTo>
                <a:cubicBezTo>
                  <a:pt x="369" y="7"/>
                  <a:pt x="356" y="7"/>
                  <a:pt x="343" y="6"/>
                </a:cubicBezTo>
                <a:cubicBezTo>
                  <a:pt x="317" y="5"/>
                  <a:pt x="291" y="5"/>
                  <a:pt x="265" y="4"/>
                </a:cubicBezTo>
                <a:cubicBezTo>
                  <a:pt x="239" y="3"/>
                  <a:pt x="213" y="2"/>
                  <a:pt x="187" y="1"/>
                </a:cubicBezTo>
                <a:cubicBezTo>
                  <a:pt x="180" y="1"/>
                  <a:pt x="174" y="0"/>
                  <a:pt x="168" y="0"/>
                </a:cubicBezTo>
                <a:cubicBezTo>
                  <a:pt x="165" y="0"/>
                  <a:pt x="161" y="0"/>
                  <a:pt x="158" y="1"/>
                </a:cubicBezTo>
                <a:cubicBezTo>
                  <a:pt x="155" y="2"/>
                  <a:pt x="152" y="4"/>
                  <a:pt x="150" y="7"/>
                </a:cubicBezTo>
                <a:cubicBezTo>
                  <a:pt x="142" y="18"/>
                  <a:pt x="138" y="33"/>
                  <a:pt x="134" y="45"/>
                </a:cubicBezTo>
                <a:cubicBezTo>
                  <a:pt x="127" y="67"/>
                  <a:pt x="121" y="90"/>
                  <a:pt x="116" y="112"/>
                </a:cubicBezTo>
                <a:cubicBezTo>
                  <a:pt x="103" y="163"/>
                  <a:pt x="91" y="215"/>
                  <a:pt x="80" y="266"/>
                </a:cubicBezTo>
                <a:cubicBezTo>
                  <a:pt x="69" y="315"/>
                  <a:pt x="57" y="363"/>
                  <a:pt x="46" y="412"/>
                </a:cubicBezTo>
                <a:cubicBezTo>
                  <a:pt x="35" y="462"/>
                  <a:pt x="26" y="512"/>
                  <a:pt x="18" y="562"/>
                </a:cubicBezTo>
                <a:cubicBezTo>
                  <a:pt x="14" y="588"/>
                  <a:pt x="10" y="613"/>
                  <a:pt x="7" y="638"/>
                </a:cubicBezTo>
                <a:cubicBezTo>
                  <a:pt x="5" y="651"/>
                  <a:pt x="4" y="663"/>
                  <a:pt x="2" y="676"/>
                </a:cubicBezTo>
                <a:cubicBezTo>
                  <a:pt x="2" y="682"/>
                  <a:pt x="1" y="688"/>
                  <a:pt x="0" y="694"/>
                </a:cubicBezTo>
                <a:cubicBezTo>
                  <a:pt x="0" y="700"/>
                  <a:pt x="-1" y="707"/>
                  <a:pt x="6" y="711"/>
                </a:cubicBezTo>
                <a:cubicBezTo>
                  <a:pt x="11" y="714"/>
                  <a:pt x="20" y="714"/>
                  <a:pt x="26" y="715"/>
                </a:cubicBezTo>
                <a:cubicBezTo>
                  <a:pt x="39" y="718"/>
                  <a:pt x="52" y="719"/>
                  <a:pt x="64" y="721"/>
                </a:cubicBezTo>
                <a:cubicBezTo>
                  <a:pt x="76" y="723"/>
                  <a:pt x="88" y="725"/>
                  <a:pt x="100" y="727"/>
                </a:cubicBezTo>
                <a:cubicBezTo>
                  <a:pt x="111" y="729"/>
                  <a:pt x="123" y="731"/>
                  <a:pt x="134" y="734"/>
                </a:cubicBezTo>
                <a:cubicBezTo>
                  <a:pt x="155" y="737"/>
                  <a:pt x="174" y="737"/>
                  <a:pt x="194" y="733"/>
                </a:cubicBezTo>
                <a:cubicBezTo>
                  <a:pt x="200" y="731"/>
                  <a:pt x="203" y="726"/>
                  <a:pt x="203" y="721"/>
                </a:cubicBezTo>
                <a:cubicBezTo>
                  <a:pt x="207" y="684"/>
                  <a:pt x="211" y="647"/>
                  <a:pt x="215" y="610"/>
                </a:cubicBezTo>
                <a:cubicBezTo>
                  <a:pt x="216" y="598"/>
                  <a:pt x="218" y="585"/>
                  <a:pt x="219" y="573"/>
                </a:cubicBezTo>
                <a:cubicBezTo>
                  <a:pt x="220" y="567"/>
                  <a:pt x="221" y="561"/>
                  <a:pt x="221" y="556"/>
                </a:cubicBezTo>
                <a:cubicBezTo>
                  <a:pt x="222" y="553"/>
                  <a:pt x="222" y="550"/>
                  <a:pt x="222" y="547"/>
                </a:cubicBezTo>
                <a:cubicBezTo>
                  <a:pt x="222" y="547"/>
                  <a:pt x="223" y="544"/>
                  <a:pt x="223" y="546"/>
                </a:cubicBezTo>
                <a:cubicBezTo>
                  <a:pt x="223" y="545"/>
                  <a:pt x="223" y="543"/>
                  <a:pt x="223" y="542"/>
                </a:cubicBezTo>
                <a:cubicBezTo>
                  <a:pt x="224" y="533"/>
                  <a:pt x="225" y="525"/>
                  <a:pt x="227" y="517"/>
                </a:cubicBezTo>
                <a:cubicBezTo>
                  <a:pt x="227" y="514"/>
                  <a:pt x="228" y="512"/>
                  <a:pt x="229" y="509"/>
                </a:cubicBezTo>
                <a:cubicBezTo>
                  <a:pt x="229" y="508"/>
                  <a:pt x="229" y="508"/>
                  <a:pt x="229" y="507"/>
                </a:cubicBezTo>
                <a:cubicBezTo>
                  <a:pt x="230" y="505"/>
                  <a:pt x="229" y="508"/>
                  <a:pt x="229" y="509"/>
                </a:cubicBezTo>
                <a:cubicBezTo>
                  <a:pt x="230" y="507"/>
                  <a:pt x="227" y="510"/>
                  <a:pt x="227" y="510"/>
                </a:cubicBezTo>
                <a:cubicBezTo>
                  <a:pt x="229" y="509"/>
                  <a:pt x="219" y="513"/>
                  <a:pt x="223" y="512"/>
                </a:cubicBezTo>
                <a:cubicBezTo>
                  <a:pt x="216" y="515"/>
                  <a:pt x="221" y="514"/>
                  <a:pt x="224" y="514"/>
                </a:cubicBezTo>
                <a:cubicBezTo>
                  <a:pt x="227" y="514"/>
                  <a:pt x="230" y="514"/>
                  <a:pt x="233" y="514"/>
                </a:cubicBezTo>
                <a:cubicBezTo>
                  <a:pt x="240" y="515"/>
                  <a:pt x="247" y="515"/>
                  <a:pt x="254" y="515"/>
                </a:cubicBezTo>
                <a:cubicBezTo>
                  <a:pt x="267" y="515"/>
                  <a:pt x="280" y="515"/>
                  <a:pt x="293" y="514"/>
                </a:cubicBezTo>
                <a:cubicBezTo>
                  <a:pt x="320" y="512"/>
                  <a:pt x="348" y="508"/>
                  <a:pt x="374" y="502"/>
                </a:cubicBezTo>
                <a:cubicBezTo>
                  <a:pt x="369" y="498"/>
                  <a:pt x="364" y="494"/>
                  <a:pt x="359" y="490"/>
                </a:cubicBezTo>
                <a:cubicBezTo>
                  <a:pt x="362" y="536"/>
                  <a:pt x="367" y="582"/>
                  <a:pt x="373" y="627"/>
                </a:cubicBezTo>
                <a:cubicBezTo>
                  <a:pt x="376" y="652"/>
                  <a:pt x="379" y="678"/>
                  <a:pt x="385" y="702"/>
                </a:cubicBezTo>
                <a:cubicBezTo>
                  <a:pt x="387" y="709"/>
                  <a:pt x="389" y="717"/>
                  <a:pt x="395" y="721"/>
                </a:cubicBezTo>
                <a:cubicBezTo>
                  <a:pt x="403" y="727"/>
                  <a:pt x="414" y="722"/>
                  <a:pt x="422" y="721"/>
                </a:cubicBezTo>
                <a:cubicBezTo>
                  <a:pt x="437" y="718"/>
                  <a:pt x="451" y="715"/>
                  <a:pt x="466" y="712"/>
                </a:cubicBezTo>
                <a:cubicBezTo>
                  <a:pt x="498" y="705"/>
                  <a:pt x="531" y="699"/>
                  <a:pt x="563" y="692"/>
                </a:cubicBezTo>
                <a:cubicBezTo>
                  <a:pt x="576" y="689"/>
                  <a:pt x="591" y="688"/>
                  <a:pt x="602" y="679"/>
                </a:cubicBezTo>
                <a:cubicBezTo>
                  <a:pt x="615" y="669"/>
                  <a:pt x="614" y="654"/>
                  <a:pt x="611" y="639"/>
                </a:cubicBezTo>
                <a:cubicBezTo>
                  <a:pt x="608" y="624"/>
                  <a:pt x="585" y="630"/>
                  <a:pt x="588" y="645"/>
                </a:cubicBezTo>
                <a:cubicBezTo>
                  <a:pt x="589" y="649"/>
                  <a:pt x="590" y="655"/>
                  <a:pt x="588" y="659"/>
                </a:cubicBezTo>
                <a:cubicBezTo>
                  <a:pt x="586" y="662"/>
                  <a:pt x="582" y="663"/>
                  <a:pt x="579" y="664"/>
                </a:cubicBezTo>
                <a:cubicBezTo>
                  <a:pt x="568" y="667"/>
                  <a:pt x="556" y="669"/>
                  <a:pt x="544" y="671"/>
                </a:cubicBezTo>
                <a:cubicBezTo>
                  <a:pt x="517" y="677"/>
                  <a:pt x="490" y="682"/>
                  <a:pt x="463" y="688"/>
                </a:cubicBezTo>
                <a:cubicBezTo>
                  <a:pt x="450" y="690"/>
                  <a:pt x="436" y="693"/>
                  <a:pt x="423" y="696"/>
                </a:cubicBezTo>
                <a:cubicBezTo>
                  <a:pt x="421" y="696"/>
                  <a:pt x="403" y="700"/>
                  <a:pt x="403" y="700"/>
                </a:cubicBezTo>
                <a:cubicBezTo>
                  <a:pt x="403" y="700"/>
                  <a:pt x="407" y="701"/>
                  <a:pt x="407" y="701"/>
                </a:cubicBezTo>
                <a:cubicBezTo>
                  <a:pt x="410" y="702"/>
                  <a:pt x="410" y="703"/>
                  <a:pt x="411" y="704"/>
                </a:cubicBezTo>
                <a:cubicBezTo>
                  <a:pt x="413" y="705"/>
                  <a:pt x="411" y="704"/>
                  <a:pt x="411" y="703"/>
                </a:cubicBezTo>
                <a:cubicBezTo>
                  <a:pt x="410" y="701"/>
                  <a:pt x="412" y="706"/>
                  <a:pt x="411" y="704"/>
                </a:cubicBezTo>
                <a:cubicBezTo>
                  <a:pt x="411" y="703"/>
                  <a:pt x="411" y="702"/>
                  <a:pt x="410" y="701"/>
                </a:cubicBezTo>
                <a:cubicBezTo>
                  <a:pt x="409" y="698"/>
                  <a:pt x="408" y="695"/>
                  <a:pt x="408" y="691"/>
                </a:cubicBezTo>
                <a:cubicBezTo>
                  <a:pt x="403" y="669"/>
                  <a:pt x="400" y="646"/>
                  <a:pt x="397" y="624"/>
                </a:cubicBezTo>
                <a:cubicBezTo>
                  <a:pt x="394" y="597"/>
                  <a:pt x="391" y="570"/>
                  <a:pt x="388" y="543"/>
                </a:cubicBezTo>
                <a:cubicBezTo>
                  <a:pt x="386" y="525"/>
                  <a:pt x="384" y="508"/>
                  <a:pt x="383" y="490"/>
                </a:cubicBezTo>
                <a:cubicBezTo>
                  <a:pt x="383" y="482"/>
                  <a:pt x="376" y="477"/>
                  <a:pt x="368" y="479"/>
                </a:cubicBezTo>
                <a:cubicBezTo>
                  <a:pt x="344" y="484"/>
                  <a:pt x="320" y="488"/>
                  <a:pt x="296" y="489"/>
                </a:cubicBezTo>
                <a:cubicBezTo>
                  <a:pt x="271" y="491"/>
                  <a:pt x="246" y="490"/>
                  <a:pt x="222" y="489"/>
                </a:cubicBezTo>
                <a:cubicBezTo>
                  <a:pt x="212" y="489"/>
                  <a:pt x="207" y="495"/>
                  <a:pt x="205" y="504"/>
                </a:cubicBezTo>
                <a:cubicBezTo>
                  <a:pt x="203" y="510"/>
                  <a:pt x="202" y="517"/>
                  <a:pt x="201" y="524"/>
                </a:cubicBezTo>
                <a:cubicBezTo>
                  <a:pt x="194" y="573"/>
                  <a:pt x="189" y="622"/>
                  <a:pt x="184" y="672"/>
                </a:cubicBezTo>
                <a:cubicBezTo>
                  <a:pt x="182" y="688"/>
                  <a:pt x="181" y="704"/>
                  <a:pt x="179" y="721"/>
                </a:cubicBezTo>
                <a:cubicBezTo>
                  <a:pt x="182" y="717"/>
                  <a:pt x="185" y="713"/>
                  <a:pt x="188" y="709"/>
                </a:cubicBezTo>
                <a:cubicBezTo>
                  <a:pt x="170" y="713"/>
                  <a:pt x="153" y="713"/>
                  <a:pt x="136" y="709"/>
                </a:cubicBezTo>
                <a:cubicBezTo>
                  <a:pt x="126" y="707"/>
                  <a:pt x="116" y="705"/>
                  <a:pt x="106" y="703"/>
                </a:cubicBezTo>
                <a:cubicBezTo>
                  <a:pt x="83" y="700"/>
                  <a:pt x="60" y="696"/>
                  <a:pt x="37" y="693"/>
                </a:cubicBezTo>
                <a:cubicBezTo>
                  <a:pt x="32" y="692"/>
                  <a:pt x="27" y="691"/>
                  <a:pt x="22" y="690"/>
                </a:cubicBezTo>
                <a:cubicBezTo>
                  <a:pt x="20" y="690"/>
                  <a:pt x="19" y="690"/>
                  <a:pt x="17" y="689"/>
                </a:cubicBezTo>
                <a:cubicBezTo>
                  <a:pt x="15" y="689"/>
                  <a:pt x="16" y="689"/>
                  <a:pt x="18" y="690"/>
                </a:cubicBezTo>
                <a:cubicBezTo>
                  <a:pt x="19" y="691"/>
                  <a:pt x="21" y="693"/>
                  <a:pt x="22" y="694"/>
                </a:cubicBezTo>
                <a:cubicBezTo>
                  <a:pt x="22" y="694"/>
                  <a:pt x="22" y="694"/>
                  <a:pt x="22" y="694"/>
                </a:cubicBezTo>
                <a:cubicBezTo>
                  <a:pt x="23" y="696"/>
                  <a:pt x="23" y="698"/>
                  <a:pt x="24" y="700"/>
                </a:cubicBezTo>
                <a:cubicBezTo>
                  <a:pt x="33" y="614"/>
                  <a:pt x="46" y="528"/>
                  <a:pt x="64" y="443"/>
                </a:cubicBezTo>
                <a:cubicBezTo>
                  <a:pt x="74" y="395"/>
                  <a:pt x="86" y="348"/>
                  <a:pt x="97" y="300"/>
                </a:cubicBezTo>
                <a:cubicBezTo>
                  <a:pt x="115" y="218"/>
                  <a:pt x="132" y="134"/>
                  <a:pt x="157" y="53"/>
                </a:cubicBezTo>
                <a:cubicBezTo>
                  <a:pt x="159" y="47"/>
                  <a:pt x="161" y="40"/>
                  <a:pt x="164" y="33"/>
                </a:cubicBezTo>
                <a:cubicBezTo>
                  <a:pt x="164" y="32"/>
                  <a:pt x="165" y="31"/>
                  <a:pt x="165" y="29"/>
                </a:cubicBezTo>
                <a:cubicBezTo>
                  <a:pt x="167" y="26"/>
                  <a:pt x="164" y="31"/>
                  <a:pt x="166" y="28"/>
                </a:cubicBezTo>
                <a:cubicBezTo>
                  <a:pt x="167" y="26"/>
                  <a:pt x="167" y="24"/>
                  <a:pt x="168" y="23"/>
                </a:cubicBezTo>
                <a:cubicBezTo>
                  <a:pt x="169" y="22"/>
                  <a:pt x="170" y="21"/>
                  <a:pt x="170" y="21"/>
                </a:cubicBezTo>
                <a:cubicBezTo>
                  <a:pt x="169" y="23"/>
                  <a:pt x="167" y="23"/>
                  <a:pt x="169" y="22"/>
                </a:cubicBezTo>
                <a:cubicBezTo>
                  <a:pt x="168" y="22"/>
                  <a:pt x="167" y="23"/>
                  <a:pt x="165" y="24"/>
                </a:cubicBezTo>
                <a:cubicBezTo>
                  <a:pt x="163" y="24"/>
                  <a:pt x="160" y="24"/>
                  <a:pt x="165" y="24"/>
                </a:cubicBezTo>
                <a:cubicBezTo>
                  <a:pt x="169" y="24"/>
                  <a:pt x="172" y="25"/>
                  <a:pt x="176" y="25"/>
                </a:cubicBezTo>
                <a:cubicBezTo>
                  <a:pt x="198" y="26"/>
                  <a:pt x="221" y="26"/>
                  <a:pt x="243" y="27"/>
                </a:cubicBezTo>
                <a:cubicBezTo>
                  <a:pt x="287" y="29"/>
                  <a:pt x="331" y="30"/>
                  <a:pt x="376" y="32"/>
                </a:cubicBezTo>
                <a:cubicBezTo>
                  <a:pt x="377" y="32"/>
                  <a:pt x="391" y="31"/>
                  <a:pt x="392" y="32"/>
                </a:cubicBezTo>
                <a:cubicBezTo>
                  <a:pt x="392" y="33"/>
                  <a:pt x="384" y="27"/>
                  <a:pt x="385" y="27"/>
                </a:cubicBezTo>
                <a:cubicBezTo>
                  <a:pt x="385" y="27"/>
                  <a:pt x="386" y="30"/>
                  <a:pt x="386" y="30"/>
                </a:cubicBezTo>
                <a:cubicBezTo>
                  <a:pt x="386" y="30"/>
                  <a:pt x="385" y="27"/>
                  <a:pt x="386" y="30"/>
                </a:cubicBezTo>
                <a:cubicBezTo>
                  <a:pt x="386" y="30"/>
                  <a:pt x="387" y="31"/>
                  <a:pt x="387" y="32"/>
                </a:cubicBezTo>
                <a:cubicBezTo>
                  <a:pt x="388" y="35"/>
                  <a:pt x="389" y="37"/>
                  <a:pt x="390" y="39"/>
                </a:cubicBezTo>
                <a:cubicBezTo>
                  <a:pt x="401" y="74"/>
                  <a:pt x="411" y="109"/>
                  <a:pt x="421" y="144"/>
                </a:cubicBezTo>
                <a:cubicBezTo>
                  <a:pt x="434" y="187"/>
                  <a:pt x="446" y="231"/>
                  <a:pt x="459" y="275"/>
                </a:cubicBezTo>
                <a:cubicBezTo>
                  <a:pt x="467" y="302"/>
                  <a:pt x="474" y="330"/>
                  <a:pt x="484" y="357"/>
                </a:cubicBezTo>
                <a:cubicBezTo>
                  <a:pt x="512" y="434"/>
                  <a:pt x="548" y="509"/>
                  <a:pt x="573" y="588"/>
                </a:cubicBezTo>
                <a:cubicBezTo>
                  <a:pt x="578" y="607"/>
                  <a:pt x="583" y="626"/>
                  <a:pt x="588" y="645"/>
                </a:cubicBezTo>
                <a:cubicBezTo>
                  <a:pt x="591" y="661"/>
                  <a:pt x="615" y="654"/>
                  <a:pt x="611" y="639"/>
                </a:cubicBezTo>
                <a:close/>
                <a:moveTo>
                  <a:pt x="239" y="383"/>
                </a:moveTo>
                <a:cubicBezTo>
                  <a:pt x="244" y="316"/>
                  <a:pt x="253" y="250"/>
                  <a:pt x="266" y="185"/>
                </a:cubicBezTo>
                <a:cubicBezTo>
                  <a:pt x="263" y="188"/>
                  <a:pt x="259" y="191"/>
                  <a:pt x="255" y="194"/>
                </a:cubicBezTo>
                <a:cubicBezTo>
                  <a:pt x="257" y="194"/>
                  <a:pt x="259" y="194"/>
                  <a:pt x="261" y="194"/>
                </a:cubicBezTo>
                <a:cubicBezTo>
                  <a:pt x="257" y="192"/>
                  <a:pt x="254" y="190"/>
                  <a:pt x="250" y="188"/>
                </a:cubicBezTo>
                <a:cubicBezTo>
                  <a:pt x="286" y="251"/>
                  <a:pt x="315" y="317"/>
                  <a:pt x="337" y="385"/>
                </a:cubicBezTo>
                <a:cubicBezTo>
                  <a:pt x="341" y="380"/>
                  <a:pt x="345" y="375"/>
                  <a:pt x="349" y="370"/>
                </a:cubicBezTo>
                <a:cubicBezTo>
                  <a:pt x="308" y="370"/>
                  <a:pt x="268" y="370"/>
                  <a:pt x="227" y="370"/>
                </a:cubicBezTo>
                <a:cubicBezTo>
                  <a:pt x="212" y="371"/>
                  <a:pt x="212" y="395"/>
                  <a:pt x="227" y="395"/>
                </a:cubicBezTo>
                <a:cubicBezTo>
                  <a:pt x="268" y="395"/>
                  <a:pt x="308" y="394"/>
                  <a:pt x="349" y="394"/>
                </a:cubicBezTo>
                <a:cubicBezTo>
                  <a:pt x="356" y="394"/>
                  <a:pt x="363" y="386"/>
                  <a:pt x="361" y="379"/>
                </a:cubicBezTo>
                <a:cubicBezTo>
                  <a:pt x="348" y="339"/>
                  <a:pt x="333" y="300"/>
                  <a:pt x="315" y="262"/>
                </a:cubicBezTo>
                <a:cubicBezTo>
                  <a:pt x="307" y="244"/>
                  <a:pt x="298" y="225"/>
                  <a:pt x="288" y="207"/>
                </a:cubicBezTo>
                <a:cubicBezTo>
                  <a:pt x="283" y="198"/>
                  <a:pt x="279" y="189"/>
                  <a:pt x="274" y="181"/>
                </a:cubicBezTo>
                <a:cubicBezTo>
                  <a:pt x="270" y="175"/>
                  <a:pt x="268" y="171"/>
                  <a:pt x="261" y="170"/>
                </a:cubicBezTo>
                <a:cubicBezTo>
                  <a:pt x="259" y="170"/>
                  <a:pt x="257" y="170"/>
                  <a:pt x="255" y="170"/>
                </a:cubicBezTo>
                <a:cubicBezTo>
                  <a:pt x="250" y="169"/>
                  <a:pt x="244" y="174"/>
                  <a:pt x="243" y="179"/>
                </a:cubicBezTo>
                <a:cubicBezTo>
                  <a:pt x="229" y="246"/>
                  <a:pt x="220" y="314"/>
                  <a:pt x="215" y="383"/>
                </a:cubicBezTo>
                <a:cubicBezTo>
                  <a:pt x="214" y="398"/>
                  <a:pt x="238" y="398"/>
                  <a:pt x="239" y="383"/>
                </a:cubicBezTo>
                <a:close/>
              </a:path>
            </a:pathLst>
          </a:custGeom>
          <a:solidFill>
            <a:srgbClr val="FFFFFF">
              <a:alpha val="83000"/>
            </a:srgbClr>
          </a:solidFill>
          <a:ln w="3429" cap="flat">
            <a:noFill/>
            <a:prstDash val="solid"/>
            <a:miter/>
          </a:ln>
        </p:spPr>
        <p:txBody>
          <a:bodyPr wrap="square" rtlCol="0" anchor="ctr">
            <a:noAutofit/>
          </a:bodyPr>
          <a:lstStyle/>
          <a:p>
            <a:endParaRPr lang="zh-CN" altLang="en-US">
              <a:cs typeface="+mn-ea"/>
              <a:sym typeface="+mn-lt"/>
            </a:endParaRPr>
          </a:p>
        </p:txBody>
      </p:sp>
      <p:graphicFrame>
        <p:nvGraphicFramePr>
          <p:cNvPr id="6" name="表格 2"/>
          <p:cNvGraphicFramePr/>
          <p:nvPr>
            <p:custDataLst>
              <p:tags r:id="rId26"/>
            </p:custDataLst>
          </p:nvPr>
        </p:nvGraphicFramePr>
        <p:xfrm>
          <a:off x="1123315" y="2104390"/>
          <a:ext cx="9712325" cy="4163060"/>
        </p:xfrm>
        <a:graphic>
          <a:graphicData uri="http://schemas.openxmlformats.org/drawingml/2006/table">
            <a:tbl>
              <a:tblPr firstRow="1" bandRow="1">
                <a:tableStyleId>{5C22544A-7EE6-4342-B048-85BDC9FD1C3A}</a:tableStyleId>
              </a:tblPr>
              <a:tblGrid>
                <a:gridCol w="1107440"/>
                <a:gridCol w="8604885"/>
              </a:tblGrid>
              <a:tr h="705485">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维度</a:t>
                      </a:r>
                      <a:endParaRPr lang="zh-CN" altLang="en-US" sz="24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具体内容</a:t>
                      </a:r>
                      <a:endParaRPr lang="zh-CN" altLang="en-US" sz="2400" b="1">
                        <a:latin typeface="微软雅黑" panose="020B0503020204020204" charset="-122"/>
                        <a:ea typeface="微软雅黑" panose="020B0503020204020204" charset="-122"/>
                      </a:endParaRPr>
                    </a:p>
                  </a:txBody>
                  <a:tcPr marL="215900" marR="215900" marT="133350" marB="133350" anchor="ctr" anchorCtr="0"/>
                </a:tc>
              </a:tr>
              <a:tr h="1362075">
                <a:tc>
                  <a:txBody>
                    <a:bodyPr/>
                    <a:p>
                      <a:pPr marL="0" indent="0" algn="ctr">
                        <a:lnSpc>
                          <a:spcPct val="120000"/>
                        </a:lnSpc>
                        <a:spcBef>
                          <a:spcPts val="0"/>
                        </a:spcBef>
                        <a:spcAft>
                          <a:spcPts val="0"/>
                        </a:spcAft>
                      </a:pPr>
                      <a:r>
                        <a:rPr lang="zh-CN" altLang="en-US" sz="2000" b="0" spc="130">
                          <a:latin typeface="微软雅黑" panose="020B0503020204020204" charset="-122"/>
                          <a:ea typeface="微软雅黑" panose="020B0503020204020204" charset="-122"/>
                        </a:rPr>
                        <a:t>定义</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在长期政治实践中形成并被反复运用，为国家机关、政党及人民所普遍遵循而实际上与宪法具有同等效力的习惯或传统</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r>
              <a:tr h="2095500">
                <a:tc>
                  <a:txBody>
                    <a:bodyPr/>
                    <a:p>
                      <a:pPr marL="0" indent="0" algn="ctr">
                        <a:lnSpc>
                          <a:spcPct val="120000"/>
                        </a:lnSpc>
                        <a:spcBef>
                          <a:spcPts val="0"/>
                        </a:spcBef>
                        <a:spcAft>
                          <a:spcPts val="0"/>
                        </a:spcAft>
                      </a:pPr>
                      <a:r>
                        <a:rPr lang="zh-CN" altLang="en-US" sz="2000" b="0" spc="130">
                          <a:latin typeface="微软雅黑" panose="020B0503020204020204" charset="-122"/>
                          <a:ea typeface="微软雅黑" panose="020B0503020204020204" charset="-122"/>
                        </a:rPr>
                        <a:t>特点</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en-US" altLang="zh-CN" sz="2000" b="1" spc="130">
                          <a:latin typeface="微软雅黑" panose="020B0503020204020204" charset="-122"/>
                          <a:ea typeface="微软雅黑" panose="020B0503020204020204" charset="-122"/>
                          <a:cs typeface="微软雅黑" panose="020B0503020204020204" charset="-122"/>
                        </a:rPr>
                        <a:t>1.  </a:t>
                      </a:r>
                      <a:r>
                        <a:rPr lang="zh-CN" altLang="en-US" sz="2000" b="1" spc="130">
                          <a:latin typeface="微软雅黑" panose="020B0503020204020204" charset="-122"/>
                          <a:ea typeface="微软雅黑" panose="020B0503020204020204" charset="-122"/>
                          <a:cs typeface="微软雅黑" panose="020B0503020204020204" charset="-122"/>
                        </a:rPr>
                        <a:t>没有具体的法律形式，</a:t>
                      </a:r>
                      <a:r>
                        <a:rPr lang="zh-CN" altLang="en-US" sz="2000" b="0" spc="130">
                          <a:latin typeface="微软雅黑" panose="020B0503020204020204" charset="-122"/>
                          <a:ea typeface="微软雅黑" panose="020B0503020204020204" charset="-122"/>
                          <a:cs typeface="微软雅黑" panose="020B0503020204020204" charset="-122"/>
                        </a:rPr>
                        <a:t>其内容并不明确规定在宪法典或宪法性法律中，需政治实践补充</a:t>
                      </a:r>
                      <a:endParaRPr lang="zh-CN" altLang="en-US" sz="2000" b="0" spc="130">
                        <a:latin typeface="微软雅黑" panose="020B0503020204020204" charset="-122"/>
                        <a:ea typeface="微软雅黑" panose="020B0503020204020204" charset="-122"/>
                        <a:cs typeface="微软雅黑" panose="020B0503020204020204" charset="-122"/>
                      </a:endParaRPr>
                    </a:p>
                    <a:p>
                      <a:pPr marL="0" indent="0" algn="l">
                        <a:lnSpc>
                          <a:spcPct val="120000"/>
                        </a:lnSpc>
                        <a:spcBef>
                          <a:spcPts val="0"/>
                        </a:spcBef>
                        <a:spcAft>
                          <a:spcPts val="0"/>
                        </a:spcAft>
                      </a:pPr>
                      <a:r>
                        <a:rPr lang="en-US" altLang="zh-CN" sz="2000" b="1" spc="130">
                          <a:latin typeface="微软雅黑" panose="020B0503020204020204" charset="-122"/>
                          <a:ea typeface="微软雅黑" panose="020B0503020204020204" charset="-122"/>
                          <a:cs typeface="微软雅黑" panose="020B0503020204020204" charset="-122"/>
                          <a:sym typeface="+mn-ea"/>
                        </a:rPr>
                        <a:t>2.</a:t>
                      </a:r>
                      <a:r>
                        <a:rPr lang="zh-CN" altLang="en-US" sz="2000" b="1" spc="130">
                          <a:latin typeface="微软雅黑" panose="020B0503020204020204" charset="-122"/>
                          <a:ea typeface="微软雅黑" panose="020B0503020204020204" charset="-122"/>
                          <a:cs typeface="微软雅黑" panose="020B0503020204020204" charset="-122"/>
                          <a:sym typeface="+mn-ea"/>
                        </a:rPr>
                        <a:t>无法律强制力：</a:t>
                      </a:r>
                      <a:r>
                        <a:rPr lang="zh-CN" altLang="en-US" sz="2000" spc="130">
                          <a:latin typeface="微软雅黑" panose="020B0503020204020204" charset="-122"/>
                          <a:ea typeface="微软雅黑" panose="020B0503020204020204" charset="-122"/>
                          <a:cs typeface="微软雅黑" panose="020B0503020204020204" charset="-122"/>
                          <a:sym typeface="+mn-ea"/>
                        </a:rPr>
                        <a:t>违反仅受政治道德谴责和一定的政治后果，不构成违宪</a:t>
                      </a:r>
                      <a:endParaRPr lang="zh-CN" altLang="en-US" sz="2000" b="0" spc="130">
                        <a:latin typeface="微软雅黑" panose="020B0503020204020204" charset="-122"/>
                        <a:ea typeface="微软雅黑" panose="020B0503020204020204" charset="-122"/>
                        <a:cs typeface="微软雅黑" panose="020B0503020204020204" charset="-122"/>
                      </a:endParaRPr>
                    </a:p>
                    <a:p>
                      <a:pPr marL="0" indent="0" algn="l">
                        <a:lnSpc>
                          <a:spcPct val="120000"/>
                        </a:lnSpc>
                        <a:spcBef>
                          <a:spcPts val="0"/>
                        </a:spcBef>
                        <a:spcAft>
                          <a:spcPts val="0"/>
                        </a:spcAft>
                      </a:pP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bl>
          </a:graphicData>
        </a:graphic>
      </p:graphicFrame>
    </p:spTree>
    <p:custDataLst>
      <p:tags r:id="rId27"/>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44830" y="189865"/>
            <a:ext cx="10808970" cy="1253490"/>
          </a:xfrm>
        </p:spPr>
        <p:txBody>
          <a:bodyPr/>
          <a:lstStyle/>
          <a:p>
            <a:r>
              <a:rPr lang="zh-CN" altLang="en-US">
                <a:solidFill>
                  <a:srgbClr val="C00000"/>
                </a:solidFill>
                <a:latin typeface="微软雅黑" panose="020B0503020204020204" charset="-122"/>
                <a:ea typeface="微软雅黑" panose="020B0503020204020204" charset="-122"/>
              </a:rPr>
              <a:t>（四）宪法判例</a:t>
            </a:r>
            <a:endParaRPr lang="zh-CN" altLang="en-US">
              <a:solidFill>
                <a:srgbClr val="C00000"/>
              </a:solidFill>
              <a:latin typeface="微软雅黑" panose="020B0503020204020204" charset="-122"/>
              <a:ea typeface="微软雅黑" panose="020B0503020204020204" charset="-122"/>
            </a:endParaRPr>
          </a:p>
        </p:txBody>
      </p:sp>
      <p:graphicFrame>
        <p:nvGraphicFramePr>
          <p:cNvPr id="3" name="表格 2"/>
          <p:cNvGraphicFramePr/>
          <p:nvPr>
            <p:custDataLst>
              <p:tags r:id="rId2"/>
            </p:custDataLst>
          </p:nvPr>
        </p:nvGraphicFramePr>
        <p:xfrm>
          <a:off x="607060" y="1443355"/>
          <a:ext cx="10975975" cy="4928870"/>
        </p:xfrm>
        <a:graphic>
          <a:graphicData uri="http://schemas.openxmlformats.org/drawingml/2006/table">
            <a:tbl>
              <a:tblPr firstRow="1" bandRow="1">
                <a:tableStyleId>{5C22544A-7EE6-4342-B048-85BDC9FD1C3A}</a:tableStyleId>
              </a:tblPr>
              <a:tblGrid>
                <a:gridCol w="1781810"/>
                <a:gridCol w="9194165"/>
              </a:tblGrid>
              <a:tr h="740410">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维度</a:t>
                      </a:r>
                      <a:endParaRPr lang="zh-CN" altLang="en-US" sz="24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具体内容</a:t>
                      </a:r>
                      <a:endParaRPr lang="zh-CN" altLang="en-US" sz="2400" b="1">
                        <a:latin typeface="微软雅黑" panose="020B0503020204020204" charset="-122"/>
                        <a:ea typeface="微软雅黑" panose="020B0503020204020204" charset="-122"/>
                      </a:endParaRPr>
                    </a:p>
                  </a:txBody>
                  <a:tcPr marL="215900" marR="215900" marT="133350" marB="133350" anchor="ctr" anchorCtr="0"/>
                </a:tc>
              </a:tr>
              <a:tr h="104711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定义</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法院在审理宪法争议案件时，依据宪法作出的具有普遍约束力的判决，主要存在于普通法系国家</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r>
              <a:tr h="104711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形成基础</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普通法系“遵循先例”原则：</a:t>
                      </a:r>
                      <a:r>
                        <a:rPr lang="zh-CN" altLang="en-US" sz="2000" b="1" spc="130">
                          <a:latin typeface="微软雅黑" panose="020B0503020204020204" charset="-122"/>
                          <a:ea typeface="微软雅黑" panose="020B0503020204020204" charset="-122"/>
                          <a:cs typeface="微软雅黑" panose="020B0503020204020204" charset="-122"/>
                        </a:rPr>
                        <a:t>最高法院及上级法院的判例对下级法院审理同类案件具有约束力</a:t>
                      </a:r>
                      <a:endParaRPr lang="zh-CN" altLang="en-US" sz="2000" b="1"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104711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世界示例</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美国 </a:t>
                      </a:r>
                      <a:r>
                        <a:rPr lang="en-US" altLang="zh-CN" sz="2000" b="0" spc="130">
                          <a:latin typeface="微软雅黑" panose="020B0503020204020204" charset="-122"/>
                          <a:ea typeface="微软雅黑" panose="020B0503020204020204" charset="-122"/>
                          <a:cs typeface="微软雅黑" panose="020B0503020204020204" charset="-122"/>
                        </a:rPr>
                        <a:t>1803 </a:t>
                      </a:r>
                      <a:r>
                        <a:rPr lang="zh-CN" altLang="en-US" sz="2000" b="0" spc="130">
                          <a:latin typeface="微软雅黑" panose="020B0503020204020204" charset="-122"/>
                          <a:ea typeface="微软雅黑" panose="020B0503020204020204" charset="-122"/>
                          <a:cs typeface="微软雅黑" panose="020B0503020204020204" charset="-122"/>
                        </a:rPr>
                        <a:t>年“马伯里诉麦迪逊案”：确立联邦最高法院“司法审查权”，成为宪法判例典范</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104711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我国适用情况</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非宪法渊源：</a:t>
                      </a:r>
                      <a:r>
                        <a:rPr lang="zh-CN" altLang="en-US" sz="2000" b="1" spc="130">
                          <a:latin typeface="微软雅黑" panose="020B0503020204020204" charset="-122"/>
                          <a:ea typeface="微软雅黑" panose="020B0503020204020204" charset="-122"/>
                          <a:cs typeface="微软雅黑" panose="020B0503020204020204" charset="-122"/>
                        </a:rPr>
                        <a:t>我国法院裁判文书不得以宪法作为直接裁判依据</a:t>
                      </a:r>
                      <a:endParaRPr lang="zh-CN" altLang="en-US" sz="2000" b="1"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bl>
          </a:graphicData>
        </a:graphic>
      </p:graphicFrame>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custDataLst>
              <p:tags r:id="rId1"/>
            </p:custDataLst>
          </p:nvPr>
        </p:nvSpPr>
        <p:spPr>
          <a:xfrm>
            <a:off x="695960" y="1440000"/>
            <a:ext cx="10800080" cy="4932000"/>
          </a:xfrm>
          <a:prstGeom prst="rect">
            <a:avLst/>
          </a:prstGeom>
          <a:gradFill>
            <a:gsLst>
              <a:gs pos="0">
                <a:schemeClr val="accent1">
                  <a:alpha val="5000"/>
                </a:schemeClr>
              </a:gs>
              <a:gs pos="10000">
                <a:schemeClr val="accent1">
                  <a:lumMod val="45000"/>
                  <a:lumOff val="55000"/>
                  <a:alpha val="0"/>
                </a:schemeClr>
              </a:gs>
              <a:gs pos="86000">
                <a:schemeClr val="accent1">
                  <a:lumMod val="45000"/>
                  <a:lumOff val="55000"/>
                  <a:alpha val="0"/>
                </a:schemeClr>
              </a:gs>
              <a:gs pos="100000">
                <a:schemeClr val="accent1">
                  <a:alpha val="5000"/>
                </a:schemeClr>
              </a:gs>
            </a:gsLst>
            <a:lin ang="0" scaled="0"/>
          </a:gradFill>
          <a:ln w="22225">
            <a:gradFill>
              <a:gsLst>
                <a:gs pos="100000">
                  <a:schemeClr val="accent1">
                    <a:alpha val="40000"/>
                  </a:schemeClr>
                </a:gs>
                <a:gs pos="27000">
                  <a:schemeClr val="accent1">
                    <a:lumMod val="20000"/>
                    <a:lumOff val="80000"/>
                    <a:alpha val="0"/>
                  </a:schemeClr>
                </a:gs>
                <a:gs pos="73000">
                  <a:schemeClr val="accent1">
                    <a:lumMod val="20000"/>
                    <a:lumOff val="80000"/>
                    <a:alpha val="0"/>
                  </a:schemeClr>
                </a:gs>
                <a:gs pos="0">
                  <a:schemeClr val="accent1">
                    <a:alpha val="40000"/>
                  </a:schemeClr>
                </a:gs>
              </a:gsLst>
              <a:lin ang="0" scaled="1"/>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50000"/>
              </a:lnSpc>
              <a:buClrTx/>
              <a:buSzTx/>
              <a:buFontTx/>
            </a:pPr>
            <a:endParaRPr lang="zh-CN" altLang="en-US" sz="1000" dirty="0">
              <a:solidFill>
                <a:schemeClr val="accent1"/>
              </a:solidFill>
              <a:cs typeface="微软雅黑" panose="020B0503020204020204" charset="-122"/>
              <a:sym typeface="+mn-ea"/>
            </a:endParaRPr>
          </a:p>
        </p:txBody>
      </p:sp>
      <p:sp>
        <p:nvSpPr>
          <p:cNvPr id="3" name="标题 2"/>
          <p:cNvSpPr>
            <a:spLocks noGrp="1"/>
          </p:cNvSpPr>
          <p:nvPr>
            <p:ph type="title"/>
            <p:custDataLst>
              <p:tags r:id="rId2"/>
            </p:custDataLst>
          </p:nvPr>
        </p:nvSpPr>
        <p:spPr/>
        <p:txBody>
          <a:bodyPr/>
          <a:lstStyle/>
          <a:p>
            <a:r>
              <a:rPr lang="zh-CN" altLang="en-US">
                <a:solidFill>
                  <a:srgbClr val="C00000"/>
                </a:solidFill>
                <a:latin typeface="微软雅黑" panose="020B0503020204020204" charset="-122"/>
                <a:ea typeface="微软雅黑" panose="020B0503020204020204" charset="-122"/>
              </a:rPr>
              <a:t>（五）宪法解释</a:t>
            </a:r>
            <a:endParaRPr lang="zh-CN" altLang="en-US">
              <a:solidFill>
                <a:srgbClr val="C00000"/>
              </a:solidFill>
              <a:latin typeface="微软雅黑" panose="020B0503020204020204" charset="-122"/>
              <a:ea typeface="微软雅黑" panose="020B0503020204020204" charset="-122"/>
            </a:endParaRPr>
          </a:p>
        </p:txBody>
      </p:sp>
      <p:sp>
        <p:nvSpPr>
          <p:cNvPr id="15" name="任意多边形: 形状 14"/>
          <p:cNvSpPr/>
          <p:nvPr>
            <p:custDataLst>
              <p:tags r:id="rId3"/>
            </p:custDataLst>
          </p:nvPr>
        </p:nvSpPr>
        <p:spPr>
          <a:xfrm>
            <a:off x="650074" y="6080227"/>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18900000" algn="b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14"/>
          <p:cNvSpPr/>
          <p:nvPr>
            <p:custDataLst>
              <p:tags r:id="rId4"/>
            </p:custDataLst>
          </p:nvPr>
        </p:nvSpPr>
        <p:spPr>
          <a:xfrm rot="5400000">
            <a:off x="650074" y="1393292"/>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任意多边形: 形状 14"/>
          <p:cNvSpPr/>
          <p:nvPr>
            <p:custDataLst>
              <p:tags r:id="rId5"/>
            </p:custDataLst>
          </p:nvPr>
        </p:nvSpPr>
        <p:spPr>
          <a:xfrm flipH="1">
            <a:off x="11196789" y="6080862"/>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13500000" algn="br"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任意多边形: 形状 14"/>
          <p:cNvSpPr/>
          <p:nvPr>
            <p:custDataLst>
              <p:tags r:id="rId6"/>
            </p:custDataLst>
          </p:nvPr>
        </p:nvSpPr>
        <p:spPr>
          <a:xfrm rot="16200000" flipH="1">
            <a:off x="11196789" y="1393927"/>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8100000" algn="tr"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2" name="表格 2"/>
          <p:cNvGraphicFramePr/>
          <p:nvPr>
            <p:custDataLst>
              <p:tags r:id="rId7"/>
            </p:custDataLst>
          </p:nvPr>
        </p:nvGraphicFramePr>
        <p:xfrm>
          <a:off x="1002030" y="1732915"/>
          <a:ext cx="10194925" cy="4338320"/>
        </p:xfrm>
        <a:graphic>
          <a:graphicData uri="http://schemas.openxmlformats.org/drawingml/2006/table">
            <a:tbl>
              <a:tblPr firstRow="1" bandRow="1">
                <a:tableStyleId>{5C22544A-7EE6-4342-B048-85BDC9FD1C3A}</a:tableStyleId>
              </a:tblPr>
              <a:tblGrid>
                <a:gridCol w="1586230"/>
                <a:gridCol w="8608695"/>
              </a:tblGrid>
              <a:tr h="726440">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维度</a:t>
                      </a:r>
                      <a:endParaRPr lang="zh-CN" altLang="en-US" sz="24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具体内容</a:t>
                      </a:r>
                      <a:endParaRPr lang="zh-CN" altLang="en-US" sz="2400" b="1">
                        <a:latin typeface="微软雅黑" panose="020B0503020204020204" charset="-122"/>
                        <a:ea typeface="微软雅黑" panose="020B0503020204020204" charset="-122"/>
                      </a:endParaRPr>
                    </a:p>
                  </a:txBody>
                  <a:tcPr marL="215900" marR="215900" marT="133350" marB="133350" anchor="ctr" anchorCtr="0"/>
                </a:tc>
              </a:tr>
              <a:tr h="185102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定义</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宪法解释机关</a:t>
                      </a:r>
                      <a:r>
                        <a:rPr lang="zh-CN" altLang="en-US" sz="2000" b="1" spc="130">
                          <a:latin typeface="微软雅黑" panose="020B0503020204020204" charset="-122"/>
                          <a:ea typeface="微软雅黑" panose="020B0503020204020204" charset="-122"/>
                        </a:rPr>
                        <a:t>对宪法的基本原则、基本精神和具体规定的含义的说明</a:t>
                      </a:r>
                      <a:r>
                        <a:rPr lang="zh-CN" altLang="en-US" sz="2000" b="0" spc="130">
                          <a:latin typeface="微软雅黑" panose="020B0503020204020204" charset="-122"/>
                          <a:ea typeface="微软雅黑" panose="020B0503020204020204" charset="-122"/>
                        </a:rPr>
                        <a:t>，包括有权机关所作的独立的宪法解释决议</a:t>
                      </a:r>
                      <a:r>
                        <a:rPr lang="zh-CN" altLang="en-US" sz="2000" b="1" spc="130">
                          <a:latin typeface="微软雅黑" panose="020B0503020204020204" charset="-122"/>
                          <a:ea typeface="微软雅黑" panose="020B0503020204020204" charset="-122"/>
                        </a:rPr>
                        <a:t>（补充解释）</a:t>
                      </a:r>
                      <a:r>
                        <a:rPr lang="zh-CN" altLang="en-US" sz="2000" b="0" spc="130">
                          <a:latin typeface="微软雅黑" panose="020B0503020204020204" charset="-122"/>
                          <a:ea typeface="微软雅黑" panose="020B0503020204020204" charset="-122"/>
                        </a:rPr>
                        <a:t>和宪法解释机关在违宪审查过程中为了判断法律的合宪性而对宪法所做的解释</a:t>
                      </a:r>
                      <a:r>
                        <a:rPr lang="zh-CN" altLang="en-US" sz="2000" b="1" spc="130">
                          <a:latin typeface="微软雅黑" panose="020B0503020204020204" charset="-122"/>
                          <a:ea typeface="微软雅黑" panose="020B0503020204020204" charset="-122"/>
                        </a:rPr>
                        <a:t>（违宪解释）</a:t>
                      </a:r>
                      <a:r>
                        <a:rPr lang="zh-CN" altLang="en-US" sz="2000" b="0" spc="130">
                          <a:latin typeface="微软雅黑" panose="020B0503020204020204" charset="-122"/>
                          <a:ea typeface="微软雅黑" panose="020B0503020204020204" charset="-122"/>
                        </a:rPr>
                        <a:t>。</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r>
              <a:tr h="68643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效力</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1" spc="130">
                          <a:latin typeface="微软雅黑" panose="020B0503020204020204" charset="-122"/>
                          <a:ea typeface="微软雅黑" panose="020B0503020204020204" charset="-122"/>
                        </a:rPr>
                        <a:t>与宪法本身效力等同，</a:t>
                      </a:r>
                      <a:r>
                        <a:rPr lang="zh-CN" altLang="en-US" sz="2000" b="0" spc="130">
                          <a:latin typeface="微软雅黑" panose="020B0503020204020204" charset="-122"/>
                          <a:ea typeface="微软雅黑" panose="020B0503020204020204" charset="-122"/>
                        </a:rPr>
                        <a:t>是宪法的有机组成部分</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r>
              <a:tr h="1074420">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我国适用情况</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是我国宪法渊源：</a:t>
                      </a:r>
                      <a:r>
                        <a:rPr lang="en-US" altLang="zh-CN" sz="2000" b="0" spc="130">
                          <a:latin typeface="微软雅黑" panose="020B0503020204020204" charset="-122"/>
                          <a:ea typeface="微软雅黑" panose="020B0503020204020204" charset="-122"/>
                        </a:rPr>
                        <a:t>《</a:t>
                      </a:r>
                      <a:r>
                        <a:rPr lang="zh-CN" altLang="en-US" sz="2000" b="0" spc="130">
                          <a:latin typeface="微软雅黑" panose="020B0503020204020204" charset="-122"/>
                          <a:ea typeface="微软雅黑" panose="020B0503020204020204" charset="-122"/>
                        </a:rPr>
                        <a:t>宪法</a:t>
                      </a:r>
                      <a:r>
                        <a:rPr lang="en-US" altLang="zh-CN" sz="2000" b="0" spc="130">
                          <a:latin typeface="微软雅黑" panose="020B0503020204020204" charset="-122"/>
                          <a:ea typeface="微软雅黑" panose="020B0503020204020204" charset="-122"/>
                        </a:rPr>
                        <a:t>》</a:t>
                      </a:r>
                      <a:r>
                        <a:rPr lang="zh-CN" altLang="en-US" sz="2000" b="0" spc="130">
                          <a:latin typeface="微软雅黑" panose="020B0503020204020204" charset="-122"/>
                          <a:ea typeface="微软雅黑" panose="020B0503020204020204" charset="-122"/>
                        </a:rPr>
                        <a:t>规定全国人大常委会有权解释宪法</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r>
            </a:tbl>
          </a:graphicData>
        </a:graphic>
      </p:graphicFrame>
    </p:spTree>
    <p:custDataLst>
      <p:tags r:id="rId8"/>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0" y="0"/>
            <a:ext cx="12192000" cy="6858000"/>
          </a:xfrm>
          <a:prstGeom prst="rect">
            <a:avLst/>
          </a:prstGeom>
          <a:solidFill>
            <a:schemeClr val="accent1">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3" name="任意多边形: 形状 52"/>
          <p:cNvSpPr/>
          <p:nvPr>
            <p:custDataLst>
              <p:tags r:id="rId2"/>
            </p:custDataLst>
          </p:nvPr>
        </p:nvSpPr>
        <p:spPr>
          <a:xfrm flipH="1">
            <a:off x="-6350" y="3839210"/>
            <a:ext cx="885825" cy="1686561"/>
          </a:xfrm>
          <a:custGeom>
            <a:avLst/>
            <a:gdLst>
              <a:gd name="connsiteX0" fmla="*/ 0 w 78867"/>
              <a:gd name="connsiteY0" fmla="*/ 22974 h 51777"/>
              <a:gd name="connsiteX1" fmla="*/ 10287 w 78867"/>
              <a:gd name="connsiteY1" fmla="*/ 51778 h 51777"/>
              <a:gd name="connsiteX2" fmla="*/ 44577 w 78867"/>
              <a:gd name="connsiteY2" fmla="*/ 39776 h 51777"/>
              <a:gd name="connsiteX3" fmla="*/ 68237 w 78867"/>
              <a:gd name="connsiteY3" fmla="*/ 32233 h 51777"/>
              <a:gd name="connsiteX4" fmla="*/ 78867 w 78867"/>
              <a:gd name="connsiteY4" fmla="*/ 29147 h 51777"/>
              <a:gd name="connsiteX5" fmla="*/ 70637 w 78867"/>
              <a:gd name="connsiteY5" fmla="*/ 0 h 51777"/>
              <a:gd name="connsiteX6" fmla="*/ 59322 w 78867"/>
              <a:gd name="connsiteY6" fmla="*/ 3429 h 51777"/>
              <a:gd name="connsiteX7" fmla="*/ 34976 w 78867"/>
              <a:gd name="connsiteY7" fmla="*/ 11315 h 51777"/>
              <a:gd name="connsiteX8" fmla="*/ 0 w 78867"/>
              <a:gd name="connsiteY8" fmla="*/ 22974 h 5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5" h="2656">
                <a:moveTo>
                  <a:pt x="451" y="1906"/>
                </a:moveTo>
                <a:cubicBezTo>
                  <a:pt x="451" y="1906"/>
                  <a:pt x="457" y="1907"/>
                  <a:pt x="467" y="1909"/>
                </a:cubicBezTo>
                <a:cubicBezTo>
                  <a:pt x="472" y="1909"/>
                  <a:pt x="478" y="1910"/>
                  <a:pt x="485" y="1911"/>
                </a:cubicBezTo>
                <a:cubicBezTo>
                  <a:pt x="491" y="1911"/>
                  <a:pt x="498" y="1912"/>
                  <a:pt x="505" y="1912"/>
                </a:cubicBezTo>
                <a:cubicBezTo>
                  <a:pt x="511" y="1912"/>
                  <a:pt x="518" y="1913"/>
                  <a:pt x="525" y="1913"/>
                </a:cubicBezTo>
                <a:cubicBezTo>
                  <a:pt x="531" y="1913"/>
                  <a:pt x="537" y="1913"/>
                  <a:pt x="542" y="1913"/>
                </a:cubicBezTo>
                <a:cubicBezTo>
                  <a:pt x="553" y="1912"/>
                  <a:pt x="560" y="1912"/>
                  <a:pt x="560" y="1912"/>
                </a:cubicBezTo>
                <a:lnTo>
                  <a:pt x="563" y="1960"/>
                </a:lnTo>
                <a:cubicBezTo>
                  <a:pt x="563" y="1960"/>
                  <a:pt x="555" y="1960"/>
                  <a:pt x="544" y="1961"/>
                </a:cubicBezTo>
                <a:cubicBezTo>
                  <a:pt x="539" y="1961"/>
                  <a:pt x="532" y="1961"/>
                  <a:pt x="525" y="1961"/>
                </a:cubicBezTo>
                <a:cubicBezTo>
                  <a:pt x="518" y="1961"/>
                  <a:pt x="510" y="1960"/>
                  <a:pt x="503" y="1960"/>
                </a:cubicBezTo>
                <a:cubicBezTo>
                  <a:pt x="495" y="1960"/>
                  <a:pt x="487" y="1959"/>
                  <a:pt x="480" y="1959"/>
                </a:cubicBezTo>
                <a:cubicBezTo>
                  <a:pt x="473" y="1958"/>
                  <a:pt x="467" y="1957"/>
                  <a:pt x="461" y="1956"/>
                </a:cubicBezTo>
                <a:cubicBezTo>
                  <a:pt x="450" y="1955"/>
                  <a:pt x="442" y="1953"/>
                  <a:pt x="442" y="1953"/>
                </a:cubicBezTo>
                <a:lnTo>
                  <a:pt x="451" y="1906"/>
                </a:lnTo>
                <a:close/>
                <a:moveTo>
                  <a:pt x="716" y="1870"/>
                </a:moveTo>
                <a:lnTo>
                  <a:pt x="738" y="1913"/>
                </a:lnTo>
                <a:cubicBezTo>
                  <a:pt x="738" y="1913"/>
                  <a:pt x="732" y="1916"/>
                  <a:pt x="721" y="1922"/>
                </a:cubicBezTo>
                <a:cubicBezTo>
                  <a:pt x="716" y="1924"/>
                  <a:pt x="709" y="1926"/>
                  <a:pt x="703" y="1929"/>
                </a:cubicBezTo>
                <a:cubicBezTo>
                  <a:pt x="696" y="1931"/>
                  <a:pt x="689" y="1935"/>
                  <a:pt x="682" y="1937"/>
                </a:cubicBezTo>
                <a:cubicBezTo>
                  <a:pt x="667" y="1942"/>
                  <a:pt x="653" y="1946"/>
                  <a:pt x="641" y="1949"/>
                </a:cubicBezTo>
                <a:cubicBezTo>
                  <a:pt x="636" y="1950"/>
                  <a:pt x="631" y="1951"/>
                  <a:pt x="628" y="1952"/>
                </a:cubicBezTo>
                <a:cubicBezTo>
                  <a:pt x="624" y="1952"/>
                  <a:pt x="622" y="1953"/>
                  <a:pt x="622" y="1953"/>
                </a:cubicBezTo>
                <a:lnTo>
                  <a:pt x="613" y="1906"/>
                </a:lnTo>
                <a:cubicBezTo>
                  <a:pt x="613" y="1906"/>
                  <a:pt x="615" y="1905"/>
                  <a:pt x="618" y="1905"/>
                </a:cubicBezTo>
                <a:cubicBezTo>
                  <a:pt x="621" y="1904"/>
                  <a:pt x="625" y="1903"/>
                  <a:pt x="630" y="1902"/>
                </a:cubicBezTo>
                <a:cubicBezTo>
                  <a:pt x="640" y="1900"/>
                  <a:pt x="653" y="1896"/>
                  <a:pt x="666" y="1892"/>
                </a:cubicBezTo>
                <a:cubicBezTo>
                  <a:pt x="673" y="1890"/>
                  <a:pt x="679" y="1887"/>
                  <a:pt x="685" y="1885"/>
                </a:cubicBezTo>
                <a:cubicBezTo>
                  <a:pt x="691" y="1882"/>
                  <a:pt x="696" y="1880"/>
                  <a:pt x="701" y="1878"/>
                </a:cubicBezTo>
                <a:cubicBezTo>
                  <a:pt x="710" y="1873"/>
                  <a:pt x="716" y="1870"/>
                  <a:pt x="716" y="1870"/>
                </a:cubicBezTo>
                <a:close/>
                <a:moveTo>
                  <a:pt x="832" y="1765"/>
                </a:moveTo>
                <a:lnTo>
                  <a:pt x="874" y="1789"/>
                </a:lnTo>
                <a:cubicBezTo>
                  <a:pt x="874" y="1789"/>
                  <a:pt x="873" y="1790"/>
                  <a:pt x="871" y="1792"/>
                </a:cubicBezTo>
                <a:cubicBezTo>
                  <a:pt x="869" y="1795"/>
                  <a:pt x="866" y="1800"/>
                  <a:pt x="863" y="1805"/>
                </a:cubicBezTo>
                <a:cubicBezTo>
                  <a:pt x="860" y="1810"/>
                  <a:pt x="856" y="1815"/>
                  <a:pt x="851" y="1821"/>
                </a:cubicBezTo>
                <a:cubicBezTo>
                  <a:pt x="846" y="1827"/>
                  <a:pt x="842" y="1834"/>
                  <a:pt x="836" y="1839"/>
                </a:cubicBezTo>
                <a:cubicBezTo>
                  <a:pt x="826" y="1851"/>
                  <a:pt x="814" y="1861"/>
                  <a:pt x="805" y="1869"/>
                </a:cubicBezTo>
                <a:cubicBezTo>
                  <a:pt x="800" y="1873"/>
                  <a:pt x="796" y="1876"/>
                  <a:pt x="793" y="1878"/>
                </a:cubicBezTo>
                <a:cubicBezTo>
                  <a:pt x="791" y="1880"/>
                  <a:pt x="789" y="1881"/>
                  <a:pt x="789" y="1881"/>
                </a:cubicBezTo>
                <a:lnTo>
                  <a:pt x="761" y="1842"/>
                </a:lnTo>
                <a:cubicBezTo>
                  <a:pt x="761" y="1842"/>
                  <a:pt x="763" y="1841"/>
                  <a:pt x="765" y="1839"/>
                </a:cubicBezTo>
                <a:cubicBezTo>
                  <a:pt x="767" y="1837"/>
                  <a:pt x="771" y="1835"/>
                  <a:pt x="775" y="1832"/>
                </a:cubicBezTo>
                <a:cubicBezTo>
                  <a:pt x="783" y="1825"/>
                  <a:pt x="793" y="1816"/>
                  <a:pt x="802" y="1807"/>
                </a:cubicBezTo>
                <a:cubicBezTo>
                  <a:pt x="806" y="1802"/>
                  <a:pt x="810" y="1797"/>
                  <a:pt x="814" y="1792"/>
                </a:cubicBezTo>
                <a:cubicBezTo>
                  <a:pt x="818" y="1787"/>
                  <a:pt x="821" y="1782"/>
                  <a:pt x="824" y="1779"/>
                </a:cubicBezTo>
                <a:cubicBezTo>
                  <a:pt x="826" y="1775"/>
                  <a:pt x="829" y="1771"/>
                  <a:pt x="830" y="1769"/>
                </a:cubicBezTo>
                <a:cubicBezTo>
                  <a:pt x="832" y="1767"/>
                  <a:pt x="832" y="1765"/>
                  <a:pt x="832" y="1765"/>
                </a:cubicBezTo>
                <a:close/>
                <a:moveTo>
                  <a:pt x="298" y="1752"/>
                </a:moveTo>
                <a:lnTo>
                  <a:pt x="344" y="1764"/>
                </a:lnTo>
                <a:cubicBezTo>
                  <a:pt x="344" y="1764"/>
                  <a:pt x="342" y="1770"/>
                  <a:pt x="340" y="1781"/>
                </a:cubicBezTo>
                <a:cubicBezTo>
                  <a:pt x="338" y="1791"/>
                  <a:pt x="335" y="1804"/>
                  <a:pt x="333" y="1818"/>
                </a:cubicBezTo>
                <a:cubicBezTo>
                  <a:pt x="333" y="1824"/>
                  <a:pt x="332" y="1831"/>
                  <a:pt x="331" y="1838"/>
                </a:cubicBezTo>
                <a:cubicBezTo>
                  <a:pt x="330" y="1844"/>
                  <a:pt x="329" y="1850"/>
                  <a:pt x="329" y="1856"/>
                </a:cubicBezTo>
                <a:cubicBezTo>
                  <a:pt x="329" y="1858"/>
                  <a:pt x="329" y="1861"/>
                  <a:pt x="329" y="1863"/>
                </a:cubicBezTo>
                <a:lnTo>
                  <a:pt x="329" y="1864"/>
                </a:lnTo>
                <a:lnTo>
                  <a:pt x="330" y="1864"/>
                </a:lnTo>
                <a:cubicBezTo>
                  <a:pt x="335" y="1867"/>
                  <a:pt x="341" y="1870"/>
                  <a:pt x="347" y="1873"/>
                </a:cubicBezTo>
                <a:cubicBezTo>
                  <a:pt x="372" y="1885"/>
                  <a:pt x="398" y="1893"/>
                  <a:pt x="398" y="1893"/>
                </a:cubicBezTo>
                <a:lnTo>
                  <a:pt x="383" y="1939"/>
                </a:lnTo>
                <a:cubicBezTo>
                  <a:pt x="383" y="1939"/>
                  <a:pt x="354" y="1930"/>
                  <a:pt x="327" y="1916"/>
                </a:cubicBezTo>
                <a:cubicBezTo>
                  <a:pt x="320" y="1913"/>
                  <a:pt x="314" y="1909"/>
                  <a:pt x="307" y="1906"/>
                </a:cubicBezTo>
                <a:cubicBezTo>
                  <a:pt x="301" y="1902"/>
                  <a:pt x="295" y="1899"/>
                  <a:pt x="290" y="1896"/>
                </a:cubicBezTo>
                <a:cubicBezTo>
                  <a:pt x="285" y="1893"/>
                  <a:pt x="281" y="1890"/>
                  <a:pt x="278" y="1889"/>
                </a:cubicBezTo>
                <a:cubicBezTo>
                  <a:pt x="276" y="1887"/>
                  <a:pt x="274" y="1886"/>
                  <a:pt x="274" y="1886"/>
                </a:cubicBezTo>
                <a:lnTo>
                  <a:pt x="283" y="1871"/>
                </a:lnTo>
                <a:lnTo>
                  <a:pt x="281" y="1871"/>
                </a:lnTo>
                <a:cubicBezTo>
                  <a:pt x="281" y="1871"/>
                  <a:pt x="281" y="1864"/>
                  <a:pt x="282" y="1853"/>
                </a:cubicBezTo>
                <a:cubicBezTo>
                  <a:pt x="282" y="1847"/>
                  <a:pt x="283" y="1841"/>
                  <a:pt x="284" y="1834"/>
                </a:cubicBezTo>
                <a:cubicBezTo>
                  <a:pt x="284" y="1827"/>
                  <a:pt x="285" y="1819"/>
                  <a:pt x="286" y="1811"/>
                </a:cubicBezTo>
                <a:cubicBezTo>
                  <a:pt x="288" y="1796"/>
                  <a:pt x="291" y="1782"/>
                  <a:pt x="293" y="1770"/>
                </a:cubicBezTo>
                <a:cubicBezTo>
                  <a:pt x="296" y="1760"/>
                  <a:pt x="298" y="1752"/>
                  <a:pt x="298" y="1752"/>
                </a:cubicBezTo>
                <a:close/>
                <a:moveTo>
                  <a:pt x="182" y="1732"/>
                </a:moveTo>
                <a:cubicBezTo>
                  <a:pt x="182" y="1732"/>
                  <a:pt x="186" y="1738"/>
                  <a:pt x="192" y="1746"/>
                </a:cubicBezTo>
                <a:cubicBezTo>
                  <a:pt x="199" y="1754"/>
                  <a:pt x="207" y="1765"/>
                  <a:pt x="217" y="1775"/>
                </a:cubicBezTo>
                <a:cubicBezTo>
                  <a:pt x="219" y="1777"/>
                  <a:pt x="222" y="1780"/>
                  <a:pt x="224" y="1782"/>
                </a:cubicBezTo>
                <a:cubicBezTo>
                  <a:pt x="226" y="1785"/>
                  <a:pt x="229" y="1787"/>
                  <a:pt x="231" y="1789"/>
                </a:cubicBezTo>
                <a:cubicBezTo>
                  <a:pt x="236" y="1794"/>
                  <a:pt x="240" y="1799"/>
                  <a:pt x="244" y="1802"/>
                </a:cubicBezTo>
                <a:cubicBezTo>
                  <a:pt x="252" y="1809"/>
                  <a:pt x="257" y="1813"/>
                  <a:pt x="257" y="1813"/>
                </a:cubicBezTo>
                <a:lnTo>
                  <a:pt x="226" y="1850"/>
                </a:lnTo>
                <a:cubicBezTo>
                  <a:pt x="226" y="1850"/>
                  <a:pt x="220" y="1845"/>
                  <a:pt x="211" y="1837"/>
                </a:cubicBezTo>
                <a:cubicBezTo>
                  <a:pt x="206" y="1833"/>
                  <a:pt x="202" y="1828"/>
                  <a:pt x="196" y="1823"/>
                </a:cubicBezTo>
                <a:cubicBezTo>
                  <a:pt x="194" y="1821"/>
                  <a:pt x="192" y="1819"/>
                  <a:pt x="189" y="1816"/>
                </a:cubicBezTo>
                <a:cubicBezTo>
                  <a:pt x="187" y="1813"/>
                  <a:pt x="184" y="1810"/>
                  <a:pt x="181" y="1808"/>
                </a:cubicBezTo>
                <a:cubicBezTo>
                  <a:pt x="171" y="1796"/>
                  <a:pt x="162" y="1785"/>
                  <a:pt x="154" y="1776"/>
                </a:cubicBezTo>
                <a:cubicBezTo>
                  <a:pt x="147" y="1767"/>
                  <a:pt x="143" y="1761"/>
                  <a:pt x="143" y="1761"/>
                </a:cubicBezTo>
                <a:lnTo>
                  <a:pt x="182" y="1732"/>
                </a:lnTo>
                <a:close/>
                <a:moveTo>
                  <a:pt x="887" y="1601"/>
                </a:moveTo>
                <a:cubicBezTo>
                  <a:pt x="887" y="1601"/>
                  <a:pt x="887" y="1603"/>
                  <a:pt x="888" y="1606"/>
                </a:cubicBezTo>
                <a:cubicBezTo>
                  <a:pt x="890" y="1610"/>
                  <a:pt x="891" y="1615"/>
                  <a:pt x="893" y="1621"/>
                </a:cubicBezTo>
                <a:cubicBezTo>
                  <a:pt x="895" y="1626"/>
                  <a:pt x="897" y="1633"/>
                  <a:pt x="898" y="1641"/>
                </a:cubicBezTo>
                <a:cubicBezTo>
                  <a:pt x="899" y="1644"/>
                  <a:pt x="900" y="1649"/>
                  <a:pt x="900" y="1652"/>
                </a:cubicBezTo>
                <a:cubicBezTo>
                  <a:pt x="901" y="1656"/>
                  <a:pt x="902" y="1660"/>
                  <a:pt x="902" y="1664"/>
                </a:cubicBezTo>
                <a:cubicBezTo>
                  <a:pt x="902" y="1669"/>
                  <a:pt x="902" y="1673"/>
                  <a:pt x="903" y="1677"/>
                </a:cubicBezTo>
                <a:cubicBezTo>
                  <a:pt x="903" y="1681"/>
                  <a:pt x="903" y="1685"/>
                  <a:pt x="903" y="1689"/>
                </a:cubicBezTo>
                <a:cubicBezTo>
                  <a:pt x="903" y="1696"/>
                  <a:pt x="902" y="1704"/>
                  <a:pt x="901" y="1710"/>
                </a:cubicBezTo>
                <a:cubicBezTo>
                  <a:pt x="900" y="1716"/>
                  <a:pt x="899" y="1721"/>
                  <a:pt x="899" y="1725"/>
                </a:cubicBezTo>
                <a:cubicBezTo>
                  <a:pt x="898" y="1728"/>
                  <a:pt x="898" y="1730"/>
                  <a:pt x="898" y="1730"/>
                </a:cubicBezTo>
                <a:lnTo>
                  <a:pt x="851" y="1719"/>
                </a:lnTo>
                <a:cubicBezTo>
                  <a:pt x="851" y="1719"/>
                  <a:pt x="851" y="1718"/>
                  <a:pt x="852" y="1715"/>
                </a:cubicBezTo>
                <a:cubicBezTo>
                  <a:pt x="852" y="1712"/>
                  <a:pt x="853" y="1708"/>
                  <a:pt x="854" y="1703"/>
                </a:cubicBezTo>
                <a:cubicBezTo>
                  <a:pt x="854" y="1699"/>
                  <a:pt x="855" y="1693"/>
                  <a:pt x="855" y="1687"/>
                </a:cubicBezTo>
                <a:cubicBezTo>
                  <a:pt x="855" y="1684"/>
                  <a:pt x="855" y="1681"/>
                  <a:pt x="855" y="1678"/>
                </a:cubicBezTo>
                <a:cubicBezTo>
                  <a:pt x="855" y="1675"/>
                  <a:pt x="854" y="1672"/>
                  <a:pt x="854" y="1669"/>
                </a:cubicBezTo>
                <a:cubicBezTo>
                  <a:pt x="854" y="1666"/>
                  <a:pt x="854" y="1663"/>
                  <a:pt x="853" y="1660"/>
                </a:cubicBezTo>
                <a:cubicBezTo>
                  <a:pt x="853" y="1656"/>
                  <a:pt x="852" y="1653"/>
                  <a:pt x="852" y="1650"/>
                </a:cubicBezTo>
                <a:cubicBezTo>
                  <a:pt x="850" y="1645"/>
                  <a:pt x="849" y="1639"/>
                  <a:pt x="847" y="1635"/>
                </a:cubicBezTo>
                <a:cubicBezTo>
                  <a:pt x="846" y="1630"/>
                  <a:pt x="845" y="1626"/>
                  <a:pt x="844" y="1623"/>
                </a:cubicBezTo>
                <a:cubicBezTo>
                  <a:pt x="843" y="1621"/>
                  <a:pt x="842" y="1619"/>
                  <a:pt x="842" y="1619"/>
                </a:cubicBezTo>
                <a:lnTo>
                  <a:pt x="887" y="1601"/>
                </a:lnTo>
                <a:close/>
                <a:moveTo>
                  <a:pt x="375" y="1588"/>
                </a:moveTo>
                <a:lnTo>
                  <a:pt x="413" y="1617"/>
                </a:lnTo>
                <a:cubicBezTo>
                  <a:pt x="413" y="1617"/>
                  <a:pt x="409" y="1623"/>
                  <a:pt x="403" y="1631"/>
                </a:cubicBezTo>
                <a:cubicBezTo>
                  <a:pt x="402" y="1633"/>
                  <a:pt x="400" y="1635"/>
                  <a:pt x="398" y="1638"/>
                </a:cubicBezTo>
                <a:cubicBezTo>
                  <a:pt x="397" y="1640"/>
                  <a:pt x="395" y="1643"/>
                  <a:pt x="394" y="1646"/>
                </a:cubicBezTo>
                <a:cubicBezTo>
                  <a:pt x="390" y="1651"/>
                  <a:pt x="387" y="1657"/>
                  <a:pt x="383" y="1663"/>
                </a:cubicBezTo>
                <a:cubicBezTo>
                  <a:pt x="380" y="1669"/>
                  <a:pt x="377" y="1675"/>
                  <a:pt x="374" y="1681"/>
                </a:cubicBezTo>
                <a:cubicBezTo>
                  <a:pt x="372" y="1683"/>
                  <a:pt x="371" y="1686"/>
                  <a:pt x="370" y="1689"/>
                </a:cubicBezTo>
                <a:cubicBezTo>
                  <a:pt x="369" y="1692"/>
                  <a:pt x="368" y="1694"/>
                  <a:pt x="366" y="1696"/>
                </a:cubicBezTo>
                <a:cubicBezTo>
                  <a:pt x="363" y="1706"/>
                  <a:pt x="360" y="1712"/>
                  <a:pt x="360" y="1712"/>
                </a:cubicBezTo>
                <a:lnTo>
                  <a:pt x="315" y="1695"/>
                </a:lnTo>
                <a:cubicBezTo>
                  <a:pt x="315" y="1695"/>
                  <a:pt x="318" y="1688"/>
                  <a:pt x="321" y="1677"/>
                </a:cubicBezTo>
                <a:cubicBezTo>
                  <a:pt x="323" y="1674"/>
                  <a:pt x="324" y="1672"/>
                  <a:pt x="325" y="1668"/>
                </a:cubicBezTo>
                <a:cubicBezTo>
                  <a:pt x="327" y="1666"/>
                  <a:pt x="329" y="1662"/>
                  <a:pt x="330" y="1659"/>
                </a:cubicBezTo>
                <a:cubicBezTo>
                  <a:pt x="333" y="1653"/>
                  <a:pt x="337" y="1646"/>
                  <a:pt x="340" y="1639"/>
                </a:cubicBezTo>
                <a:cubicBezTo>
                  <a:pt x="345" y="1633"/>
                  <a:pt x="349" y="1626"/>
                  <a:pt x="352" y="1620"/>
                </a:cubicBezTo>
                <a:cubicBezTo>
                  <a:pt x="354" y="1617"/>
                  <a:pt x="356" y="1614"/>
                  <a:pt x="358" y="1611"/>
                </a:cubicBezTo>
                <a:cubicBezTo>
                  <a:pt x="360" y="1608"/>
                  <a:pt x="362" y="1606"/>
                  <a:pt x="363" y="1604"/>
                </a:cubicBezTo>
                <a:cubicBezTo>
                  <a:pt x="370" y="1594"/>
                  <a:pt x="375" y="1588"/>
                  <a:pt x="375" y="1588"/>
                </a:cubicBezTo>
                <a:close/>
                <a:moveTo>
                  <a:pt x="104" y="1587"/>
                </a:moveTo>
                <a:cubicBezTo>
                  <a:pt x="104" y="1587"/>
                  <a:pt x="106" y="1593"/>
                  <a:pt x="110" y="1603"/>
                </a:cubicBezTo>
                <a:cubicBezTo>
                  <a:pt x="112" y="1609"/>
                  <a:pt x="114" y="1614"/>
                  <a:pt x="117" y="1620"/>
                </a:cubicBezTo>
                <a:cubicBezTo>
                  <a:pt x="120" y="1626"/>
                  <a:pt x="122" y="1632"/>
                  <a:pt x="126" y="1639"/>
                </a:cubicBezTo>
                <a:cubicBezTo>
                  <a:pt x="129" y="1645"/>
                  <a:pt x="132" y="1651"/>
                  <a:pt x="135" y="1657"/>
                </a:cubicBezTo>
                <a:cubicBezTo>
                  <a:pt x="138" y="1663"/>
                  <a:pt x="141" y="1668"/>
                  <a:pt x="143" y="1673"/>
                </a:cubicBezTo>
                <a:cubicBezTo>
                  <a:pt x="146" y="1677"/>
                  <a:pt x="148" y="1681"/>
                  <a:pt x="149" y="1683"/>
                </a:cubicBezTo>
                <a:cubicBezTo>
                  <a:pt x="151" y="1686"/>
                  <a:pt x="152" y="1688"/>
                  <a:pt x="152" y="1688"/>
                </a:cubicBezTo>
                <a:lnTo>
                  <a:pt x="111" y="1712"/>
                </a:lnTo>
                <a:cubicBezTo>
                  <a:pt x="111" y="1712"/>
                  <a:pt x="110" y="1710"/>
                  <a:pt x="107" y="1707"/>
                </a:cubicBezTo>
                <a:cubicBezTo>
                  <a:pt x="106" y="1704"/>
                  <a:pt x="104" y="1700"/>
                  <a:pt x="101" y="1695"/>
                </a:cubicBezTo>
                <a:cubicBezTo>
                  <a:pt x="98" y="1690"/>
                  <a:pt x="95" y="1685"/>
                  <a:pt x="92" y="1679"/>
                </a:cubicBezTo>
                <a:cubicBezTo>
                  <a:pt x="89" y="1672"/>
                  <a:pt x="85" y="1666"/>
                  <a:pt x="82" y="1659"/>
                </a:cubicBezTo>
                <a:cubicBezTo>
                  <a:pt x="78" y="1652"/>
                  <a:pt x="76" y="1645"/>
                  <a:pt x="73" y="1639"/>
                </a:cubicBezTo>
                <a:cubicBezTo>
                  <a:pt x="70" y="1632"/>
                  <a:pt x="68" y="1626"/>
                  <a:pt x="65" y="1621"/>
                </a:cubicBezTo>
                <a:cubicBezTo>
                  <a:pt x="62" y="1611"/>
                  <a:pt x="59" y="1604"/>
                  <a:pt x="59" y="1604"/>
                </a:cubicBezTo>
                <a:lnTo>
                  <a:pt x="104" y="1587"/>
                </a:lnTo>
                <a:close/>
                <a:moveTo>
                  <a:pt x="516" y="1473"/>
                </a:moveTo>
                <a:lnTo>
                  <a:pt x="537" y="1517"/>
                </a:lnTo>
                <a:cubicBezTo>
                  <a:pt x="537" y="1517"/>
                  <a:pt x="535" y="1517"/>
                  <a:pt x="533" y="1518"/>
                </a:cubicBezTo>
                <a:cubicBezTo>
                  <a:pt x="530" y="1520"/>
                  <a:pt x="526" y="1522"/>
                  <a:pt x="522" y="1524"/>
                </a:cubicBezTo>
                <a:cubicBezTo>
                  <a:pt x="513" y="1529"/>
                  <a:pt x="501" y="1536"/>
                  <a:pt x="490" y="1543"/>
                </a:cubicBezTo>
                <a:cubicBezTo>
                  <a:pt x="485" y="1547"/>
                  <a:pt x="479" y="1551"/>
                  <a:pt x="474" y="1555"/>
                </a:cubicBezTo>
                <a:cubicBezTo>
                  <a:pt x="469" y="1559"/>
                  <a:pt x="465" y="1563"/>
                  <a:pt x="461" y="1567"/>
                </a:cubicBezTo>
                <a:cubicBezTo>
                  <a:pt x="457" y="1570"/>
                  <a:pt x="454" y="1573"/>
                  <a:pt x="452" y="1575"/>
                </a:cubicBezTo>
                <a:cubicBezTo>
                  <a:pt x="450" y="1577"/>
                  <a:pt x="448" y="1578"/>
                  <a:pt x="448" y="1578"/>
                </a:cubicBezTo>
                <a:lnTo>
                  <a:pt x="415" y="1543"/>
                </a:lnTo>
                <a:cubicBezTo>
                  <a:pt x="415" y="1543"/>
                  <a:pt x="416" y="1542"/>
                  <a:pt x="419" y="1540"/>
                </a:cubicBezTo>
                <a:cubicBezTo>
                  <a:pt x="421" y="1537"/>
                  <a:pt x="425" y="1534"/>
                  <a:pt x="429" y="1530"/>
                </a:cubicBezTo>
                <a:cubicBezTo>
                  <a:pt x="433" y="1527"/>
                  <a:pt x="438" y="1522"/>
                  <a:pt x="444" y="1517"/>
                </a:cubicBezTo>
                <a:cubicBezTo>
                  <a:pt x="450" y="1513"/>
                  <a:pt x="457" y="1509"/>
                  <a:pt x="463" y="1504"/>
                </a:cubicBezTo>
                <a:cubicBezTo>
                  <a:pt x="476" y="1495"/>
                  <a:pt x="489" y="1487"/>
                  <a:pt x="499" y="1482"/>
                </a:cubicBezTo>
                <a:cubicBezTo>
                  <a:pt x="504" y="1479"/>
                  <a:pt x="508" y="1477"/>
                  <a:pt x="512" y="1475"/>
                </a:cubicBezTo>
                <a:cubicBezTo>
                  <a:pt x="515" y="1474"/>
                  <a:pt x="516" y="1473"/>
                  <a:pt x="516" y="1473"/>
                </a:cubicBezTo>
                <a:close/>
                <a:moveTo>
                  <a:pt x="760" y="1464"/>
                </a:moveTo>
                <a:cubicBezTo>
                  <a:pt x="760" y="1464"/>
                  <a:pt x="762" y="1465"/>
                  <a:pt x="765" y="1466"/>
                </a:cubicBezTo>
                <a:cubicBezTo>
                  <a:pt x="768" y="1467"/>
                  <a:pt x="772" y="1470"/>
                  <a:pt x="778" y="1473"/>
                </a:cubicBezTo>
                <a:cubicBezTo>
                  <a:pt x="781" y="1474"/>
                  <a:pt x="783" y="1476"/>
                  <a:pt x="787" y="1478"/>
                </a:cubicBezTo>
                <a:cubicBezTo>
                  <a:pt x="790" y="1480"/>
                  <a:pt x="793" y="1482"/>
                  <a:pt x="796" y="1484"/>
                </a:cubicBezTo>
                <a:cubicBezTo>
                  <a:pt x="799" y="1486"/>
                  <a:pt x="802" y="1488"/>
                  <a:pt x="805" y="1491"/>
                </a:cubicBezTo>
                <a:cubicBezTo>
                  <a:pt x="809" y="1493"/>
                  <a:pt x="811" y="1495"/>
                  <a:pt x="815" y="1498"/>
                </a:cubicBezTo>
                <a:cubicBezTo>
                  <a:pt x="821" y="1504"/>
                  <a:pt x="827" y="1508"/>
                  <a:pt x="833" y="1514"/>
                </a:cubicBezTo>
                <a:cubicBezTo>
                  <a:pt x="838" y="1520"/>
                  <a:pt x="843" y="1526"/>
                  <a:pt x="847" y="1531"/>
                </a:cubicBezTo>
                <a:cubicBezTo>
                  <a:pt x="854" y="1539"/>
                  <a:pt x="858" y="1545"/>
                  <a:pt x="858" y="1545"/>
                </a:cubicBezTo>
                <a:lnTo>
                  <a:pt x="819" y="1574"/>
                </a:lnTo>
                <a:cubicBezTo>
                  <a:pt x="819" y="1574"/>
                  <a:pt x="815" y="1568"/>
                  <a:pt x="808" y="1559"/>
                </a:cubicBezTo>
                <a:cubicBezTo>
                  <a:pt x="802" y="1552"/>
                  <a:pt x="794" y="1543"/>
                  <a:pt x="784" y="1535"/>
                </a:cubicBezTo>
                <a:cubicBezTo>
                  <a:pt x="781" y="1533"/>
                  <a:pt x="779" y="1531"/>
                  <a:pt x="776" y="1529"/>
                </a:cubicBezTo>
                <a:cubicBezTo>
                  <a:pt x="774" y="1527"/>
                  <a:pt x="771" y="1525"/>
                  <a:pt x="769" y="1524"/>
                </a:cubicBezTo>
                <a:cubicBezTo>
                  <a:pt x="767" y="1522"/>
                  <a:pt x="764" y="1520"/>
                  <a:pt x="762" y="1519"/>
                </a:cubicBezTo>
                <a:cubicBezTo>
                  <a:pt x="759" y="1517"/>
                  <a:pt x="757" y="1516"/>
                  <a:pt x="755" y="1515"/>
                </a:cubicBezTo>
                <a:cubicBezTo>
                  <a:pt x="750" y="1513"/>
                  <a:pt x="747" y="1511"/>
                  <a:pt x="744" y="1510"/>
                </a:cubicBezTo>
                <a:cubicBezTo>
                  <a:pt x="742" y="1508"/>
                  <a:pt x="740" y="1508"/>
                  <a:pt x="740" y="1508"/>
                </a:cubicBezTo>
                <a:lnTo>
                  <a:pt x="760" y="1464"/>
                </a:lnTo>
                <a:close/>
                <a:moveTo>
                  <a:pt x="647" y="1442"/>
                </a:moveTo>
                <a:cubicBezTo>
                  <a:pt x="659" y="1442"/>
                  <a:pt x="670" y="1442"/>
                  <a:pt x="679" y="1443"/>
                </a:cubicBezTo>
                <a:cubicBezTo>
                  <a:pt x="691" y="1445"/>
                  <a:pt x="699" y="1446"/>
                  <a:pt x="699" y="1446"/>
                </a:cubicBezTo>
                <a:lnTo>
                  <a:pt x="691" y="1494"/>
                </a:lnTo>
                <a:cubicBezTo>
                  <a:pt x="691" y="1494"/>
                  <a:pt x="684" y="1492"/>
                  <a:pt x="675" y="1492"/>
                </a:cubicBezTo>
                <a:cubicBezTo>
                  <a:pt x="665" y="1490"/>
                  <a:pt x="652" y="1490"/>
                  <a:pt x="639" y="1491"/>
                </a:cubicBezTo>
                <a:cubicBezTo>
                  <a:pt x="632" y="1491"/>
                  <a:pt x="625" y="1492"/>
                  <a:pt x="619" y="1492"/>
                </a:cubicBezTo>
                <a:cubicBezTo>
                  <a:pt x="613" y="1494"/>
                  <a:pt x="607" y="1494"/>
                  <a:pt x="603" y="1495"/>
                </a:cubicBezTo>
                <a:cubicBezTo>
                  <a:pt x="598" y="1496"/>
                  <a:pt x="593" y="1497"/>
                  <a:pt x="591" y="1498"/>
                </a:cubicBezTo>
                <a:cubicBezTo>
                  <a:pt x="588" y="1498"/>
                  <a:pt x="586" y="1499"/>
                  <a:pt x="586" y="1499"/>
                </a:cubicBezTo>
                <a:lnTo>
                  <a:pt x="574" y="1452"/>
                </a:lnTo>
                <a:cubicBezTo>
                  <a:pt x="574" y="1452"/>
                  <a:pt x="576" y="1452"/>
                  <a:pt x="578" y="1451"/>
                </a:cubicBezTo>
                <a:cubicBezTo>
                  <a:pt x="582" y="1451"/>
                  <a:pt x="586" y="1449"/>
                  <a:pt x="592" y="1448"/>
                </a:cubicBezTo>
                <a:cubicBezTo>
                  <a:pt x="598" y="1447"/>
                  <a:pt x="605" y="1446"/>
                  <a:pt x="612" y="1445"/>
                </a:cubicBezTo>
                <a:cubicBezTo>
                  <a:pt x="620" y="1443"/>
                  <a:pt x="627" y="1443"/>
                  <a:pt x="635" y="1442"/>
                </a:cubicBezTo>
                <a:cubicBezTo>
                  <a:pt x="639" y="1442"/>
                  <a:pt x="643" y="1442"/>
                  <a:pt x="647" y="1442"/>
                </a:cubicBezTo>
                <a:close/>
                <a:moveTo>
                  <a:pt x="62" y="1425"/>
                </a:moveTo>
                <a:cubicBezTo>
                  <a:pt x="62" y="1425"/>
                  <a:pt x="63" y="1432"/>
                  <a:pt x="65" y="1442"/>
                </a:cubicBezTo>
                <a:cubicBezTo>
                  <a:pt x="67" y="1453"/>
                  <a:pt x="70" y="1467"/>
                  <a:pt x="72" y="1481"/>
                </a:cubicBezTo>
                <a:cubicBezTo>
                  <a:pt x="76" y="1495"/>
                  <a:pt x="79" y="1508"/>
                  <a:pt x="82" y="1519"/>
                </a:cubicBezTo>
                <a:cubicBezTo>
                  <a:pt x="85" y="1528"/>
                  <a:pt x="87" y="1535"/>
                  <a:pt x="87" y="1535"/>
                </a:cubicBezTo>
                <a:lnTo>
                  <a:pt x="41" y="1549"/>
                </a:lnTo>
                <a:cubicBezTo>
                  <a:pt x="41" y="1549"/>
                  <a:pt x="39" y="1542"/>
                  <a:pt x="36" y="1531"/>
                </a:cubicBezTo>
                <a:cubicBezTo>
                  <a:pt x="33" y="1520"/>
                  <a:pt x="30" y="1506"/>
                  <a:pt x="26" y="1492"/>
                </a:cubicBezTo>
                <a:cubicBezTo>
                  <a:pt x="24" y="1477"/>
                  <a:pt x="20" y="1462"/>
                  <a:pt x="18" y="1452"/>
                </a:cubicBezTo>
                <a:cubicBezTo>
                  <a:pt x="16" y="1441"/>
                  <a:pt x="15" y="1433"/>
                  <a:pt x="15" y="1433"/>
                </a:cubicBezTo>
                <a:lnTo>
                  <a:pt x="62" y="1425"/>
                </a:lnTo>
                <a:close/>
                <a:moveTo>
                  <a:pt x="0" y="1256"/>
                </a:moveTo>
                <a:lnTo>
                  <a:pt x="48" y="1257"/>
                </a:lnTo>
                <a:cubicBezTo>
                  <a:pt x="48" y="1257"/>
                  <a:pt x="48" y="1258"/>
                  <a:pt x="48" y="1261"/>
                </a:cubicBezTo>
                <a:cubicBezTo>
                  <a:pt x="48" y="1265"/>
                  <a:pt x="48" y="1269"/>
                  <a:pt x="48" y="1274"/>
                </a:cubicBezTo>
                <a:cubicBezTo>
                  <a:pt x="49" y="1285"/>
                  <a:pt x="49" y="1299"/>
                  <a:pt x="49" y="1313"/>
                </a:cubicBezTo>
                <a:cubicBezTo>
                  <a:pt x="50" y="1327"/>
                  <a:pt x="51" y="1341"/>
                  <a:pt x="52" y="1352"/>
                </a:cubicBezTo>
                <a:cubicBezTo>
                  <a:pt x="53" y="1363"/>
                  <a:pt x="54" y="1370"/>
                  <a:pt x="54" y="1370"/>
                </a:cubicBezTo>
                <a:lnTo>
                  <a:pt x="6" y="1375"/>
                </a:lnTo>
                <a:cubicBezTo>
                  <a:pt x="6" y="1375"/>
                  <a:pt x="5" y="1367"/>
                  <a:pt x="4" y="1356"/>
                </a:cubicBezTo>
                <a:cubicBezTo>
                  <a:pt x="3" y="1345"/>
                  <a:pt x="2" y="1330"/>
                  <a:pt x="1" y="1316"/>
                </a:cubicBezTo>
                <a:cubicBezTo>
                  <a:pt x="1" y="1300"/>
                  <a:pt x="1" y="1286"/>
                  <a:pt x="0" y="1274"/>
                </a:cubicBezTo>
                <a:cubicBezTo>
                  <a:pt x="0" y="1269"/>
                  <a:pt x="0" y="1264"/>
                  <a:pt x="0" y="1261"/>
                </a:cubicBezTo>
                <a:cubicBezTo>
                  <a:pt x="0" y="1258"/>
                  <a:pt x="0" y="1256"/>
                  <a:pt x="0" y="1256"/>
                </a:cubicBezTo>
                <a:close/>
                <a:moveTo>
                  <a:pt x="20" y="1080"/>
                </a:moveTo>
                <a:lnTo>
                  <a:pt x="67" y="1090"/>
                </a:lnTo>
                <a:cubicBezTo>
                  <a:pt x="67" y="1090"/>
                  <a:pt x="66" y="1092"/>
                  <a:pt x="66" y="1095"/>
                </a:cubicBezTo>
                <a:cubicBezTo>
                  <a:pt x="65" y="1098"/>
                  <a:pt x="64" y="1102"/>
                  <a:pt x="63" y="1108"/>
                </a:cubicBezTo>
                <a:cubicBezTo>
                  <a:pt x="62" y="1118"/>
                  <a:pt x="59" y="1132"/>
                  <a:pt x="57" y="1146"/>
                </a:cubicBezTo>
                <a:cubicBezTo>
                  <a:pt x="55" y="1160"/>
                  <a:pt x="53" y="1174"/>
                  <a:pt x="52" y="1184"/>
                </a:cubicBezTo>
                <a:cubicBezTo>
                  <a:pt x="51" y="1195"/>
                  <a:pt x="51" y="1202"/>
                  <a:pt x="51" y="1202"/>
                </a:cubicBezTo>
                <a:lnTo>
                  <a:pt x="3" y="1198"/>
                </a:lnTo>
                <a:cubicBezTo>
                  <a:pt x="3" y="1198"/>
                  <a:pt x="4" y="1191"/>
                  <a:pt x="5" y="1179"/>
                </a:cubicBezTo>
                <a:cubicBezTo>
                  <a:pt x="6" y="1168"/>
                  <a:pt x="8" y="1153"/>
                  <a:pt x="9" y="1138"/>
                </a:cubicBezTo>
                <a:cubicBezTo>
                  <a:pt x="12" y="1123"/>
                  <a:pt x="15" y="1109"/>
                  <a:pt x="16" y="1098"/>
                </a:cubicBezTo>
                <a:cubicBezTo>
                  <a:pt x="18" y="1092"/>
                  <a:pt x="19" y="1088"/>
                  <a:pt x="19" y="1085"/>
                </a:cubicBezTo>
                <a:cubicBezTo>
                  <a:pt x="20" y="1082"/>
                  <a:pt x="20" y="1080"/>
                  <a:pt x="20" y="1080"/>
                </a:cubicBezTo>
                <a:close/>
                <a:moveTo>
                  <a:pt x="74" y="911"/>
                </a:moveTo>
                <a:lnTo>
                  <a:pt x="118" y="930"/>
                </a:lnTo>
                <a:cubicBezTo>
                  <a:pt x="118" y="930"/>
                  <a:pt x="115" y="936"/>
                  <a:pt x="111" y="946"/>
                </a:cubicBezTo>
                <a:cubicBezTo>
                  <a:pt x="107" y="956"/>
                  <a:pt x="102" y="969"/>
                  <a:pt x="97" y="982"/>
                </a:cubicBezTo>
                <a:cubicBezTo>
                  <a:pt x="93" y="995"/>
                  <a:pt x="89" y="1009"/>
                  <a:pt x="85" y="1019"/>
                </a:cubicBezTo>
                <a:cubicBezTo>
                  <a:pt x="83" y="1024"/>
                  <a:pt x="83" y="1028"/>
                  <a:pt x="82" y="1031"/>
                </a:cubicBezTo>
                <a:cubicBezTo>
                  <a:pt x="81" y="1034"/>
                  <a:pt x="81" y="1036"/>
                  <a:pt x="81" y="1036"/>
                </a:cubicBezTo>
                <a:lnTo>
                  <a:pt x="34" y="1023"/>
                </a:lnTo>
                <a:cubicBezTo>
                  <a:pt x="34" y="1023"/>
                  <a:pt x="35" y="1021"/>
                  <a:pt x="35" y="1018"/>
                </a:cubicBezTo>
                <a:cubicBezTo>
                  <a:pt x="36" y="1015"/>
                  <a:pt x="37" y="1011"/>
                  <a:pt x="39" y="1005"/>
                </a:cubicBezTo>
                <a:cubicBezTo>
                  <a:pt x="43" y="995"/>
                  <a:pt x="47" y="981"/>
                  <a:pt x="52" y="966"/>
                </a:cubicBezTo>
                <a:cubicBezTo>
                  <a:pt x="57" y="952"/>
                  <a:pt x="62" y="938"/>
                  <a:pt x="67" y="928"/>
                </a:cubicBezTo>
                <a:cubicBezTo>
                  <a:pt x="71" y="918"/>
                  <a:pt x="74" y="911"/>
                  <a:pt x="74" y="911"/>
                </a:cubicBezTo>
                <a:close/>
                <a:moveTo>
                  <a:pt x="156" y="757"/>
                </a:moveTo>
                <a:lnTo>
                  <a:pt x="196" y="783"/>
                </a:lnTo>
                <a:cubicBezTo>
                  <a:pt x="196" y="783"/>
                  <a:pt x="192" y="789"/>
                  <a:pt x="187" y="798"/>
                </a:cubicBezTo>
                <a:cubicBezTo>
                  <a:pt x="184" y="802"/>
                  <a:pt x="180" y="807"/>
                  <a:pt x="177" y="813"/>
                </a:cubicBezTo>
                <a:cubicBezTo>
                  <a:pt x="174" y="819"/>
                  <a:pt x="171" y="825"/>
                  <a:pt x="167" y="831"/>
                </a:cubicBezTo>
                <a:cubicBezTo>
                  <a:pt x="159" y="843"/>
                  <a:pt x="153" y="856"/>
                  <a:pt x="148" y="865"/>
                </a:cubicBezTo>
                <a:cubicBezTo>
                  <a:pt x="145" y="870"/>
                  <a:pt x="144" y="874"/>
                  <a:pt x="142" y="877"/>
                </a:cubicBezTo>
                <a:cubicBezTo>
                  <a:pt x="140" y="879"/>
                  <a:pt x="140" y="881"/>
                  <a:pt x="140" y="881"/>
                </a:cubicBezTo>
                <a:lnTo>
                  <a:pt x="97" y="859"/>
                </a:lnTo>
                <a:cubicBezTo>
                  <a:pt x="97" y="859"/>
                  <a:pt x="98" y="857"/>
                  <a:pt x="99" y="856"/>
                </a:cubicBezTo>
                <a:cubicBezTo>
                  <a:pt x="101" y="853"/>
                  <a:pt x="103" y="849"/>
                  <a:pt x="106" y="844"/>
                </a:cubicBezTo>
                <a:cubicBezTo>
                  <a:pt x="111" y="834"/>
                  <a:pt x="118" y="821"/>
                  <a:pt x="125" y="808"/>
                </a:cubicBezTo>
                <a:cubicBezTo>
                  <a:pt x="129" y="801"/>
                  <a:pt x="133" y="795"/>
                  <a:pt x="136" y="789"/>
                </a:cubicBezTo>
                <a:cubicBezTo>
                  <a:pt x="140" y="783"/>
                  <a:pt x="144" y="778"/>
                  <a:pt x="146" y="773"/>
                </a:cubicBezTo>
                <a:cubicBezTo>
                  <a:pt x="152" y="763"/>
                  <a:pt x="156" y="757"/>
                  <a:pt x="156" y="757"/>
                </a:cubicBezTo>
                <a:close/>
                <a:moveTo>
                  <a:pt x="263" y="616"/>
                </a:moveTo>
                <a:lnTo>
                  <a:pt x="299" y="648"/>
                </a:lnTo>
                <a:cubicBezTo>
                  <a:pt x="299" y="648"/>
                  <a:pt x="294" y="653"/>
                  <a:pt x="287" y="661"/>
                </a:cubicBezTo>
                <a:cubicBezTo>
                  <a:pt x="281" y="670"/>
                  <a:pt x="271" y="680"/>
                  <a:pt x="262" y="691"/>
                </a:cubicBezTo>
                <a:cubicBezTo>
                  <a:pt x="253" y="703"/>
                  <a:pt x="244" y="713"/>
                  <a:pt x="238" y="722"/>
                </a:cubicBezTo>
                <a:cubicBezTo>
                  <a:pt x="232" y="730"/>
                  <a:pt x="228" y="736"/>
                  <a:pt x="228" y="736"/>
                </a:cubicBezTo>
                <a:lnTo>
                  <a:pt x="189" y="708"/>
                </a:lnTo>
                <a:cubicBezTo>
                  <a:pt x="189" y="708"/>
                  <a:pt x="193" y="702"/>
                  <a:pt x="200" y="693"/>
                </a:cubicBezTo>
                <a:cubicBezTo>
                  <a:pt x="206" y="684"/>
                  <a:pt x="216" y="673"/>
                  <a:pt x="225" y="661"/>
                </a:cubicBezTo>
                <a:cubicBezTo>
                  <a:pt x="234" y="649"/>
                  <a:pt x="244" y="639"/>
                  <a:pt x="251" y="630"/>
                </a:cubicBezTo>
                <a:cubicBezTo>
                  <a:pt x="258" y="621"/>
                  <a:pt x="263" y="616"/>
                  <a:pt x="263" y="616"/>
                </a:cubicBezTo>
                <a:close/>
                <a:moveTo>
                  <a:pt x="387" y="492"/>
                </a:moveTo>
                <a:lnTo>
                  <a:pt x="419" y="528"/>
                </a:lnTo>
                <a:cubicBezTo>
                  <a:pt x="419" y="528"/>
                  <a:pt x="414" y="532"/>
                  <a:pt x="406" y="540"/>
                </a:cubicBezTo>
                <a:cubicBezTo>
                  <a:pt x="397" y="547"/>
                  <a:pt x="387" y="557"/>
                  <a:pt x="377" y="567"/>
                </a:cubicBezTo>
                <a:cubicBezTo>
                  <a:pt x="367" y="576"/>
                  <a:pt x="356" y="586"/>
                  <a:pt x="349" y="594"/>
                </a:cubicBezTo>
                <a:cubicBezTo>
                  <a:pt x="345" y="598"/>
                  <a:pt x="342" y="601"/>
                  <a:pt x="340" y="603"/>
                </a:cubicBezTo>
                <a:cubicBezTo>
                  <a:pt x="338" y="606"/>
                  <a:pt x="337" y="607"/>
                  <a:pt x="337" y="607"/>
                </a:cubicBezTo>
                <a:lnTo>
                  <a:pt x="302" y="574"/>
                </a:lnTo>
                <a:cubicBezTo>
                  <a:pt x="302" y="574"/>
                  <a:pt x="303" y="572"/>
                  <a:pt x="306" y="570"/>
                </a:cubicBezTo>
                <a:cubicBezTo>
                  <a:pt x="308" y="568"/>
                  <a:pt x="312" y="564"/>
                  <a:pt x="315" y="561"/>
                </a:cubicBezTo>
                <a:cubicBezTo>
                  <a:pt x="323" y="552"/>
                  <a:pt x="333" y="542"/>
                  <a:pt x="344" y="532"/>
                </a:cubicBezTo>
                <a:cubicBezTo>
                  <a:pt x="355" y="522"/>
                  <a:pt x="366" y="512"/>
                  <a:pt x="374" y="504"/>
                </a:cubicBezTo>
                <a:cubicBezTo>
                  <a:pt x="382" y="497"/>
                  <a:pt x="387" y="492"/>
                  <a:pt x="387" y="492"/>
                </a:cubicBezTo>
                <a:close/>
                <a:moveTo>
                  <a:pt x="523" y="383"/>
                </a:moveTo>
                <a:lnTo>
                  <a:pt x="552" y="422"/>
                </a:lnTo>
                <a:cubicBezTo>
                  <a:pt x="552" y="422"/>
                  <a:pt x="546" y="426"/>
                  <a:pt x="537" y="433"/>
                </a:cubicBezTo>
                <a:cubicBezTo>
                  <a:pt x="533" y="436"/>
                  <a:pt x="528" y="440"/>
                  <a:pt x="523" y="443"/>
                </a:cubicBezTo>
                <a:cubicBezTo>
                  <a:pt x="517" y="448"/>
                  <a:pt x="511" y="452"/>
                  <a:pt x="506" y="456"/>
                </a:cubicBezTo>
                <a:cubicBezTo>
                  <a:pt x="495" y="465"/>
                  <a:pt x="483" y="474"/>
                  <a:pt x="475" y="481"/>
                </a:cubicBezTo>
                <a:cubicBezTo>
                  <a:pt x="466" y="488"/>
                  <a:pt x="461" y="492"/>
                  <a:pt x="461" y="492"/>
                </a:cubicBezTo>
                <a:lnTo>
                  <a:pt x="430" y="455"/>
                </a:lnTo>
                <a:cubicBezTo>
                  <a:pt x="430" y="455"/>
                  <a:pt x="435" y="450"/>
                  <a:pt x="445" y="444"/>
                </a:cubicBezTo>
                <a:cubicBezTo>
                  <a:pt x="453" y="437"/>
                  <a:pt x="465" y="428"/>
                  <a:pt x="477" y="419"/>
                </a:cubicBezTo>
                <a:cubicBezTo>
                  <a:pt x="482" y="414"/>
                  <a:pt x="488" y="409"/>
                  <a:pt x="493" y="405"/>
                </a:cubicBezTo>
                <a:cubicBezTo>
                  <a:pt x="499" y="401"/>
                  <a:pt x="504" y="397"/>
                  <a:pt x="509" y="394"/>
                </a:cubicBezTo>
                <a:cubicBezTo>
                  <a:pt x="517" y="387"/>
                  <a:pt x="523" y="383"/>
                  <a:pt x="523" y="383"/>
                </a:cubicBezTo>
                <a:close/>
                <a:moveTo>
                  <a:pt x="667" y="285"/>
                </a:moveTo>
                <a:lnTo>
                  <a:pt x="692" y="326"/>
                </a:lnTo>
                <a:cubicBezTo>
                  <a:pt x="692" y="326"/>
                  <a:pt x="686" y="330"/>
                  <a:pt x="677" y="335"/>
                </a:cubicBezTo>
                <a:cubicBezTo>
                  <a:pt x="668" y="341"/>
                  <a:pt x="656" y="349"/>
                  <a:pt x="644" y="356"/>
                </a:cubicBezTo>
                <a:cubicBezTo>
                  <a:pt x="632" y="364"/>
                  <a:pt x="620" y="372"/>
                  <a:pt x="611" y="378"/>
                </a:cubicBezTo>
                <a:cubicBezTo>
                  <a:pt x="602" y="384"/>
                  <a:pt x="597" y="388"/>
                  <a:pt x="597" y="388"/>
                </a:cubicBezTo>
                <a:lnTo>
                  <a:pt x="569" y="349"/>
                </a:lnTo>
                <a:cubicBezTo>
                  <a:pt x="569" y="349"/>
                  <a:pt x="575" y="344"/>
                  <a:pt x="584" y="338"/>
                </a:cubicBezTo>
                <a:cubicBezTo>
                  <a:pt x="593" y="332"/>
                  <a:pt x="605" y="324"/>
                  <a:pt x="617" y="316"/>
                </a:cubicBezTo>
                <a:cubicBezTo>
                  <a:pt x="629" y="309"/>
                  <a:pt x="642" y="301"/>
                  <a:pt x="651" y="295"/>
                </a:cubicBezTo>
                <a:cubicBezTo>
                  <a:pt x="660" y="289"/>
                  <a:pt x="667" y="285"/>
                  <a:pt x="667" y="285"/>
                </a:cubicBezTo>
                <a:close/>
                <a:moveTo>
                  <a:pt x="819" y="199"/>
                </a:moveTo>
                <a:lnTo>
                  <a:pt x="841" y="242"/>
                </a:lnTo>
                <a:cubicBezTo>
                  <a:pt x="841" y="242"/>
                  <a:pt x="816" y="255"/>
                  <a:pt x="791" y="269"/>
                </a:cubicBezTo>
                <a:cubicBezTo>
                  <a:pt x="778" y="276"/>
                  <a:pt x="765" y="283"/>
                  <a:pt x="756" y="289"/>
                </a:cubicBezTo>
                <a:cubicBezTo>
                  <a:pt x="747" y="294"/>
                  <a:pt x="740" y="298"/>
                  <a:pt x="740" y="298"/>
                </a:cubicBezTo>
                <a:lnTo>
                  <a:pt x="716" y="256"/>
                </a:lnTo>
                <a:cubicBezTo>
                  <a:pt x="716" y="256"/>
                  <a:pt x="722" y="253"/>
                  <a:pt x="732" y="247"/>
                </a:cubicBezTo>
                <a:cubicBezTo>
                  <a:pt x="742" y="241"/>
                  <a:pt x="754" y="234"/>
                  <a:pt x="767" y="227"/>
                </a:cubicBezTo>
                <a:cubicBezTo>
                  <a:pt x="793" y="213"/>
                  <a:pt x="819" y="199"/>
                  <a:pt x="819" y="199"/>
                </a:cubicBezTo>
                <a:close/>
                <a:moveTo>
                  <a:pt x="975" y="122"/>
                </a:moveTo>
                <a:lnTo>
                  <a:pt x="995" y="166"/>
                </a:lnTo>
                <a:cubicBezTo>
                  <a:pt x="995" y="166"/>
                  <a:pt x="969" y="177"/>
                  <a:pt x="943" y="190"/>
                </a:cubicBezTo>
                <a:cubicBezTo>
                  <a:pt x="917" y="202"/>
                  <a:pt x="891" y="215"/>
                  <a:pt x="891" y="215"/>
                </a:cubicBezTo>
                <a:lnTo>
                  <a:pt x="869" y="173"/>
                </a:lnTo>
                <a:cubicBezTo>
                  <a:pt x="869" y="173"/>
                  <a:pt x="895" y="160"/>
                  <a:pt x="922" y="146"/>
                </a:cubicBezTo>
                <a:cubicBezTo>
                  <a:pt x="948" y="134"/>
                  <a:pt x="975" y="122"/>
                  <a:pt x="975" y="122"/>
                </a:cubicBezTo>
                <a:close/>
                <a:moveTo>
                  <a:pt x="1135" y="56"/>
                </a:moveTo>
                <a:lnTo>
                  <a:pt x="1152" y="101"/>
                </a:lnTo>
                <a:cubicBezTo>
                  <a:pt x="1152" y="101"/>
                  <a:pt x="1125" y="111"/>
                  <a:pt x="1099" y="122"/>
                </a:cubicBezTo>
                <a:cubicBezTo>
                  <a:pt x="1072" y="133"/>
                  <a:pt x="1046" y="144"/>
                  <a:pt x="1046" y="144"/>
                </a:cubicBezTo>
                <a:lnTo>
                  <a:pt x="1027" y="100"/>
                </a:lnTo>
                <a:cubicBezTo>
                  <a:pt x="1027" y="100"/>
                  <a:pt x="1054" y="88"/>
                  <a:pt x="1080" y="78"/>
                </a:cubicBezTo>
                <a:cubicBezTo>
                  <a:pt x="1107" y="66"/>
                  <a:pt x="1135" y="56"/>
                  <a:pt x="1135" y="56"/>
                </a:cubicBezTo>
                <a:close/>
                <a:moveTo>
                  <a:pt x="1300" y="0"/>
                </a:moveTo>
                <a:lnTo>
                  <a:pt x="1313" y="46"/>
                </a:lnTo>
                <a:cubicBezTo>
                  <a:pt x="1313" y="46"/>
                  <a:pt x="1307" y="47"/>
                  <a:pt x="1296" y="50"/>
                </a:cubicBezTo>
                <a:cubicBezTo>
                  <a:pt x="1286" y="53"/>
                  <a:pt x="1273" y="58"/>
                  <a:pt x="1259" y="62"/>
                </a:cubicBezTo>
                <a:cubicBezTo>
                  <a:pt x="1232" y="71"/>
                  <a:pt x="1205" y="81"/>
                  <a:pt x="1205" y="81"/>
                </a:cubicBezTo>
                <a:lnTo>
                  <a:pt x="1189" y="36"/>
                </a:lnTo>
                <a:cubicBezTo>
                  <a:pt x="1189" y="36"/>
                  <a:pt x="1216" y="26"/>
                  <a:pt x="1244" y="18"/>
                </a:cubicBezTo>
                <a:cubicBezTo>
                  <a:pt x="1258" y="13"/>
                  <a:pt x="1271" y="9"/>
                  <a:pt x="1282" y="5"/>
                </a:cubicBezTo>
                <a:cubicBezTo>
                  <a:pt x="1293" y="2"/>
                  <a:pt x="1300" y="0"/>
                  <a:pt x="1300" y="0"/>
                </a:cubicBezTo>
                <a:close/>
                <a:moveTo>
                  <a:pt x="297" y="2047"/>
                </a:moveTo>
                <a:lnTo>
                  <a:pt x="344" y="2038"/>
                </a:lnTo>
                <a:cubicBezTo>
                  <a:pt x="344" y="2038"/>
                  <a:pt x="343" y="2031"/>
                  <a:pt x="341" y="2021"/>
                </a:cubicBezTo>
                <a:cubicBezTo>
                  <a:pt x="339" y="2011"/>
                  <a:pt x="337" y="1996"/>
                  <a:pt x="335" y="1982"/>
                </a:cubicBezTo>
                <a:cubicBezTo>
                  <a:pt x="333" y="1968"/>
                  <a:pt x="332" y="1954"/>
                  <a:pt x="331" y="1944"/>
                </a:cubicBezTo>
                <a:cubicBezTo>
                  <a:pt x="330" y="1934"/>
                  <a:pt x="329" y="1927"/>
                  <a:pt x="329" y="1927"/>
                </a:cubicBezTo>
                <a:lnTo>
                  <a:pt x="281" y="1930"/>
                </a:lnTo>
                <a:cubicBezTo>
                  <a:pt x="281" y="1930"/>
                  <a:pt x="282" y="1937"/>
                  <a:pt x="283" y="1949"/>
                </a:cubicBezTo>
                <a:cubicBezTo>
                  <a:pt x="284" y="1960"/>
                  <a:pt x="285" y="1975"/>
                  <a:pt x="287" y="1989"/>
                </a:cubicBezTo>
                <a:cubicBezTo>
                  <a:pt x="289" y="2003"/>
                  <a:pt x="291" y="2018"/>
                  <a:pt x="293" y="2029"/>
                </a:cubicBezTo>
                <a:cubicBezTo>
                  <a:pt x="295" y="2040"/>
                  <a:pt x="297" y="2047"/>
                  <a:pt x="297" y="2047"/>
                </a:cubicBezTo>
                <a:close/>
                <a:moveTo>
                  <a:pt x="342" y="2219"/>
                </a:moveTo>
                <a:lnTo>
                  <a:pt x="387" y="2202"/>
                </a:lnTo>
                <a:cubicBezTo>
                  <a:pt x="387" y="2202"/>
                  <a:pt x="385" y="2196"/>
                  <a:pt x="381" y="2186"/>
                </a:cubicBezTo>
                <a:cubicBezTo>
                  <a:pt x="377" y="2176"/>
                  <a:pt x="374" y="2163"/>
                  <a:pt x="369" y="2149"/>
                </a:cubicBezTo>
                <a:cubicBezTo>
                  <a:pt x="367" y="2143"/>
                  <a:pt x="366" y="2136"/>
                  <a:pt x="364" y="2130"/>
                </a:cubicBezTo>
                <a:cubicBezTo>
                  <a:pt x="362" y="2123"/>
                  <a:pt x="361" y="2117"/>
                  <a:pt x="359" y="2112"/>
                </a:cubicBezTo>
                <a:cubicBezTo>
                  <a:pt x="356" y="2102"/>
                  <a:pt x="355" y="2095"/>
                  <a:pt x="355" y="2095"/>
                </a:cubicBezTo>
                <a:lnTo>
                  <a:pt x="308" y="2106"/>
                </a:lnTo>
                <a:cubicBezTo>
                  <a:pt x="308" y="2106"/>
                  <a:pt x="310" y="2113"/>
                  <a:pt x="312" y="2124"/>
                </a:cubicBezTo>
                <a:cubicBezTo>
                  <a:pt x="314" y="2129"/>
                  <a:pt x="316" y="2135"/>
                  <a:pt x="317" y="2142"/>
                </a:cubicBezTo>
                <a:cubicBezTo>
                  <a:pt x="319" y="2148"/>
                  <a:pt x="321" y="2156"/>
                  <a:pt x="323" y="2163"/>
                </a:cubicBezTo>
                <a:cubicBezTo>
                  <a:pt x="327" y="2177"/>
                  <a:pt x="332" y="2192"/>
                  <a:pt x="335" y="2202"/>
                </a:cubicBezTo>
                <a:cubicBezTo>
                  <a:pt x="340" y="2212"/>
                  <a:pt x="342" y="2219"/>
                  <a:pt x="342" y="2219"/>
                </a:cubicBezTo>
                <a:close/>
                <a:moveTo>
                  <a:pt x="423" y="2378"/>
                </a:moveTo>
                <a:lnTo>
                  <a:pt x="462" y="2350"/>
                </a:lnTo>
                <a:cubicBezTo>
                  <a:pt x="462" y="2350"/>
                  <a:pt x="461" y="2348"/>
                  <a:pt x="459" y="2346"/>
                </a:cubicBezTo>
                <a:cubicBezTo>
                  <a:pt x="458" y="2343"/>
                  <a:pt x="455" y="2340"/>
                  <a:pt x="452" y="2336"/>
                </a:cubicBezTo>
                <a:cubicBezTo>
                  <a:pt x="450" y="2331"/>
                  <a:pt x="446" y="2326"/>
                  <a:pt x="443" y="2321"/>
                </a:cubicBezTo>
                <a:cubicBezTo>
                  <a:pt x="441" y="2318"/>
                  <a:pt x="440" y="2315"/>
                  <a:pt x="438" y="2312"/>
                </a:cubicBezTo>
                <a:cubicBezTo>
                  <a:pt x="436" y="2309"/>
                  <a:pt x="434" y="2306"/>
                  <a:pt x="433" y="2303"/>
                </a:cubicBezTo>
                <a:cubicBezTo>
                  <a:pt x="430" y="2297"/>
                  <a:pt x="426" y="2290"/>
                  <a:pt x="423" y="2285"/>
                </a:cubicBezTo>
                <a:cubicBezTo>
                  <a:pt x="420" y="2279"/>
                  <a:pt x="418" y="2274"/>
                  <a:pt x="415" y="2269"/>
                </a:cubicBezTo>
                <a:cubicBezTo>
                  <a:pt x="411" y="2259"/>
                  <a:pt x="407" y="2253"/>
                  <a:pt x="407" y="2253"/>
                </a:cubicBezTo>
                <a:lnTo>
                  <a:pt x="364" y="2274"/>
                </a:lnTo>
                <a:cubicBezTo>
                  <a:pt x="364" y="2274"/>
                  <a:pt x="367" y="2281"/>
                  <a:pt x="372" y="2290"/>
                </a:cubicBezTo>
                <a:cubicBezTo>
                  <a:pt x="375" y="2295"/>
                  <a:pt x="377" y="2302"/>
                  <a:pt x="381" y="2308"/>
                </a:cubicBezTo>
                <a:cubicBezTo>
                  <a:pt x="384" y="2314"/>
                  <a:pt x="388" y="2321"/>
                  <a:pt x="392" y="2327"/>
                </a:cubicBezTo>
                <a:cubicBezTo>
                  <a:pt x="393" y="2330"/>
                  <a:pt x="395" y="2334"/>
                  <a:pt x="397" y="2337"/>
                </a:cubicBezTo>
                <a:cubicBezTo>
                  <a:pt x="399" y="2340"/>
                  <a:pt x="401" y="2343"/>
                  <a:pt x="403" y="2346"/>
                </a:cubicBezTo>
                <a:cubicBezTo>
                  <a:pt x="407" y="2352"/>
                  <a:pt x="410" y="2357"/>
                  <a:pt x="413" y="2362"/>
                </a:cubicBezTo>
                <a:cubicBezTo>
                  <a:pt x="416" y="2367"/>
                  <a:pt x="419" y="2371"/>
                  <a:pt x="421" y="2374"/>
                </a:cubicBezTo>
                <a:cubicBezTo>
                  <a:pt x="422" y="2376"/>
                  <a:pt x="423" y="2378"/>
                  <a:pt x="423" y="2378"/>
                </a:cubicBezTo>
                <a:close/>
                <a:moveTo>
                  <a:pt x="545" y="2508"/>
                </a:moveTo>
                <a:lnTo>
                  <a:pt x="575" y="2470"/>
                </a:lnTo>
                <a:cubicBezTo>
                  <a:pt x="575" y="2470"/>
                  <a:pt x="570" y="2466"/>
                  <a:pt x="562" y="2459"/>
                </a:cubicBezTo>
                <a:cubicBezTo>
                  <a:pt x="557" y="2456"/>
                  <a:pt x="553" y="2451"/>
                  <a:pt x="548" y="2447"/>
                </a:cubicBezTo>
                <a:cubicBezTo>
                  <a:pt x="543" y="2443"/>
                  <a:pt x="538" y="2438"/>
                  <a:pt x="533" y="2433"/>
                </a:cubicBezTo>
                <a:cubicBezTo>
                  <a:pt x="523" y="2423"/>
                  <a:pt x="513" y="2413"/>
                  <a:pt x="506" y="2405"/>
                </a:cubicBezTo>
                <a:cubicBezTo>
                  <a:pt x="499" y="2397"/>
                  <a:pt x="495" y="2392"/>
                  <a:pt x="495" y="2392"/>
                </a:cubicBezTo>
                <a:lnTo>
                  <a:pt x="459" y="2423"/>
                </a:lnTo>
                <a:cubicBezTo>
                  <a:pt x="459" y="2423"/>
                  <a:pt x="464" y="2429"/>
                  <a:pt x="471" y="2437"/>
                </a:cubicBezTo>
                <a:cubicBezTo>
                  <a:pt x="478" y="2446"/>
                  <a:pt x="489" y="2456"/>
                  <a:pt x="500" y="2468"/>
                </a:cubicBezTo>
                <a:cubicBezTo>
                  <a:pt x="505" y="2473"/>
                  <a:pt x="511" y="2478"/>
                  <a:pt x="516" y="2483"/>
                </a:cubicBezTo>
                <a:cubicBezTo>
                  <a:pt x="522" y="2487"/>
                  <a:pt x="526" y="2492"/>
                  <a:pt x="531" y="2496"/>
                </a:cubicBezTo>
                <a:cubicBezTo>
                  <a:pt x="539" y="2504"/>
                  <a:pt x="545" y="2508"/>
                  <a:pt x="545" y="2508"/>
                </a:cubicBezTo>
                <a:close/>
                <a:moveTo>
                  <a:pt x="699" y="2598"/>
                </a:moveTo>
                <a:lnTo>
                  <a:pt x="718" y="2554"/>
                </a:lnTo>
                <a:cubicBezTo>
                  <a:pt x="718" y="2554"/>
                  <a:pt x="712" y="2551"/>
                  <a:pt x="702" y="2547"/>
                </a:cubicBezTo>
                <a:cubicBezTo>
                  <a:pt x="697" y="2545"/>
                  <a:pt x="692" y="2542"/>
                  <a:pt x="686" y="2539"/>
                </a:cubicBezTo>
                <a:cubicBezTo>
                  <a:pt x="683" y="2538"/>
                  <a:pt x="680" y="2537"/>
                  <a:pt x="676" y="2535"/>
                </a:cubicBezTo>
                <a:cubicBezTo>
                  <a:pt x="673" y="2533"/>
                  <a:pt x="670" y="2532"/>
                  <a:pt x="667" y="2530"/>
                </a:cubicBezTo>
                <a:cubicBezTo>
                  <a:pt x="661" y="2527"/>
                  <a:pt x="655" y="2524"/>
                  <a:pt x="649" y="2520"/>
                </a:cubicBezTo>
                <a:cubicBezTo>
                  <a:pt x="643" y="2517"/>
                  <a:pt x="638" y="2514"/>
                  <a:pt x="634" y="2511"/>
                </a:cubicBezTo>
                <a:cubicBezTo>
                  <a:pt x="629" y="2509"/>
                  <a:pt x="626" y="2506"/>
                  <a:pt x="623" y="2505"/>
                </a:cubicBezTo>
                <a:cubicBezTo>
                  <a:pt x="620" y="2503"/>
                  <a:pt x="619" y="2502"/>
                  <a:pt x="619" y="2502"/>
                </a:cubicBezTo>
                <a:lnTo>
                  <a:pt x="592" y="2542"/>
                </a:lnTo>
                <a:cubicBezTo>
                  <a:pt x="592" y="2542"/>
                  <a:pt x="594" y="2543"/>
                  <a:pt x="596" y="2545"/>
                </a:cubicBezTo>
                <a:cubicBezTo>
                  <a:pt x="599" y="2547"/>
                  <a:pt x="603" y="2549"/>
                  <a:pt x="608" y="2552"/>
                </a:cubicBezTo>
                <a:cubicBezTo>
                  <a:pt x="613" y="2555"/>
                  <a:pt x="618" y="2558"/>
                  <a:pt x="625" y="2562"/>
                </a:cubicBezTo>
                <a:cubicBezTo>
                  <a:pt x="631" y="2565"/>
                  <a:pt x="638" y="2569"/>
                  <a:pt x="644" y="2572"/>
                </a:cubicBezTo>
                <a:cubicBezTo>
                  <a:pt x="648" y="2574"/>
                  <a:pt x="651" y="2576"/>
                  <a:pt x="654" y="2577"/>
                </a:cubicBezTo>
                <a:cubicBezTo>
                  <a:pt x="657" y="2579"/>
                  <a:pt x="661" y="2581"/>
                  <a:pt x="664" y="2582"/>
                </a:cubicBezTo>
                <a:cubicBezTo>
                  <a:pt x="670" y="2585"/>
                  <a:pt x="676" y="2588"/>
                  <a:pt x="681" y="2590"/>
                </a:cubicBezTo>
                <a:cubicBezTo>
                  <a:pt x="692" y="2595"/>
                  <a:pt x="699" y="2598"/>
                  <a:pt x="699" y="2598"/>
                </a:cubicBezTo>
                <a:close/>
                <a:moveTo>
                  <a:pt x="871" y="2644"/>
                </a:moveTo>
                <a:lnTo>
                  <a:pt x="879" y="2597"/>
                </a:lnTo>
                <a:cubicBezTo>
                  <a:pt x="879" y="2597"/>
                  <a:pt x="872" y="2596"/>
                  <a:pt x="862" y="2594"/>
                </a:cubicBezTo>
                <a:cubicBezTo>
                  <a:pt x="852" y="2592"/>
                  <a:pt x="837" y="2590"/>
                  <a:pt x="824" y="2587"/>
                </a:cubicBezTo>
                <a:cubicBezTo>
                  <a:pt x="797" y="2581"/>
                  <a:pt x="770" y="2572"/>
                  <a:pt x="770" y="2572"/>
                </a:cubicBezTo>
                <a:lnTo>
                  <a:pt x="755" y="2617"/>
                </a:lnTo>
                <a:cubicBezTo>
                  <a:pt x="755" y="2617"/>
                  <a:pt x="757" y="2618"/>
                  <a:pt x="760" y="2619"/>
                </a:cubicBezTo>
                <a:cubicBezTo>
                  <a:pt x="763" y="2620"/>
                  <a:pt x="767" y="2621"/>
                  <a:pt x="773" y="2623"/>
                </a:cubicBezTo>
                <a:cubicBezTo>
                  <a:pt x="784" y="2625"/>
                  <a:pt x="798" y="2629"/>
                  <a:pt x="813" y="2633"/>
                </a:cubicBezTo>
                <a:cubicBezTo>
                  <a:pt x="827" y="2636"/>
                  <a:pt x="842" y="2639"/>
                  <a:pt x="853" y="2641"/>
                </a:cubicBezTo>
                <a:cubicBezTo>
                  <a:pt x="864" y="2643"/>
                  <a:pt x="871" y="2644"/>
                  <a:pt x="871" y="2644"/>
                </a:cubicBezTo>
                <a:close/>
                <a:moveTo>
                  <a:pt x="1048" y="2656"/>
                </a:moveTo>
                <a:lnTo>
                  <a:pt x="1047" y="2608"/>
                </a:lnTo>
                <a:cubicBezTo>
                  <a:pt x="1047" y="2608"/>
                  <a:pt x="1019" y="2609"/>
                  <a:pt x="991" y="2608"/>
                </a:cubicBezTo>
                <a:cubicBezTo>
                  <a:pt x="977" y="2607"/>
                  <a:pt x="963" y="2606"/>
                  <a:pt x="952" y="2606"/>
                </a:cubicBezTo>
                <a:cubicBezTo>
                  <a:pt x="941" y="2605"/>
                  <a:pt x="934" y="2604"/>
                  <a:pt x="934" y="2604"/>
                </a:cubicBezTo>
                <a:lnTo>
                  <a:pt x="930" y="2651"/>
                </a:lnTo>
                <a:cubicBezTo>
                  <a:pt x="930" y="2651"/>
                  <a:pt x="938" y="2652"/>
                  <a:pt x="948" y="2653"/>
                </a:cubicBezTo>
                <a:cubicBezTo>
                  <a:pt x="960" y="2653"/>
                  <a:pt x="974" y="2654"/>
                  <a:pt x="989" y="2655"/>
                </a:cubicBezTo>
                <a:cubicBezTo>
                  <a:pt x="1018" y="2656"/>
                  <a:pt x="1048" y="2656"/>
                  <a:pt x="1048" y="2656"/>
                </a:cubicBezTo>
                <a:close/>
                <a:moveTo>
                  <a:pt x="1223" y="2641"/>
                </a:moveTo>
                <a:lnTo>
                  <a:pt x="1216" y="2594"/>
                </a:lnTo>
                <a:cubicBezTo>
                  <a:pt x="1216" y="2594"/>
                  <a:pt x="1209" y="2595"/>
                  <a:pt x="1198" y="2597"/>
                </a:cubicBezTo>
                <a:cubicBezTo>
                  <a:pt x="1187" y="2598"/>
                  <a:pt x="1173" y="2600"/>
                  <a:pt x="1160" y="2601"/>
                </a:cubicBezTo>
                <a:cubicBezTo>
                  <a:pt x="1146" y="2603"/>
                  <a:pt x="1132" y="2604"/>
                  <a:pt x="1121" y="2604"/>
                </a:cubicBezTo>
                <a:cubicBezTo>
                  <a:pt x="1110" y="2605"/>
                  <a:pt x="1103" y="2605"/>
                  <a:pt x="1103" y="2605"/>
                </a:cubicBezTo>
                <a:lnTo>
                  <a:pt x="1106" y="2653"/>
                </a:lnTo>
                <a:cubicBezTo>
                  <a:pt x="1106" y="2653"/>
                  <a:pt x="1113" y="2652"/>
                  <a:pt x="1124" y="2652"/>
                </a:cubicBezTo>
                <a:cubicBezTo>
                  <a:pt x="1135" y="2651"/>
                  <a:pt x="1150" y="2650"/>
                  <a:pt x="1164" y="2648"/>
                </a:cubicBezTo>
                <a:cubicBezTo>
                  <a:pt x="1179" y="2647"/>
                  <a:pt x="1193" y="2645"/>
                  <a:pt x="1204" y="2643"/>
                </a:cubicBezTo>
                <a:cubicBezTo>
                  <a:pt x="1215" y="2642"/>
                  <a:pt x="1223" y="2641"/>
                  <a:pt x="1223" y="2641"/>
                </a:cubicBezTo>
                <a:close/>
                <a:moveTo>
                  <a:pt x="1395" y="2608"/>
                </a:moveTo>
                <a:lnTo>
                  <a:pt x="1384" y="2561"/>
                </a:lnTo>
                <a:cubicBezTo>
                  <a:pt x="1384" y="2561"/>
                  <a:pt x="1356" y="2568"/>
                  <a:pt x="1328" y="2574"/>
                </a:cubicBezTo>
                <a:cubicBezTo>
                  <a:pt x="1314" y="2577"/>
                  <a:pt x="1300" y="2580"/>
                  <a:pt x="1289" y="2582"/>
                </a:cubicBezTo>
                <a:cubicBezTo>
                  <a:pt x="1279" y="2584"/>
                  <a:pt x="1272" y="2585"/>
                  <a:pt x="1272" y="2585"/>
                </a:cubicBezTo>
                <a:lnTo>
                  <a:pt x="1281" y="2632"/>
                </a:lnTo>
                <a:cubicBezTo>
                  <a:pt x="1281" y="2632"/>
                  <a:pt x="1288" y="2631"/>
                  <a:pt x="1299" y="2629"/>
                </a:cubicBezTo>
                <a:cubicBezTo>
                  <a:pt x="1309" y="2627"/>
                  <a:pt x="1324" y="2624"/>
                  <a:pt x="1338" y="2621"/>
                </a:cubicBezTo>
                <a:cubicBezTo>
                  <a:pt x="1366" y="2615"/>
                  <a:pt x="1395" y="2608"/>
                  <a:pt x="1395" y="2608"/>
                </a:cubicBezTo>
                <a:close/>
              </a:path>
            </a:pathLst>
          </a:custGeom>
          <a:solidFill>
            <a:srgbClr val="FDFDFD">
              <a:alpha val="70000"/>
            </a:srgbClr>
          </a:solidFill>
          <a:ln w="3429" cap="flat">
            <a:noFill/>
            <a:prstDash val="solid"/>
            <a:miter/>
          </a:ln>
        </p:spPr>
        <p:txBody>
          <a:bodyPr wrap="square" rtlCol="0" anchor="ctr">
            <a:noAutofit/>
          </a:bodyPr>
          <a:lstStyle/>
          <a:p>
            <a:endParaRPr lang="zh-CN" altLang="en-US">
              <a:cs typeface="+mn-ea"/>
              <a:sym typeface="+mn-lt"/>
            </a:endParaRPr>
          </a:p>
        </p:txBody>
      </p:sp>
      <p:sp>
        <p:nvSpPr>
          <p:cNvPr id="3" name="图形 11"/>
          <p:cNvSpPr/>
          <p:nvPr>
            <p:custDataLst>
              <p:tags r:id="rId3"/>
            </p:custDataLst>
          </p:nvPr>
        </p:nvSpPr>
        <p:spPr>
          <a:xfrm rot="60000">
            <a:off x="1049655" y="1724660"/>
            <a:ext cx="10530205" cy="4570095"/>
          </a:xfrm>
          <a:custGeom>
            <a:avLst/>
            <a:gdLst>
              <a:gd name="connsiteX0" fmla="*/ 1022276 w 1037146"/>
              <a:gd name="connsiteY0" fmla="*/ 700945 h 727784"/>
              <a:gd name="connsiteX1" fmla="*/ 1022466 w 1037146"/>
              <a:gd name="connsiteY1" fmla="*/ 694944 h 727784"/>
              <a:gd name="connsiteX2" fmla="*/ 1025609 w 1037146"/>
              <a:gd name="connsiteY2" fmla="*/ 684562 h 727784"/>
              <a:gd name="connsiteX3" fmla="*/ 1031324 w 1037146"/>
              <a:gd name="connsiteY3" fmla="*/ 674275 h 727784"/>
              <a:gd name="connsiteX4" fmla="*/ 1037135 w 1037146"/>
              <a:gd name="connsiteY4" fmla="*/ 661226 h 727784"/>
              <a:gd name="connsiteX5" fmla="*/ 1036849 w 1037146"/>
              <a:gd name="connsiteY5" fmla="*/ 655130 h 727784"/>
              <a:gd name="connsiteX6" fmla="*/ 1035230 w 1037146"/>
              <a:gd name="connsiteY6" fmla="*/ 648843 h 727784"/>
              <a:gd name="connsiteX7" fmla="*/ 1033420 w 1037146"/>
              <a:gd name="connsiteY7" fmla="*/ 638461 h 727784"/>
              <a:gd name="connsiteX8" fmla="*/ 1030753 w 1037146"/>
              <a:gd name="connsiteY8" fmla="*/ 629222 h 727784"/>
              <a:gd name="connsiteX9" fmla="*/ 1029610 w 1037146"/>
              <a:gd name="connsiteY9" fmla="*/ 618744 h 727784"/>
              <a:gd name="connsiteX10" fmla="*/ 1028467 w 1037146"/>
              <a:gd name="connsiteY10" fmla="*/ 601694 h 727784"/>
              <a:gd name="connsiteX11" fmla="*/ 1029134 w 1037146"/>
              <a:gd name="connsiteY11" fmla="*/ 598742 h 727784"/>
              <a:gd name="connsiteX12" fmla="*/ 1029229 w 1037146"/>
              <a:gd name="connsiteY12" fmla="*/ 594741 h 727784"/>
              <a:gd name="connsiteX13" fmla="*/ 1028467 w 1037146"/>
              <a:gd name="connsiteY13" fmla="*/ 589407 h 727784"/>
              <a:gd name="connsiteX14" fmla="*/ 1028181 w 1037146"/>
              <a:gd name="connsiteY14" fmla="*/ 585311 h 727784"/>
              <a:gd name="connsiteX15" fmla="*/ 1027991 w 1037146"/>
              <a:gd name="connsiteY15" fmla="*/ 577025 h 727784"/>
              <a:gd name="connsiteX16" fmla="*/ 1030848 w 1037146"/>
              <a:gd name="connsiteY16" fmla="*/ 570357 h 727784"/>
              <a:gd name="connsiteX17" fmla="*/ 1032086 w 1037146"/>
              <a:gd name="connsiteY17" fmla="*/ 565880 h 727784"/>
              <a:gd name="connsiteX18" fmla="*/ 1032753 w 1037146"/>
              <a:gd name="connsiteY18" fmla="*/ 558546 h 727784"/>
              <a:gd name="connsiteX19" fmla="*/ 1032467 w 1037146"/>
              <a:gd name="connsiteY19" fmla="*/ 551974 h 727784"/>
              <a:gd name="connsiteX20" fmla="*/ 1029229 w 1037146"/>
              <a:gd name="connsiteY20" fmla="*/ 546545 h 727784"/>
              <a:gd name="connsiteX21" fmla="*/ 1025705 w 1037146"/>
              <a:gd name="connsiteY21" fmla="*/ 542258 h 727784"/>
              <a:gd name="connsiteX22" fmla="*/ 1015037 w 1037146"/>
              <a:gd name="connsiteY22" fmla="*/ 527590 h 727784"/>
              <a:gd name="connsiteX23" fmla="*/ 1006940 w 1037146"/>
              <a:gd name="connsiteY23" fmla="*/ 511778 h 727784"/>
              <a:gd name="connsiteX24" fmla="*/ 1004940 w 1037146"/>
              <a:gd name="connsiteY24" fmla="*/ 502253 h 727784"/>
              <a:gd name="connsiteX25" fmla="*/ 1004940 w 1037146"/>
              <a:gd name="connsiteY25" fmla="*/ 493395 h 727784"/>
              <a:gd name="connsiteX26" fmla="*/ 1010465 w 1037146"/>
              <a:gd name="connsiteY26" fmla="*/ 482537 h 727784"/>
              <a:gd name="connsiteX27" fmla="*/ 1015132 w 1037146"/>
              <a:gd name="connsiteY27" fmla="*/ 460248 h 727784"/>
              <a:gd name="connsiteX28" fmla="*/ 1018751 w 1037146"/>
              <a:gd name="connsiteY28" fmla="*/ 437102 h 727784"/>
              <a:gd name="connsiteX29" fmla="*/ 1018370 w 1037146"/>
              <a:gd name="connsiteY29" fmla="*/ 421767 h 727784"/>
              <a:gd name="connsiteX30" fmla="*/ 1014846 w 1037146"/>
              <a:gd name="connsiteY30" fmla="*/ 409385 h 727784"/>
              <a:gd name="connsiteX31" fmla="*/ 1017894 w 1037146"/>
              <a:gd name="connsiteY31" fmla="*/ 389382 h 727784"/>
              <a:gd name="connsiteX32" fmla="*/ 1018847 w 1037146"/>
              <a:gd name="connsiteY32" fmla="*/ 352330 h 727784"/>
              <a:gd name="connsiteX33" fmla="*/ 1018370 w 1037146"/>
              <a:gd name="connsiteY33" fmla="*/ 329756 h 727784"/>
              <a:gd name="connsiteX34" fmla="*/ 1016084 w 1037146"/>
              <a:gd name="connsiteY34" fmla="*/ 320040 h 727784"/>
              <a:gd name="connsiteX35" fmla="*/ 1011608 w 1037146"/>
              <a:gd name="connsiteY35" fmla="*/ 313372 h 727784"/>
              <a:gd name="connsiteX36" fmla="*/ 1005131 w 1037146"/>
              <a:gd name="connsiteY36" fmla="*/ 304991 h 727784"/>
              <a:gd name="connsiteX37" fmla="*/ 998939 w 1037146"/>
              <a:gd name="connsiteY37" fmla="*/ 297180 h 727784"/>
              <a:gd name="connsiteX38" fmla="*/ 995796 w 1037146"/>
              <a:gd name="connsiteY38" fmla="*/ 283845 h 727784"/>
              <a:gd name="connsiteX39" fmla="*/ 997034 w 1037146"/>
              <a:gd name="connsiteY39" fmla="*/ 276320 h 727784"/>
              <a:gd name="connsiteX40" fmla="*/ 999606 w 1037146"/>
              <a:gd name="connsiteY40" fmla="*/ 262604 h 727784"/>
              <a:gd name="connsiteX41" fmla="*/ 1002273 w 1037146"/>
              <a:gd name="connsiteY41" fmla="*/ 228886 h 727784"/>
              <a:gd name="connsiteX42" fmla="*/ 1002083 w 1037146"/>
              <a:gd name="connsiteY42" fmla="*/ 216313 h 727784"/>
              <a:gd name="connsiteX43" fmla="*/ 1001035 w 1037146"/>
              <a:gd name="connsiteY43" fmla="*/ 206788 h 727784"/>
              <a:gd name="connsiteX44" fmla="*/ 1000844 w 1037146"/>
              <a:gd name="connsiteY44" fmla="*/ 194977 h 727784"/>
              <a:gd name="connsiteX45" fmla="*/ 1000082 w 1037146"/>
              <a:gd name="connsiteY45" fmla="*/ 183452 h 727784"/>
              <a:gd name="connsiteX46" fmla="*/ 994272 w 1037146"/>
              <a:gd name="connsiteY46" fmla="*/ 175260 h 727784"/>
              <a:gd name="connsiteX47" fmla="*/ 989891 w 1037146"/>
              <a:gd name="connsiteY47" fmla="*/ 166973 h 727784"/>
              <a:gd name="connsiteX48" fmla="*/ 988176 w 1037146"/>
              <a:gd name="connsiteY48" fmla="*/ 144304 h 727784"/>
              <a:gd name="connsiteX49" fmla="*/ 984557 w 1037146"/>
              <a:gd name="connsiteY49" fmla="*/ 131921 h 727784"/>
              <a:gd name="connsiteX50" fmla="*/ 983414 w 1037146"/>
              <a:gd name="connsiteY50" fmla="*/ 126492 h 727784"/>
              <a:gd name="connsiteX51" fmla="*/ 994272 w 1037146"/>
              <a:gd name="connsiteY51" fmla="*/ 105061 h 727784"/>
              <a:gd name="connsiteX52" fmla="*/ 998749 w 1037146"/>
              <a:gd name="connsiteY52" fmla="*/ 98584 h 727784"/>
              <a:gd name="connsiteX53" fmla="*/ 1001987 w 1037146"/>
              <a:gd name="connsiteY53" fmla="*/ 92297 h 727784"/>
              <a:gd name="connsiteX54" fmla="*/ 1006750 w 1037146"/>
              <a:gd name="connsiteY54" fmla="*/ 84582 h 727784"/>
              <a:gd name="connsiteX55" fmla="*/ 999320 w 1037146"/>
              <a:gd name="connsiteY55" fmla="*/ 68009 h 727784"/>
              <a:gd name="connsiteX56" fmla="*/ 997415 w 1037146"/>
              <a:gd name="connsiteY56" fmla="*/ 56293 h 727784"/>
              <a:gd name="connsiteX57" fmla="*/ 997034 w 1037146"/>
              <a:gd name="connsiteY57" fmla="*/ 49625 h 727784"/>
              <a:gd name="connsiteX58" fmla="*/ 996272 w 1037146"/>
              <a:gd name="connsiteY58" fmla="*/ 46482 h 727784"/>
              <a:gd name="connsiteX59" fmla="*/ 997034 w 1037146"/>
              <a:gd name="connsiteY59" fmla="*/ 38672 h 727784"/>
              <a:gd name="connsiteX60" fmla="*/ 997511 w 1037146"/>
              <a:gd name="connsiteY60" fmla="*/ 34671 h 727784"/>
              <a:gd name="connsiteX61" fmla="*/ 1001606 w 1037146"/>
              <a:gd name="connsiteY61" fmla="*/ 27813 h 727784"/>
              <a:gd name="connsiteX62" fmla="*/ 1003321 w 1037146"/>
              <a:gd name="connsiteY62" fmla="*/ 20193 h 727784"/>
              <a:gd name="connsiteX63" fmla="*/ 996368 w 1037146"/>
              <a:gd name="connsiteY63" fmla="*/ 4382 h 727784"/>
              <a:gd name="connsiteX64" fmla="*/ 994939 w 1037146"/>
              <a:gd name="connsiteY64" fmla="*/ 0 h 727784"/>
              <a:gd name="connsiteX65" fmla="*/ 4720 w 1037146"/>
              <a:gd name="connsiteY65" fmla="*/ 18955 h 727784"/>
              <a:gd name="connsiteX66" fmla="*/ 18245 w 1037146"/>
              <a:gd name="connsiteY66" fmla="*/ 726281 h 727784"/>
              <a:gd name="connsiteX67" fmla="*/ 1021704 w 1037146"/>
              <a:gd name="connsiteY67" fmla="*/ 707136 h 727784"/>
              <a:gd name="connsiteX68" fmla="*/ 1022276 w 1037146"/>
              <a:gd name="connsiteY68" fmla="*/ 700945 h 727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037146" h="727784">
                <a:moveTo>
                  <a:pt x="1022276" y="700945"/>
                </a:moveTo>
                <a:cubicBezTo>
                  <a:pt x="1022466" y="698945"/>
                  <a:pt x="1022276" y="696944"/>
                  <a:pt x="1022466" y="694944"/>
                </a:cubicBezTo>
                <a:cubicBezTo>
                  <a:pt x="1022847" y="691610"/>
                  <a:pt x="1024181" y="687800"/>
                  <a:pt x="1025609" y="684562"/>
                </a:cubicBezTo>
                <a:cubicBezTo>
                  <a:pt x="1027229" y="680942"/>
                  <a:pt x="1028276" y="677323"/>
                  <a:pt x="1031324" y="674275"/>
                </a:cubicBezTo>
                <a:cubicBezTo>
                  <a:pt x="1035134" y="670465"/>
                  <a:pt x="1037325" y="665893"/>
                  <a:pt x="1037135" y="661226"/>
                </a:cubicBezTo>
                <a:cubicBezTo>
                  <a:pt x="1037039" y="659225"/>
                  <a:pt x="1037325" y="657130"/>
                  <a:pt x="1036849" y="655130"/>
                </a:cubicBezTo>
                <a:cubicBezTo>
                  <a:pt x="1036373" y="653034"/>
                  <a:pt x="1035515" y="651034"/>
                  <a:pt x="1035230" y="648843"/>
                </a:cubicBezTo>
                <a:cubicBezTo>
                  <a:pt x="1034753" y="645414"/>
                  <a:pt x="1034182" y="641890"/>
                  <a:pt x="1033420" y="638461"/>
                </a:cubicBezTo>
                <a:cubicBezTo>
                  <a:pt x="1032753" y="635318"/>
                  <a:pt x="1031705" y="632365"/>
                  <a:pt x="1030753" y="629222"/>
                </a:cubicBezTo>
                <a:cubicBezTo>
                  <a:pt x="1029705" y="625697"/>
                  <a:pt x="1029610" y="622364"/>
                  <a:pt x="1029610" y="618744"/>
                </a:cubicBezTo>
                <a:cubicBezTo>
                  <a:pt x="1029610" y="613029"/>
                  <a:pt x="1028657" y="607409"/>
                  <a:pt x="1028467" y="601694"/>
                </a:cubicBezTo>
                <a:cubicBezTo>
                  <a:pt x="1028467" y="600456"/>
                  <a:pt x="1028753" y="599885"/>
                  <a:pt x="1029134" y="598742"/>
                </a:cubicBezTo>
                <a:cubicBezTo>
                  <a:pt x="1029515" y="597408"/>
                  <a:pt x="1029229" y="596075"/>
                  <a:pt x="1029229" y="594741"/>
                </a:cubicBezTo>
                <a:cubicBezTo>
                  <a:pt x="1029229" y="592836"/>
                  <a:pt x="1029134" y="591217"/>
                  <a:pt x="1028467" y="589407"/>
                </a:cubicBezTo>
                <a:cubicBezTo>
                  <a:pt x="1027991" y="588074"/>
                  <a:pt x="1028276" y="586645"/>
                  <a:pt x="1028181" y="585311"/>
                </a:cubicBezTo>
                <a:cubicBezTo>
                  <a:pt x="1028086" y="582549"/>
                  <a:pt x="1027895" y="579787"/>
                  <a:pt x="1027991" y="577025"/>
                </a:cubicBezTo>
                <a:cubicBezTo>
                  <a:pt x="1028086" y="574548"/>
                  <a:pt x="1029896" y="572643"/>
                  <a:pt x="1030848" y="570357"/>
                </a:cubicBezTo>
                <a:cubicBezTo>
                  <a:pt x="1031420" y="568928"/>
                  <a:pt x="1031610" y="567404"/>
                  <a:pt x="1032086" y="565880"/>
                </a:cubicBezTo>
                <a:cubicBezTo>
                  <a:pt x="1032848" y="563404"/>
                  <a:pt x="1032848" y="561118"/>
                  <a:pt x="1032753" y="558546"/>
                </a:cubicBezTo>
                <a:cubicBezTo>
                  <a:pt x="1032658" y="556451"/>
                  <a:pt x="1033134" y="554069"/>
                  <a:pt x="1032467" y="551974"/>
                </a:cubicBezTo>
                <a:cubicBezTo>
                  <a:pt x="1031896" y="550164"/>
                  <a:pt x="1030467" y="548164"/>
                  <a:pt x="1029229" y="546545"/>
                </a:cubicBezTo>
                <a:cubicBezTo>
                  <a:pt x="1028181" y="545116"/>
                  <a:pt x="1026943" y="543687"/>
                  <a:pt x="1025705" y="542258"/>
                </a:cubicBezTo>
                <a:cubicBezTo>
                  <a:pt x="1021609" y="537591"/>
                  <a:pt x="1018370" y="532638"/>
                  <a:pt x="1015037" y="527590"/>
                </a:cubicBezTo>
                <a:cubicBezTo>
                  <a:pt x="1011703" y="522542"/>
                  <a:pt x="1009512" y="517112"/>
                  <a:pt x="1006940" y="511778"/>
                </a:cubicBezTo>
                <a:cubicBezTo>
                  <a:pt x="1005512" y="508730"/>
                  <a:pt x="1005131" y="505492"/>
                  <a:pt x="1004940" y="502253"/>
                </a:cubicBezTo>
                <a:cubicBezTo>
                  <a:pt x="1004845" y="499491"/>
                  <a:pt x="1004273" y="496157"/>
                  <a:pt x="1004940" y="493395"/>
                </a:cubicBezTo>
                <a:cubicBezTo>
                  <a:pt x="1005797" y="489680"/>
                  <a:pt x="1008845" y="486061"/>
                  <a:pt x="1010465" y="482537"/>
                </a:cubicBezTo>
                <a:cubicBezTo>
                  <a:pt x="1013798" y="475297"/>
                  <a:pt x="1012751" y="467678"/>
                  <a:pt x="1015132" y="460248"/>
                </a:cubicBezTo>
                <a:cubicBezTo>
                  <a:pt x="1017608" y="452723"/>
                  <a:pt x="1018942" y="444913"/>
                  <a:pt x="1018751" y="437102"/>
                </a:cubicBezTo>
                <a:cubicBezTo>
                  <a:pt x="1018561" y="432054"/>
                  <a:pt x="1019132" y="426815"/>
                  <a:pt x="1018370" y="421767"/>
                </a:cubicBezTo>
                <a:cubicBezTo>
                  <a:pt x="1017799" y="417576"/>
                  <a:pt x="1015513" y="413480"/>
                  <a:pt x="1014846" y="409385"/>
                </a:cubicBezTo>
                <a:cubicBezTo>
                  <a:pt x="1013798" y="402717"/>
                  <a:pt x="1016656" y="395954"/>
                  <a:pt x="1017894" y="389382"/>
                </a:cubicBezTo>
                <a:cubicBezTo>
                  <a:pt x="1020180" y="377095"/>
                  <a:pt x="1019037" y="364712"/>
                  <a:pt x="1018847" y="352330"/>
                </a:cubicBezTo>
                <a:cubicBezTo>
                  <a:pt x="1018656" y="344805"/>
                  <a:pt x="1018561" y="337280"/>
                  <a:pt x="1018370" y="329756"/>
                </a:cubicBezTo>
                <a:cubicBezTo>
                  <a:pt x="1018275" y="326231"/>
                  <a:pt x="1017894" y="323374"/>
                  <a:pt x="1016084" y="320040"/>
                </a:cubicBezTo>
                <a:cubicBezTo>
                  <a:pt x="1014846" y="317754"/>
                  <a:pt x="1013227" y="315563"/>
                  <a:pt x="1011608" y="313372"/>
                </a:cubicBezTo>
                <a:cubicBezTo>
                  <a:pt x="1009512" y="310515"/>
                  <a:pt x="1007417" y="307753"/>
                  <a:pt x="1005131" y="304991"/>
                </a:cubicBezTo>
                <a:cubicBezTo>
                  <a:pt x="1002940" y="302419"/>
                  <a:pt x="1000463" y="299942"/>
                  <a:pt x="998939" y="297180"/>
                </a:cubicBezTo>
                <a:cubicBezTo>
                  <a:pt x="996463" y="292799"/>
                  <a:pt x="994177" y="288512"/>
                  <a:pt x="995796" y="283845"/>
                </a:cubicBezTo>
                <a:cubicBezTo>
                  <a:pt x="996653" y="281369"/>
                  <a:pt x="996558" y="278797"/>
                  <a:pt x="997034" y="276320"/>
                </a:cubicBezTo>
                <a:cubicBezTo>
                  <a:pt x="997987" y="271653"/>
                  <a:pt x="999416" y="267272"/>
                  <a:pt x="999606" y="262604"/>
                </a:cubicBezTo>
                <a:cubicBezTo>
                  <a:pt x="999987" y="251365"/>
                  <a:pt x="1002559" y="240125"/>
                  <a:pt x="1002273" y="228886"/>
                </a:cubicBezTo>
                <a:cubicBezTo>
                  <a:pt x="1002178" y="224695"/>
                  <a:pt x="1002368" y="220504"/>
                  <a:pt x="1002083" y="216313"/>
                </a:cubicBezTo>
                <a:cubicBezTo>
                  <a:pt x="1001892" y="213074"/>
                  <a:pt x="1001035" y="210026"/>
                  <a:pt x="1001035" y="206788"/>
                </a:cubicBezTo>
                <a:cubicBezTo>
                  <a:pt x="1001035" y="202883"/>
                  <a:pt x="1000940" y="198882"/>
                  <a:pt x="1000844" y="194977"/>
                </a:cubicBezTo>
                <a:cubicBezTo>
                  <a:pt x="1000749" y="191167"/>
                  <a:pt x="1001321" y="187166"/>
                  <a:pt x="1000082" y="183452"/>
                </a:cubicBezTo>
                <a:cubicBezTo>
                  <a:pt x="999130" y="180499"/>
                  <a:pt x="996177" y="177927"/>
                  <a:pt x="994272" y="175260"/>
                </a:cubicBezTo>
                <a:cubicBezTo>
                  <a:pt x="992272" y="172403"/>
                  <a:pt x="990748" y="170116"/>
                  <a:pt x="989891" y="166973"/>
                </a:cubicBezTo>
                <a:cubicBezTo>
                  <a:pt x="987890" y="159544"/>
                  <a:pt x="990653" y="151638"/>
                  <a:pt x="988176" y="144304"/>
                </a:cubicBezTo>
                <a:cubicBezTo>
                  <a:pt x="986843" y="140208"/>
                  <a:pt x="986366" y="136017"/>
                  <a:pt x="984557" y="131921"/>
                </a:cubicBezTo>
                <a:cubicBezTo>
                  <a:pt x="983604" y="129826"/>
                  <a:pt x="982652" y="128683"/>
                  <a:pt x="983414" y="126492"/>
                </a:cubicBezTo>
                <a:cubicBezTo>
                  <a:pt x="985890" y="119063"/>
                  <a:pt x="990081" y="112109"/>
                  <a:pt x="994272" y="105061"/>
                </a:cubicBezTo>
                <a:cubicBezTo>
                  <a:pt x="995606" y="102870"/>
                  <a:pt x="997415" y="100775"/>
                  <a:pt x="998749" y="98584"/>
                </a:cubicBezTo>
                <a:cubicBezTo>
                  <a:pt x="999987" y="96488"/>
                  <a:pt x="1000844" y="94298"/>
                  <a:pt x="1001987" y="92297"/>
                </a:cubicBezTo>
                <a:cubicBezTo>
                  <a:pt x="1003511" y="89725"/>
                  <a:pt x="1005512" y="87249"/>
                  <a:pt x="1006750" y="84582"/>
                </a:cubicBezTo>
                <a:cubicBezTo>
                  <a:pt x="1009512" y="78581"/>
                  <a:pt x="1001130" y="73343"/>
                  <a:pt x="999320" y="68009"/>
                </a:cubicBezTo>
                <a:cubicBezTo>
                  <a:pt x="997987" y="64389"/>
                  <a:pt x="997796" y="60103"/>
                  <a:pt x="997415" y="56293"/>
                </a:cubicBezTo>
                <a:cubicBezTo>
                  <a:pt x="997225" y="54102"/>
                  <a:pt x="997511" y="51816"/>
                  <a:pt x="997034" y="49625"/>
                </a:cubicBezTo>
                <a:cubicBezTo>
                  <a:pt x="996749" y="48578"/>
                  <a:pt x="996368" y="47530"/>
                  <a:pt x="996272" y="46482"/>
                </a:cubicBezTo>
                <a:cubicBezTo>
                  <a:pt x="996082" y="43720"/>
                  <a:pt x="996939" y="41339"/>
                  <a:pt x="997034" y="38672"/>
                </a:cubicBezTo>
                <a:cubicBezTo>
                  <a:pt x="997034" y="37148"/>
                  <a:pt x="996939" y="36100"/>
                  <a:pt x="997511" y="34671"/>
                </a:cubicBezTo>
                <a:cubicBezTo>
                  <a:pt x="998558" y="32195"/>
                  <a:pt x="1000559" y="30194"/>
                  <a:pt x="1001606" y="27813"/>
                </a:cubicBezTo>
                <a:cubicBezTo>
                  <a:pt x="1002845" y="25146"/>
                  <a:pt x="1003607" y="22955"/>
                  <a:pt x="1003321" y="20193"/>
                </a:cubicBezTo>
                <a:cubicBezTo>
                  <a:pt x="1002749" y="14764"/>
                  <a:pt x="998273" y="9620"/>
                  <a:pt x="996368" y="4382"/>
                </a:cubicBezTo>
                <a:cubicBezTo>
                  <a:pt x="995796" y="2953"/>
                  <a:pt x="995320" y="1429"/>
                  <a:pt x="994939" y="0"/>
                </a:cubicBezTo>
                <a:cubicBezTo>
                  <a:pt x="994939" y="0"/>
                  <a:pt x="16721" y="11716"/>
                  <a:pt x="4720" y="18955"/>
                </a:cubicBezTo>
                <a:cubicBezTo>
                  <a:pt x="-7282" y="26194"/>
                  <a:pt x="5958" y="718090"/>
                  <a:pt x="18245" y="726281"/>
                </a:cubicBezTo>
                <a:cubicBezTo>
                  <a:pt x="30533" y="734378"/>
                  <a:pt x="1021704" y="707136"/>
                  <a:pt x="1021704" y="707136"/>
                </a:cubicBezTo>
                <a:cubicBezTo>
                  <a:pt x="1021704" y="704850"/>
                  <a:pt x="1022085" y="702945"/>
                  <a:pt x="1022276" y="700945"/>
                </a:cubicBezTo>
                <a:close/>
              </a:path>
            </a:pathLst>
          </a:custGeom>
          <a:solidFill>
            <a:schemeClr val="accent1">
              <a:alpha val="52000"/>
            </a:scheme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useBgFill="1">
        <p:nvSpPr>
          <p:cNvPr id="13" name="图形 11"/>
          <p:cNvSpPr/>
          <p:nvPr>
            <p:custDataLst>
              <p:tags r:id="rId4"/>
            </p:custDataLst>
          </p:nvPr>
        </p:nvSpPr>
        <p:spPr>
          <a:xfrm rot="60000">
            <a:off x="649605" y="1610995"/>
            <a:ext cx="10826115" cy="4570095"/>
          </a:xfrm>
          <a:custGeom>
            <a:avLst/>
            <a:gdLst>
              <a:gd name="connsiteX0" fmla="*/ 1022276 w 1037146"/>
              <a:gd name="connsiteY0" fmla="*/ 700945 h 727784"/>
              <a:gd name="connsiteX1" fmla="*/ 1022466 w 1037146"/>
              <a:gd name="connsiteY1" fmla="*/ 694944 h 727784"/>
              <a:gd name="connsiteX2" fmla="*/ 1025609 w 1037146"/>
              <a:gd name="connsiteY2" fmla="*/ 684562 h 727784"/>
              <a:gd name="connsiteX3" fmla="*/ 1031324 w 1037146"/>
              <a:gd name="connsiteY3" fmla="*/ 674275 h 727784"/>
              <a:gd name="connsiteX4" fmla="*/ 1037135 w 1037146"/>
              <a:gd name="connsiteY4" fmla="*/ 661226 h 727784"/>
              <a:gd name="connsiteX5" fmla="*/ 1036849 w 1037146"/>
              <a:gd name="connsiteY5" fmla="*/ 655130 h 727784"/>
              <a:gd name="connsiteX6" fmla="*/ 1035230 w 1037146"/>
              <a:gd name="connsiteY6" fmla="*/ 648843 h 727784"/>
              <a:gd name="connsiteX7" fmla="*/ 1033420 w 1037146"/>
              <a:gd name="connsiteY7" fmla="*/ 638461 h 727784"/>
              <a:gd name="connsiteX8" fmla="*/ 1030753 w 1037146"/>
              <a:gd name="connsiteY8" fmla="*/ 629222 h 727784"/>
              <a:gd name="connsiteX9" fmla="*/ 1029610 w 1037146"/>
              <a:gd name="connsiteY9" fmla="*/ 618744 h 727784"/>
              <a:gd name="connsiteX10" fmla="*/ 1028467 w 1037146"/>
              <a:gd name="connsiteY10" fmla="*/ 601694 h 727784"/>
              <a:gd name="connsiteX11" fmla="*/ 1029134 w 1037146"/>
              <a:gd name="connsiteY11" fmla="*/ 598742 h 727784"/>
              <a:gd name="connsiteX12" fmla="*/ 1029229 w 1037146"/>
              <a:gd name="connsiteY12" fmla="*/ 594741 h 727784"/>
              <a:gd name="connsiteX13" fmla="*/ 1028467 w 1037146"/>
              <a:gd name="connsiteY13" fmla="*/ 589407 h 727784"/>
              <a:gd name="connsiteX14" fmla="*/ 1028181 w 1037146"/>
              <a:gd name="connsiteY14" fmla="*/ 585311 h 727784"/>
              <a:gd name="connsiteX15" fmla="*/ 1027991 w 1037146"/>
              <a:gd name="connsiteY15" fmla="*/ 577025 h 727784"/>
              <a:gd name="connsiteX16" fmla="*/ 1030848 w 1037146"/>
              <a:gd name="connsiteY16" fmla="*/ 570357 h 727784"/>
              <a:gd name="connsiteX17" fmla="*/ 1032086 w 1037146"/>
              <a:gd name="connsiteY17" fmla="*/ 565880 h 727784"/>
              <a:gd name="connsiteX18" fmla="*/ 1032753 w 1037146"/>
              <a:gd name="connsiteY18" fmla="*/ 558546 h 727784"/>
              <a:gd name="connsiteX19" fmla="*/ 1032467 w 1037146"/>
              <a:gd name="connsiteY19" fmla="*/ 551974 h 727784"/>
              <a:gd name="connsiteX20" fmla="*/ 1029229 w 1037146"/>
              <a:gd name="connsiteY20" fmla="*/ 546545 h 727784"/>
              <a:gd name="connsiteX21" fmla="*/ 1025705 w 1037146"/>
              <a:gd name="connsiteY21" fmla="*/ 542258 h 727784"/>
              <a:gd name="connsiteX22" fmla="*/ 1015037 w 1037146"/>
              <a:gd name="connsiteY22" fmla="*/ 527590 h 727784"/>
              <a:gd name="connsiteX23" fmla="*/ 1006940 w 1037146"/>
              <a:gd name="connsiteY23" fmla="*/ 511778 h 727784"/>
              <a:gd name="connsiteX24" fmla="*/ 1004940 w 1037146"/>
              <a:gd name="connsiteY24" fmla="*/ 502253 h 727784"/>
              <a:gd name="connsiteX25" fmla="*/ 1004940 w 1037146"/>
              <a:gd name="connsiteY25" fmla="*/ 493395 h 727784"/>
              <a:gd name="connsiteX26" fmla="*/ 1010465 w 1037146"/>
              <a:gd name="connsiteY26" fmla="*/ 482537 h 727784"/>
              <a:gd name="connsiteX27" fmla="*/ 1015132 w 1037146"/>
              <a:gd name="connsiteY27" fmla="*/ 460248 h 727784"/>
              <a:gd name="connsiteX28" fmla="*/ 1018751 w 1037146"/>
              <a:gd name="connsiteY28" fmla="*/ 437102 h 727784"/>
              <a:gd name="connsiteX29" fmla="*/ 1018370 w 1037146"/>
              <a:gd name="connsiteY29" fmla="*/ 421767 h 727784"/>
              <a:gd name="connsiteX30" fmla="*/ 1014846 w 1037146"/>
              <a:gd name="connsiteY30" fmla="*/ 409385 h 727784"/>
              <a:gd name="connsiteX31" fmla="*/ 1017894 w 1037146"/>
              <a:gd name="connsiteY31" fmla="*/ 389382 h 727784"/>
              <a:gd name="connsiteX32" fmla="*/ 1018847 w 1037146"/>
              <a:gd name="connsiteY32" fmla="*/ 352330 h 727784"/>
              <a:gd name="connsiteX33" fmla="*/ 1018370 w 1037146"/>
              <a:gd name="connsiteY33" fmla="*/ 329756 h 727784"/>
              <a:gd name="connsiteX34" fmla="*/ 1016084 w 1037146"/>
              <a:gd name="connsiteY34" fmla="*/ 320040 h 727784"/>
              <a:gd name="connsiteX35" fmla="*/ 1011608 w 1037146"/>
              <a:gd name="connsiteY35" fmla="*/ 313372 h 727784"/>
              <a:gd name="connsiteX36" fmla="*/ 1005131 w 1037146"/>
              <a:gd name="connsiteY36" fmla="*/ 304991 h 727784"/>
              <a:gd name="connsiteX37" fmla="*/ 998939 w 1037146"/>
              <a:gd name="connsiteY37" fmla="*/ 297180 h 727784"/>
              <a:gd name="connsiteX38" fmla="*/ 995796 w 1037146"/>
              <a:gd name="connsiteY38" fmla="*/ 283845 h 727784"/>
              <a:gd name="connsiteX39" fmla="*/ 997034 w 1037146"/>
              <a:gd name="connsiteY39" fmla="*/ 276320 h 727784"/>
              <a:gd name="connsiteX40" fmla="*/ 999606 w 1037146"/>
              <a:gd name="connsiteY40" fmla="*/ 262604 h 727784"/>
              <a:gd name="connsiteX41" fmla="*/ 1002273 w 1037146"/>
              <a:gd name="connsiteY41" fmla="*/ 228886 h 727784"/>
              <a:gd name="connsiteX42" fmla="*/ 1002083 w 1037146"/>
              <a:gd name="connsiteY42" fmla="*/ 216313 h 727784"/>
              <a:gd name="connsiteX43" fmla="*/ 1001035 w 1037146"/>
              <a:gd name="connsiteY43" fmla="*/ 206788 h 727784"/>
              <a:gd name="connsiteX44" fmla="*/ 1000844 w 1037146"/>
              <a:gd name="connsiteY44" fmla="*/ 194977 h 727784"/>
              <a:gd name="connsiteX45" fmla="*/ 1000082 w 1037146"/>
              <a:gd name="connsiteY45" fmla="*/ 183452 h 727784"/>
              <a:gd name="connsiteX46" fmla="*/ 994272 w 1037146"/>
              <a:gd name="connsiteY46" fmla="*/ 175260 h 727784"/>
              <a:gd name="connsiteX47" fmla="*/ 989891 w 1037146"/>
              <a:gd name="connsiteY47" fmla="*/ 166973 h 727784"/>
              <a:gd name="connsiteX48" fmla="*/ 988176 w 1037146"/>
              <a:gd name="connsiteY48" fmla="*/ 144304 h 727784"/>
              <a:gd name="connsiteX49" fmla="*/ 984557 w 1037146"/>
              <a:gd name="connsiteY49" fmla="*/ 131921 h 727784"/>
              <a:gd name="connsiteX50" fmla="*/ 983414 w 1037146"/>
              <a:gd name="connsiteY50" fmla="*/ 126492 h 727784"/>
              <a:gd name="connsiteX51" fmla="*/ 994272 w 1037146"/>
              <a:gd name="connsiteY51" fmla="*/ 105061 h 727784"/>
              <a:gd name="connsiteX52" fmla="*/ 998749 w 1037146"/>
              <a:gd name="connsiteY52" fmla="*/ 98584 h 727784"/>
              <a:gd name="connsiteX53" fmla="*/ 1001987 w 1037146"/>
              <a:gd name="connsiteY53" fmla="*/ 92297 h 727784"/>
              <a:gd name="connsiteX54" fmla="*/ 1006750 w 1037146"/>
              <a:gd name="connsiteY54" fmla="*/ 84582 h 727784"/>
              <a:gd name="connsiteX55" fmla="*/ 999320 w 1037146"/>
              <a:gd name="connsiteY55" fmla="*/ 68009 h 727784"/>
              <a:gd name="connsiteX56" fmla="*/ 997415 w 1037146"/>
              <a:gd name="connsiteY56" fmla="*/ 56293 h 727784"/>
              <a:gd name="connsiteX57" fmla="*/ 997034 w 1037146"/>
              <a:gd name="connsiteY57" fmla="*/ 49625 h 727784"/>
              <a:gd name="connsiteX58" fmla="*/ 996272 w 1037146"/>
              <a:gd name="connsiteY58" fmla="*/ 46482 h 727784"/>
              <a:gd name="connsiteX59" fmla="*/ 997034 w 1037146"/>
              <a:gd name="connsiteY59" fmla="*/ 38672 h 727784"/>
              <a:gd name="connsiteX60" fmla="*/ 997511 w 1037146"/>
              <a:gd name="connsiteY60" fmla="*/ 34671 h 727784"/>
              <a:gd name="connsiteX61" fmla="*/ 1001606 w 1037146"/>
              <a:gd name="connsiteY61" fmla="*/ 27813 h 727784"/>
              <a:gd name="connsiteX62" fmla="*/ 1003321 w 1037146"/>
              <a:gd name="connsiteY62" fmla="*/ 20193 h 727784"/>
              <a:gd name="connsiteX63" fmla="*/ 996368 w 1037146"/>
              <a:gd name="connsiteY63" fmla="*/ 4382 h 727784"/>
              <a:gd name="connsiteX64" fmla="*/ 994939 w 1037146"/>
              <a:gd name="connsiteY64" fmla="*/ 0 h 727784"/>
              <a:gd name="connsiteX65" fmla="*/ 4720 w 1037146"/>
              <a:gd name="connsiteY65" fmla="*/ 18955 h 727784"/>
              <a:gd name="connsiteX66" fmla="*/ 18245 w 1037146"/>
              <a:gd name="connsiteY66" fmla="*/ 726281 h 727784"/>
              <a:gd name="connsiteX67" fmla="*/ 1021704 w 1037146"/>
              <a:gd name="connsiteY67" fmla="*/ 707136 h 727784"/>
              <a:gd name="connsiteX68" fmla="*/ 1022276 w 1037146"/>
              <a:gd name="connsiteY68" fmla="*/ 700945 h 727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037146" h="727784">
                <a:moveTo>
                  <a:pt x="1022276" y="700945"/>
                </a:moveTo>
                <a:cubicBezTo>
                  <a:pt x="1022466" y="698945"/>
                  <a:pt x="1022276" y="696944"/>
                  <a:pt x="1022466" y="694944"/>
                </a:cubicBezTo>
                <a:cubicBezTo>
                  <a:pt x="1022847" y="691610"/>
                  <a:pt x="1024181" y="687800"/>
                  <a:pt x="1025609" y="684562"/>
                </a:cubicBezTo>
                <a:cubicBezTo>
                  <a:pt x="1027229" y="680942"/>
                  <a:pt x="1028276" y="677323"/>
                  <a:pt x="1031324" y="674275"/>
                </a:cubicBezTo>
                <a:cubicBezTo>
                  <a:pt x="1035134" y="670465"/>
                  <a:pt x="1037325" y="665893"/>
                  <a:pt x="1037135" y="661226"/>
                </a:cubicBezTo>
                <a:cubicBezTo>
                  <a:pt x="1037039" y="659225"/>
                  <a:pt x="1037325" y="657130"/>
                  <a:pt x="1036849" y="655130"/>
                </a:cubicBezTo>
                <a:cubicBezTo>
                  <a:pt x="1036373" y="653034"/>
                  <a:pt x="1035515" y="651034"/>
                  <a:pt x="1035230" y="648843"/>
                </a:cubicBezTo>
                <a:cubicBezTo>
                  <a:pt x="1034753" y="645414"/>
                  <a:pt x="1034182" y="641890"/>
                  <a:pt x="1033420" y="638461"/>
                </a:cubicBezTo>
                <a:cubicBezTo>
                  <a:pt x="1032753" y="635318"/>
                  <a:pt x="1031705" y="632365"/>
                  <a:pt x="1030753" y="629222"/>
                </a:cubicBezTo>
                <a:cubicBezTo>
                  <a:pt x="1029705" y="625697"/>
                  <a:pt x="1029610" y="622364"/>
                  <a:pt x="1029610" y="618744"/>
                </a:cubicBezTo>
                <a:cubicBezTo>
                  <a:pt x="1029610" y="613029"/>
                  <a:pt x="1028657" y="607409"/>
                  <a:pt x="1028467" y="601694"/>
                </a:cubicBezTo>
                <a:cubicBezTo>
                  <a:pt x="1028467" y="600456"/>
                  <a:pt x="1028753" y="599885"/>
                  <a:pt x="1029134" y="598742"/>
                </a:cubicBezTo>
                <a:cubicBezTo>
                  <a:pt x="1029515" y="597408"/>
                  <a:pt x="1029229" y="596075"/>
                  <a:pt x="1029229" y="594741"/>
                </a:cubicBezTo>
                <a:cubicBezTo>
                  <a:pt x="1029229" y="592836"/>
                  <a:pt x="1029134" y="591217"/>
                  <a:pt x="1028467" y="589407"/>
                </a:cubicBezTo>
                <a:cubicBezTo>
                  <a:pt x="1027991" y="588074"/>
                  <a:pt x="1028276" y="586645"/>
                  <a:pt x="1028181" y="585311"/>
                </a:cubicBezTo>
                <a:cubicBezTo>
                  <a:pt x="1028086" y="582549"/>
                  <a:pt x="1027895" y="579787"/>
                  <a:pt x="1027991" y="577025"/>
                </a:cubicBezTo>
                <a:cubicBezTo>
                  <a:pt x="1028086" y="574548"/>
                  <a:pt x="1029896" y="572643"/>
                  <a:pt x="1030848" y="570357"/>
                </a:cubicBezTo>
                <a:cubicBezTo>
                  <a:pt x="1031420" y="568928"/>
                  <a:pt x="1031610" y="567404"/>
                  <a:pt x="1032086" y="565880"/>
                </a:cubicBezTo>
                <a:cubicBezTo>
                  <a:pt x="1032848" y="563404"/>
                  <a:pt x="1032848" y="561118"/>
                  <a:pt x="1032753" y="558546"/>
                </a:cubicBezTo>
                <a:cubicBezTo>
                  <a:pt x="1032658" y="556451"/>
                  <a:pt x="1033134" y="554069"/>
                  <a:pt x="1032467" y="551974"/>
                </a:cubicBezTo>
                <a:cubicBezTo>
                  <a:pt x="1031896" y="550164"/>
                  <a:pt x="1030467" y="548164"/>
                  <a:pt x="1029229" y="546545"/>
                </a:cubicBezTo>
                <a:cubicBezTo>
                  <a:pt x="1028181" y="545116"/>
                  <a:pt x="1026943" y="543687"/>
                  <a:pt x="1025705" y="542258"/>
                </a:cubicBezTo>
                <a:cubicBezTo>
                  <a:pt x="1021609" y="537591"/>
                  <a:pt x="1018370" y="532638"/>
                  <a:pt x="1015037" y="527590"/>
                </a:cubicBezTo>
                <a:cubicBezTo>
                  <a:pt x="1011703" y="522542"/>
                  <a:pt x="1009512" y="517112"/>
                  <a:pt x="1006940" y="511778"/>
                </a:cubicBezTo>
                <a:cubicBezTo>
                  <a:pt x="1005512" y="508730"/>
                  <a:pt x="1005131" y="505492"/>
                  <a:pt x="1004940" y="502253"/>
                </a:cubicBezTo>
                <a:cubicBezTo>
                  <a:pt x="1004845" y="499491"/>
                  <a:pt x="1004273" y="496157"/>
                  <a:pt x="1004940" y="493395"/>
                </a:cubicBezTo>
                <a:cubicBezTo>
                  <a:pt x="1005797" y="489680"/>
                  <a:pt x="1008845" y="486061"/>
                  <a:pt x="1010465" y="482537"/>
                </a:cubicBezTo>
                <a:cubicBezTo>
                  <a:pt x="1013798" y="475297"/>
                  <a:pt x="1012751" y="467678"/>
                  <a:pt x="1015132" y="460248"/>
                </a:cubicBezTo>
                <a:cubicBezTo>
                  <a:pt x="1017608" y="452723"/>
                  <a:pt x="1018942" y="444913"/>
                  <a:pt x="1018751" y="437102"/>
                </a:cubicBezTo>
                <a:cubicBezTo>
                  <a:pt x="1018561" y="432054"/>
                  <a:pt x="1019132" y="426815"/>
                  <a:pt x="1018370" y="421767"/>
                </a:cubicBezTo>
                <a:cubicBezTo>
                  <a:pt x="1017799" y="417576"/>
                  <a:pt x="1015513" y="413480"/>
                  <a:pt x="1014846" y="409385"/>
                </a:cubicBezTo>
                <a:cubicBezTo>
                  <a:pt x="1013798" y="402717"/>
                  <a:pt x="1016656" y="395954"/>
                  <a:pt x="1017894" y="389382"/>
                </a:cubicBezTo>
                <a:cubicBezTo>
                  <a:pt x="1020180" y="377095"/>
                  <a:pt x="1019037" y="364712"/>
                  <a:pt x="1018847" y="352330"/>
                </a:cubicBezTo>
                <a:cubicBezTo>
                  <a:pt x="1018656" y="344805"/>
                  <a:pt x="1018561" y="337280"/>
                  <a:pt x="1018370" y="329756"/>
                </a:cubicBezTo>
                <a:cubicBezTo>
                  <a:pt x="1018275" y="326231"/>
                  <a:pt x="1017894" y="323374"/>
                  <a:pt x="1016084" y="320040"/>
                </a:cubicBezTo>
                <a:cubicBezTo>
                  <a:pt x="1014846" y="317754"/>
                  <a:pt x="1013227" y="315563"/>
                  <a:pt x="1011608" y="313372"/>
                </a:cubicBezTo>
                <a:cubicBezTo>
                  <a:pt x="1009512" y="310515"/>
                  <a:pt x="1007417" y="307753"/>
                  <a:pt x="1005131" y="304991"/>
                </a:cubicBezTo>
                <a:cubicBezTo>
                  <a:pt x="1002940" y="302419"/>
                  <a:pt x="1000463" y="299942"/>
                  <a:pt x="998939" y="297180"/>
                </a:cubicBezTo>
                <a:cubicBezTo>
                  <a:pt x="996463" y="292799"/>
                  <a:pt x="994177" y="288512"/>
                  <a:pt x="995796" y="283845"/>
                </a:cubicBezTo>
                <a:cubicBezTo>
                  <a:pt x="996653" y="281369"/>
                  <a:pt x="996558" y="278797"/>
                  <a:pt x="997034" y="276320"/>
                </a:cubicBezTo>
                <a:cubicBezTo>
                  <a:pt x="997987" y="271653"/>
                  <a:pt x="999416" y="267272"/>
                  <a:pt x="999606" y="262604"/>
                </a:cubicBezTo>
                <a:cubicBezTo>
                  <a:pt x="999987" y="251365"/>
                  <a:pt x="1002559" y="240125"/>
                  <a:pt x="1002273" y="228886"/>
                </a:cubicBezTo>
                <a:cubicBezTo>
                  <a:pt x="1002178" y="224695"/>
                  <a:pt x="1002368" y="220504"/>
                  <a:pt x="1002083" y="216313"/>
                </a:cubicBezTo>
                <a:cubicBezTo>
                  <a:pt x="1001892" y="213074"/>
                  <a:pt x="1001035" y="210026"/>
                  <a:pt x="1001035" y="206788"/>
                </a:cubicBezTo>
                <a:cubicBezTo>
                  <a:pt x="1001035" y="202883"/>
                  <a:pt x="1000940" y="198882"/>
                  <a:pt x="1000844" y="194977"/>
                </a:cubicBezTo>
                <a:cubicBezTo>
                  <a:pt x="1000749" y="191167"/>
                  <a:pt x="1001321" y="187166"/>
                  <a:pt x="1000082" y="183452"/>
                </a:cubicBezTo>
                <a:cubicBezTo>
                  <a:pt x="999130" y="180499"/>
                  <a:pt x="996177" y="177927"/>
                  <a:pt x="994272" y="175260"/>
                </a:cubicBezTo>
                <a:cubicBezTo>
                  <a:pt x="992272" y="172403"/>
                  <a:pt x="990748" y="170116"/>
                  <a:pt x="989891" y="166973"/>
                </a:cubicBezTo>
                <a:cubicBezTo>
                  <a:pt x="987890" y="159544"/>
                  <a:pt x="990653" y="151638"/>
                  <a:pt x="988176" y="144304"/>
                </a:cubicBezTo>
                <a:cubicBezTo>
                  <a:pt x="986843" y="140208"/>
                  <a:pt x="986366" y="136017"/>
                  <a:pt x="984557" y="131921"/>
                </a:cubicBezTo>
                <a:cubicBezTo>
                  <a:pt x="983604" y="129826"/>
                  <a:pt x="982652" y="128683"/>
                  <a:pt x="983414" y="126492"/>
                </a:cubicBezTo>
                <a:cubicBezTo>
                  <a:pt x="985890" y="119063"/>
                  <a:pt x="990081" y="112109"/>
                  <a:pt x="994272" y="105061"/>
                </a:cubicBezTo>
                <a:cubicBezTo>
                  <a:pt x="995606" y="102870"/>
                  <a:pt x="997415" y="100775"/>
                  <a:pt x="998749" y="98584"/>
                </a:cubicBezTo>
                <a:cubicBezTo>
                  <a:pt x="999987" y="96488"/>
                  <a:pt x="1000844" y="94298"/>
                  <a:pt x="1001987" y="92297"/>
                </a:cubicBezTo>
                <a:cubicBezTo>
                  <a:pt x="1003511" y="89725"/>
                  <a:pt x="1005512" y="87249"/>
                  <a:pt x="1006750" y="84582"/>
                </a:cubicBezTo>
                <a:cubicBezTo>
                  <a:pt x="1009512" y="78581"/>
                  <a:pt x="1001130" y="73343"/>
                  <a:pt x="999320" y="68009"/>
                </a:cubicBezTo>
                <a:cubicBezTo>
                  <a:pt x="997987" y="64389"/>
                  <a:pt x="997796" y="60103"/>
                  <a:pt x="997415" y="56293"/>
                </a:cubicBezTo>
                <a:cubicBezTo>
                  <a:pt x="997225" y="54102"/>
                  <a:pt x="997511" y="51816"/>
                  <a:pt x="997034" y="49625"/>
                </a:cubicBezTo>
                <a:cubicBezTo>
                  <a:pt x="996749" y="48578"/>
                  <a:pt x="996368" y="47530"/>
                  <a:pt x="996272" y="46482"/>
                </a:cubicBezTo>
                <a:cubicBezTo>
                  <a:pt x="996082" y="43720"/>
                  <a:pt x="996939" y="41339"/>
                  <a:pt x="997034" y="38672"/>
                </a:cubicBezTo>
                <a:cubicBezTo>
                  <a:pt x="997034" y="37148"/>
                  <a:pt x="996939" y="36100"/>
                  <a:pt x="997511" y="34671"/>
                </a:cubicBezTo>
                <a:cubicBezTo>
                  <a:pt x="998558" y="32195"/>
                  <a:pt x="1000559" y="30194"/>
                  <a:pt x="1001606" y="27813"/>
                </a:cubicBezTo>
                <a:cubicBezTo>
                  <a:pt x="1002845" y="25146"/>
                  <a:pt x="1003607" y="22955"/>
                  <a:pt x="1003321" y="20193"/>
                </a:cubicBezTo>
                <a:cubicBezTo>
                  <a:pt x="1002749" y="14764"/>
                  <a:pt x="998273" y="9620"/>
                  <a:pt x="996368" y="4382"/>
                </a:cubicBezTo>
                <a:cubicBezTo>
                  <a:pt x="995796" y="2953"/>
                  <a:pt x="995320" y="1429"/>
                  <a:pt x="994939" y="0"/>
                </a:cubicBezTo>
                <a:cubicBezTo>
                  <a:pt x="994939" y="0"/>
                  <a:pt x="16721" y="11716"/>
                  <a:pt x="4720" y="18955"/>
                </a:cubicBezTo>
                <a:cubicBezTo>
                  <a:pt x="-7282" y="26194"/>
                  <a:pt x="5958" y="718090"/>
                  <a:pt x="18245" y="726281"/>
                </a:cubicBezTo>
                <a:cubicBezTo>
                  <a:pt x="30533" y="734378"/>
                  <a:pt x="1021704" y="707136"/>
                  <a:pt x="1021704" y="707136"/>
                </a:cubicBezTo>
                <a:cubicBezTo>
                  <a:pt x="1021704" y="704850"/>
                  <a:pt x="1022085" y="702945"/>
                  <a:pt x="1022276" y="700945"/>
                </a:cubicBezTo>
                <a:close/>
              </a:path>
            </a:pathLst>
          </a:custGeom>
          <a:ln w="9525" cap="flat">
            <a:solidFill>
              <a:schemeClr val="accent1">
                <a:alpha val="15000"/>
              </a:schemeClr>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useBgFill="1">
        <p:nvSpPr>
          <p:cNvPr id="5" name="图形 11"/>
          <p:cNvSpPr/>
          <p:nvPr>
            <p:custDataLst>
              <p:tags r:id="rId5"/>
            </p:custDataLst>
          </p:nvPr>
        </p:nvSpPr>
        <p:spPr>
          <a:xfrm rot="60000">
            <a:off x="649605" y="1610995"/>
            <a:ext cx="10826115" cy="4570095"/>
          </a:xfrm>
          <a:custGeom>
            <a:avLst/>
            <a:gdLst>
              <a:gd name="connsiteX0" fmla="*/ 1022276 w 1037146"/>
              <a:gd name="connsiteY0" fmla="*/ 700945 h 727784"/>
              <a:gd name="connsiteX1" fmla="*/ 1022466 w 1037146"/>
              <a:gd name="connsiteY1" fmla="*/ 694944 h 727784"/>
              <a:gd name="connsiteX2" fmla="*/ 1025609 w 1037146"/>
              <a:gd name="connsiteY2" fmla="*/ 684562 h 727784"/>
              <a:gd name="connsiteX3" fmla="*/ 1031324 w 1037146"/>
              <a:gd name="connsiteY3" fmla="*/ 674275 h 727784"/>
              <a:gd name="connsiteX4" fmla="*/ 1037135 w 1037146"/>
              <a:gd name="connsiteY4" fmla="*/ 661226 h 727784"/>
              <a:gd name="connsiteX5" fmla="*/ 1036849 w 1037146"/>
              <a:gd name="connsiteY5" fmla="*/ 655130 h 727784"/>
              <a:gd name="connsiteX6" fmla="*/ 1035230 w 1037146"/>
              <a:gd name="connsiteY6" fmla="*/ 648843 h 727784"/>
              <a:gd name="connsiteX7" fmla="*/ 1033420 w 1037146"/>
              <a:gd name="connsiteY7" fmla="*/ 638461 h 727784"/>
              <a:gd name="connsiteX8" fmla="*/ 1030753 w 1037146"/>
              <a:gd name="connsiteY8" fmla="*/ 629222 h 727784"/>
              <a:gd name="connsiteX9" fmla="*/ 1029610 w 1037146"/>
              <a:gd name="connsiteY9" fmla="*/ 618744 h 727784"/>
              <a:gd name="connsiteX10" fmla="*/ 1028467 w 1037146"/>
              <a:gd name="connsiteY10" fmla="*/ 601694 h 727784"/>
              <a:gd name="connsiteX11" fmla="*/ 1029134 w 1037146"/>
              <a:gd name="connsiteY11" fmla="*/ 598742 h 727784"/>
              <a:gd name="connsiteX12" fmla="*/ 1029229 w 1037146"/>
              <a:gd name="connsiteY12" fmla="*/ 594741 h 727784"/>
              <a:gd name="connsiteX13" fmla="*/ 1028467 w 1037146"/>
              <a:gd name="connsiteY13" fmla="*/ 589407 h 727784"/>
              <a:gd name="connsiteX14" fmla="*/ 1028181 w 1037146"/>
              <a:gd name="connsiteY14" fmla="*/ 585311 h 727784"/>
              <a:gd name="connsiteX15" fmla="*/ 1027991 w 1037146"/>
              <a:gd name="connsiteY15" fmla="*/ 577025 h 727784"/>
              <a:gd name="connsiteX16" fmla="*/ 1030848 w 1037146"/>
              <a:gd name="connsiteY16" fmla="*/ 570357 h 727784"/>
              <a:gd name="connsiteX17" fmla="*/ 1032086 w 1037146"/>
              <a:gd name="connsiteY17" fmla="*/ 565880 h 727784"/>
              <a:gd name="connsiteX18" fmla="*/ 1032753 w 1037146"/>
              <a:gd name="connsiteY18" fmla="*/ 558546 h 727784"/>
              <a:gd name="connsiteX19" fmla="*/ 1032467 w 1037146"/>
              <a:gd name="connsiteY19" fmla="*/ 551974 h 727784"/>
              <a:gd name="connsiteX20" fmla="*/ 1029229 w 1037146"/>
              <a:gd name="connsiteY20" fmla="*/ 546545 h 727784"/>
              <a:gd name="connsiteX21" fmla="*/ 1025705 w 1037146"/>
              <a:gd name="connsiteY21" fmla="*/ 542258 h 727784"/>
              <a:gd name="connsiteX22" fmla="*/ 1015037 w 1037146"/>
              <a:gd name="connsiteY22" fmla="*/ 527590 h 727784"/>
              <a:gd name="connsiteX23" fmla="*/ 1006940 w 1037146"/>
              <a:gd name="connsiteY23" fmla="*/ 511778 h 727784"/>
              <a:gd name="connsiteX24" fmla="*/ 1004940 w 1037146"/>
              <a:gd name="connsiteY24" fmla="*/ 502253 h 727784"/>
              <a:gd name="connsiteX25" fmla="*/ 1004940 w 1037146"/>
              <a:gd name="connsiteY25" fmla="*/ 493395 h 727784"/>
              <a:gd name="connsiteX26" fmla="*/ 1010465 w 1037146"/>
              <a:gd name="connsiteY26" fmla="*/ 482537 h 727784"/>
              <a:gd name="connsiteX27" fmla="*/ 1015132 w 1037146"/>
              <a:gd name="connsiteY27" fmla="*/ 460248 h 727784"/>
              <a:gd name="connsiteX28" fmla="*/ 1018751 w 1037146"/>
              <a:gd name="connsiteY28" fmla="*/ 437102 h 727784"/>
              <a:gd name="connsiteX29" fmla="*/ 1018370 w 1037146"/>
              <a:gd name="connsiteY29" fmla="*/ 421767 h 727784"/>
              <a:gd name="connsiteX30" fmla="*/ 1014846 w 1037146"/>
              <a:gd name="connsiteY30" fmla="*/ 409385 h 727784"/>
              <a:gd name="connsiteX31" fmla="*/ 1017894 w 1037146"/>
              <a:gd name="connsiteY31" fmla="*/ 389382 h 727784"/>
              <a:gd name="connsiteX32" fmla="*/ 1018847 w 1037146"/>
              <a:gd name="connsiteY32" fmla="*/ 352330 h 727784"/>
              <a:gd name="connsiteX33" fmla="*/ 1018370 w 1037146"/>
              <a:gd name="connsiteY33" fmla="*/ 329756 h 727784"/>
              <a:gd name="connsiteX34" fmla="*/ 1016084 w 1037146"/>
              <a:gd name="connsiteY34" fmla="*/ 320040 h 727784"/>
              <a:gd name="connsiteX35" fmla="*/ 1011608 w 1037146"/>
              <a:gd name="connsiteY35" fmla="*/ 313372 h 727784"/>
              <a:gd name="connsiteX36" fmla="*/ 1005131 w 1037146"/>
              <a:gd name="connsiteY36" fmla="*/ 304991 h 727784"/>
              <a:gd name="connsiteX37" fmla="*/ 998939 w 1037146"/>
              <a:gd name="connsiteY37" fmla="*/ 297180 h 727784"/>
              <a:gd name="connsiteX38" fmla="*/ 995796 w 1037146"/>
              <a:gd name="connsiteY38" fmla="*/ 283845 h 727784"/>
              <a:gd name="connsiteX39" fmla="*/ 997034 w 1037146"/>
              <a:gd name="connsiteY39" fmla="*/ 276320 h 727784"/>
              <a:gd name="connsiteX40" fmla="*/ 999606 w 1037146"/>
              <a:gd name="connsiteY40" fmla="*/ 262604 h 727784"/>
              <a:gd name="connsiteX41" fmla="*/ 1002273 w 1037146"/>
              <a:gd name="connsiteY41" fmla="*/ 228886 h 727784"/>
              <a:gd name="connsiteX42" fmla="*/ 1002083 w 1037146"/>
              <a:gd name="connsiteY42" fmla="*/ 216313 h 727784"/>
              <a:gd name="connsiteX43" fmla="*/ 1001035 w 1037146"/>
              <a:gd name="connsiteY43" fmla="*/ 206788 h 727784"/>
              <a:gd name="connsiteX44" fmla="*/ 1000844 w 1037146"/>
              <a:gd name="connsiteY44" fmla="*/ 194977 h 727784"/>
              <a:gd name="connsiteX45" fmla="*/ 1000082 w 1037146"/>
              <a:gd name="connsiteY45" fmla="*/ 183452 h 727784"/>
              <a:gd name="connsiteX46" fmla="*/ 994272 w 1037146"/>
              <a:gd name="connsiteY46" fmla="*/ 175260 h 727784"/>
              <a:gd name="connsiteX47" fmla="*/ 989891 w 1037146"/>
              <a:gd name="connsiteY47" fmla="*/ 166973 h 727784"/>
              <a:gd name="connsiteX48" fmla="*/ 988176 w 1037146"/>
              <a:gd name="connsiteY48" fmla="*/ 144304 h 727784"/>
              <a:gd name="connsiteX49" fmla="*/ 984557 w 1037146"/>
              <a:gd name="connsiteY49" fmla="*/ 131921 h 727784"/>
              <a:gd name="connsiteX50" fmla="*/ 983414 w 1037146"/>
              <a:gd name="connsiteY50" fmla="*/ 126492 h 727784"/>
              <a:gd name="connsiteX51" fmla="*/ 994272 w 1037146"/>
              <a:gd name="connsiteY51" fmla="*/ 105061 h 727784"/>
              <a:gd name="connsiteX52" fmla="*/ 998749 w 1037146"/>
              <a:gd name="connsiteY52" fmla="*/ 98584 h 727784"/>
              <a:gd name="connsiteX53" fmla="*/ 1001987 w 1037146"/>
              <a:gd name="connsiteY53" fmla="*/ 92297 h 727784"/>
              <a:gd name="connsiteX54" fmla="*/ 1006750 w 1037146"/>
              <a:gd name="connsiteY54" fmla="*/ 84582 h 727784"/>
              <a:gd name="connsiteX55" fmla="*/ 999320 w 1037146"/>
              <a:gd name="connsiteY55" fmla="*/ 68009 h 727784"/>
              <a:gd name="connsiteX56" fmla="*/ 997415 w 1037146"/>
              <a:gd name="connsiteY56" fmla="*/ 56293 h 727784"/>
              <a:gd name="connsiteX57" fmla="*/ 997034 w 1037146"/>
              <a:gd name="connsiteY57" fmla="*/ 49625 h 727784"/>
              <a:gd name="connsiteX58" fmla="*/ 996272 w 1037146"/>
              <a:gd name="connsiteY58" fmla="*/ 46482 h 727784"/>
              <a:gd name="connsiteX59" fmla="*/ 997034 w 1037146"/>
              <a:gd name="connsiteY59" fmla="*/ 38672 h 727784"/>
              <a:gd name="connsiteX60" fmla="*/ 997511 w 1037146"/>
              <a:gd name="connsiteY60" fmla="*/ 34671 h 727784"/>
              <a:gd name="connsiteX61" fmla="*/ 1001606 w 1037146"/>
              <a:gd name="connsiteY61" fmla="*/ 27813 h 727784"/>
              <a:gd name="connsiteX62" fmla="*/ 1003321 w 1037146"/>
              <a:gd name="connsiteY62" fmla="*/ 20193 h 727784"/>
              <a:gd name="connsiteX63" fmla="*/ 996368 w 1037146"/>
              <a:gd name="connsiteY63" fmla="*/ 4382 h 727784"/>
              <a:gd name="connsiteX64" fmla="*/ 994939 w 1037146"/>
              <a:gd name="connsiteY64" fmla="*/ 0 h 727784"/>
              <a:gd name="connsiteX65" fmla="*/ 4720 w 1037146"/>
              <a:gd name="connsiteY65" fmla="*/ 18955 h 727784"/>
              <a:gd name="connsiteX66" fmla="*/ 18245 w 1037146"/>
              <a:gd name="connsiteY66" fmla="*/ 726281 h 727784"/>
              <a:gd name="connsiteX67" fmla="*/ 1021704 w 1037146"/>
              <a:gd name="connsiteY67" fmla="*/ 707136 h 727784"/>
              <a:gd name="connsiteX68" fmla="*/ 1022276 w 1037146"/>
              <a:gd name="connsiteY68" fmla="*/ 700945 h 727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037146" h="727784">
                <a:moveTo>
                  <a:pt x="1022276" y="700945"/>
                </a:moveTo>
                <a:cubicBezTo>
                  <a:pt x="1022466" y="698945"/>
                  <a:pt x="1022276" y="696944"/>
                  <a:pt x="1022466" y="694944"/>
                </a:cubicBezTo>
                <a:cubicBezTo>
                  <a:pt x="1022847" y="691610"/>
                  <a:pt x="1024181" y="687800"/>
                  <a:pt x="1025609" y="684562"/>
                </a:cubicBezTo>
                <a:cubicBezTo>
                  <a:pt x="1027229" y="680942"/>
                  <a:pt x="1028276" y="677323"/>
                  <a:pt x="1031324" y="674275"/>
                </a:cubicBezTo>
                <a:cubicBezTo>
                  <a:pt x="1035134" y="670465"/>
                  <a:pt x="1037325" y="665893"/>
                  <a:pt x="1037135" y="661226"/>
                </a:cubicBezTo>
                <a:cubicBezTo>
                  <a:pt x="1037039" y="659225"/>
                  <a:pt x="1037325" y="657130"/>
                  <a:pt x="1036849" y="655130"/>
                </a:cubicBezTo>
                <a:cubicBezTo>
                  <a:pt x="1036373" y="653034"/>
                  <a:pt x="1035515" y="651034"/>
                  <a:pt x="1035230" y="648843"/>
                </a:cubicBezTo>
                <a:cubicBezTo>
                  <a:pt x="1034753" y="645414"/>
                  <a:pt x="1034182" y="641890"/>
                  <a:pt x="1033420" y="638461"/>
                </a:cubicBezTo>
                <a:cubicBezTo>
                  <a:pt x="1032753" y="635318"/>
                  <a:pt x="1031705" y="632365"/>
                  <a:pt x="1030753" y="629222"/>
                </a:cubicBezTo>
                <a:cubicBezTo>
                  <a:pt x="1029705" y="625697"/>
                  <a:pt x="1029610" y="622364"/>
                  <a:pt x="1029610" y="618744"/>
                </a:cubicBezTo>
                <a:cubicBezTo>
                  <a:pt x="1029610" y="613029"/>
                  <a:pt x="1028657" y="607409"/>
                  <a:pt x="1028467" y="601694"/>
                </a:cubicBezTo>
                <a:cubicBezTo>
                  <a:pt x="1028467" y="600456"/>
                  <a:pt x="1028753" y="599885"/>
                  <a:pt x="1029134" y="598742"/>
                </a:cubicBezTo>
                <a:cubicBezTo>
                  <a:pt x="1029515" y="597408"/>
                  <a:pt x="1029229" y="596075"/>
                  <a:pt x="1029229" y="594741"/>
                </a:cubicBezTo>
                <a:cubicBezTo>
                  <a:pt x="1029229" y="592836"/>
                  <a:pt x="1029134" y="591217"/>
                  <a:pt x="1028467" y="589407"/>
                </a:cubicBezTo>
                <a:cubicBezTo>
                  <a:pt x="1027991" y="588074"/>
                  <a:pt x="1028276" y="586645"/>
                  <a:pt x="1028181" y="585311"/>
                </a:cubicBezTo>
                <a:cubicBezTo>
                  <a:pt x="1028086" y="582549"/>
                  <a:pt x="1027895" y="579787"/>
                  <a:pt x="1027991" y="577025"/>
                </a:cubicBezTo>
                <a:cubicBezTo>
                  <a:pt x="1028086" y="574548"/>
                  <a:pt x="1029896" y="572643"/>
                  <a:pt x="1030848" y="570357"/>
                </a:cubicBezTo>
                <a:cubicBezTo>
                  <a:pt x="1031420" y="568928"/>
                  <a:pt x="1031610" y="567404"/>
                  <a:pt x="1032086" y="565880"/>
                </a:cubicBezTo>
                <a:cubicBezTo>
                  <a:pt x="1032848" y="563404"/>
                  <a:pt x="1032848" y="561118"/>
                  <a:pt x="1032753" y="558546"/>
                </a:cubicBezTo>
                <a:cubicBezTo>
                  <a:pt x="1032658" y="556451"/>
                  <a:pt x="1033134" y="554069"/>
                  <a:pt x="1032467" y="551974"/>
                </a:cubicBezTo>
                <a:cubicBezTo>
                  <a:pt x="1031896" y="550164"/>
                  <a:pt x="1030467" y="548164"/>
                  <a:pt x="1029229" y="546545"/>
                </a:cubicBezTo>
                <a:cubicBezTo>
                  <a:pt x="1028181" y="545116"/>
                  <a:pt x="1026943" y="543687"/>
                  <a:pt x="1025705" y="542258"/>
                </a:cubicBezTo>
                <a:cubicBezTo>
                  <a:pt x="1021609" y="537591"/>
                  <a:pt x="1018370" y="532638"/>
                  <a:pt x="1015037" y="527590"/>
                </a:cubicBezTo>
                <a:cubicBezTo>
                  <a:pt x="1011703" y="522542"/>
                  <a:pt x="1009512" y="517112"/>
                  <a:pt x="1006940" y="511778"/>
                </a:cubicBezTo>
                <a:cubicBezTo>
                  <a:pt x="1005512" y="508730"/>
                  <a:pt x="1005131" y="505492"/>
                  <a:pt x="1004940" y="502253"/>
                </a:cubicBezTo>
                <a:cubicBezTo>
                  <a:pt x="1004845" y="499491"/>
                  <a:pt x="1004273" y="496157"/>
                  <a:pt x="1004940" y="493395"/>
                </a:cubicBezTo>
                <a:cubicBezTo>
                  <a:pt x="1005797" y="489680"/>
                  <a:pt x="1008845" y="486061"/>
                  <a:pt x="1010465" y="482537"/>
                </a:cubicBezTo>
                <a:cubicBezTo>
                  <a:pt x="1013798" y="475297"/>
                  <a:pt x="1012751" y="467678"/>
                  <a:pt x="1015132" y="460248"/>
                </a:cubicBezTo>
                <a:cubicBezTo>
                  <a:pt x="1017608" y="452723"/>
                  <a:pt x="1018942" y="444913"/>
                  <a:pt x="1018751" y="437102"/>
                </a:cubicBezTo>
                <a:cubicBezTo>
                  <a:pt x="1018561" y="432054"/>
                  <a:pt x="1019132" y="426815"/>
                  <a:pt x="1018370" y="421767"/>
                </a:cubicBezTo>
                <a:cubicBezTo>
                  <a:pt x="1017799" y="417576"/>
                  <a:pt x="1015513" y="413480"/>
                  <a:pt x="1014846" y="409385"/>
                </a:cubicBezTo>
                <a:cubicBezTo>
                  <a:pt x="1013798" y="402717"/>
                  <a:pt x="1016656" y="395954"/>
                  <a:pt x="1017894" y="389382"/>
                </a:cubicBezTo>
                <a:cubicBezTo>
                  <a:pt x="1020180" y="377095"/>
                  <a:pt x="1019037" y="364712"/>
                  <a:pt x="1018847" y="352330"/>
                </a:cubicBezTo>
                <a:cubicBezTo>
                  <a:pt x="1018656" y="344805"/>
                  <a:pt x="1018561" y="337280"/>
                  <a:pt x="1018370" y="329756"/>
                </a:cubicBezTo>
                <a:cubicBezTo>
                  <a:pt x="1018275" y="326231"/>
                  <a:pt x="1017894" y="323374"/>
                  <a:pt x="1016084" y="320040"/>
                </a:cubicBezTo>
                <a:cubicBezTo>
                  <a:pt x="1014846" y="317754"/>
                  <a:pt x="1013227" y="315563"/>
                  <a:pt x="1011608" y="313372"/>
                </a:cubicBezTo>
                <a:cubicBezTo>
                  <a:pt x="1009512" y="310515"/>
                  <a:pt x="1007417" y="307753"/>
                  <a:pt x="1005131" y="304991"/>
                </a:cubicBezTo>
                <a:cubicBezTo>
                  <a:pt x="1002940" y="302419"/>
                  <a:pt x="1000463" y="299942"/>
                  <a:pt x="998939" y="297180"/>
                </a:cubicBezTo>
                <a:cubicBezTo>
                  <a:pt x="996463" y="292799"/>
                  <a:pt x="994177" y="288512"/>
                  <a:pt x="995796" y="283845"/>
                </a:cubicBezTo>
                <a:cubicBezTo>
                  <a:pt x="996653" y="281369"/>
                  <a:pt x="996558" y="278797"/>
                  <a:pt x="997034" y="276320"/>
                </a:cubicBezTo>
                <a:cubicBezTo>
                  <a:pt x="997987" y="271653"/>
                  <a:pt x="999416" y="267272"/>
                  <a:pt x="999606" y="262604"/>
                </a:cubicBezTo>
                <a:cubicBezTo>
                  <a:pt x="999987" y="251365"/>
                  <a:pt x="1002559" y="240125"/>
                  <a:pt x="1002273" y="228886"/>
                </a:cubicBezTo>
                <a:cubicBezTo>
                  <a:pt x="1002178" y="224695"/>
                  <a:pt x="1002368" y="220504"/>
                  <a:pt x="1002083" y="216313"/>
                </a:cubicBezTo>
                <a:cubicBezTo>
                  <a:pt x="1001892" y="213074"/>
                  <a:pt x="1001035" y="210026"/>
                  <a:pt x="1001035" y="206788"/>
                </a:cubicBezTo>
                <a:cubicBezTo>
                  <a:pt x="1001035" y="202883"/>
                  <a:pt x="1000940" y="198882"/>
                  <a:pt x="1000844" y="194977"/>
                </a:cubicBezTo>
                <a:cubicBezTo>
                  <a:pt x="1000749" y="191167"/>
                  <a:pt x="1001321" y="187166"/>
                  <a:pt x="1000082" y="183452"/>
                </a:cubicBezTo>
                <a:cubicBezTo>
                  <a:pt x="999130" y="180499"/>
                  <a:pt x="996177" y="177927"/>
                  <a:pt x="994272" y="175260"/>
                </a:cubicBezTo>
                <a:cubicBezTo>
                  <a:pt x="992272" y="172403"/>
                  <a:pt x="990748" y="170116"/>
                  <a:pt x="989891" y="166973"/>
                </a:cubicBezTo>
                <a:cubicBezTo>
                  <a:pt x="987890" y="159544"/>
                  <a:pt x="990653" y="151638"/>
                  <a:pt x="988176" y="144304"/>
                </a:cubicBezTo>
                <a:cubicBezTo>
                  <a:pt x="986843" y="140208"/>
                  <a:pt x="986366" y="136017"/>
                  <a:pt x="984557" y="131921"/>
                </a:cubicBezTo>
                <a:cubicBezTo>
                  <a:pt x="983604" y="129826"/>
                  <a:pt x="982652" y="128683"/>
                  <a:pt x="983414" y="126492"/>
                </a:cubicBezTo>
                <a:cubicBezTo>
                  <a:pt x="985890" y="119063"/>
                  <a:pt x="990081" y="112109"/>
                  <a:pt x="994272" y="105061"/>
                </a:cubicBezTo>
                <a:cubicBezTo>
                  <a:pt x="995606" y="102870"/>
                  <a:pt x="997415" y="100775"/>
                  <a:pt x="998749" y="98584"/>
                </a:cubicBezTo>
                <a:cubicBezTo>
                  <a:pt x="999987" y="96488"/>
                  <a:pt x="1000844" y="94298"/>
                  <a:pt x="1001987" y="92297"/>
                </a:cubicBezTo>
                <a:cubicBezTo>
                  <a:pt x="1003511" y="89725"/>
                  <a:pt x="1005512" y="87249"/>
                  <a:pt x="1006750" y="84582"/>
                </a:cubicBezTo>
                <a:cubicBezTo>
                  <a:pt x="1009512" y="78581"/>
                  <a:pt x="1001130" y="73343"/>
                  <a:pt x="999320" y="68009"/>
                </a:cubicBezTo>
                <a:cubicBezTo>
                  <a:pt x="997987" y="64389"/>
                  <a:pt x="997796" y="60103"/>
                  <a:pt x="997415" y="56293"/>
                </a:cubicBezTo>
                <a:cubicBezTo>
                  <a:pt x="997225" y="54102"/>
                  <a:pt x="997511" y="51816"/>
                  <a:pt x="997034" y="49625"/>
                </a:cubicBezTo>
                <a:cubicBezTo>
                  <a:pt x="996749" y="48578"/>
                  <a:pt x="996368" y="47530"/>
                  <a:pt x="996272" y="46482"/>
                </a:cubicBezTo>
                <a:cubicBezTo>
                  <a:pt x="996082" y="43720"/>
                  <a:pt x="996939" y="41339"/>
                  <a:pt x="997034" y="38672"/>
                </a:cubicBezTo>
                <a:cubicBezTo>
                  <a:pt x="997034" y="37148"/>
                  <a:pt x="996939" y="36100"/>
                  <a:pt x="997511" y="34671"/>
                </a:cubicBezTo>
                <a:cubicBezTo>
                  <a:pt x="998558" y="32195"/>
                  <a:pt x="1000559" y="30194"/>
                  <a:pt x="1001606" y="27813"/>
                </a:cubicBezTo>
                <a:cubicBezTo>
                  <a:pt x="1002845" y="25146"/>
                  <a:pt x="1003607" y="22955"/>
                  <a:pt x="1003321" y="20193"/>
                </a:cubicBezTo>
                <a:cubicBezTo>
                  <a:pt x="1002749" y="14764"/>
                  <a:pt x="998273" y="9620"/>
                  <a:pt x="996368" y="4382"/>
                </a:cubicBezTo>
                <a:cubicBezTo>
                  <a:pt x="995796" y="2953"/>
                  <a:pt x="995320" y="1429"/>
                  <a:pt x="994939" y="0"/>
                </a:cubicBezTo>
                <a:cubicBezTo>
                  <a:pt x="994939" y="0"/>
                  <a:pt x="16721" y="11716"/>
                  <a:pt x="4720" y="18955"/>
                </a:cubicBezTo>
                <a:cubicBezTo>
                  <a:pt x="-7282" y="26194"/>
                  <a:pt x="5958" y="718090"/>
                  <a:pt x="18245" y="726281"/>
                </a:cubicBezTo>
                <a:cubicBezTo>
                  <a:pt x="30533" y="734378"/>
                  <a:pt x="1021704" y="707136"/>
                  <a:pt x="1021704" y="707136"/>
                </a:cubicBezTo>
                <a:cubicBezTo>
                  <a:pt x="1021704" y="704850"/>
                  <a:pt x="1022085" y="702945"/>
                  <a:pt x="1022276" y="700945"/>
                </a:cubicBezTo>
                <a:close/>
              </a:path>
            </a:pathLst>
          </a:custGeom>
          <a:solidFill>
            <a:schemeClr val="lt1">
              <a:lumMod val="100000"/>
              <a:alpha val="20000"/>
            </a:schemeClr>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140" name="任意多边形: 形状 139"/>
          <p:cNvSpPr/>
          <p:nvPr>
            <p:custDataLst>
              <p:tags r:id="rId6"/>
            </p:custDataLst>
          </p:nvPr>
        </p:nvSpPr>
        <p:spPr>
          <a:xfrm>
            <a:off x="8122920" y="5999480"/>
            <a:ext cx="1242061" cy="838836"/>
          </a:xfrm>
          <a:custGeom>
            <a:avLst/>
            <a:gdLst>
              <a:gd name="connsiteX0" fmla="*/ 1230015 w 1241917"/>
              <a:gd name="connsiteY0" fmla="*/ 838714 h 838713"/>
              <a:gd name="connsiteX1" fmla="*/ 1226243 w 1241917"/>
              <a:gd name="connsiteY1" fmla="*/ 838028 h 838713"/>
              <a:gd name="connsiteX2" fmla="*/ 8262 w 1241917"/>
              <a:gd name="connsiteY2" fmla="*/ 432720 h 838713"/>
              <a:gd name="connsiteX3" fmla="*/ 32 w 1241917"/>
              <a:gd name="connsiteY3" fmla="*/ 422090 h 838713"/>
              <a:gd name="connsiteX4" fmla="*/ 6547 w 1241917"/>
              <a:gd name="connsiteY4" fmla="*/ 410431 h 838713"/>
              <a:gd name="connsiteX5" fmla="*/ 809276 w 1241917"/>
              <a:gd name="connsiteY5" fmla="*/ 1352 h 838713"/>
              <a:gd name="connsiteX6" fmla="*/ 825393 w 1241917"/>
              <a:gd name="connsiteY6" fmla="*/ 6495 h 838713"/>
              <a:gd name="connsiteX7" fmla="*/ 1240645 w 1241917"/>
              <a:gd name="connsiteY7" fmla="*/ 820883 h 838713"/>
              <a:gd name="connsiteX8" fmla="*/ 1238930 w 1241917"/>
              <a:gd name="connsiteY8" fmla="*/ 834256 h 838713"/>
              <a:gd name="connsiteX9" fmla="*/ 1230015 w 1241917"/>
              <a:gd name="connsiteY9" fmla="*/ 838714 h 838713"/>
              <a:gd name="connsiteX10" fmla="*/ 43238 w 1241917"/>
              <a:gd name="connsiteY10" fmla="*/ 419347 h 838713"/>
              <a:gd name="connsiteX11" fmla="*/ 1206012 w 1241917"/>
              <a:gd name="connsiteY11" fmla="*/ 806138 h 838713"/>
              <a:gd name="connsiteX12" fmla="*/ 809619 w 1241917"/>
              <a:gd name="connsiteY12" fmla="*/ 28441 h 838713"/>
              <a:gd name="connsiteX13" fmla="*/ 43238 w 1241917"/>
              <a:gd name="connsiteY13" fmla="*/ 419347 h 838713"/>
              <a:gd name="connsiteX14" fmla="*/ 894658 w 1241917"/>
              <a:gd name="connsiteY14" fmla="*/ 545877 h 838713"/>
              <a:gd name="connsiteX15" fmla="*/ 890887 w 1241917"/>
              <a:gd name="connsiteY15" fmla="*/ 545191 h 838713"/>
              <a:gd name="connsiteX16" fmla="*/ 430715 w 1241917"/>
              <a:gd name="connsiteY16" fmla="*/ 391915 h 838713"/>
              <a:gd name="connsiteX17" fmla="*/ 422485 w 1241917"/>
              <a:gd name="connsiteY17" fmla="*/ 381285 h 838713"/>
              <a:gd name="connsiteX18" fmla="*/ 429000 w 1241917"/>
              <a:gd name="connsiteY18" fmla="*/ 369626 h 838713"/>
              <a:gd name="connsiteX19" fmla="*/ 732467 w 1241917"/>
              <a:gd name="connsiteY19" fmla="*/ 214978 h 838713"/>
              <a:gd name="connsiteX20" fmla="*/ 741725 w 1241917"/>
              <a:gd name="connsiteY20" fmla="*/ 214293 h 838713"/>
              <a:gd name="connsiteX21" fmla="*/ 748583 w 1241917"/>
              <a:gd name="connsiteY21" fmla="*/ 220122 h 838713"/>
              <a:gd name="connsiteX22" fmla="*/ 905631 w 1241917"/>
              <a:gd name="connsiteY22" fmla="*/ 528046 h 838713"/>
              <a:gd name="connsiteX23" fmla="*/ 903917 w 1241917"/>
              <a:gd name="connsiteY23" fmla="*/ 541419 h 838713"/>
              <a:gd name="connsiteX24" fmla="*/ 894658 w 1241917"/>
              <a:gd name="connsiteY24" fmla="*/ 545877 h 838713"/>
              <a:gd name="connsiteX25" fmla="*/ 465691 w 1241917"/>
              <a:gd name="connsiteY25" fmla="*/ 378199 h 838713"/>
              <a:gd name="connsiteX26" fmla="*/ 870998 w 1241917"/>
              <a:gd name="connsiteY26" fmla="*/ 512959 h 838713"/>
              <a:gd name="connsiteX27" fmla="*/ 732810 w 1241917"/>
              <a:gd name="connsiteY27" fmla="*/ 242068 h 838713"/>
              <a:gd name="connsiteX28" fmla="*/ 465691 w 1241917"/>
              <a:gd name="connsiteY28" fmla="*/ 378199 h 83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56" h="1321">
                <a:moveTo>
                  <a:pt x="1937" y="1321"/>
                </a:moveTo>
                <a:cubicBezTo>
                  <a:pt x="1935" y="1321"/>
                  <a:pt x="1933" y="1320"/>
                  <a:pt x="1931" y="1320"/>
                </a:cubicBezTo>
                <a:lnTo>
                  <a:pt x="13" y="682"/>
                </a:lnTo>
                <a:cubicBezTo>
                  <a:pt x="6" y="679"/>
                  <a:pt x="1" y="672"/>
                  <a:pt x="0" y="665"/>
                </a:cubicBezTo>
                <a:cubicBezTo>
                  <a:pt x="0" y="657"/>
                  <a:pt x="3" y="650"/>
                  <a:pt x="10" y="646"/>
                </a:cubicBezTo>
                <a:lnTo>
                  <a:pt x="1275" y="2"/>
                </a:lnTo>
                <a:cubicBezTo>
                  <a:pt x="1284" y="-3"/>
                  <a:pt x="1295" y="1"/>
                  <a:pt x="1300" y="10"/>
                </a:cubicBezTo>
                <a:lnTo>
                  <a:pt x="1954" y="1293"/>
                </a:lnTo>
                <a:cubicBezTo>
                  <a:pt x="1957" y="1300"/>
                  <a:pt x="1957" y="1308"/>
                  <a:pt x="1951" y="1314"/>
                </a:cubicBezTo>
                <a:cubicBezTo>
                  <a:pt x="1948" y="1319"/>
                  <a:pt x="1943" y="1321"/>
                  <a:pt x="1937" y="1321"/>
                </a:cubicBezTo>
                <a:close/>
                <a:moveTo>
                  <a:pt x="68" y="660"/>
                </a:moveTo>
                <a:lnTo>
                  <a:pt x="1899" y="1270"/>
                </a:lnTo>
                <a:lnTo>
                  <a:pt x="1275" y="45"/>
                </a:lnTo>
                <a:lnTo>
                  <a:pt x="68" y="660"/>
                </a:lnTo>
                <a:close/>
                <a:moveTo>
                  <a:pt x="1409" y="860"/>
                </a:moveTo>
                <a:cubicBezTo>
                  <a:pt x="1407" y="860"/>
                  <a:pt x="1405" y="859"/>
                  <a:pt x="1403" y="859"/>
                </a:cubicBezTo>
                <a:lnTo>
                  <a:pt x="678" y="617"/>
                </a:lnTo>
                <a:cubicBezTo>
                  <a:pt x="671" y="615"/>
                  <a:pt x="666" y="608"/>
                  <a:pt x="665" y="601"/>
                </a:cubicBezTo>
                <a:cubicBezTo>
                  <a:pt x="665" y="593"/>
                  <a:pt x="669" y="586"/>
                  <a:pt x="676" y="582"/>
                </a:cubicBezTo>
                <a:lnTo>
                  <a:pt x="1154" y="339"/>
                </a:lnTo>
                <a:cubicBezTo>
                  <a:pt x="1158" y="336"/>
                  <a:pt x="1163" y="336"/>
                  <a:pt x="1168" y="338"/>
                </a:cubicBezTo>
                <a:cubicBezTo>
                  <a:pt x="1173" y="339"/>
                  <a:pt x="1177" y="342"/>
                  <a:pt x="1179" y="347"/>
                </a:cubicBezTo>
                <a:lnTo>
                  <a:pt x="1426" y="832"/>
                </a:lnTo>
                <a:cubicBezTo>
                  <a:pt x="1430" y="839"/>
                  <a:pt x="1429" y="847"/>
                  <a:pt x="1424" y="853"/>
                </a:cubicBezTo>
                <a:cubicBezTo>
                  <a:pt x="1420" y="857"/>
                  <a:pt x="1415" y="860"/>
                  <a:pt x="1409" y="860"/>
                </a:cubicBezTo>
                <a:close/>
                <a:moveTo>
                  <a:pt x="733" y="596"/>
                </a:moveTo>
                <a:lnTo>
                  <a:pt x="1372" y="808"/>
                </a:lnTo>
                <a:lnTo>
                  <a:pt x="1154" y="381"/>
                </a:lnTo>
                <a:lnTo>
                  <a:pt x="733" y="596"/>
                </a:lnTo>
                <a:close/>
                <a:moveTo>
                  <a:pt x="346" y="639"/>
                </a:moveTo>
                <a:cubicBezTo>
                  <a:pt x="339" y="639"/>
                  <a:pt x="332" y="635"/>
                  <a:pt x="329" y="629"/>
                </a:cubicBezTo>
                <a:lnTo>
                  <a:pt x="309" y="589"/>
                </a:lnTo>
                <a:cubicBezTo>
                  <a:pt x="304" y="580"/>
                  <a:pt x="308" y="569"/>
                  <a:pt x="317" y="564"/>
                </a:cubicBezTo>
                <a:cubicBezTo>
                  <a:pt x="327" y="559"/>
                  <a:pt x="338" y="563"/>
                  <a:pt x="343" y="572"/>
                </a:cubicBezTo>
                <a:lnTo>
                  <a:pt x="363" y="612"/>
                </a:lnTo>
                <a:cubicBezTo>
                  <a:pt x="368" y="621"/>
                  <a:pt x="364" y="632"/>
                  <a:pt x="355" y="637"/>
                </a:cubicBezTo>
                <a:cubicBezTo>
                  <a:pt x="352" y="638"/>
                  <a:pt x="349" y="639"/>
                  <a:pt x="346" y="639"/>
                </a:cubicBezTo>
                <a:close/>
                <a:moveTo>
                  <a:pt x="477" y="630"/>
                </a:moveTo>
                <a:cubicBezTo>
                  <a:pt x="470" y="630"/>
                  <a:pt x="464" y="626"/>
                  <a:pt x="460" y="620"/>
                </a:cubicBezTo>
                <a:lnTo>
                  <a:pt x="417" y="535"/>
                </a:lnTo>
                <a:cubicBezTo>
                  <a:pt x="412" y="525"/>
                  <a:pt x="416" y="514"/>
                  <a:pt x="425" y="509"/>
                </a:cubicBezTo>
                <a:cubicBezTo>
                  <a:pt x="434" y="504"/>
                  <a:pt x="446" y="508"/>
                  <a:pt x="451" y="517"/>
                </a:cubicBezTo>
                <a:lnTo>
                  <a:pt x="494" y="602"/>
                </a:lnTo>
                <a:cubicBezTo>
                  <a:pt x="499" y="612"/>
                  <a:pt x="495" y="623"/>
                  <a:pt x="486" y="628"/>
                </a:cubicBezTo>
                <a:cubicBezTo>
                  <a:pt x="483" y="629"/>
                  <a:pt x="480" y="630"/>
                  <a:pt x="477" y="630"/>
                </a:cubicBezTo>
                <a:close/>
                <a:moveTo>
                  <a:pt x="552" y="534"/>
                </a:moveTo>
                <a:cubicBezTo>
                  <a:pt x="545" y="534"/>
                  <a:pt x="538" y="530"/>
                  <a:pt x="535" y="524"/>
                </a:cubicBezTo>
                <a:lnTo>
                  <a:pt x="515" y="484"/>
                </a:lnTo>
                <a:cubicBezTo>
                  <a:pt x="510" y="475"/>
                  <a:pt x="514" y="464"/>
                  <a:pt x="523" y="459"/>
                </a:cubicBezTo>
                <a:cubicBezTo>
                  <a:pt x="533" y="454"/>
                  <a:pt x="544" y="458"/>
                  <a:pt x="549" y="467"/>
                </a:cubicBezTo>
                <a:lnTo>
                  <a:pt x="569" y="507"/>
                </a:lnTo>
                <a:cubicBezTo>
                  <a:pt x="574" y="516"/>
                  <a:pt x="570" y="527"/>
                  <a:pt x="561" y="532"/>
                </a:cubicBezTo>
                <a:cubicBezTo>
                  <a:pt x="558" y="533"/>
                  <a:pt x="555" y="534"/>
                  <a:pt x="552" y="534"/>
                </a:cubicBezTo>
                <a:close/>
                <a:moveTo>
                  <a:pt x="683" y="525"/>
                </a:moveTo>
                <a:cubicBezTo>
                  <a:pt x="676" y="525"/>
                  <a:pt x="670" y="521"/>
                  <a:pt x="666" y="515"/>
                </a:cubicBezTo>
                <a:lnTo>
                  <a:pt x="623" y="430"/>
                </a:lnTo>
                <a:cubicBezTo>
                  <a:pt x="618" y="420"/>
                  <a:pt x="622" y="409"/>
                  <a:pt x="631" y="404"/>
                </a:cubicBezTo>
                <a:cubicBezTo>
                  <a:pt x="640" y="399"/>
                  <a:pt x="652" y="403"/>
                  <a:pt x="657" y="412"/>
                </a:cubicBezTo>
                <a:lnTo>
                  <a:pt x="700" y="497"/>
                </a:lnTo>
                <a:cubicBezTo>
                  <a:pt x="705" y="507"/>
                  <a:pt x="701" y="518"/>
                  <a:pt x="692" y="523"/>
                </a:cubicBezTo>
                <a:cubicBezTo>
                  <a:pt x="689" y="524"/>
                  <a:pt x="686" y="525"/>
                  <a:pt x="683" y="525"/>
                </a:cubicBezTo>
                <a:close/>
                <a:moveTo>
                  <a:pt x="758" y="429"/>
                </a:moveTo>
                <a:cubicBezTo>
                  <a:pt x="751" y="429"/>
                  <a:pt x="744" y="425"/>
                  <a:pt x="741" y="419"/>
                </a:cubicBezTo>
                <a:lnTo>
                  <a:pt x="721" y="379"/>
                </a:lnTo>
                <a:cubicBezTo>
                  <a:pt x="716" y="370"/>
                  <a:pt x="720" y="359"/>
                  <a:pt x="729" y="354"/>
                </a:cubicBezTo>
                <a:cubicBezTo>
                  <a:pt x="739" y="349"/>
                  <a:pt x="750" y="353"/>
                  <a:pt x="755" y="362"/>
                </a:cubicBezTo>
                <a:lnTo>
                  <a:pt x="775" y="402"/>
                </a:lnTo>
                <a:cubicBezTo>
                  <a:pt x="780" y="411"/>
                  <a:pt x="776" y="422"/>
                  <a:pt x="767" y="427"/>
                </a:cubicBezTo>
                <a:cubicBezTo>
                  <a:pt x="764" y="428"/>
                  <a:pt x="761" y="429"/>
                  <a:pt x="758" y="429"/>
                </a:cubicBezTo>
                <a:close/>
                <a:moveTo>
                  <a:pt x="889" y="420"/>
                </a:moveTo>
                <a:cubicBezTo>
                  <a:pt x="882" y="420"/>
                  <a:pt x="876" y="416"/>
                  <a:pt x="872" y="410"/>
                </a:cubicBezTo>
                <a:lnTo>
                  <a:pt x="829" y="325"/>
                </a:lnTo>
                <a:cubicBezTo>
                  <a:pt x="824" y="315"/>
                  <a:pt x="828" y="304"/>
                  <a:pt x="837" y="299"/>
                </a:cubicBezTo>
                <a:cubicBezTo>
                  <a:pt x="846" y="294"/>
                  <a:pt x="858" y="298"/>
                  <a:pt x="863" y="307"/>
                </a:cubicBezTo>
                <a:lnTo>
                  <a:pt x="906" y="392"/>
                </a:lnTo>
                <a:cubicBezTo>
                  <a:pt x="911" y="402"/>
                  <a:pt x="907" y="413"/>
                  <a:pt x="898" y="418"/>
                </a:cubicBezTo>
                <a:cubicBezTo>
                  <a:pt x="895" y="419"/>
                  <a:pt x="892" y="420"/>
                  <a:pt x="889" y="420"/>
                </a:cubicBezTo>
                <a:close/>
                <a:moveTo>
                  <a:pt x="964" y="324"/>
                </a:moveTo>
                <a:cubicBezTo>
                  <a:pt x="957" y="324"/>
                  <a:pt x="950" y="320"/>
                  <a:pt x="947" y="314"/>
                </a:cubicBezTo>
                <a:lnTo>
                  <a:pt x="927" y="274"/>
                </a:lnTo>
                <a:cubicBezTo>
                  <a:pt x="922" y="265"/>
                  <a:pt x="926" y="254"/>
                  <a:pt x="935" y="249"/>
                </a:cubicBezTo>
                <a:cubicBezTo>
                  <a:pt x="945" y="244"/>
                  <a:pt x="956" y="248"/>
                  <a:pt x="961" y="257"/>
                </a:cubicBezTo>
                <a:lnTo>
                  <a:pt x="981" y="297"/>
                </a:lnTo>
                <a:cubicBezTo>
                  <a:pt x="986" y="306"/>
                  <a:pt x="982" y="317"/>
                  <a:pt x="973" y="322"/>
                </a:cubicBezTo>
                <a:cubicBezTo>
                  <a:pt x="970" y="323"/>
                  <a:pt x="967" y="324"/>
                  <a:pt x="964" y="324"/>
                </a:cubicBezTo>
                <a:close/>
                <a:moveTo>
                  <a:pt x="1095" y="315"/>
                </a:moveTo>
                <a:cubicBezTo>
                  <a:pt x="1088" y="315"/>
                  <a:pt x="1082" y="311"/>
                  <a:pt x="1078" y="305"/>
                </a:cubicBezTo>
                <a:lnTo>
                  <a:pt x="1035" y="220"/>
                </a:lnTo>
                <a:cubicBezTo>
                  <a:pt x="1030" y="210"/>
                  <a:pt x="1034" y="199"/>
                  <a:pt x="1043" y="194"/>
                </a:cubicBezTo>
                <a:cubicBezTo>
                  <a:pt x="1052" y="189"/>
                  <a:pt x="1064" y="193"/>
                  <a:pt x="1069" y="202"/>
                </a:cubicBezTo>
                <a:lnTo>
                  <a:pt x="1112" y="287"/>
                </a:lnTo>
                <a:cubicBezTo>
                  <a:pt x="1117" y="297"/>
                  <a:pt x="1113" y="308"/>
                  <a:pt x="1104" y="313"/>
                </a:cubicBezTo>
                <a:cubicBezTo>
                  <a:pt x="1101" y="314"/>
                  <a:pt x="1098" y="315"/>
                  <a:pt x="1095" y="315"/>
                </a:cubicBezTo>
                <a:close/>
                <a:moveTo>
                  <a:pt x="1170" y="219"/>
                </a:moveTo>
                <a:cubicBezTo>
                  <a:pt x="1163" y="219"/>
                  <a:pt x="1156" y="215"/>
                  <a:pt x="1153" y="209"/>
                </a:cubicBezTo>
                <a:lnTo>
                  <a:pt x="1133" y="169"/>
                </a:lnTo>
                <a:cubicBezTo>
                  <a:pt x="1128" y="160"/>
                  <a:pt x="1132" y="149"/>
                  <a:pt x="1141" y="144"/>
                </a:cubicBezTo>
                <a:cubicBezTo>
                  <a:pt x="1151" y="139"/>
                  <a:pt x="1162" y="143"/>
                  <a:pt x="1167" y="152"/>
                </a:cubicBezTo>
                <a:lnTo>
                  <a:pt x="1187" y="192"/>
                </a:lnTo>
                <a:cubicBezTo>
                  <a:pt x="1192" y="201"/>
                  <a:pt x="1188" y="212"/>
                  <a:pt x="1179" y="217"/>
                </a:cubicBezTo>
                <a:cubicBezTo>
                  <a:pt x="1176" y="218"/>
                  <a:pt x="1173" y="219"/>
                  <a:pt x="1170" y="219"/>
                </a:cubicBezTo>
                <a:close/>
              </a:path>
            </a:pathLst>
          </a:custGeom>
          <a:solidFill>
            <a:srgbClr val="FFFFFF">
              <a:alpha val="65000"/>
            </a:srgbClr>
          </a:solidFill>
          <a:ln w="3429" cap="flat">
            <a:noFill/>
            <a:prstDash val="solid"/>
            <a:miter/>
          </a:ln>
        </p:spPr>
        <p:txBody>
          <a:bodyPr wrap="square" rtlCol="0" anchor="ctr">
            <a:noAutofit/>
          </a:bodyPr>
          <a:lstStyle/>
          <a:p>
            <a:endParaRPr lang="zh-CN" altLang="en-US">
              <a:cs typeface="+mn-ea"/>
              <a:sym typeface="+mn-lt"/>
            </a:endParaRPr>
          </a:p>
        </p:txBody>
      </p:sp>
      <p:sp>
        <p:nvSpPr>
          <p:cNvPr id="2" name="标题 1"/>
          <p:cNvSpPr>
            <a:spLocks noGrp="1"/>
          </p:cNvSpPr>
          <p:nvPr>
            <p:ph type="title"/>
            <p:custDataLst>
              <p:tags r:id="rId7"/>
            </p:custDataLst>
          </p:nvPr>
        </p:nvSpPr>
        <p:spPr>
          <a:xfrm>
            <a:off x="609600" y="516890"/>
            <a:ext cx="7425055" cy="763270"/>
          </a:xfrm>
        </p:spPr>
        <p:txBody>
          <a:bodyPr/>
          <a:lstStyle/>
          <a:p>
            <a:r>
              <a:rPr lang="zh-CN" altLang="en-US">
                <a:solidFill>
                  <a:srgbClr val="C00000"/>
                </a:solidFill>
              </a:rPr>
              <a:t>（六）国际条约</a:t>
            </a:r>
            <a:endParaRPr lang="zh-CN" altLang="en-US">
              <a:solidFill>
                <a:srgbClr val="C00000"/>
              </a:solidFill>
            </a:endParaRPr>
          </a:p>
        </p:txBody>
      </p:sp>
      <p:pic>
        <p:nvPicPr>
          <p:cNvPr id="9" name="图片 8" descr="13"/>
          <p:cNvPicPr>
            <a:picLocks noChangeAspect="1"/>
          </p:cNvPicPr>
          <p:nvPr>
            <p:custDataLst>
              <p:tags r:id="rId8"/>
            </p:custDataLst>
          </p:nvPr>
        </p:nvPicPr>
        <p:blipFill>
          <a:blip r:embed="rId9" cstate="print"/>
          <a:srcRect b="15880"/>
          <a:stretch>
            <a:fillRect/>
          </a:stretch>
        </p:blipFill>
        <p:spPr>
          <a:xfrm rot="360000">
            <a:off x="156210" y="5807075"/>
            <a:ext cx="1697990" cy="868680"/>
          </a:xfrm>
          <a:prstGeom prst="rect">
            <a:avLst/>
          </a:prstGeom>
          <a:effectLst/>
        </p:spPr>
      </p:pic>
      <p:pic>
        <p:nvPicPr>
          <p:cNvPr id="11" name="图片 10" descr="14"/>
          <p:cNvPicPr>
            <a:picLocks noChangeAspect="1"/>
          </p:cNvPicPr>
          <p:nvPr>
            <p:custDataLst>
              <p:tags r:id="rId10"/>
            </p:custDataLst>
          </p:nvPr>
        </p:nvPicPr>
        <p:blipFill>
          <a:blip r:embed="rId11" cstate="print"/>
          <a:srcRect b="44840"/>
          <a:stretch>
            <a:fillRect/>
          </a:stretch>
        </p:blipFill>
        <p:spPr>
          <a:xfrm rot="21240000">
            <a:off x="359410" y="1372235"/>
            <a:ext cx="2170430" cy="690880"/>
          </a:xfrm>
          <a:prstGeom prst="rect">
            <a:avLst/>
          </a:prstGeom>
        </p:spPr>
      </p:pic>
      <p:pic>
        <p:nvPicPr>
          <p:cNvPr id="10" name="图片 9" descr="15"/>
          <p:cNvPicPr>
            <a:picLocks noChangeAspect="1"/>
          </p:cNvPicPr>
          <p:nvPr>
            <p:custDataLst>
              <p:tags r:id="rId12"/>
            </p:custDataLst>
          </p:nvPr>
        </p:nvPicPr>
        <p:blipFill>
          <a:blip r:embed="rId13" cstate="print"/>
          <a:stretch>
            <a:fillRect/>
          </a:stretch>
        </p:blipFill>
        <p:spPr>
          <a:xfrm rot="540000">
            <a:off x="9034145" y="748030"/>
            <a:ext cx="1868170" cy="1033780"/>
          </a:xfrm>
          <a:prstGeom prst="rect">
            <a:avLst/>
          </a:prstGeom>
          <a:effectLst/>
        </p:spPr>
      </p:pic>
      <p:pic>
        <p:nvPicPr>
          <p:cNvPr id="12" name="图片 11" descr="123"/>
          <p:cNvPicPr>
            <a:picLocks noChangeAspect="1"/>
          </p:cNvPicPr>
          <p:nvPr>
            <p:custDataLst>
              <p:tags r:id="rId14"/>
            </p:custDataLst>
          </p:nvPr>
        </p:nvPicPr>
        <p:blipFill>
          <a:blip r:embed="rId15" cstate="print"/>
          <a:stretch>
            <a:fillRect/>
          </a:stretch>
        </p:blipFill>
        <p:spPr>
          <a:xfrm rot="840000">
            <a:off x="10498455" y="569595"/>
            <a:ext cx="1471930" cy="1116965"/>
          </a:xfrm>
          <a:prstGeom prst="rect">
            <a:avLst/>
          </a:prstGeom>
          <a:effectLst/>
        </p:spPr>
      </p:pic>
      <p:pic>
        <p:nvPicPr>
          <p:cNvPr id="14" name="图片 13" descr="22"/>
          <p:cNvPicPr>
            <a:picLocks noChangeAspect="1"/>
          </p:cNvPicPr>
          <p:nvPr>
            <p:custDataLst>
              <p:tags r:id="rId16"/>
            </p:custDataLst>
          </p:nvPr>
        </p:nvPicPr>
        <p:blipFill>
          <a:blip r:embed="rId17" cstate="print"/>
          <a:srcRect l="17412" t="17255" r="34939" b="20392"/>
          <a:stretch>
            <a:fillRect/>
          </a:stretch>
        </p:blipFill>
        <p:spPr>
          <a:xfrm rot="360000">
            <a:off x="10724515" y="4921885"/>
            <a:ext cx="1359535" cy="1840230"/>
          </a:xfrm>
          <a:prstGeom prst="rect">
            <a:avLst/>
          </a:prstGeom>
        </p:spPr>
      </p:pic>
      <p:pic>
        <p:nvPicPr>
          <p:cNvPr id="16" name="图片 15" descr="16"/>
          <p:cNvPicPr>
            <a:picLocks noChangeAspect="1"/>
          </p:cNvPicPr>
          <p:nvPr>
            <p:custDataLst>
              <p:tags r:id="rId18"/>
            </p:custDataLst>
          </p:nvPr>
        </p:nvPicPr>
        <p:blipFill>
          <a:blip r:embed="rId19" cstate="print"/>
          <a:srcRect/>
          <a:stretch>
            <a:fillRect/>
          </a:stretch>
        </p:blipFill>
        <p:spPr>
          <a:xfrm>
            <a:off x="328930" y="2174875"/>
            <a:ext cx="681355" cy="566420"/>
          </a:xfrm>
          <a:prstGeom prst="rect">
            <a:avLst/>
          </a:prstGeom>
        </p:spPr>
      </p:pic>
      <p:pic>
        <p:nvPicPr>
          <p:cNvPr id="19" name="图片 18" descr="16"/>
          <p:cNvPicPr>
            <a:picLocks noChangeAspect="1"/>
          </p:cNvPicPr>
          <p:nvPr>
            <p:custDataLst>
              <p:tags r:id="rId20"/>
            </p:custDataLst>
          </p:nvPr>
        </p:nvPicPr>
        <p:blipFill>
          <a:blip r:embed="rId21" cstate="print"/>
          <a:srcRect t="-1773"/>
          <a:stretch>
            <a:fillRect/>
          </a:stretch>
        </p:blipFill>
        <p:spPr>
          <a:xfrm rot="17400000">
            <a:off x="2122805" y="5961380"/>
            <a:ext cx="436880" cy="559435"/>
          </a:xfrm>
          <a:prstGeom prst="rect">
            <a:avLst/>
          </a:prstGeom>
        </p:spPr>
      </p:pic>
      <p:sp>
        <p:nvSpPr>
          <p:cNvPr id="94" name="任意多边形: 形状 93"/>
          <p:cNvSpPr/>
          <p:nvPr>
            <p:custDataLst>
              <p:tags r:id="rId22"/>
            </p:custDataLst>
          </p:nvPr>
        </p:nvSpPr>
        <p:spPr>
          <a:xfrm flipH="1">
            <a:off x="11581130" y="1349375"/>
            <a:ext cx="617855" cy="1550035"/>
          </a:xfrm>
          <a:custGeom>
            <a:avLst/>
            <a:gdLst>
              <a:gd name="connsiteX0" fmla="*/ 66523 w 77838"/>
              <a:gd name="connsiteY0" fmla="*/ 53150 h 53149"/>
              <a:gd name="connsiteX1" fmla="*/ 77838 w 77838"/>
              <a:gd name="connsiteY1" fmla="*/ 25032 h 53149"/>
              <a:gd name="connsiteX2" fmla="*/ 43548 w 77838"/>
              <a:gd name="connsiteY2" fmla="*/ 12002 h 53149"/>
              <a:gd name="connsiteX3" fmla="*/ 19545 w 77838"/>
              <a:gd name="connsiteY3" fmla="*/ 3772 h 53149"/>
              <a:gd name="connsiteX4" fmla="*/ 11659 w 77838"/>
              <a:gd name="connsiteY4" fmla="*/ 1029 h 53149"/>
              <a:gd name="connsiteX5" fmla="*/ 8573 w 77838"/>
              <a:gd name="connsiteY5" fmla="*/ 0 h 53149"/>
              <a:gd name="connsiteX6" fmla="*/ 0 w 77838"/>
              <a:gd name="connsiteY6" fmla="*/ 29147 h 53149"/>
              <a:gd name="connsiteX7" fmla="*/ 2743 w 77838"/>
              <a:gd name="connsiteY7" fmla="*/ 29832 h 53149"/>
              <a:gd name="connsiteX8" fmla="*/ 10287 w 77838"/>
              <a:gd name="connsiteY8" fmla="*/ 32233 h 53149"/>
              <a:gd name="connsiteX9" fmla="*/ 33261 w 77838"/>
              <a:gd name="connsiteY9" fmla="*/ 40119 h 53149"/>
              <a:gd name="connsiteX10" fmla="*/ 66523 w 77838"/>
              <a:gd name="connsiteY10"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3" h="2441">
                <a:moveTo>
                  <a:pt x="350" y="1121"/>
                </a:moveTo>
                <a:cubicBezTo>
                  <a:pt x="350" y="1121"/>
                  <a:pt x="351" y="1122"/>
                  <a:pt x="352" y="1124"/>
                </a:cubicBezTo>
                <a:cubicBezTo>
                  <a:pt x="355" y="1126"/>
                  <a:pt x="357" y="1129"/>
                  <a:pt x="360" y="1132"/>
                </a:cubicBezTo>
                <a:cubicBezTo>
                  <a:pt x="366" y="1139"/>
                  <a:pt x="374" y="1147"/>
                  <a:pt x="384" y="1153"/>
                </a:cubicBezTo>
                <a:cubicBezTo>
                  <a:pt x="394" y="1159"/>
                  <a:pt x="403" y="1163"/>
                  <a:pt x="412" y="1165"/>
                </a:cubicBezTo>
                <a:cubicBezTo>
                  <a:pt x="414" y="1165"/>
                  <a:pt x="415" y="1165"/>
                  <a:pt x="417" y="1166"/>
                </a:cubicBezTo>
                <a:cubicBezTo>
                  <a:pt x="419" y="1166"/>
                  <a:pt x="420" y="1166"/>
                  <a:pt x="421" y="1166"/>
                </a:cubicBezTo>
                <a:cubicBezTo>
                  <a:pt x="424" y="1167"/>
                  <a:pt x="425" y="1167"/>
                  <a:pt x="425" y="1167"/>
                </a:cubicBezTo>
                <a:lnTo>
                  <a:pt x="424" y="1215"/>
                </a:lnTo>
                <a:cubicBezTo>
                  <a:pt x="424" y="1215"/>
                  <a:pt x="422" y="1215"/>
                  <a:pt x="418" y="1214"/>
                </a:cubicBezTo>
                <a:cubicBezTo>
                  <a:pt x="416" y="1214"/>
                  <a:pt x="414" y="1214"/>
                  <a:pt x="411" y="1214"/>
                </a:cubicBezTo>
                <a:cubicBezTo>
                  <a:pt x="408" y="1213"/>
                  <a:pt x="406" y="1213"/>
                  <a:pt x="402" y="1212"/>
                </a:cubicBezTo>
                <a:cubicBezTo>
                  <a:pt x="389" y="1210"/>
                  <a:pt x="373" y="1204"/>
                  <a:pt x="359" y="1194"/>
                </a:cubicBezTo>
                <a:cubicBezTo>
                  <a:pt x="344" y="1186"/>
                  <a:pt x="332" y="1174"/>
                  <a:pt x="324" y="1165"/>
                </a:cubicBezTo>
                <a:cubicBezTo>
                  <a:pt x="321" y="1161"/>
                  <a:pt x="317" y="1157"/>
                  <a:pt x="315" y="1154"/>
                </a:cubicBezTo>
                <a:cubicBezTo>
                  <a:pt x="313" y="1152"/>
                  <a:pt x="312" y="1150"/>
                  <a:pt x="312" y="1150"/>
                </a:cubicBezTo>
                <a:lnTo>
                  <a:pt x="350" y="1121"/>
                </a:lnTo>
                <a:close/>
                <a:moveTo>
                  <a:pt x="551" y="1095"/>
                </a:moveTo>
                <a:lnTo>
                  <a:pt x="586" y="1128"/>
                </a:lnTo>
                <a:cubicBezTo>
                  <a:pt x="586" y="1128"/>
                  <a:pt x="581" y="1133"/>
                  <a:pt x="573" y="1141"/>
                </a:cubicBezTo>
                <a:cubicBezTo>
                  <a:pt x="569" y="1146"/>
                  <a:pt x="564" y="1150"/>
                  <a:pt x="559" y="1155"/>
                </a:cubicBezTo>
                <a:cubicBezTo>
                  <a:pt x="554" y="1160"/>
                  <a:pt x="548" y="1165"/>
                  <a:pt x="542" y="1170"/>
                </a:cubicBezTo>
                <a:cubicBezTo>
                  <a:pt x="530" y="1179"/>
                  <a:pt x="516" y="1188"/>
                  <a:pt x="506" y="1193"/>
                </a:cubicBezTo>
                <a:cubicBezTo>
                  <a:pt x="501" y="1196"/>
                  <a:pt x="496" y="1198"/>
                  <a:pt x="493" y="1200"/>
                </a:cubicBezTo>
                <a:cubicBezTo>
                  <a:pt x="490" y="1201"/>
                  <a:pt x="488" y="1202"/>
                  <a:pt x="488" y="1202"/>
                </a:cubicBezTo>
                <a:lnTo>
                  <a:pt x="469" y="1158"/>
                </a:lnTo>
                <a:cubicBezTo>
                  <a:pt x="469" y="1158"/>
                  <a:pt x="471" y="1157"/>
                  <a:pt x="473" y="1156"/>
                </a:cubicBezTo>
                <a:cubicBezTo>
                  <a:pt x="475" y="1154"/>
                  <a:pt x="479" y="1153"/>
                  <a:pt x="483" y="1151"/>
                </a:cubicBezTo>
                <a:cubicBezTo>
                  <a:pt x="491" y="1146"/>
                  <a:pt x="502" y="1139"/>
                  <a:pt x="512" y="1131"/>
                </a:cubicBezTo>
                <a:cubicBezTo>
                  <a:pt x="517" y="1127"/>
                  <a:pt x="522" y="1123"/>
                  <a:pt x="527" y="1119"/>
                </a:cubicBezTo>
                <a:cubicBezTo>
                  <a:pt x="531" y="1114"/>
                  <a:pt x="536" y="1111"/>
                  <a:pt x="539" y="1107"/>
                </a:cubicBezTo>
                <a:cubicBezTo>
                  <a:pt x="547" y="1100"/>
                  <a:pt x="551" y="1095"/>
                  <a:pt x="551" y="1095"/>
                </a:cubicBezTo>
                <a:close/>
                <a:moveTo>
                  <a:pt x="289" y="977"/>
                </a:moveTo>
                <a:cubicBezTo>
                  <a:pt x="289" y="977"/>
                  <a:pt x="289" y="979"/>
                  <a:pt x="289" y="982"/>
                </a:cubicBezTo>
                <a:cubicBezTo>
                  <a:pt x="290" y="985"/>
                  <a:pt x="291" y="989"/>
                  <a:pt x="292" y="994"/>
                </a:cubicBezTo>
                <a:cubicBezTo>
                  <a:pt x="293" y="999"/>
                  <a:pt x="295" y="1004"/>
                  <a:pt x="296" y="1010"/>
                </a:cubicBezTo>
                <a:cubicBezTo>
                  <a:pt x="297" y="1013"/>
                  <a:pt x="298" y="1016"/>
                  <a:pt x="299" y="1019"/>
                </a:cubicBezTo>
                <a:cubicBezTo>
                  <a:pt x="300" y="1023"/>
                  <a:pt x="301" y="1026"/>
                  <a:pt x="302" y="1030"/>
                </a:cubicBezTo>
                <a:cubicBezTo>
                  <a:pt x="303" y="1032"/>
                  <a:pt x="305" y="1035"/>
                  <a:pt x="306" y="1039"/>
                </a:cubicBezTo>
                <a:cubicBezTo>
                  <a:pt x="307" y="1042"/>
                  <a:pt x="308" y="1045"/>
                  <a:pt x="309" y="1048"/>
                </a:cubicBezTo>
                <a:cubicBezTo>
                  <a:pt x="312" y="1054"/>
                  <a:pt x="314" y="1060"/>
                  <a:pt x="316" y="1064"/>
                </a:cubicBezTo>
                <a:cubicBezTo>
                  <a:pt x="318" y="1069"/>
                  <a:pt x="320" y="1073"/>
                  <a:pt x="321" y="1076"/>
                </a:cubicBezTo>
                <a:cubicBezTo>
                  <a:pt x="322" y="1078"/>
                  <a:pt x="323" y="1080"/>
                  <a:pt x="323" y="1080"/>
                </a:cubicBezTo>
                <a:lnTo>
                  <a:pt x="280" y="1101"/>
                </a:lnTo>
                <a:cubicBezTo>
                  <a:pt x="280" y="1101"/>
                  <a:pt x="279" y="1099"/>
                  <a:pt x="277" y="1096"/>
                </a:cubicBezTo>
                <a:cubicBezTo>
                  <a:pt x="276" y="1093"/>
                  <a:pt x="274" y="1089"/>
                  <a:pt x="272" y="1084"/>
                </a:cubicBezTo>
                <a:cubicBezTo>
                  <a:pt x="269" y="1078"/>
                  <a:pt x="267" y="1072"/>
                  <a:pt x="264" y="1066"/>
                </a:cubicBezTo>
                <a:cubicBezTo>
                  <a:pt x="263" y="1062"/>
                  <a:pt x="262" y="1059"/>
                  <a:pt x="261" y="1056"/>
                </a:cubicBezTo>
                <a:cubicBezTo>
                  <a:pt x="259" y="1052"/>
                  <a:pt x="258" y="1048"/>
                  <a:pt x="257" y="1045"/>
                </a:cubicBezTo>
                <a:cubicBezTo>
                  <a:pt x="256" y="1041"/>
                  <a:pt x="255" y="1038"/>
                  <a:pt x="253" y="1034"/>
                </a:cubicBezTo>
                <a:cubicBezTo>
                  <a:pt x="252" y="1031"/>
                  <a:pt x="251" y="1027"/>
                  <a:pt x="250" y="1024"/>
                </a:cubicBezTo>
                <a:cubicBezTo>
                  <a:pt x="248" y="1017"/>
                  <a:pt x="246" y="1010"/>
                  <a:pt x="245" y="1005"/>
                </a:cubicBezTo>
                <a:cubicBezTo>
                  <a:pt x="244" y="999"/>
                  <a:pt x="243" y="994"/>
                  <a:pt x="242" y="991"/>
                </a:cubicBezTo>
                <a:cubicBezTo>
                  <a:pt x="242" y="987"/>
                  <a:pt x="241" y="986"/>
                  <a:pt x="241" y="986"/>
                </a:cubicBezTo>
                <a:lnTo>
                  <a:pt x="289" y="977"/>
                </a:lnTo>
                <a:close/>
                <a:moveTo>
                  <a:pt x="644" y="963"/>
                </a:moveTo>
                <a:lnTo>
                  <a:pt x="686" y="986"/>
                </a:lnTo>
                <a:cubicBezTo>
                  <a:pt x="686" y="986"/>
                  <a:pt x="672" y="1011"/>
                  <a:pt x="656" y="1036"/>
                </a:cubicBezTo>
                <a:cubicBezTo>
                  <a:pt x="648" y="1048"/>
                  <a:pt x="640" y="1060"/>
                  <a:pt x="634" y="1069"/>
                </a:cubicBezTo>
                <a:cubicBezTo>
                  <a:pt x="627" y="1078"/>
                  <a:pt x="623" y="1084"/>
                  <a:pt x="623" y="1084"/>
                </a:cubicBezTo>
                <a:lnTo>
                  <a:pt x="585" y="1055"/>
                </a:lnTo>
                <a:cubicBezTo>
                  <a:pt x="585" y="1055"/>
                  <a:pt x="589" y="1049"/>
                  <a:pt x="595" y="1042"/>
                </a:cubicBezTo>
                <a:cubicBezTo>
                  <a:pt x="601" y="1033"/>
                  <a:pt x="609" y="1022"/>
                  <a:pt x="616" y="1011"/>
                </a:cubicBezTo>
                <a:cubicBezTo>
                  <a:pt x="631" y="987"/>
                  <a:pt x="644" y="963"/>
                  <a:pt x="644" y="963"/>
                </a:cubicBezTo>
                <a:close/>
                <a:moveTo>
                  <a:pt x="279" y="806"/>
                </a:moveTo>
                <a:lnTo>
                  <a:pt x="317" y="836"/>
                </a:lnTo>
                <a:cubicBezTo>
                  <a:pt x="317" y="836"/>
                  <a:pt x="316" y="837"/>
                  <a:pt x="315" y="838"/>
                </a:cubicBezTo>
                <a:cubicBezTo>
                  <a:pt x="314" y="840"/>
                  <a:pt x="312" y="844"/>
                  <a:pt x="309" y="847"/>
                </a:cubicBezTo>
                <a:cubicBezTo>
                  <a:pt x="305" y="856"/>
                  <a:pt x="299" y="866"/>
                  <a:pt x="295" y="878"/>
                </a:cubicBezTo>
                <a:cubicBezTo>
                  <a:pt x="290" y="889"/>
                  <a:pt x="288" y="901"/>
                  <a:pt x="287" y="910"/>
                </a:cubicBezTo>
                <a:cubicBezTo>
                  <a:pt x="287" y="915"/>
                  <a:pt x="286" y="919"/>
                  <a:pt x="286" y="922"/>
                </a:cubicBezTo>
                <a:cubicBezTo>
                  <a:pt x="286" y="924"/>
                  <a:pt x="286" y="926"/>
                  <a:pt x="286" y="926"/>
                </a:cubicBezTo>
                <a:lnTo>
                  <a:pt x="238" y="924"/>
                </a:lnTo>
                <a:cubicBezTo>
                  <a:pt x="238" y="924"/>
                  <a:pt x="238" y="922"/>
                  <a:pt x="238" y="919"/>
                </a:cubicBezTo>
                <a:cubicBezTo>
                  <a:pt x="238" y="916"/>
                  <a:pt x="239" y="911"/>
                  <a:pt x="239" y="905"/>
                </a:cubicBezTo>
                <a:cubicBezTo>
                  <a:pt x="241" y="893"/>
                  <a:pt x="244" y="878"/>
                  <a:pt x="249" y="863"/>
                </a:cubicBezTo>
                <a:cubicBezTo>
                  <a:pt x="254" y="847"/>
                  <a:pt x="262" y="833"/>
                  <a:pt x="268" y="823"/>
                </a:cubicBezTo>
                <a:cubicBezTo>
                  <a:pt x="271" y="817"/>
                  <a:pt x="274" y="813"/>
                  <a:pt x="276" y="810"/>
                </a:cubicBezTo>
                <a:cubicBezTo>
                  <a:pt x="278" y="808"/>
                  <a:pt x="279" y="806"/>
                  <a:pt x="279" y="806"/>
                </a:cubicBezTo>
                <a:close/>
                <a:moveTo>
                  <a:pt x="674" y="768"/>
                </a:moveTo>
                <a:cubicBezTo>
                  <a:pt x="674" y="768"/>
                  <a:pt x="681" y="771"/>
                  <a:pt x="690" y="777"/>
                </a:cubicBezTo>
                <a:cubicBezTo>
                  <a:pt x="695" y="780"/>
                  <a:pt x="701" y="783"/>
                  <a:pt x="707" y="786"/>
                </a:cubicBezTo>
                <a:cubicBezTo>
                  <a:pt x="713" y="790"/>
                  <a:pt x="720" y="794"/>
                  <a:pt x="725" y="798"/>
                </a:cubicBezTo>
                <a:cubicBezTo>
                  <a:pt x="731" y="803"/>
                  <a:pt x="738" y="806"/>
                  <a:pt x="743" y="811"/>
                </a:cubicBezTo>
                <a:cubicBezTo>
                  <a:pt x="749" y="815"/>
                  <a:pt x="754" y="819"/>
                  <a:pt x="758" y="822"/>
                </a:cubicBezTo>
                <a:cubicBezTo>
                  <a:pt x="767" y="829"/>
                  <a:pt x="773" y="834"/>
                  <a:pt x="773" y="834"/>
                </a:cubicBezTo>
                <a:lnTo>
                  <a:pt x="742" y="871"/>
                </a:lnTo>
                <a:cubicBezTo>
                  <a:pt x="742" y="871"/>
                  <a:pt x="741" y="870"/>
                  <a:pt x="740" y="869"/>
                </a:cubicBezTo>
                <a:lnTo>
                  <a:pt x="738" y="868"/>
                </a:lnTo>
                <a:lnTo>
                  <a:pt x="738" y="869"/>
                </a:lnTo>
                <a:cubicBezTo>
                  <a:pt x="737" y="872"/>
                  <a:pt x="736" y="876"/>
                  <a:pt x="734" y="879"/>
                </a:cubicBezTo>
                <a:cubicBezTo>
                  <a:pt x="724" y="907"/>
                  <a:pt x="712" y="933"/>
                  <a:pt x="712" y="933"/>
                </a:cubicBezTo>
                <a:lnTo>
                  <a:pt x="668" y="913"/>
                </a:lnTo>
                <a:cubicBezTo>
                  <a:pt x="668" y="913"/>
                  <a:pt x="680" y="888"/>
                  <a:pt x="689" y="862"/>
                </a:cubicBezTo>
                <a:cubicBezTo>
                  <a:pt x="691" y="855"/>
                  <a:pt x="694" y="849"/>
                  <a:pt x="696" y="843"/>
                </a:cubicBezTo>
                <a:lnTo>
                  <a:pt x="698" y="837"/>
                </a:lnTo>
                <a:lnTo>
                  <a:pt x="691" y="832"/>
                </a:lnTo>
                <a:cubicBezTo>
                  <a:pt x="688" y="830"/>
                  <a:pt x="685" y="829"/>
                  <a:pt x="682" y="827"/>
                </a:cubicBezTo>
                <a:cubicBezTo>
                  <a:pt x="677" y="824"/>
                  <a:pt x="671" y="821"/>
                  <a:pt x="667" y="818"/>
                </a:cubicBezTo>
                <a:cubicBezTo>
                  <a:pt x="658" y="814"/>
                  <a:pt x="652" y="811"/>
                  <a:pt x="652" y="811"/>
                </a:cubicBezTo>
                <a:lnTo>
                  <a:pt x="674" y="768"/>
                </a:lnTo>
                <a:close/>
                <a:moveTo>
                  <a:pt x="442" y="723"/>
                </a:moveTo>
                <a:lnTo>
                  <a:pt x="447" y="770"/>
                </a:lnTo>
                <a:cubicBezTo>
                  <a:pt x="447" y="770"/>
                  <a:pt x="445" y="771"/>
                  <a:pt x="442" y="771"/>
                </a:cubicBezTo>
                <a:cubicBezTo>
                  <a:pt x="439" y="771"/>
                  <a:pt x="435" y="772"/>
                  <a:pt x="430" y="773"/>
                </a:cubicBezTo>
                <a:cubicBezTo>
                  <a:pt x="425" y="773"/>
                  <a:pt x="420" y="775"/>
                  <a:pt x="414" y="776"/>
                </a:cubicBezTo>
                <a:cubicBezTo>
                  <a:pt x="409" y="778"/>
                  <a:pt x="402" y="779"/>
                  <a:pt x="396" y="782"/>
                </a:cubicBezTo>
                <a:cubicBezTo>
                  <a:pt x="390" y="783"/>
                  <a:pt x="384" y="786"/>
                  <a:pt x="379" y="788"/>
                </a:cubicBezTo>
                <a:cubicBezTo>
                  <a:pt x="373" y="791"/>
                  <a:pt x="368" y="793"/>
                  <a:pt x="364" y="795"/>
                </a:cubicBezTo>
                <a:cubicBezTo>
                  <a:pt x="355" y="799"/>
                  <a:pt x="351" y="803"/>
                  <a:pt x="351" y="803"/>
                </a:cubicBezTo>
                <a:lnTo>
                  <a:pt x="324" y="763"/>
                </a:lnTo>
                <a:cubicBezTo>
                  <a:pt x="324" y="763"/>
                  <a:pt x="331" y="758"/>
                  <a:pt x="341" y="753"/>
                </a:cubicBezTo>
                <a:cubicBezTo>
                  <a:pt x="346" y="750"/>
                  <a:pt x="353" y="747"/>
                  <a:pt x="359" y="744"/>
                </a:cubicBezTo>
                <a:cubicBezTo>
                  <a:pt x="366" y="741"/>
                  <a:pt x="373" y="738"/>
                  <a:pt x="381" y="736"/>
                </a:cubicBezTo>
                <a:cubicBezTo>
                  <a:pt x="388" y="733"/>
                  <a:pt x="396" y="732"/>
                  <a:pt x="403" y="729"/>
                </a:cubicBezTo>
                <a:cubicBezTo>
                  <a:pt x="410" y="728"/>
                  <a:pt x="417" y="727"/>
                  <a:pt x="423" y="726"/>
                </a:cubicBezTo>
                <a:cubicBezTo>
                  <a:pt x="428" y="725"/>
                  <a:pt x="433" y="724"/>
                  <a:pt x="436" y="724"/>
                </a:cubicBezTo>
                <a:cubicBezTo>
                  <a:pt x="439" y="723"/>
                  <a:pt x="442" y="723"/>
                  <a:pt x="442" y="723"/>
                </a:cubicBezTo>
                <a:close/>
                <a:moveTo>
                  <a:pt x="502" y="721"/>
                </a:moveTo>
                <a:cubicBezTo>
                  <a:pt x="502" y="721"/>
                  <a:pt x="504" y="722"/>
                  <a:pt x="507" y="722"/>
                </a:cubicBezTo>
                <a:cubicBezTo>
                  <a:pt x="510" y="722"/>
                  <a:pt x="515" y="722"/>
                  <a:pt x="521" y="723"/>
                </a:cubicBezTo>
                <a:cubicBezTo>
                  <a:pt x="526" y="723"/>
                  <a:pt x="533" y="724"/>
                  <a:pt x="540" y="725"/>
                </a:cubicBezTo>
                <a:cubicBezTo>
                  <a:pt x="547" y="726"/>
                  <a:pt x="554" y="728"/>
                  <a:pt x="561" y="729"/>
                </a:cubicBezTo>
                <a:cubicBezTo>
                  <a:pt x="576" y="732"/>
                  <a:pt x="590" y="736"/>
                  <a:pt x="601" y="739"/>
                </a:cubicBezTo>
                <a:cubicBezTo>
                  <a:pt x="607" y="741"/>
                  <a:pt x="611" y="743"/>
                  <a:pt x="614" y="744"/>
                </a:cubicBezTo>
                <a:cubicBezTo>
                  <a:pt x="617" y="745"/>
                  <a:pt x="619" y="745"/>
                  <a:pt x="619" y="745"/>
                </a:cubicBezTo>
                <a:lnTo>
                  <a:pt x="603" y="791"/>
                </a:lnTo>
                <a:cubicBezTo>
                  <a:pt x="603" y="791"/>
                  <a:pt x="601" y="790"/>
                  <a:pt x="598" y="789"/>
                </a:cubicBezTo>
                <a:cubicBezTo>
                  <a:pt x="595" y="788"/>
                  <a:pt x="592" y="787"/>
                  <a:pt x="587" y="785"/>
                </a:cubicBezTo>
                <a:cubicBezTo>
                  <a:pt x="577" y="782"/>
                  <a:pt x="564" y="779"/>
                  <a:pt x="551" y="776"/>
                </a:cubicBezTo>
                <a:cubicBezTo>
                  <a:pt x="545" y="775"/>
                  <a:pt x="538" y="774"/>
                  <a:pt x="532" y="773"/>
                </a:cubicBezTo>
                <a:cubicBezTo>
                  <a:pt x="526" y="772"/>
                  <a:pt x="520" y="771"/>
                  <a:pt x="515" y="770"/>
                </a:cubicBezTo>
                <a:cubicBezTo>
                  <a:pt x="510" y="770"/>
                  <a:pt x="506" y="769"/>
                  <a:pt x="503" y="769"/>
                </a:cubicBezTo>
                <a:cubicBezTo>
                  <a:pt x="501" y="769"/>
                  <a:pt x="499" y="769"/>
                  <a:pt x="499" y="769"/>
                </a:cubicBezTo>
                <a:lnTo>
                  <a:pt x="502" y="721"/>
                </a:lnTo>
                <a:close/>
                <a:moveTo>
                  <a:pt x="779" y="648"/>
                </a:moveTo>
                <a:cubicBezTo>
                  <a:pt x="779" y="648"/>
                  <a:pt x="779" y="650"/>
                  <a:pt x="779" y="653"/>
                </a:cubicBezTo>
                <a:cubicBezTo>
                  <a:pt x="779" y="657"/>
                  <a:pt x="780" y="662"/>
                  <a:pt x="780" y="667"/>
                </a:cubicBezTo>
                <a:cubicBezTo>
                  <a:pt x="780" y="679"/>
                  <a:pt x="780" y="694"/>
                  <a:pt x="778" y="709"/>
                </a:cubicBezTo>
                <a:cubicBezTo>
                  <a:pt x="777" y="724"/>
                  <a:pt x="774" y="739"/>
                  <a:pt x="772" y="750"/>
                </a:cubicBezTo>
                <a:cubicBezTo>
                  <a:pt x="770" y="761"/>
                  <a:pt x="768" y="768"/>
                  <a:pt x="768" y="768"/>
                </a:cubicBezTo>
                <a:lnTo>
                  <a:pt x="721" y="758"/>
                </a:lnTo>
                <a:cubicBezTo>
                  <a:pt x="721" y="758"/>
                  <a:pt x="722" y="751"/>
                  <a:pt x="725" y="742"/>
                </a:cubicBezTo>
                <a:cubicBezTo>
                  <a:pt x="727" y="731"/>
                  <a:pt x="729" y="718"/>
                  <a:pt x="730" y="705"/>
                </a:cubicBezTo>
                <a:cubicBezTo>
                  <a:pt x="731" y="691"/>
                  <a:pt x="732" y="678"/>
                  <a:pt x="732" y="669"/>
                </a:cubicBezTo>
                <a:cubicBezTo>
                  <a:pt x="732" y="663"/>
                  <a:pt x="731" y="659"/>
                  <a:pt x="731" y="657"/>
                </a:cubicBezTo>
                <a:cubicBezTo>
                  <a:pt x="731" y="654"/>
                  <a:pt x="731" y="652"/>
                  <a:pt x="731" y="652"/>
                </a:cubicBezTo>
                <a:lnTo>
                  <a:pt x="779" y="648"/>
                </a:lnTo>
                <a:close/>
                <a:moveTo>
                  <a:pt x="710" y="482"/>
                </a:moveTo>
                <a:cubicBezTo>
                  <a:pt x="710" y="482"/>
                  <a:pt x="711" y="484"/>
                  <a:pt x="713" y="486"/>
                </a:cubicBezTo>
                <a:cubicBezTo>
                  <a:pt x="714" y="489"/>
                  <a:pt x="717" y="493"/>
                  <a:pt x="719" y="498"/>
                </a:cubicBezTo>
                <a:cubicBezTo>
                  <a:pt x="725" y="507"/>
                  <a:pt x="733" y="520"/>
                  <a:pt x="739" y="533"/>
                </a:cubicBezTo>
                <a:cubicBezTo>
                  <a:pt x="745" y="547"/>
                  <a:pt x="752" y="560"/>
                  <a:pt x="756" y="570"/>
                </a:cubicBezTo>
                <a:cubicBezTo>
                  <a:pt x="760" y="580"/>
                  <a:pt x="763" y="587"/>
                  <a:pt x="763" y="587"/>
                </a:cubicBezTo>
                <a:lnTo>
                  <a:pt x="718" y="605"/>
                </a:lnTo>
                <a:cubicBezTo>
                  <a:pt x="718" y="605"/>
                  <a:pt x="716" y="599"/>
                  <a:pt x="711" y="589"/>
                </a:cubicBezTo>
                <a:cubicBezTo>
                  <a:pt x="708" y="579"/>
                  <a:pt x="701" y="567"/>
                  <a:pt x="695" y="555"/>
                </a:cubicBezTo>
                <a:cubicBezTo>
                  <a:pt x="690" y="542"/>
                  <a:pt x="683" y="531"/>
                  <a:pt x="678" y="522"/>
                </a:cubicBezTo>
                <a:cubicBezTo>
                  <a:pt x="675" y="518"/>
                  <a:pt x="673" y="514"/>
                  <a:pt x="672" y="511"/>
                </a:cubicBezTo>
                <a:cubicBezTo>
                  <a:pt x="670" y="509"/>
                  <a:pt x="669" y="507"/>
                  <a:pt x="669" y="507"/>
                </a:cubicBezTo>
                <a:lnTo>
                  <a:pt x="710" y="482"/>
                </a:lnTo>
                <a:close/>
                <a:moveTo>
                  <a:pt x="603" y="346"/>
                </a:moveTo>
                <a:cubicBezTo>
                  <a:pt x="603" y="346"/>
                  <a:pt x="604" y="348"/>
                  <a:pt x="606" y="350"/>
                </a:cubicBezTo>
                <a:cubicBezTo>
                  <a:pt x="608" y="352"/>
                  <a:pt x="612" y="355"/>
                  <a:pt x="615" y="360"/>
                </a:cubicBezTo>
                <a:cubicBezTo>
                  <a:pt x="622" y="368"/>
                  <a:pt x="633" y="378"/>
                  <a:pt x="642" y="390"/>
                </a:cubicBezTo>
                <a:cubicBezTo>
                  <a:pt x="651" y="401"/>
                  <a:pt x="661" y="413"/>
                  <a:pt x="667" y="421"/>
                </a:cubicBezTo>
                <a:cubicBezTo>
                  <a:pt x="674" y="430"/>
                  <a:pt x="678" y="436"/>
                  <a:pt x="678" y="436"/>
                </a:cubicBezTo>
                <a:lnTo>
                  <a:pt x="639" y="464"/>
                </a:lnTo>
                <a:cubicBezTo>
                  <a:pt x="639" y="464"/>
                  <a:pt x="635" y="459"/>
                  <a:pt x="629" y="450"/>
                </a:cubicBezTo>
                <a:cubicBezTo>
                  <a:pt x="623" y="442"/>
                  <a:pt x="614" y="432"/>
                  <a:pt x="605" y="421"/>
                </a:cubicBezTo>
                <a:cubicBezTo>
                  <a:pt x="596" y="410"/>
                  <a:pt x="587" y="400"/>
                  <a:pt x="580" y="392"/>
                </a:cubicBezTo>
                <a:cubicBezTo>
                  <a:pt x="577" y="388"/>
                  <a:pt x="573" y="385"/>
                  <a:pt x="571" y="383"/>
                </a:cubicBezTo>
                <a:cubicBezTo>
                  <a:pt x="569" y="381"/>
                  <a:pt x="568" y="380"/>
                  <a:pt x="568" y="380"/>
                </a:cubicBezTo>
                <a:lnTo>
                  <a:pt x="603" y="346"/>
                </a:lnTo>
                <a:close/>
                <a:moveTo>
                  <a:pt x="473" y="233"/>
                </a:moveTo>
                <a:cubicBezTo>
                  <a:pt x="473" y="233"/>
                  <a:pt x="478" y="237"/>
                  <a:pt x="487" y="244"/>
                </a:cubicBezTo>
                <a:cubicBezTo>
                  <a:pt x="496" y="250"/>
                  <a:pt x="507" y="259"/>
                  <a:pt x="518" y="268"/>
                </a:cubicBezTo>
                <a:cubicBezTo>
                  <a:pt x="530" y="278"/>
                  <a:pt x="540" y="287"/>
                  <a:pt x="549" y="294"/>
                </a:cubicBezTo>
                <a:cubicBezTo>
                  <a:pt x="553" y="297"/>
                  <a:pt x="556" y="301"/>
                  <a:pt x="558" y="303"/>
                </a:cubicBezTo>
                <a:cubicBezTo>
                  <a:pt x="561" y="305"/>
                  <a:pt x="562" y="306"/>
                  <a:pt x="562" y="306"/>
                </a:cubicBezTo>
                <a:lnTo>
                  <a:pt x="530" y="341"/>
                </a:lnTo>
                <a:cubicBezTo>
                  <a:pt x="530" y="341"/>
                  <a:pt x="529" y="340"/>
                  <a:pt x="526" y="338"/>
                </a:cubicBezTo>
                <a:cubicBezTo>
                  <a:pt x="524" y="336"/>
                  <a:pt x="521" y="333"/>
                  <a:pt x="517" y="330"/>
                </a:cubicBezTo>
                <a:cubicBezTo>
                  <a:pt x="509" y="323"/>
                  <a:pt x="498" y="314"/>
                  <a:pt x="488" y="305"/>
                </a:cubicBezTo>
                <a:cubicBezTo>
                  <a:pt x="477" y="296"/>
                  <a:pt x="466" y="288"/>
                  <a:pt x="458" y="281"/>
                </a:cubicBezTo>
                <a:cubicBezTo>
                  <a:pt x="449" y="275"/>
                  <a:pt x="444" y="271"/>
                  <a:pt x="444" y="271"/>
                </a:cubicBezTo>
                <a:lnTo>
                  <a:pt x="473" y="233"/>
                </a:lnTo>
                <a:close/>
                <a:moveTo>
                  <a:pt x="328" y="139"/>
                </a:moveTo>
                <a:cubicBezTo>
                  <a:pt x="328" y="139"/>
                  <a:pt x="334" y="143"/>
                  <a:pt x="343" y="148"/>
                </a:cubicBezTo>
                <a:cubicBezTo>
                  <a:pt x="353" y="154"/>
                  <a:pt x="365" y="161"/>
                  <a:pt x="377" y="169"/>
                </a:cubicBezTo>
                <a:cubicBezTo>
                  <a:pt x="383" y="172"/>
                  <a:pt x="389" y="176"/>
                  <a:pt x="395" y="180"/>
                </a:cubicBezTo>
                <a:cubicBezTo>
                  <a:pt x="401" y="184"/>
                  <a:pt x="407" y="187"/>
                  <a:pt x="411" y="190"/>
                </a:cubicBezTo>
                <a:cubicBezTo>
                  <a:pt x="420" y="196"/>
                  <a:pt x="426" y="200"/>
                  <a:pt x="426" y="200"/>
                </a:cubicBezTo>
                <a:lnTo>
                  <a:pt x="399" y="239"/>
                </a:lnTo>
                <a:cubicBezTo>
                  <a:pt x="399" y="239"/>
                  <a:pt x="394" y="235"/>
                  <a:pt x="384" y="229"/>
                </a:cubicBezTo>
                <a:cubicBezTo>
                  <a:pt x="380" y="227"/>
                  <a:pt x="375" y="223"/>
                  <a:pt x="369" y="220"/>
                </a:cubicBezTo>
                <a:cubicBezTo>
                  <a:pt x="364" y="216"/>
                  <a:pt x="358" y="213"/>
                  <a:pt x="352" y="209"/>
                </a:cubicBezTo>
                <a:cubicBezTo>
                  <a:pt x="340" y="201"/>
                  <a:pt x="328" y="194"/>
                  <a:pt x="319" y="189"/>
                </a:cubicBezTo>
                <a:cubicBezTo>
                  <a:pt x="310" y="184"/>
                  <a:pt x="304" y="180"/>
                  <a:pt x="304" y="180"/>
                </a:cubicBezTo>
                <a:lnTo>
                  <a:pt x="328" y="139"/>
                </a:lnTo>
                <a:close/>
                <a:moveTo>
                  <a:pt x="174" y="61"/>
                </a:moveTo>
                <a:cubicBezTo>
                  <a:pt x="174" y="61"/>
                  <a:pt x="201" y="73"/>
                  <a:pt x="227" y="85"/>
                </a:cubicBezTo>
                <a:cubicBezTo>
                  <a:pt x="253" y="98"/>
                  <a:pt x="278" y="111"/>
                  <a:pt x="278" y="111"/>
                </a:cubicBezTo>
                <a:lnTo>
                  <a:pt x="256" y="154"/>
                </a:lnTo>
                <a:cubicBezTo>
                  <a:pt x="256" y="154"/>
                  <a:pt x="232" y="141"/>
                  <a:pt x="206" y="129"/>
                </a:cubicBezTo>
                <a:cubicBezTo>
                  <a:pt x="181" y="116"/>
                  <a:pt x="155" y="105"/>
                  <a:pt x="155" y="105"/>
                </a:cubicBezTo>
                <a:lnTo>
                  <a:pt x="174" y="61"/>
                </a:lnTo>
                <a:close/>
                <a:moveTo>
                  <a:pt x="14" y="0"/>
                </a:moveTo>
                <a:cubicBezTo>
                  <a:pt x="14" y="0"/>
                  <a:pt x="15" y="1"/>
                  <a:pt x="18" y="2"/>
                </a:cubicBezTo>
                <a:cubicBezTo>
                  <a:pt x="21" y="3"/>
                  <a:pt x="25" y="4"/>
                  <a:pt x="31" y="6"/>
                </a:cubicBezTo>
                <a:cubicBezTo>
                  <a:pt x="42" y="9"/>
                  <a:pt x="55" y="14"/>
                  <a:pt x="69" y="19"/>
                </a:cubicBezTo>
                <a:cubicBezTo>
                  <a:pt x="96" y="29"/>
                  <a:pt x="123" y="40"/>
                  <a:pt x="123" y="40"/>
                </a:cubicBezTo>
                <a:lnTo>
                  <a:pt x="105" y="84"/>
                </a:lnTo>
                <a:cubicBezTo>
                  <a:pt x="105" y="84"/>
                  <a:pt x="79" y="74"/>
                  <a:pt x="53" y="63"/>
                </a:cubicBezTo>
                <a:cubicBezTo>
                  <a:pt x="40" y="59"/>
                  <a:pt x="26" y="54"/>
                  <a:pt x="16" y="51"/>
                </a:cubicBezTo>
                <a:cubicBezTo>
                  <a:pt x="11" y="49"/>
                  <a:pt x="7" y="48"/>
                  <a:pt x="4" y="47"/>
                </a:cubicBezTo>
                <a:cubicBezTo>
                  <a:pt x="2" y="47"/>
                  <a:pt x="0" y="46"/>
                  <a:pt x="0" y="46"/>
                </a:cubicBezTo>
                <a:lnTo>
                  <a:pt x="14" y="0"/>
                </a:lnTo>
                <a:close/>
                <a:moveTo>
                  <a:pt x="844" y="994"/>
                </a:moveTo>
                <a:lnTo>
                  <a:pt x="886" y="970"/>
                </a:lnTo>
                <a:cubicBezTo>
                  <a:pt x="886" y="970"/>
                  <a:pt x="882" y="963"/>
                  <a:pt x="876" y="954"/>
                </a:cubicBezTo>
                <a:cubicBezTo>
                  <a:pt x="873" y="949"/>
                  <a:pt x="870" y="944"/>
                  <a:pt x="866" y="939"/>
                </a:cubicBezTo>
                <a:cubicBezTo>
                  <a:pt x="862" y="933"/>
                  <a:pt x="857" y="927"/>
                  <a:pt x="853" y="921"/>
                </a:cubicBezTo>
                <a:cubicBezTo>
                  <a:pt x="844" y="909"/>
                  <a:pt x="835" y="898"/>
                  <a:pt x="827" y="889"/>
                </a:cubicBezTo>
                <a:cubicBezTo>
                  <a:pt x="823" y="885"/>
                  <a:pt x="821" y="881"/>
                  <a:pt x="818" y="879"/>
                </a:cubicBezTo>
                <a:cubicBezTo>
                  <a:pt x="816" y="877"/>
                  <a:pt x="814" y="875"/>
                  <a:pt x="814" y="875"/>
                </a:cubicBezTo>
                <a:lnTo>
                  <a:pt x="779" y="908"/>
                </a:lnTo>
                <a:cubicBezTo>
                  <a:pt x="779" y="908"/>
                  <a:pt x="780" y="909"/>
                  <a:pt x="782" y="911"/>
                </a:cubicBezTo>
                <a:cubicBezTo>
                  <a:pt x="784" y="913"/>
                  <a:pt x="787" y="916"/>
                  <a:pt x="790" y="920"/>
                </a:cubicBezTo>
                <a:cubicBezTo>
                  <a:pt x="797" y="928"/>
                  <a:pt x="805" y="939"/>
                  <a:pt x="814" y="949"/>
                </a:cubicBezTo>
                <a:cubicBezTo>
                  <a:pt x="817" y="955"/>
                  <a:pt x="822" y="960"/>
                  <a:pt x="825" y="965"/>
                </a:cubicBezTo>
                <a:cubicBezTo>
                  <a:pt x="828" y="971"/>
                  <a:pt x="832" y="976"/>
                  <a:pt x="835" y="980"/>
                </a:cubicBezTo>
                <a:cubicBezTo>
                  <a:pt x="841" y="988"/>
                  <a:pt x="844" y="994"/>
                  <a:pt x="844" y="994"/>
                </a:cubicBezTo>
                <a:close/>
                <a:moveTo>
                  <a:pt x="904" y="1144"/>
                </a:moveTo>
                <a:lnTo>
                  <a:pt x="951" y="1133"/>
                </a:lnTo>
                <a:cubicBezTo>
                  <a:pt x="951" y="1133"/>
                  <a:pt x="944" y="1104"/>
                  <a:pt x="934" y="1076"/>
                </a:cubicBezTo>
                <a:cubicBezTo>
                  <a:pt x="932" y="1069"/>
                  <a:pt x="929" y="1062"/>
                  <a:pt x="927" y="1056"/>
                </a:cubicBezTo>
                <a:cubicBezTo>
                  <a:pt x="924" y="1049"/>
                  <a:pt x="922" y="1043"/>
                  <a:pt x="920" y="1038"/>
                </a:cubicBezTo>
                <a:cubicBezTo>
                  <a:pt x="915" y="1027"/>
                  <a:pt x="912" y="1021"/>
                  <a:pt x="912" y="1021"/>
                </a:cubicBezTo>
                <a:lnTo>
                  <a:pt x="868" y="1041"/>
                </a:lnTo>
                <a:cubicBezTo>
                  <a:pt x="868" y="1041"/>
                  <a:pt x="871" y="1047"/>
                  <a:pt x="875" y="1057"/>
                </a:cubicBezTo>
                <a:cubicBezTo>
                  <a:pt x="877" y="1061"/>
                  <a:pt x="879" y="1067"/>
                  <a:pt x="882" y="1073"/>
                </a:cubicBezTo>
                <a:cubicBezTo>
                  <a:pt x="884" y="1079"/>
                  <a:pt x="886" y="1085"/>
                  <a:pt x="889" y="1092"/>
                </a:cubicBezTo>
                <a:cubicBezTo>
                  <a:pt x="898" y="1118"/>
                  <a:pt x="904" y="1144"/>
                  <a:pt x="904" y="1144"/>
                </a:cubicBezTo>
                <a:close/>
                <a:moveTo>
                  <a:pt x="925" y="1307"/>
                </a:moveTo>
                <a:lnTo>
                  <a:pt x="973" y="1306"/>
                </a:lnTo>
                <a:cubicBezTo>
                  <a:pt x="973" y="1306"/>
                  <a:pt x="973" y="1304"/>
                  <a:pt x="973" y="1301"/>
                </a:cubicBezTo>
                <a:cubicBezTo>
                  <a:pt x="973" y="1298"/>
                  <a:pt x="972" y="1293"/>
                  <a:pt x="972" y="1288"/>
                </a:cubicBezTo>
                <a:cubicBezTo>
                  <a:pt x="972" y="1277"/>
                  <a:pt x="971" y="1263"/>
                  <a:pt x="970" y="1248"/>
                </a:cubicBezTo>
                <a:cubicBezTo>
                  <a:pt x="969" y="1233"/>
                  <a:pt x="967" y="1219"/>
                  <a:pt x="966" y="1208"/>
                </a:cubicBezTo>
                <a:cubicBezTo>
                  <a:pt x="965" y="1202"/>
                  <a:pt x="964" y="1198"/>
                  <a:pt x="964" y="1195"/>
                </a:cubicBezTo>
                <a:cubicBezTo>
                  <a:pt x="963" y="1192"/>
                  <a:pt x="963" y="1190"/>
                  <a:pt x="963" y="1190"/>
                </a:cubicBezTo>
                <a:lnTo>
                  <a:pt x="915" y="1198"/>
                </a:lnTo>
                <a:cubicBezTo>
                  <a:pt x="915" y="1198"/>
                  <a:pt x="916" y="1199"/>
                  <a:pt x="916" y="1202"/>
                </a:cubicBezTo>
                <a:cubicBezTo>
                  <a:pt x="916" y="1206"/>
                  <a:pt x="917" y="1209"/>
                  <a:pt x="917" y="1215"/>
                </a:cubicBezTo>
                <a:cubicBezTo>
                  <a:pt x="918" y="1225"/>
                  <a:pt x="920" y="1239"/>
                  <a:pt x="922" y="1253"/>
                </a:cubicBezTo>
                <a:cubicBezTo>
                  <a:pt x="923" y="1266"/>
                  <a:pt x="923" y="1280"/>
                  <a:pt x="924" y="1291"/>
                </a:cubicBezTo>
                <a:cubicBezTo>
                  <a:pt x="924" y="1296"/>
                  <a:pt x="924" y="1300"/>
                  <a:pt x="924" y="1303"/>
                </a:cubicBezTo>
                <a:cubicBezTo>
                  <a:pt x="925" y="1305"/>
                  <a:pt x="925" y="1307"/>
                  <a:pt x="925" y="1307"/>
                </a:cubicBezTo>
                <a:close/>
                <a:moveTo>
                  <a:pt x="912" y="1469"/>
                </a:moveTo>
                <a:lnTo>
                  <a:pt x="960" y="1478"/>
                </a:lnTo>
                <a:cubicBezTo>
                  <a:pt x="960" y="1478"/>
                  <a:pt x="961" y="1471"/>
                  <a:pt x="962" y="1460"/>
                </a:cubicBezTo>
                <a:cubicBezTo>
                  <a:pt x="964" y="1449"/>
                  <a:pt x="966" y="1435"/>
                  <a:pt x="968" y="1420"/>
                </a:cubicBezTo>
                <a:cubicBezTo>
                  <a:pt x="969" y="1413"/>
                  <a:pt x="969" y="1406"/>
                  <a:pt x="970" y="1399"/>
                </a:cubicBezTo>
                <a:cubicBezTo>
                  <a:pt x="970" y="1392"/>
                  <a:pt x="971" y="1386"/>
                  <a:pt x="971" y="1380"/>
                </a:cubicBezTo>
                <a:cubicBezTo>
                  <a:pt x="972" y="1375"/>
                  <a:pt x="972" y="1370"/>
                  <a:pt x="972" y="1367"/>
                </a:cubicBezTo>
                <a:cubicBezTo>
                  <a:pt x="972" y="1364"/>
                  <a:pt x="972" y="1362"/>
                  <a:pt x="972" y="1362"/>
                </a:cubicBezTo>
                <a:lnTo>
                  <a:pt x="924" y="1360"/>
                </a:lnTo>
                <a:cubicBezTo>
                  <a:pt x="924" y="1360"/>
                  <a:pt x="924" y="1362"/>
                  <a:pt x="924" y="1365"/>
                </a:cubicBezTo>
                <a:cubicBezTo>
                  <a:pt x="924" y="1368"/>
                  <a:pt x="924" y="1372"/>
                  <a:pt x="923" y="1377"/>
                </a:cubicBezTo>
                <a:cubicBezTo>
                  <a:pt x="923" y="1383"/>
                  <a:pt x="922" y="1389"/>
                  <a:pt x="922" y="1395"/>
                </a:cubicBezTo>
                <a:cubicBezTo>
                  <a:pt x="921" y="1401"/>
                  <a:pt x="921" y="1408"/>
                  <a:pt x="920" y="1415"/>
                </a:cubicBezTo>
                <a:cubicBezTo>
                  <a:pt x="918" y="1428"/>
                  <a:pt x="916" y="1442"/>
                  <a:pt x="915" y="1453"/>
                </a:cubicBezTo>
                <a:cubicBezTo>
                  <a:pt x="913" y="1463"/>
                  <a:pt x="912" y="1469"/>
                  <a:pt x="912" y="1469"/>
                </a:cubicBezTo>
                <a:close/>
                <a:moveTo>
                  <a:pt x="868" y="1629"/>
                </a:moveTo>
                <a:lnTo>
                  <a:pt x="913" y="1646"/>
                </a:lnTo>
                <a:cubicBezTo>
                  <a:pt x="913" y="1646"/>
                  <a:pt x="916" y="1639"/>
                  <a:pt x="919" y="1629"/>
                </a:cubicBezTo>
                <a:cubicBezTo>
                  <a:pt x="923" y="1618"/>
                  <a:pt x="928" y="1604"/>
                  <a:pt x="932" y="1591"/>
                </a:cubicBezTo>
                <a:cubicBezTo>
                  <a:pt x="937" y="1577"/>
                  <a:pt x="940" y="1563"/>
                  <a:pt x="944" y="1552"/>
                </a:cubicBezTo>
                <a:cubicBezTo>
                  <a:pt x="946" y="1541"/>
                  <a:pt x="948" y="1534"/>
                  <a:pt x="948" y="1534"/>
                </a:cubicBezTo>
                <a:lnTo>
                  <a:pt x="902" y="1523"/>
                </a:lnTo>
                <a:cubicBezTo>
                  <a:pt x="902" y="1523"/>
                  <a:pt x="900" y="1530"/>
                  <a:pt x="897" y="1540"/>
                </a:cubicBezTo>
                <a:cubicBezTo>
                  <a:pt x="894" y="1550"/>
                  <a:pt x="891" y="1563"/>
                  <a:pt x="886" y="1577"/>
                </a:cubicBezTo>
                <a:cubicBezTo>
                  <a:pt x="882" y="1590"/>
                  <a:pt x="878" y="1603"/>
                  <a:pt x="874" y="1613"/>
                </a:cubicBezTo>
                <a:cubicBezTo>
                  <a:pt x="871" y="1622"/>
                  <a:pt x="868" y="1629"/>
                  <a:pt x="868" y="1629"/>
                </a:cubicBezTo>
                <a:close/>
                <a:moveTo>
                  <a:pt x="794" y="1777"/>
                </a:moveTo>
                <a:lnTo>
                  <a:pt x="835" y="1802"/>
                </a:lnTo>
                <a:cubicBezTo>
                  <a:pt x="835" y="1802"/>
                  <a:pt x="836" y="1800"/>
                  <a:pt x="838" y="1798"/>
                </a:cubicBezTo>
                <a:cubicBezTo>
                  <a:pt x="839" y="1795"/>
                  <a:pt x="842" y="1791"/>
                  <a:pt x="844" y="1786"/>
                </a:cubicBezTo>
                <a:cubicBezTo>
                  <a:pt x="847" y="1781"/>
                  <a:pt x="850" y="1776"/>
                  <a:pt x="853" y="1770"/>
                </a:cubicBezTo>
                <a:cubicBezTo>
                  <a:pt x="857" y="1764"/>
                  <a:pt x="860" y="1758"/>
                  <a:pt x="864" y="1751"/>
                </a:cubicBezTo>
                <a:cubicBezTo>
                  <a:pt x="871" y="1738"/>
                  <a:pt x="877" y="1725"/>
                  <a:pt x="881" y="1715"/>
                </a:cubicBezTo>
                <a:cubicBezTo>
                  <a:pt x="884" y="1710"/>
                  <a:pt x="886" y="1706"/>
                  <a:pt x="887" y="1703"/>
                </a:cubicBezTo>
                <a:cubicBezTo>
                  <a:pt x="888" y="1701"/>
                  <a:pt x="889" y="1699"/>
                  <a:pt x="889" y="1699"/>
                </a:cubicBezTo>
                <a:lnTo>
                  <a:pt x="845" y="1679"/>
                </a:lnTo>
                <a:cubicBezTo>
                  <a:pt x="845" y="1679"/>
                  <a:pt x="845" y="1681"/>
                  <a:pt x="843" y="1683"/>
                </a:cubicBezTo>
                <a:cubicBezTo>
                  <a:pt x="842" y="1686"/>
                  <a:pt x="840" y="1690"/>
                  <a:pt x="838" y="1695"/>
                </a:cubicBezTo>
                <a:cubicBezTo>
                  <a:pt x="833" y="1704"/>
                  <a:pt x="827" y="1717"/>
                  <a:pt x="820" y="1729"/>
                </a:cubicBezTo>
                <a:cubicBezTo>
                  <a:pt x="817" y="1735"/>
                  <a:pt x="814" y="1741"/>
                  <a:pt x="811" y="1747"/>
                </a:cubicBezTo>
                <a:cubicBezTo>
                  <a:pt x="807" y="1752"/>
                  <a:pt x="804" y="1758"/>
                  <a:pt x="802" y="1762"/>
                </a:cubicBezTo>
                <a:cubicBezTo>
                  <a:pt x="799" y="1767"/>
                  <a:pt x="797" y="1771"/>
                  <a:pt x="796" y="1773"/>
                </a:cubicBezTo>
                <a:cubicBezTo>
                  <a:pt x="795" y="1775"/>
                  <a:pt x="794" y="1777"/>
                  <a:pt x="794" y="1777"/>
                </a:cubicBezTo>
                <a:close/>
                <a:moveTo>
                  <a:pt x="699" y="1912"/>
                </a:moveTo>
                <a:lnTo>
                  <a:pt x="736" y="1943"/>
                </a:lnTo>
                <a:cubicBezTo>
                  <a:pt x="736" y="1943"/>
                  <a:pt x="740" y="1938"/>
                  <a:pt x="747" y="1929"/>
                </a:cubicBezTo>
                <a:cubicBezTo>
                  <a:pt x="754" y="1920"/>
                  <a:pt x="763" y="1909"/>
                  <a:pt x="772" y="1898"/>
                </a:cubicBezTo>
                <a:cubicBezTo>
                  <a:pt x="776" y="1892"/>
                  <a:pt x="780" y="1886"/>
                  <a:pt x="784" y="1880"/>
                </a:cubicBezTo>
                <a:cubicBezTo>
                  <a:pt x="788" y="1875"/>
                  <a:pt x="792" y="1869"/>
                  <a:pt x="795" y="1865"/>
                </a:cubicBezTo>
                <a:cubicBezTo>
                  <a:pt x="798" y="1861"/>
                  <a:pt x="801" y="1857"/>
                  <a:pt x="802" y="1854"/>
                </a:cubicBezTo>
                <a:cubicBezTo>
                  <a:pt x="804" y="1852"/>
                  <a:pt x="805" y="1850"/>
                  <a:pt x="805" y="1850"/>
                </a:cubicBezTo>
                <a:lnTo>
                  <a:pt x="765" y="1823"/>
                </a:lnTo>
                <a:cubicBezTo>
                  <a:pt x="765" y="1823"/>
                  <a:pt x="764" y="1825"/>
                  <a:pt x="762" y="1827"/>
                </a:cubicBezTo>
                <a:cubicBezTo>
                  <a:pt x="761" y="1829"/>
                  <a:pt x="758" y="1833"/>
                  <a:pt x="755" y="1837"/>
                </a:cubicBezTo>
                <a:cubicBezTo>
                  <a:pt x="752" y="1841"/>
                  <a:pt x="749" y="1846"/>
                  <a:pt x="745" y="1852"/>
                </a:cubicBezTo>
                <a:cubicBezTo>
                  <a:pt x="742" y="1857"/>
                  <a:pt x="737" y="1862"/>
                  <a:pt x="733" y="1868"/>
                </a:cubicBezTo>
                <a:cubicBezTo>
                  <a:pt x="725" y="1879"/>
                  <a:pt x="716" y="1890"/>
                  <a:pt x="710" y="1898"/>
                </a:cubicBezTo>
                <a:cubicBezTo>
                  <a:pt x="703" y="1907"/>
                  <a:pt x="699" y="1912"/>
                  <a:pt x="699" y="1912"/>
                </a:cubicBezTo>
                <a:close/>
                <a:moveTo>
                  <a:pt x="584" y="2033"/>
                </a:moveTo>
                <a:lnTo>
                  <a:pt x="617" y="2067"/>
                </a:lnTo>
                <a:cubicBezTo>
                  <a:pt x="617" y="2067"/>
                  <a:pt x="638" y="2047"/>
                  <a:pt x="658" y="2027"/>
                </a:cubicBezTo>
                <a:cubicBezTo>
                  <a:pt x="668" y="2016"/>
                  <a:pt x="678" y="2006"/>
                  <a:pt x="686" y="1998"/>
                </a:cubicBezTo>
                <a:cubicBezTo>
                  <a:pt x="693" y="1990"/>
                  <a:pt x="698" y="1985"/>
                  <a:pt x="698" y="1985"/>
                </a:cubicBezTo>
                <a:lnTo>
                  <a:pt x="662" y="1953"/>
                </a:lnTo>
                <a:cubicBezTo>
                  <a:pt x="662" y="1953"/>
                  <a:pt x="657" y="1958"/>
                  <a:pt x="650" y="1966"/>
                </a:cubicBezTo>
                <a:cubicBezTo>
                  <a:pt x="643" y="1973"/>
                  <a:pt x="634" y="1984"/>
                  <a:pt x="624" y="1994"/>
                </a:cubicBezTo>
                <a:cubicBezTo>
                  <a:pt x="605" y="2013"/>
                  <a:pt x="584" y="2033"/>
                  <a:pt x="584" y="2033"/>
                </a:cubicBezTo>
                <a:close/>
                <a:moveTo>
                  <a:pt x="458" y="2141"/>
                </a:moveTo>
                <a:lnTo>
                  <a:pt x="487" y="2179"/>
                </a:lnTo>
                <a:cubicBezTo>
                  <a:pt x="487" y="2179"/>
                  <a:pt x="493" y="2175"/>
                  <a:pt x="501" y="2168"/>
                </a:cubicBezTo>
                <a:cubicBezTo>
                  <a:pt x="510" y="2161"/>
                  <a:pt x="521" y="2153"/>
                  <a:pt x="532" y="2143"/>
                </a:cubicBezTo>
                <a:cubicBezTo>
                  <a:pt x="554" y="2125"/>
                  <a:pt x="576" y="2106"/>
                  <a:pt x="576" y="2106"/>
                </a:cubicBezTo>
                <a:lnTo>
                  <a:pt x="544" y="2070"/>
                </a:lnTo>
                <a:cubicBezTo>
                  <a:pt x="544" y="2070"/>
                  <a:pt x="523" y="2089"/>
                  <a:pt x="501" y="2106"/>
                </a:cubicBezTo>
                <a:cubicBezTo>
                  <a:pt x="490" y="2115"/>
                  <a:pt x="480" y="2124"/>
                  <a:pt x="472" y="2130"/>
                </a:cubicBezTo>
                <a:cubicBezTo>
                  <a:pt x="463" y="2137"/>
                  <a:pt x="458" y="2141"/>
                  <a:pt x="458" y="2141"/>
                </a:cubicBezTo>
                <a:close/>
                <a:moveTo>
                  <a:pt x="321" y="2238"/>
                </a:moveTo>
                <a:lnTo>
                  <a:pt x="347" y="2278"/>
                </a:lnTo>
                <a:cubicBezTo>
                  <a:pt x="347" y="2278"/>
                  <a:pt x="371" y="2262"/>
                  <a:pt x="395" y="2246"/>
                </a:cubicBezTo>
                <a:cubicBezTo>
                  <a:pt x="419" y="2230"/>
                  <a:pt x="442" y="2213"/>
                  <a:pt x="442" y="2213"/>
                </a:cubicBezTo>
                <a:lnTo>
                  <a:pt x="414" y="2174"/>
                </a:lnTo>
                <a:cubicBezTo>
                  <a:pt x="414" y="2174"/>
                  <a:pt x="391" y="2191"/>
                  <a:pt x="368" y="2206"/>
                </a:cubicBezTo>
                <a:cubicBezTo>
                  <a:pt x="344" y="2222"/>
                  <a:pt x="321" y="2238"/>
                  <a:pt x="321" y="2238"/>
                </a:cubicBezTo>
                <a:close/>
                <a:moveTo>
                  <a:pt x="177" y="2323"/>
                </a:moveTo>
                <a:lnTo>
                  <a:pt x="200" y="2365"/>
                </a:lnTo>
                <a:cubicBezTo>
                  <a:pt x="200" y="2365"/>
                  <a:pt x="225" y="2352"/>
                  <a:pt x="250" y="2337"/>
                </a:cubicBezTo>
                <a:cubicBezTo>
                  <a:pt x="275" y="2322"/>
                  <a:pt x="300" y="2308"/>
                  <a:pt x="300" y="2308"/>
                </a:cubicBezTo>
                <a:lnTo>
                  <a:pt x="275" y="2267"/>
                </a:lnTo>
                <a:cubicBezTo>
                  <a:pt x="275" y="2267"/>
                  <a:pt x="251" y="2282"/>
                  <a:pt x="226" y="2296"/>
                </a:cubicBezTo>
                <a:cubicBezTo>
                  <a:pt x="202" y="2310"/>
                  <a:pt x="177" y="2323"/>
                  <a:pt x="177" y="2323"/>
                </a:cubicBezTo>
                <a:close/>
                <a:moveTo>
                  <a:pt x="27" y="2397"/>
                </a:moveTo>
                <a:lnTo>
                  <a:pt x="46" y="2441"/>
                </a:lnTo>
                <a:cubicBezTo>
                  <a:pt x="46" y="2441"/>
                  <a:pt x="73" y="2430"/>
                  <a:pt x="99" y="2417"/>
                </a:cubicBezTo>
                <a:cubicBezTo>
                  <a:pt x="125" y="2405"/>
                  <a:pt x="150" y="2392"/>
                  <a:pt x="150" y="2392"/>
                </a:cubicBezTo>
                <a:lnTo>
                  <a:pt x="128" y="2349"/>
                </a:lnTo>
                <a:cubicBezTo>
                  <a:pt x="128" y="2349"/>
                  <a:pt x="104" y="2362"/>
                  <a:pt x="78" y="2374"/>
                </a:cubicBezTo>
                <a:cubicBezTo>
                  <a:pt x="52" y="2386"/>
                  <a:pt x="27" y="2397"/>
                  <a:pt x="27" y="2397"/>
                </a:cubicBezTo>
                <a:close/>
              </a:path>
            </a:pathLst>
          </a:custGeom>
          <a:solidFill>
            <a:srgbClr val="FDFDFD">
              <a:alpha val="97000"/>
            </a:srgbClr>
          </a:solidFill>
          <a:ln w="3429" cap="flat">
            <a:noFill/>
            <a:prstDash val="solid"/>
            <a:miter/>
          </a:ln>
        </p:spPr>
        <p:txBody>
          <a:bodyPr wrap="square" rtlCol="0" anchor="ctr">
            <a:noAutofit/>
          </a:bodyPr>
          <a:lstStyle/>
          <a:p>
            <a:endParaRPr lang="zh-CN" altLang="en-US">
              <a:cs typeface="+mn-ea"/>
              <a:sym typeface="+mn-lt"/>
            </a:endParaRPr>
          </a:p>
        </p:txBody>
      </p:sp>
      <p:sp>
        <p:nvSpPr>
          <p:cNvPr id="131" name="任意多边形: 形状 130"/>
          <p:cNvSpPr/>
          <p:nvPr>
            <p:custDataLst>
              <p:tags r:id="rId23"/>
            </p:custDataLst>
          </p:nvPr>
        </p:nvSpPr>
        <p:spPr>
          <a:xfrm>
            <a:off x="11319510" y="3133725"/>
            <a:ext cx="692785" cy="800735"/>
          </a:xfrm>
          <a:custGeom>
            <a:avLst/>
            <a:gdLst>
              <a:gd name="connsiteX0" fmla="*/ 454725 w 829846"/>
              <a:gd name="connsiteY0" fmla="*/ 893243 h 893242"/>
              <a:gd name="connsiteX1" fmla="*/ 448554 w 829846"/>
              <a:gd name="connsiteY1" fmla="*/ 891528 h 893242"/>
              <a:gd name="connsiteX2" fmla="*/ 5869 w 829846"/>
              <a:gd name="connsiteY2" fmla="*/ 624752 h 893242"/>
              <a:gd name="connsiteX3" fmla="*/ 1755 w 829846"/>
              <a:gd name="connsiteY3" fmla="*/ 608293 h 893242"/>
              <a:gd name="connsiteX4" fmla="*/ 364885 w 829846"/>
              <a:gd name="connsiteY4" fmla="*/ 5817 h 893242"/>
              <a:gd name="connsiteX5" fmla="*/ 372429 w 829846"/>
              <a:gd name="connsiteY5" fmla="*/ 331 h 893242"/>
              <a:gd name="connsiteX6" fmla="*/ 381345 w 829846"/>
              <a:gd name="connsiteY6" fmla="*/ 1703 h 893242"/>
              <a:gd name="connsiteX7" fmla="*/ 824029 w 829846"/>
              <a:gd name="connsiteY7" fmla="*/ 268479 h 893242"/>
              <a:gd name="connsiteX8" fmla="*/ 829515 w 829846"/>
              <a:gd name="connsiteY8" fmla="*/ 276023 h 893242"/>
              <a:gd name="connsiteX9" fmla="*/ 828144 w 829846"/>
              <a:gd name="connsiteY9" fmla="*/ 284938 h 893242"/>
              <a:gd name="connsiteX10" fmla="*/ 465012 w 829846"/>
              <a:gd name="connsiteY10" fmla="*/ 887414 h 893242"/>
              <a:gd name="connsiteX11" fmla="*/ 454725 w 829846"/>
              <a:gd name="connsiteY11" fmla="*/ 893243 h 893242"/>
              <a:gd name="connsiteX12" fmla="*/ 28501 w 829846"/>
              <a:gd name="connsiteY12" fmla="*/ 610350 h 893242"/>
              <a:gd name="connsiteX13" fmla="*/ 450610 w 829846"/>
              <a:gd name="connsiteY13" fmla="*/ 864782 h 893242"/>
              <a:gd name="connsiteX14" fmla="*/ 801397 w 829846"/>
              <a:gd name="connsiteY14" fmla="*/ 282881 h 893242"/>
              <a:gd name="connsiteX15" fmla="*/ 379287 w 829846"/>
              <a:gd name="connsiteY15" fmla="*/ 28449 h 893242"/>
              <a:gd name="connsiteX16" fmla="*/ 28501 w 829846"/>
              <a:gd name="connsiteY16" fmla="*/ 610350 h 893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91" h="1261">
                <a:moveTo>
                  <a:pt x="587" y="1154"/>
                </a:moveTo>
                <a:cubicBezTo>
                  <a:pt x="585" y="1154"/>
                  <a:pt x="582" y="1153"/>
                  <a:pt x="579" y="1152"/>
                </a:cubicBezTo>
                <a:lnTo>
                  <a:pt x="8" y="807"/>
                </a:lnTo>
                <a:cubicBezTo>
                  <a:pt x="0" y="803"/>
                  <a:pt x="-2" y="793"/>
                  <a:pt x="2" y="786"/>
                </a:cubicBezTo>
                <a:lnTo>
                  <a:pt x="471" y="8"/>
                </a:lnTo>
                <a:cubicBezTo>
                  <a:pt x="474" y="4"/>
                  <a:pt x="477" y="1"/>
                  <a:pt x="481" y="0"/>
                </a:cubicBezTo>
                <a:cubicBezTo>
                  <a:pt x="485" y="0"/>
                  <a:pt x="490" y="0"/>
                  <a:pt x="493" y="2"/>
                </a:cubicBezTo>
                <a:lnTo>
                  <a:pt x="1064" y="347"/>
                </a:lnTo>
                <a:cubicBezTo>
                  <a:pt x="1068" y="349"/>
                  <a:pt x="1071" y="353"/>
                  <a:pt x="1072" y="357"/>
                </a:cubicBezTo>
                <a:cubicBezTo>
                  <a:pt x="1072" y="361"/>
                  <a:pt x="1072" y="365"/>
                  <a:pt x="1070" y="368"/>
                </a:cubicBezTo>
                <a:lnTo>
                  <a:pt x="601" y="1146"/>
                </a:lnTo>
                <a:cubicBezTo>
                  <a:pt x="598" y="1151"/>
                  <a:pt x="593" y="1154"/>
                  <a:pt x="587" y="1154"/>
                </a:cubicBezTo>
                <a:close/>
                <a:moveTo>
                  <a:pt x="37" y="789"/>
                </a:moveTo>
                <a:lnTo>
                  <a:pt x="582" y="1117"/>
                </a:lnTo>
                <a:lnTo>
                  <a:pt x="1035" y="365"/>
                </a:lnTo>
                <a:lnTo>
                  <a:pt x="490" y="37"/>
                </a:lnTo>
                <a:lnTo>
                  <a:pt x="37" y="789"/>
                </a:lnTo>
                <a:close/>
                <a:moveTo>
                  <a:pt x="606" y="1261"/>
                </a:moveTo>
                <a:cubicBezTo>
                  <a:pt x="604" y="1261"/>
                  <a:pt x="601" y="1260"/>
                  <a:pt x="598" y="1259"/>
                </a:cubicBezTo>
                <a:lnTo>
                  <a:pt x="27" y="914"/>
                </a:lnTo>
                <a:cubicBezTo>
                  <a:pt x="23" y="912"/>
                  <a:pt x="20" y="909"/>
                  <a:pt x="19" y="905"/>
                </a:cubicBezTo>
                <a:cubicBezTo>
                  <a:pt x="19" y="901"/>
                  <a:pt x="19" y="896"/>
                  <a:pt x="21" y="893"/>
                </a:cubicBezTo>
                <a:lnTo>
                  <a:pt x="37" y="867"/>
                </a:lnTo>
                <a:cubicBezTo>
                  <a:pt x="42" y="859"/>
                  <a:pt x="51" y="857"/>
                  <a:pt x="58" y="862"/>
                </a:cubicBezTo>
                <a:cubicBezTo>
                  <a:pt x="66" y="866"/>
                  <a:pt x="68" y="875"/>
                  <a:pt x="64" y="883"/>
                </a:cubicBezTo>
                <a:lnTo>
                  <a:pt x="56" y="896"/>
                </a:lnTo>
                <a:lnTo>
                  <a:pt x="601" y="1224"/>
                </a:lnTo>
                <a:lnTo>
                  <a:pt x="1054" y="473"/>
                </a:lnTo>
                <a:lnTo>
                  <a:pt x="1044" y="467"/>
                </a:lnTo>
                <a:cubicBezTo>
                  <a:pt x="1037" y="462"/>
                  <a:pt x="1034" y="453"/>
                  <a:pt x="1039" y="446"/>
                </a:cubicBezTo>
                <a:cubicBezTo>
                  <a:pt x="1043" y="438"/>
                  <a:pt x="1053" y="436"/>
                  <a:pt x="1060" y="440"/>
                </a:cubicBezTo>
                <a:lnTo>
                  <a:pt x="1083" y="454"/>
                </a:lnTo>
                <a:cubicBezTo>
                  <a:pt x="1087" y="457"/>
                  <a:pt x="1090" y="460"/>
                  <a:pt x="1091" y="464"/>
                </a:cubicBezTo>
                <a:cubicBezTo>
                  <a:pt x="1091" y="468"/>
                  <a:pt x="1091" y="473"/>
                  <a:pt x="1089" y="476"/>
                </a:cubicBezTo>
                <a:lnTo>
                  <a:pt x="620" y="1253"/>
                </a:lnTo>
                <a:cubicBezTo>
                  <a:pt x="617" y="1257"/>
                  <a:pt x="614" y="1260"/>
                  <a:pt x="610" y="1261"/>
                </a:cubicBezTo>
                <a:cubicBezTo>
                  <a:pt x="609" y="1261"/>
                  <a:pt x="608" y="1261"/>
                  <a:pt x="606" y="1261"/>
                </a:cubicBezTo>
                <a:close/>
                <a:moveTo>
                  <a:pt x="590" y="447"/>
                </a:moveTo>
                <a:cubicBezTo>
                  <a:pt x="587" y="447"/>
                  <a:pt x="584" y="446"/>
                  <a:pt x="582" y="445"/>
                </a:cubicBezTo>
                <a:lnTo>
                  <a:pt x="384" y="325"/>
                </a:lnTo>
                <a:cubicBezTo>
                  <a:pt x="380" y="323"/>
                  <a:pt x="377" y="319"/>
                  <a:pt x="376" y="315"/>
                </a:cubicBezTo>
                <a:cubicBezTo>
                  <a:pt x="376" y="311"/>
                  <a:pt x="376" y="307"/>
                  <a:pt x="378" y="304"/>
                </a:cubicBezTo>
                <a:lnTo>
                  <a:pt x="495" y="110"/>
                </a:lnTo>
                <a:cubicBezTo>
                  <a:pt x="499" y="102"/>
                  <a:pt x="509" y="100"/>
                  <a:pt x="516" y="104"/>
                </a:cubicBezTo>
                <a:lnTo>
                  <a:pt x="714" y="224"/>
                </a:lnTo>
                <a:cubicBezTo>
                  <a:pt x="722" y="228"/>
                  <a:pt x="724" y="238"/>
                  <a:pt x="720" y="245"/>
                </a:cubicBezTo>
                <a:lnTo>
                  <a:pt x="603" y="439"/>
                </a:lnTo>
                <a:cubicBezTo>
                  <a:pt x="601" y="443"/>
                  <a:pt x="597" y="446"/>
                  <a:pt x="593" y="447"/>
                </a:cubicBezTo>
                <a:cubicBezTo>
                  <a:pt x="592" y="447"/>
                  <a:pt x="591" y="447"/>
                  <a:pt x="590" y="447"/>
                </a:cubicBezTo>
                <a:close/>
                <a:moveTo>
                  <a:pt x="413" y="306"/>
                </a:moveTo>
                <a:lnTo>
                  <a:pt x="584" y="410"/>
                </a:lnTo>
                <a:lnTo>
                  <a:pt x="685" y="243"/>
                </a:lnTo>
                <a:lnTo>
                  <a:pt x="514" y="139"/>
                </a:lnTo>
                <a:lnTo>
                  <a:pt x="413" y="306"/>
                </a:lnTo>
                <a:close/>
                <a:moveTo>
                  <a:pt x="934" y="394"/>
                </a:moveTo>
                <a:cubicBezTo>
                  <a:pt x="932" y="394"/>
                  <a:pt x="929" y="393"/>
                  <a:pt x="927" y="392"/>
                </a:cubicBezTo>
                <a:lnTo>
                  <a:pt x="766" y="295"/>
                </a:lnTo>
                <a:cubicBezTo>
                  <a:pt x="758" y="290"/>
                  <a:pt x="756" y="281"/>
                  <a:pt x="760" y="274"/>
                </a:cubicBezTo>
                <a:cubicBezTo>
                  <a:pt x="765" y="266"/>
                  <a:pt x="774" y="264"/>
                  <a:pt x="781" y="268"/>
                </a:cubicBezTo>
                <a:lnTo>
                  <a:pt x="942" y="365"/>
                </a:lnTo>
                <a:cubicBezTo>
                  <a:pt x="950" y="370"/>
                  <a:pt x="952" y="379"/>
                  <a:pt x="948" y="387"/>
                </a:cubicBezTo>
                <a:cubicBezTo>
                  <a:pt x="945" y="391"/>
                  <a:pt x="940" y="394"/>
                  <a:pt x="934" y="394"/>
                </a:cubicBezTo>
                <a:close/>
                <a:moveTo>
                  <a:pt x="891" y="465"/>
                </a:moveTo>
                <a:cubicBezTo>
                  <a:pt x="889" y="465"/>
                  <a:pt x="886" y="464"/>
                  <a:pt x="884" y="463"/>
                </a:cubicBezTo>
                <a:lnTo>
                  <a:pt x="723" y="366"/>
                </a:lnTo>
                <a:cubicBezTo>
                  <a:pt x="715" y="361"/>
                  <a:pt x="713" y="352"/>
                  <a:pt x="717" y="345"/>
                </a:cubicBezTo>
                <a:cubicBezTo>
                  <a:pt x="722" y="337"/>
                  <a:pt x="731" y="335"/>
                  <a:pt x="738" y="339"/>
                </a:cubicBezTo>
                <a:lnTo>
                  <a:pt x="899" y="436"/>
                </a:lnTo>
                <a:cubicBezTo>
                  <a:pt x="907" y="441"/>
                  <a:pt x="909" y="450"/>
                  <a:pt x="905" y="458"/>
                </a:cubicBezTo>
                <a:cubicBezTo>
                  <a:pt x="902" y="462"/>
                  <a:pt x="897" y="465"/>
                  <a:pt x="891" y="465"/>
                </a:cubicBezTo>
                <a:close/>
                <a:moveTo>
                  <a:pt x="736" y="713"/>
                </a:moveTo>
                <a:cubicBezTo>
                  <a:pt x="734" y="713"/>
                  <a:pt x="731" y="712"/>
                  <a:pt x="728" y="711"/>
                </a:cubicBezTo>
                <a:lnTo>
                  <a:pt x="314" y="461"/>
                </a:lnTo>
                <a:cubicBezTo>
                  <a:pt x="306" y="456"/>
                  <a:pt x="304" y="447"/>
                  <a:pt x="308" y="440"/>
                </a:cubicBezTo>
                <a:cubicBezTo>
                  <a:pt x="313" y="432"/>
                  <a:pt x="322" y="430"/>
                  <a:pt x="330" y="434"/>
                </a:cubicBezTo>
                <a:lnTo>
                  <a:pt x="744" y="684"/>
                </a:lnTo>
                <a:cubicBezTo>
                  <a:pt x="752" y="689"/>
                  <a:pt x="754" y="698"/>
                  <a:pt x="750" y="705"/>
                </a:cubicBezTo>
                <a:cubicBezTo>
                  <a:pt x="747" y="710"/>
                  <a:pt x="742" y="713"/>
                  <a:pt x="736" y="713"/>
                </a:cubicBezTo>
                <a:close/>
                <a:moveTo>
                  <a:pt x="687" y="793"/>
                </a:moveTo>
                <a:cubicBezTo>
                  <a:pt x="685" y="793"/>
                  <a:pt x="682" y="792"/>
                  <a:pt x="679" y="791"/>
                </a:cubicBezTo>
                <a:lnTo>
                  <a:pt x="265" y="541"/>
                </a:lnTo>
                <a:cubicBezTo>
                  <a:pt x="257" y="536"/>
                  <a:pt x="255" y="527"/>
                  <a:pt x="259" y="520"/>
                </a:cubicBezTo>
                <a:cubicBezTo>
                  <a:pt x="264" y="512"/>
                  <a:pt x="273" y="510"/>
                  <a:pt x="281" y="514"/>
                </a:cubicBezTo>
                <a:lnTo>
                  <a:pt x="695" y="764"/>
                </a:lnTo>
                <a:cubicBezTo>
                  <a:pt x="703" y="769"/>
                  <a:pt x="705" y="778"/>
                  <a:pt x="701" y="785"/>
                </a:cubicBezTo>
                <a:cubicBezTo>
                  <a:pt x="698" y="790"/>
                  <a:pt x="693" y="793"/>
                  <a:pt x="687" y="793"/>
                </a:cubicBezTo>
                <a:close/>
                <a:moveTo>
                  <a:pt x="638" y="874"/>
                </a:moveTo>
                <a:cubicBezTo>
                  <a:pt x="636" y="874"/>
                  <a:pt x="633" y="873"/>
                  <a:pt x="630" y="872"/>
                </a:cubicBezTo>
                <a:lnTo>
                  <a:pt x="216" y="622"/>
                </a:lnTo>
                <a:cubicBezTo>
                  <a:pt x="208" y="617"/>
                  <a:pt x="206" y="608"/>
                  <a:pt x="210" y="601"/>
                </a:cubicBezTo>
                <a:cubicBezTo>
                  <a:pt x="215" y="593"/>
                  <a:pt x="224" y="591"/>
                  <a:pt x="232" y="595"/>
                </a:cubicBezTo>
                <a:lnTo>
                  <a:pt x="646" y="845"/>
                </a:lnTo>
                <a:cubicBezTo>
                  <a:pt x="654" y="850"/>
                  <a:pt x="656" y="859"/>
                  <a:pt x="652" y="866"/>
                </a:cubicBezTo>
                <a:cubicBezTo>
                  <a:pt x="649" y="871"/>
                  <a:pt x="644" y="874"/>
                  <a:pt x="638" y="874"/>
                </a:cubicBezTo>
                <a:close/>
              </a:path>
            </a:pathLst>
          </a:custGeom>
          <a:solidFill>
            <a:srgbClr val="FFFFFF">
              <a:alpha val="80000"/>
            </a:srgbClr>
          </a:solidFill>
          <a:ln w="3429" cap="flat">
            <a:noFill/>
            <a:prstDash val="solid"/>
            <a:miter/>
          </a:ln>
        </p:spPr>
        <p:txBody>
          <a:bodyPr wrap="square" rtlCol="0" anchor="ctr">
            <a:noAutofit/>
          </a:bodyPr>
          <a:lstStyle/>
          <a:p>
            <a:endParaRPr lang="zh-CN" altLang="en-US">
              <a:cs typeface="+mn-ea"/>
              <a:sym typeface="+mn-lt"/>
            </a:endParaRPr>
          </a:p>
        </p:txBody>
      </p:sp>
      <p:sp>
        <p:nvSpPr>
          <p:cNvPr id="178" name="任意多边形: 形状 177"/>
          <p:cNvSpPr/>
          <p:nvPr>
            <p:custDataLst>
              <p:tags r:id="rId24"/>
            </p:custDataLst>
          </p:nvPr>
        </p:nvSpPr>
        <p:spPr>
          <a:xfrm>
            <a:off x="7157085" y="1154606"/>
            <a:ext cx="692668" cy="363071"/>
          </a:xfrm>
          <a:custGeom>
            <a:avLst/>
            <a:gdLst>
              <a:gd name="connsiteX0" fmla="*/ 562021 w 692668"/>
              <a:gd name="connsiteY0" fmla="*/ 128228 h 363071"/>
              <a:gd name="connsiteX1" fmla="*/ 456065 w 692668"/>
              <a:gd name="connsiteY1" fmla="*/ 1355 h 363071"/>
              <a:gd name="connsiteX2" fmla="*/ 292844 w 692668"/>
              <a:gd name="connsiteY2" fmla="*/ 69249 h 363071"/>
              <a:gd name="connsiteX3" fmla="*/ 157056 w 692668"/>
              <a:gd name="connsiteY3" fmla="*/ 61020 h 363071"/>
              <a:gd name="connsiteX4" fmla="*/ 103906 w 692668"/>
              <a:gd name="connsiteY4" fmla="*/ 154974 h 363071"/>
              <a:gd name="connsiteX5" fmla="*/ 2065 w 692668"/>
              <a:gd name="connsiteY5" fmla="*/ 249958 h 363071"/>
              <a:gd name="connsiteX6" fmla="*/ 124137 w 692668"/>
              <a:gd name="connsiteY6" fmla="*/ 285962 h 363071"/>
              <a:gd name="connsiteX7" fmla="*/ 204376 w 692668"/>
              <a:gd name="connsiteY7" fmla="*/ 322995 h 363071"/>
              <a:gd name="connsiteX8" fmla="*/ 263012 w 692668"/>
              <a:gd name="connsiteY8" fmla="*/ 301393 h 363071"/>
              <a:gd name="connsiteX9" fmla="*/ 440634 w 692668"/>
              <a:gd name="connsiteY9" fmla="*/ 356257 h 363071"/>
              <a:gd name="connsiteX10" fmla="*/ 558249 w 692668"/>
              <a:gd name="connsiteY10" fmla="*/ 257158 h 363071"/>
              <a:gd name="connsiteX11" fmla="*/ 692666 w 692668"/>
              <a:gd name="connsiteY11" fmla="*/ 195779 h 363071"/>
              <a:gd name="connsiteX12" fmla="*/ 562021 w 692668"/>
              <a:gd name="connsiteY12" fmla="*/ 128228 h 363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2668" h="363071">
                <a:moveTo>
                  <a:pt x="562021" y="128228"/>
                </a:moveTo>
                <a:cubicBezTo>
                  <a:pt x="562021" y="128228"/>
                  <a:pt x="558249" y="14042"/>
                  <a:pt x="456065" y="1355"/>
                </a:cubicBezTo>
                <a:cubicBezTo>
                  <a:pt x="353880" y="-11332"/>
                  <a:pt x="292844" y="69249"/>
                  <a:pt x="292844" y="69249"/>
                </a:cubicBezTo>
                <a:cubicBezTo>
                  <a:pt x="292844" y="69249"/>
                  <a:pt x="215692" y="13014"/>
                  <a:pt x="157056" y="61020"/>
                </a:cubicBezTo>
                <a:cubicBezTo>
                  <a:pt x="98420" y="109026"/>
                  <a:pt x="103906" y="154974"/>
                  <a:pt x="103906" y="154974"/>
                </a:cubicBezTo>
                <a:cubicBezTo>
                  <a:pt x="103906" y="154974"/>
                  <a:pt x="-17137" y="188921"/>
                  <a:pt x="2065" y="249958"/>
                </a:cubicBezTo>
                <a:cubicBezTo>
                  <a:pt x="21267" y="310651"/>
                  <a:pt x="124137" y="285962"/>
                  <a:pt x="124137" y="285962"/>
                </a:cubicBezTo>
                <a:cubicBezTo>
                  <a:pt x="124137" y="285962"/>
                  <a:pt x="147455" y="325053"/>
                  <a:pt x="204376" y="322995"/>
                </a:cubicBezTo>
                <a:cubicBezTo>
                  <a:pt x="266784" y="320938"/>
                  <a:pt x="263012" y="301393"/>
                  <a:pt x="263012" y="301393"/>
                </a:cubicBezTo>
                <a:cubicBezTo>
                  <a:pt x="263012" y="301393"/>
                  <a:pt x="308618" y="387460"/>
                  <a:pt x="440634" y="356257"/>
                </a:cubicBezTo>
                <a:cubicBezTo>
                  <a:pt x="572651" y="325396"/>
                  <a:pt x="558249" y="257158"/>
                  <a:pt x="558249" y="257158"/>
                </a:cubicBezTo>
                <a:cubicBezTo>
                  <a:pt x="558249" y="257158"/>
                  <a:pt x="693351" y="296592"/>
                  <a:pt x="692666" y="195779"/>
                </a:cubicBezTo>
                <a:cubicBezTo>
                  <a:pt x="691980" y="94967"/>
                  <a:pt x="562021" y="128228"/>
                  <a:pt x="562021" y="128228"/>
                </a:cubicBezTo>
                <a:close/>
              </a:path>
            </a:pathLst>
          </a:custGeom>
          <a:noFill/>
          <a:ln w="15875" cap="flat">
            <a:solidFill>
              <a:srgbClr val="FFFFFF">
                <a:alpha val="88000"/>
              </a:srgbClr>
            </a:solidFill>
            <a:prstDash val="solid"/>
            <a:miter/>
          </a:ln>
        </p:spPr>
        <p:txBody>
          <a:bodyPr rtlCol="0" anchor="ctr"/>
          <a:lstStyle/>
          <a:p>
            <a:endParaRPr lang="zh-CN" altLang="en-US">
              <a:cs typeface="+mn-ea"/>
              <a:sym typeface="+mn-lt"/>
            </a:endParaRPr>
          </a:p>
        </p:txBody>
      </p:sp>
      <p:sp>
        <p:nvSpPr>
          <p:cNvPr id="908" name="任意多边形: 形状 907"/>
          <p:cNvSpPr/>
          <p:nvPr>
            <p:custDataLst>
              <p:tags r:id="rId25"/>
            </p:custDataLst>
          </p:nvPr>
        </p:nvSpPr>
        <p:spPr>
          <a:xfrm rot="20069393">
            <a:off x="8234045" y="796925"/>
            <a:ext cx="530860" cy="637540"/>
          </a:xfrm>
          <a:custGeom>
            <a:avLst/>
            <a:gdLst>
              <a:gd name="connsiteX0" fmla="*/ 387937 w 389088"/>
              <a:gd name="connsiteY0" fmla="*/ 405795 h 467459"/>
              <a:gd name="connsiteX1" fmla="*/ 326036 w 389088"/>
              <a:gd name="connsiteY1" fmla="*/ 233567 h 467459"/>
              <a:gd name="connsiteX2" fmla="*/ 304207 w 389088"/>
              <a:gd name="connsiteY2" fmla="*/ 163464 h 467459"/>
              <a:gd name="connsiteX3" fmla="*/ 276024 w 389088"/>
              <a:gd name="connsiteY3" fmla="*/ 65817 h 467459"/>
              <a:gd name="connsiteX4" fmla="*/ 264451 w 389088"/>
              <a:gd name="connsiteY4" fmla="*/ 27953 h 467459"/>
              <a:gd name="connsiteX5" fmla="*/ 260378 w 389088"/>
              <a:gd name="connsiteY5" fmla="*/ 16065 h 467459"/>
              <a:gd name="connsiteX6" fmla="*/ 256133 w 389088"/>
              <a:gd name="connsiteY6" fmla="*/ 7671 h 467459"/>
              <a:gd name="connsiteX7" fmla="*/ 242643 w 389088"/>
              <a:gd name="connsiteY7" fmla="*/ 4897 h 467459"/>
              <a:gd name="connsiteX8" fmla="*/ 217800 w 389088"/>
              <a:gd name="connsiteY8" fmla="*/ 4026 h 467459"/>
              <a:gd name="connsiteX9" fmla="*/ 168110 w 389088"/>
              <a:gd name="connsiteY9" fmla="*/ 2281 h 467459"/>
              <a:gd name="connsiteX10" fmla="*/ 118421 w 389088"/>
              <a:gd name="connsiteY10" fmla="*/ 535 h 467459"/>
              <a:gd name="connsiteX11" fmla="*/ 106426 w 389088"/>
              <a:gd name="connsiteY11" fmla="*/ 114 h 467459"/>
              <a:gd name="connsiteX12" fmla="*/ 100442 w 389088"/>
              <a:gd name="connsiteY12" fmla="*/ 377 h 467459"/>
              <a:gd name="connsiteX13" fmla="*/ 95076 w 389088"/>
              <a:gd name="connsiteY13" fmla="*/ 4389 h 467459"/>
              <a:gd name="connsiteX14" fmla="*/ 85002 w 389088"/>
              <a:gd name="connsiteY14" fmla="*/ 28876 h 467459"/>
              <a:gd name="connsiteX15" fmla="*/ 73429 w 389088"/>
              <a:gd name="connsiteY15" fmla="*/ 71135 h 467459"/>
              <a:gd name="connsiteX16" fmla="*/ 50550 w 389088"/>
              <a:gd name="connsiteY16" fmla="*/ 169211 h 467459"/>
              <a:gd name="connsiteX17" fmla="*/ 29195 w 389088"/>
              <a:gd name="connsiteY17" fmla="*/ 261619 h 467459"/>
              <a:gd name="connsiteX18" fmla="*/ 11216 w 389088"/>
              <a:gd name="connsiteY18" fmla="*/ 357141 h 467459"/>
              <a:gd name="connsiteX19" fmla="*/ 4375 w 389088"/>
              <a:gd name="connsiteY19" fmla="*/ 405253 h 467459"/>
              <a:gd name="connsiteX20" fmla="*/ 1499 w 389088"/>
              <a:gd name="connsiteY20" fmla="*/ 429177 h 467459"/>
              <a:gd name="connsiteX21" fmla="*/ 237 w 389088"/>
              <a:gd name="connsiteY21" fmla="*/ 440740 h 467459"/>
              <a:gd name="connsiteX22" fmla="*/ 3642 w 389088"/>
              <a:gd name="connsiteY22" fmla="*/ 451558 h 467459"/>
              <a:gd name="connsiteX23" fmla="*/ 16507 w 389088"/>
              <a:gd name="connsiteY23" fmla="*/ 454401 h 467459"/>
              <a:gd name="connsiteX24" fmla="*/ 40843 w 389088"/>
              <a:gd name="connsiteY24" fmla="*/ 458166 h 467459"/>
              <a:gd name="connsiteX25" fmla="*/ 63413 w 389088"/>
              <a:gd name="connsiteY25" fmla="*/ 461612 h 467459"/>
              <a:gd name="connsiteX26" fmla="*/ 85098 w 389088"/>
              <a:gd name="connsiteY26" fmla="*/ 465881 h 467459"/>
              <a:gd name="connsiteX27" fmla="*/ 123410 w 389088"/>
              <a:gd name="connsiteY27" fmla="*/ 465240 h 467459"/>
              <a:gd name="connsiteX28" fmla="*/ 129074 w 389088"/>
              <a:gd name="connsiteY28" fmla="*/ 457799 h 467459"/>
              <a:gd name="connsiteX29" fmla="*/ 136358 w 389088"/>
              <a:gd name="connsiteY29" fmla="*/ 387683 h 467459"/>
              <a:gd name="connsiteX30" fmla="*/ 139097 w 389088"/>
              <a:gd name="connsiteY30" fmla="*/ 363800 h 467459"/>
              <a:gd name="connsiteX31" fmla="*/ 140442 w 389088"/>
              <a:gd name="connsiteY31" fmla="*/ 352899 h 467459"/>
              <a:gd name="connsiteX32" fmla="*/ 141127 w 389088"/>
              <a:gd name="connsiteY32" fmla="*/ 347605 h 467459"/>
              <a:gd name="connsiteX33" fmla="*/ 141241 w 389088"/>
              <a:gd name="connsiteY33" fmla="*/ 346765 h 467459"/>
              <a:gd name="connsiteX34" fmla="*/ 141625 w 389088"/>
              <a:gd name="connsiteY34" fmla="*/ 343981 h 467459"/>
              <a:gd name="connsiteX35" fmla="*/ 144083 w 389088"/>
              <a:gd name="connsiteY35" fmla="*/ 328365 h 467459"/>
              <a:gd name="connsiteX36" fmla="*/ 145139 w 389088"/>
              <a:gd name="connsiteY36" fmla="*/ 323479 h 467459"/>
              <a:gd name="connsiteX37" fmla="*/ 145637 w 389088"/>
              <a:gd name="connsiteY37" fmla="*/ 321812 h 467459"/>
              <a:gd name="connsiteX38" fmla="*/ 145126 w 389088"/>
              <a:gd name="connsiteY38" fmla="*/ 322992 h 467459"/>
              <a:gd name="connsiteX39" fmla="*/ 144234 w 389088"/>
              <a:gd name="connsiteY39" fmla="*/ 324031 h 467459"/>
              <a:gd name="connsiteX40" fmla="*/ 141683 w 389088"/>
              <a:gd name="connsiteY40" fmla="*/ 325049 h 467459"/>
              <a:gd name="connsiteX41" fmla="*/ 142358 w 389088"/>
              <a:gd name="connsiteY41" fmla="*/ 326366 h 467459"/>
              <a:gd name="connsiteX42" fmla="*/ 148116 w 389088"/>
              <a:gd name="connsiteY42" fmla="*/ 326698 h 467459"/>
              <a:gd name="connsiteX43" fmla="*/ 161287 w 389088"/>
              <a:gd name="connsiteY43" fmla="*/ 327079 h 467459"/>
              <a:gd name="connsiteX44" fmla="*/ 185982 w 389088"/>
              <a:gd name="connsiteY44" fmla="*/ 326348 h 467459"/>
              <a:gd name="connsiteX45" fmla="*/ 237702 w 389088"/>
              <a:gd name="connsiteY45" fmla="*/ 318822 h 467459"/>
              <a:gd name="connsiteX46" fmla="*/ 227936 w 389088"/>
              <a:gd name="connsiteY46" fmla="*/ 311381 h 467459"/>
              <a:gd name="connsiteX47" fmla="*/ 236841 w 389088"/>
              <a:gd name="connsiteY47" fmla="*/ 398296 h 467459"/>
              <a:gd name="connsiteX48" fmla="*/ 244543 w 389088"/>
              <a:gd name="connsiteY48" fmla="*/ 445795 h 467459"/>
              <a:gd name="connsiteX49" fmla="*/ 250674 w 389088"/>
              <a:gd name="connsiteY49" fmla="*/ 458101 h 467459"/>
              <a:gd name="connsiteX50" fmla="*/ 268162 w 389088"/>
              <a:gd name="connsiteY50" fmla="*/ 457655 h 467459"/>
              <a:gd name="connsiteX51" fmla="*/ 295745 w 389088"/>
              <a:gd name="connsiteY51" fmla="*/ 452056 h 467459"/>
              <a:gd name="connsiteX52" fmla="*/ 357593 w 389088"/>
              <a:gd name="connsiteY52" fmla="*/ 439502 h 467459"/>
              <a:gd name="connsiteX53" fmla="*/ 382070 w 389088"/>
              <a:gd name="connsiteY53" fmla="*/ 431369 h 467459"/>
              <a:gd name="connsiteX54" fmla="*/ 387937 w 389088"/>
              <a:gd name="connsiteY54" fmla="*/ 405795 h 467459"/>
              <a:gd name="connsiteX55" fmla="*/ 373058 w 389088"/>
              <a:gd name="connsiteY55" fmla="*/ 409896 h 467459"/>
              <a:gd name="connsiteX56" fmla="*/ 373312 w 389088"/>
              <a:gd name="connsiteY56" fmla="*/ 418410 h 467459"/>
              <a:gd name="connsiteX57" fmla="*/ 367798 w 389088"/>
              <a:gd name="connsiteY57" fmla="*/ 421527 h 467459"/>
              <a:gd name="connsiteX58" fmla="*/ 345132 w 389088"/>
              <a:gd name="connsiteY58" fmla="*/ 426314 h 467459"/>
              <a:gd name="connsiteX59" fmla="*/ 294150 w 389088"/>
              <a:gd name="connsiteY59" fmla="*/ 436663 h 467459"/>
              <a:gd name="connsiteX60" fmla="*/ 268241 w 389088"/>
              <a:gd name="connsiteY60" fmla="*/ 441923 h 467459"/>
              <a:gd name="connsiteX61" fmla="*/ 255704 w 389088"/>
              <a:gd name="connsiteY61" fmla="*/ 444467 h 467459"/>
              <a:gd name="connsiteX62" fmla="*/ 258533 w 389088"/>
              <a:gd name="connsiteY62" fmla="*/ 445112 h 467459"/>
              <a:gd name="connsiteX63" fmla="*/ 260981 w 389088"/>
              <a:gd name="connsiteY63" fmla="*/ 446929 h 467459"/>
              <a:gd name="connsiteX64" fmla="*/ 260714 w 389088"/>
              <a:gd name="connsiteY64" fmla="*/ 446230 h 467459"/>
              <a:gd name="connsiteX65" fmla="*/ 260995 w 389088"/>
              <a:gd name="connsiteY65" fmla="*/ 446881 h 467459"/>
              <a:gd name="connsiteX66" fmla="*/ 260494 w 389088"/>
              <a:gd name="connsiteY66" fmla="*/ 445451 h 467459"/>
              <a:gd name="connsiteX67" fmla="*/ 258794 w 389088"/>
              <a:gd name="connsiteY67" fmla="*/ 439084 h 467459"/>
              <a:gd name="connsiteX68" fmla="*/ 252056 w 389088"/>
              <a:gd name="connsiteY68" fmla="*/ 396575 h 467459"/>
              <a:gd name="connsiteX69" fmla="*/ 246367 w 389088"/>
              <a:gd name="connsiteY69" fmla="*/ 344824 h 467459"/>
              <a:gd name="connsiteX70" fmla="*/ 243370 w 389088"/>
              <a:gd name="connsiteY70" fmla="*/ 311377 h 467459"/>
              <a:gd name="connsiteX71" fmla="*/ 233604 w 389088"/>
              <a:gd name="connsiteY71" fmla="*/ 303937 h 467459"/>
              <a:gd name="connsiteX72" fmla="*/ 187628 w 389088"/>
              <a:gd name="connsiteY72" fmla="*/ 310798 h 467459"/>
              <a:gd name="connsiteX73" fmla="*/ 140719 w 389088"/>
              <a:gd name="connsiteY73" fmla="*/ 310815 h 467459"/>
              <a:gd name="connsiteX74" fmla="*/ 130151 w 389088"/>
              <a:gd name="connsiteY74" fmla="*/ 319813 h 467459"/>
              <a:gd name="connsiteX75" fmla="*/ 127771 w 389088"/>
              <a:gd name="connsiteY75" fmla="*/ 332833 h 467459"/>
              <a:gd name="connsiteX76" fmla="*/ 116826 w 389088"/>
              <a:gd name="connsiteY76" fmla="*/ 426499 h 467459"/>
              <a:gd name="connsiteX77" fmla="*/ 113651 w 389088"/>
              <a:gd name="connsiteY77" fmla="*/ 457796 h 467459"/>
              <a:gd name="connsiteX78" fmla="*/ 119316 w 389088"/>
              <a:gd name="connsiteY78" fmla="*/ 450355 h 467459"/>
              <a:gd name="connsiteX79" fmla="*/ 86051 w 389088"/>
              <a:gd name="connsiteY79" fmla="*/ 450389 h 467459"/>
              <a:gd name="connsiteX80" fmla="*/ 67226 w 389088"/>
              <a:gd name="connsiteY80" fmla="*/ 446682 h 467459"/>
              <a:gd name="connsiteX81" fmla="*/ 23465 w 389088"/>
              <a:gd name="connsiteY81" fmla="*/ 439975 h 467459"/>
              <a:gd name="connsiteX82" fmla="*/ 13922 w 389088"/>
              <a:gd name="connsiteY82" fmla="*/ 438394 h 467459"/>
              <a:gd name="connsiteX83" fmla="*/ 11059 w 389088"/>
              <a:gd name="connsiteY83" fmla="*/ 437853 h 467459"/>
              <a:gd name="connsiteX84" fmla="*/ 11436 w 389088"/>
              <a:gd name="connsiteY84" fmla="*/ 438230 h 467459"/>
              <a:gd name="connsiteX85" fmla="*/ 14203 w 389088"/>
              <a:gd name="connsiteY85" fmla="*/ 440997 h 467459"/>
              <a:gd name="connsiteX86" fmla="*/ 14189 w 389088"/>
              <a:gd name="connsiteY86" fmla="*/ 440973 h 467459"/>
              <a:gd name="connsiteX87" fmla="*/ 15242 w 389088"/>
              <a:gd name="connsiteY87" fmla="*/ 444869 h 467459"/>
              <a:gd name="connsiteX88" fmla="*/ 40767 w 389088"/>
              <a:gd name="connsiteY88" fmla="*/ 281151 h 467459"/>
              <a:gd name="connsiteX89" fmla="*/ 61554 w 389088"/>
              <a:gd name="connsiteY89" fmla="*/ 190804 h 467459"/>
              <a:gd name="connsiteX90" fmla="*/ 99613 w 389088"/>
              <a:gd name="connsiteY90" fmla="*/ 33852 h 467459"/>
              <a:gd name="connsiteX91" fmla="*/ 103902 w 389088"/>
              <a:gd name="connsiteY91" fmla="*/ 21006 h 467459"/>
              <a:gd name="connsiteX92" fmla="*/ 104845 w 389088"/>
              <a:gd name="connsiteY92" fmla="*/ 18562 h 467459"/>
              <a:gd name="connsiteX93" fmla="*/ 105116 w 389088"/>
              <a:gd name="connsiteY93" fmla="*/ 17896 h 467459"/>
              <a:gd name="connsiteX94" fmla="*/ 106916 w 389088"/>
              <a:gd name="connsiteY94" fmla="*/ 14293 h 467459"/>
              <a:gd name="connsiteX95" fmla="*/ 107678 w 389088"/>
              <a:gd name="connsiteY95" fmla="*/ 13116 h 467459"/>
              <a:gd name="connsiteX96" fmla="*/ 107297 w 389088"/>
              <a:gd name="connsiteY96" fmla="*/ 13720 h 467459"/>
              <a:gd name="connsiteX97" fmla="*/ 104753 w 389088"/>
              <a:gd name="connsiteY97" fmla="*/ 15177 h 467459"/>
              <a:gd name="connsiteX98" fmla="*/ 104715 w 389088"/>
              <a:gd name="connsiteY98" fmla="*/ 15479 h 467459"/>
              <a:gd name="connsiteX99" fmla="*/ 111570 w 389088"/>
              <a:gd name="connsiteY99" fmla="*/ 15719 h 467459"/>
              <a:gd name="connsiteX100" fmla="*/ 154404 w 389088"/>
              <a:gd name="connsiteY100" fmla="*/ 17221 h 467459"/>
              <a:gd name="connsiteX101" fmla="*/ 238360 w 389088"/>
              <a:gd name="connsiteY101" fmla="*/ 20166 h 467459"/>
              <a:gd name="connsiteX102" fmla="*/ 248640 w 389088"/>
              <a:gd name="connsiteY102" fmla="*/ 20527 h 467459"/>
              <a:gd name="connsiteX103" fmla="*/ 244128 w 389088"/>
              <a:gd name="connsiteY103" fmla="*/ 17159 h 467459"/>
              <a:gd name="connsiteX104" fmla="*/ 245081 w 389088"/>
              <a:gd name="connsiteY104" fmla="*/ 19018 h 467459"/>
              <a:gd name="connsiteX105" fmla="*/ 244964 w 389088"/>
              <a:gd name="connsiteY105" fmla="*/ 18771 h 467459"/>
              <a:gd name="connsiteX106" fmla="*/ 245609 w 389088"/>
              <a:gd name="connsiteY106" fmla="*/ 20455 h 467459"/>
              <a:gd name="connsiteX107" fmla="*/ 247241 w 389088"/>
              <a:gd name="connsiteY107" fmla="*/ 25035 h 467459"/>
              <a:gd name="connsiteX108" fmla="*/ 267428 w 389088"/>
              <a:gd name="connsiteY108" fmla="*/ 91352 h 467459"/>
              <a:gd name="connsiteX109" fmla="*/ 291311 w 389088"/>
              <a:gd name="connsiteY109" fmla="*/ 174475 h 467459"/>
              <a:gd name="connsiteX110" fmla="*/ 306957 w 389088"/>
              <a:gd name="connsiteY110" fmla="*/ 226486 h 467459"/>
              <a:gd name="connsiteX111" fmla="*/ 363395 w 389088"/>
              <a:gd name="connsiteY111" fmla="*/ 373312 h 467459"/>
              <a:gd name="connsiteX112" fmla="*/ 373058 w 389088"/>
              <a:gd name="connsiteY112" fmla="*/ 409886 h 467459"/>
              <a:gd name="connsiteX113" fmla="*/ 387937 w 389088"/>
              <a:gd name="connsiteY113" fmla="*/ 405795 h 46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3" h="736">
                <a:moveTo>
                  <a:pt x="611" y="639"/>
                </a:moveTo>
                <a:cubicBezTo>
                  <a:pt x="591" y="545"/>
                  <a:pt x="548" y="457"/>
                  <a:pt x="514" y="368"/>
                </a:cubicBezTo>
                <a:cubicBezTo>
                  <a:pt x="500" y="332"/>
                  <a:pt x="490" y="294"/>
                  <a:pt x="479" y="257"/>
                </a:cubicBezTo>
                <a:cubicBezTo>
                  <a:pt x="465" y="206"/>
                  <a:pt x="450" y="155"/>
                  <a:pt x="435" y="104"/>
                </a:cubicBezTo>
                <a:cubicBezTo>
                  <a:pt x="429" y="84"/>
                  <a:pt x="423" y="64"/>
                  <a:pt x="417" y="44"/>
                </a:cubicBezTo>
                <a:cubicBezTo>
                  <a:pt x="415" y="38"/>
                  <a:pt x="413" y="31"/>
                  <a:pt x="410" y="25"/>
                </a:cubicBezTo>
                <a:cubicBezTo>
                  <a:pt x="409" y="21"/>
                  <a:pt x="407" y="16"/>
                  <a:pt x="404" y="12"/>
                </a:cubicBezTo>
                <a:cubicBezTo>
                  <a:pt x="398" y="7"/>
                  <a:pt x="389" y="8"/>
                  <a:pt x="382" y="8"/>
                </a:cubicBezTo>
                <a:cubicBezTo>
                  <a:pt x="369" y="7"/>
                  <a:pt x="356" y="7"/>
                  <a:pt x="343" y="6"/>
                </a:cubicBezTo>
                <a:cubicBezTo>
                  <a:pt x="317" y="5"/>
                  <a:pt x="291" y="5"/>
                  <a:pt x="265" y="4"/>
                </a:cubicBezTo>
                <a:cubicBezTo>
                  <a:pt x="239" y="3"/>
                  <a:pt x="213" y="2"/>
                  <a:pt x="187" y="1"/>
                </a:cubicBezTo>
                <a:cubicBezTo>
                  <a:pt x="180" y="1"/>
                  <a:pt x="174" y="0"/>
                  <a:pt x="168" y="0"/>
                </a:cubicBezTo>
                <a:cubicBezTo>
                  <a:pt x="165" y="0"/>
                  <a:pt x="161" y="0"/>
                  <a:pt x="158" y="1"/>
                </a:cubicBezTo>
                <a:cubicBezTo>
                  <a:pt x="155" y="2"/>
                  <a:pt x="152" y="4"/>
                  <a:pt x="150" y="7"/>
                </a:cubicBezTo>
                <a:cubicBezTo>
                  <a:pt x="142" y="18"/>
                  <a:pt x="138" y="33"/>
                  <a:pt x="134" y="45"/>
                </a:cubicBezTo>
                <a:cubicBezTo>
                  <a:pt x="127" y="67"/>
                  <a:pt x="121" y="90"/>
                  <a:pt x="116" y="112"/>
                </a:cubicBezTo>
                <a:cubicBezTo>
                  <a:pt x="103" y="163"/>
                  <a:pt x="91" y="215"/>
                  <a:pt x="80" y="266"/>
                </a:cubicBezTo>
                <a:cubicBezTo>
                  <a:pt x="69" y="315"/>
                  <a:pt x="57" y="363"/>
                  <a:pt x="46" y="412"/>
                </a:cubicBezTo>
                <a:cubicBezTo>
                  <a:pt x="35" y="462"/>
                  <a:pt x="26" y="512"/>
                  <a:pt x="18" y="562"/>
                </a:cubicBezTo>
                <a:cubicBezTo>
                  <a:pt x="14" y="588"/>
                  <a:pt x="10" y="613"/>
                  <a:pt x="7" y="638"/>
                </a:cubicBezTo>
                <a:cubicBezTo>
                  <a:pt x="5" y="651"/>
                  <a:pt x="4" y="663"/>
                  <a:pt x="2" y="676"/>
                </a:cubicBezTo>
                <a:cubicBezTo>
                  <a:pt x="2" y="682"/>
                  <a:pt x="1" y="688"/>
                  <a:pt x="0" y="694"/>
                </a:cubicBezTo>
                <a:cubicBezTo>
                  <a:pt x="0" y="700"/>
                  <a:pt x="-1" y="707"/>
                  <a:pt x="6" y="711"/>
                </a:cubicBezTo>
                <a:cubicBezTo>
                  <a:pt x="11" y="714"/>
                  <a:pt x="20" y="714"/>
                  <a:pt x="26" y="715"/>
                </a:cubicBezTo>
                <a:cubicBezTo>
                  <a:pt x="39" y="718"/>
                  <a:pt x="52" y="719"/>
                  <a:pt x="64" y="721"/>
                </a:cubicBezTo>
                <a:cubicBezTo>
                  <a:pt x="76" y="723"/>
                  <a:pt x="88" y="725"/>
                  <a:pt x="100" y="727"/>
                </a:cubicBezTo>
                <a:cubicBezTo>
                  <a:pt x="111" y="729"/>
                  <a:pt x="123" y="731"/>
                  <a:pt x="134" y="734"/>
                </a:cubicBezTo>
                <a:cubicBezTo>
                  <a:pt x="155" y="737"/>
                  <a:pt x="174" y="737"/>
                  <a:pt x="194" y="733"/>
                </a:cubicBezTo>
                <a:cubicBezTo>
                  <a:pt x="200" y="731"/>
                  <a:pt x="203" y="726"/>
                  <a:pt x="203" y="721"/>
                </a:cubicBezTo>
                <a:cubicBezTo>
                  <a:pt x="207" y="684"/>
                  <a:pt x="211" y="647"/>
                  <a:pt x="215" y="610"/>
                </a:cubicBezTo>
                <a:cubicBezTo>
                  <a:pt x="216" y="598"/>
                  <a:pt x="218" y="585"/>
                  <a:pt x="219" y="573"/>
                </a:cubicBezTo>
                <a:cubicBezTo>
                  <a:pt x="220" y="567"/>
                  <a:pt x="221" y="561"/>
                  <a:pt x="221" y="556"/>
                </a:cubicBezTo>
                <a:cubicBezTo>
                  <a:pt x="222" y="553"/>
                  <a:pt x="222" y="550"/>
                  <a:pt x="222" y="547"/>
                </a:cubicBezTo>
                <a:cubicBezTo>
                  <a:pt x="222" y="547"/>
                  <a:pt x="223" y="544"/>
                  <a:pt x="223" y="546"/>
                </a:cubicBezTo>
                <a:cubicBezTo>
                  <a:pt x="223" y="545"/>
                  <a:pt x="223" y="543"/>
                  <a:pt x="223" y="542"/>
                </a:cubicBezTo>
                <a:cubicBezTo>
                  <a:pt x="224" y="533"/>
                  <a:pt x="225" y="525"/>
                  <a:pt x="227" y="517"/>
                </a:cubicBezTo>
                <a:cubicBezTo>
                  <a:pt x="227" y="514"/>
                  <a:pt x="228" y="512"/>
                  <a:pt x="229" y="509"/>
                </a:cubicBezTo>
                <a:cubicBezTo>
                  <a:pt x="229" y="508"/>
                  <a:pt x="229" y="508"/>
                  <a:pt x="229" y="507"/>
                </a:cubicBezTo>
                <a:cubicBezTo>
                  <a:pt x="230" y="505"/>
                  <a:pt x="229" y="508"/>
                  <a:pt x="229" y="509"/>
                </a:cubicBezTo>
                <a:cubicBezTo>
                  <a:pt x="230" y="507"/>
                  <a:pt x="227" y="510"/>
                  <a:pt x="227" y="510"/>
                </a:cubicBezTo>
                <a:cubicBezTo>
                  <a:pt x="229" y="509"/>
                  <a:pt x="219" y="513"/>
                  <a:pt x="223" y="512"/>
                </a:cubicBezTo>
                <a:cubicBezTo>
                  <a:pt x="216" y="515"/>
                  <a:pt x="221" y="514"/>
                  <a:pt x="224" y="514"/>
                </a:cubicBezTo>
                <a:cubicBezTo>
                  <a:pt x="227" y="514"/>
                  <a:pt x="230" y="514"/>
                  <a:pt x="233" y="514"/>
                </a:cubicBezTo>
                <a:cubicBezTo>
                  <a:pt x="240" y="515"/>
                  <a:pt x="247" y="515"/>
                  <a:pt x="254" y="515"/>
                </a:cubicBezTo>
                <a:cubicBezTo>
                  <a:pt x="267" y="515"/>
                  <a:pt x="280" y="515"/>
                  <a:pt x="293" y="514"/>
                </a:cubicBezTo>
                <a:cubicBezTo>
                  <a:pt x="320" y="512"/>
                  <a:pt x="348" y="508"/>
                  <a:pt x="374" y="502"/>
                </a:cubicBezTo>
                <a:cubicBezTo>
                  <a:pt x="369" y="498"/>
                  <a:pt x="364" y="494"/>
                  <a:pt x="359" y="490"/>
                </a:cubicBezTo>
                <a:cubicBezTo>
                  <a:pt x="362" y="536"/>
                  <a:pt x="367" y="582"/>
                  <a:pt x="373" y="627"/>
                </a:cubicBezTo>
                <a:cubicBezTo>
                  <a:pt x="376" y="652"/>
                  <a:pt x="379" y="678"/>
                  <a:pt x="385" y="702"/>
                </a:cubicBezTo>
                <a:cubicBezTo>
                  <a:pt x="387" y="709"/>
                  <a:pt x="389" y="717"/>
                  <a:pt x="395" y="721"/>
                </a:cubicBezTo>
                <a:cubicBezTo>
                  <a:pt x="403" y="727"/>
                  <a:pt x="414" y="722"/>
                  <a:pt x="422" y="721"/>
                </a:cubicBezTo>
                <a:cubicBezTo>
                  <a:pt x="437" y="718"/>
                  <a:pt x="451" y="715"/>
                  <a:pt x="466" y="712"/>
                </a:cubicBezTo>
                <a:cubicBezTo>
                  <a:pt x="498" y="705"/>
                  <a:pt x="531" y="699"/>
                  <a:pt x="563" y="692"/>
                </a:cubicBezTo>
                <a:cubicBezTo>
                  <a:pt x="576" y="689"/>
                  <a:pt x="591" y="688"/>
                  <a:pt x="602" y="679"/>
                </a:cubicBezTo>
                <a:cubicBezTo>
                  <a:pt x="615" y="669"/>
                  <a:pt x="614" y="654"/>
                  <a:pt x="611" y="639"/>
                </a:cubicBezTo>
                <a:cubicBezTo>
                  <a:pt x="608" y="624"/>
                  <a:pt x="585" y="630"/>
                  <a:pt x="588" y="645"/>
                </a:cubicBezTo>
                <a:cubicBezTo>
                  <a:pt x="589" y="649"/>
                  <a:pt x="590" y="655"/>
                  <a:pt x="588" y="659"/>
                </a:cubicBezTo>
                <a:cubicBezTo>
                  <a:pt x="586" y="662"/>
                  <a:pt x="582" y="663"/>
                  <a:pt x="579" y="664"/>
                </a:cubicBezTo>
                <a:cubicBezTo>
                  <a:pt x="568" y="667"/>
                  <a:pt x="556" y="669"/>
                  <a:pt x="544" y="671"/>
                </a:cubicBezTo>
                <a:cubicBezTo>
                  <a:pt x="517" y="677"/>
                  <a:pt x="490" y="682"/>
                  <a:pt x="463" y="688"/>
                </a:cubicBezTo>
                <a:cubicBezTo>
                  <a:pt x="450" y="690"/>
                  <a:pt x="436" y="693"/>
                  <a:pt x="423" y="696"/>
                </a:cubicBezTo>
                <a:cubicBezTo>
                  <a:pt x="421" y="696"/>
                  <a:pt x="403" y="700"/>
                  <a:pt x="403" y="700"/>
                </a:cubicBezTo>
                <a:cubicBezTo>
                  <a:pt x="403" y="700"/>
                  <a:pt x="407" y="701"/>
                  <a:pt x="407" y="701"/>
                </a:cubicBezTo>
                <a:cubicBezTo>
                  <a:pt x="410" y="702"/>
                  <a:pt x="410" y="703"/>
                  <a:pt x="411" y="704"/>
                </a:cubicBezTo>
                <a:cubicBezTo>
                  <a:pt x="413" y="705"/>
                  <a:pt x="411" y="704"/>
                  <a:pt x="411" y="703"/>
                </a:cubicBezTo>
                <a:cubicBezTo>
                  <a:pt x="410" y="701"/>
                  <a:pt x="412" y="706"/>
                  <a:pt x="411" y="704"/>
                </a:cubicBezTo>
                <a:cubicBezTo>
                  <a:pt x="411" y="703"/>
                  <a:pt x="411" y="702"/>
                  <a:pt x="410" y="701"/>
                </a:cubicBezTo>
                <a:cubicBezTo>
                  <a:pt x="409" y="698"/>
                  <a:pt x="408" y="695"/>
                  <a:pt x="408" y="691"/>
                </a:cubicBezTo>
                <a:cubicBezTo>
                  <a:pt x="403" y="669"/>
                  <a:pt x="400" y="646"/>
                  <a:pt x="397" y="624"/>
                </a:cubicBezTo>
                <a:cubicBezTo>
                  <a:pt x="394" y="597"/>
                  <a:pt x="391" y="570"/>
                  <a:pt x="388" y="543"/>
                </a:cubicBezTo>
                <a:cubicBezTo>
                  <a:pt x="386" y="525"/>
                  <a:pt x="384" y="508"/>
                  <a:pt x="383" y="490"/>
                </a:cubicBezTo>
                <a:cubicBezTo>
                  <a:pt x="383" y="482"/>
                  <a:pt x="376" y="477"/>
                  <a:pt x="368" y="479"/>
                </a:cubicBezTo>
                <a:cubicBezTo>
                  <a:pt x="344" y="484"/>
                  <a:pt x="320" y="488"/>
                  <a:pt x="296" y="489"/>
                </a:cubicBezTo>
                <a:cubicBezTo>
                  <a:pt x="271" y="491"/>
                  <a:pt x="246" y="490"/>
                  <a:pt x="222" y="489"/>
                </a:cubicBezTo>
                <a:cubicBezTo>
                  <a:pt x="212" y="489"/>
                  <a:pt x="207" y="495"/>
                  <a:pt x="205" y="504"/>
                </a:cubicBezTo>
                <a:cubicBezTo>
                  <a:pt x="203" y="510"/>
                  <a:pt x="202" y="517"/>
                  <a:pt x="201" y="524"/>
                </a:cubicBezTo>
                <a:cubicBezTo>
                  <a:pt x="194" y="573"/>
                  <a:pt x="189" y="622"/>
                  <a:pt x="184" y="672"/>
                </a:cubicBezTo>
                <a:cubicBezTo>
                  <a:pt x="182" y="688"/>
                  <a:pt x="181" y="704"/>
                  <a:pt x="179" y="721"/>
                </a:cubicBezTo>
                <a:cubicBezTo>
                  <a:pt x="182" y="717"/>
                  <a:pt x="185" y="713"/>
                  <a:pt x="188" y="709"/>
                </a:cubicBezTo>
                <a:cubicBezTo>
                  <a:pt x="170" y="713"/>
                  <a:pt x="153" y="713"/>
                  <a:pt x="136" y="709"/>
                </a:cubicBezTo>
                <a:cubicBezTo>
                  <a:pt x="126" y="707"/>
                  <a:pt x="116" y="705"/>
                  <a:pt x="106" y="703"/>
                </a:cubicBezTo>
                <a:cubicBezTo>
                  <a:pt x="83" y="700"/>
                  <a:pt x="60" y="696"/>
                  <a:pt x="37" y="693"/>
                </a:cubicBezTo>
                <a:cubicBezTo>
                  <a:pt x="32" y="692"/>
                  <a:pt x="27" y="691"/>
                  <a:pt x="22" y="690"/>
                </a:cubicBezTo>
                <a:cubicBezTo>
                  <a:pt x="20" y="690"/>
                  <a:pt x="19" y="690"/>
                  <a:pt x="17" y="689"/>
                </a:cubicBezTo>
                <a:cubicBezTo>
                  <a:pt x="15" y="689"/>
                  <a:pt x="16" y="689"/>
                  <a:pt x="18" y="690"/>
                </a:cubicBezTo>
                <a:cubicBezTo>
                  <a:pt x="19" y="691"/>
                  <a:pt x="21" y="693"/>
                  <a:pt x="22" y="694"/>
                </a:cubicBezTo>
                <a:cubicBezTo>
                  <a:pt x="22" y="694"/>
                  <a:pt x="22" y="694"/>
                  <a:pt x="22" y="694"/>
                </a:cubicBezTo>
                <a:cubicBezTo>
                  <a:pt x="23" y="696"/>
                  <a:pt x="23" y="698"/>
                  <a:pt x="24" y="700"/>
                </a:cubicBezTo>
                <a:cubicBezTo>
                  <a:pt x="33" y="614"/>
                  <a:pt x="46" y="528"/>
                  <a:pt x="64" y="443"/>
                </a:cubicBezTo>
                <a:cubicBezTo>
                  <a:pt x="74" y="395"/>
                  <a:pt x="86" y="348"/>
                  <a:pt x="97" y="300"/>
                </a:cubicBezTo>
                <a:cubicBezTo>
                  <a:pt x="115" y="218"/>
                  <a:pt x="132" y="134"/>
                  <a:pt x="157" y="53"/>
                </a:cubicBezTo>
                <a:cubicBezTo>
                  <a:pt x="159" y="47"/>
                  <a:pt x="161" y="40"/>
                  <a:pt x="164" y="33"/>
                </a:cubicBezTo>
                <a:cubicBezTo>
                  <a:pt x="164" y="32"/>
                  <a:pt x="165" y="31"/>
                  <a:pt x="165" y="29"/>
                </a:cubicBezTo>
                <a:cubicBezTo>
                  <a:pt x="167" y="26"/>
                  <a:pt x="164" y="31"/>
                  <a:pt x="166" y="28"/>
                </a:cubicBezTo>
                <a:cubicBezTo>
                  <a:pt x="167" y="26"/>
                  <a:pt x="167" y="24"/>
                  <a:pt x="168" y="23"/>
                </a:cubicBezTo>
                <a:cubicBezTo>
                  <a:pt x="169" y="22"/>
                  <a:pt x="170" y="21"/>
                  <a:pt x="170" y="21"/>
                </a:cubicBezTo>
                <a:cubicBezTo>
                  <a:pt x="169" y="23"/>
                  <a:pt x="167" y="23"/>
                  <a:pt x="169" y="22"/>
                </a:cubicBezTo>
                <a:cubicBezTo>
                  <a:pt x="168" y="22"/>
                  <a:pt x="167" y="23"/>
                  <a:pt x="165" y="24"/>
                </a:cubicBezTo>
                <a:cubicBezTo>
                  <a:pt x="163" y="24"/>
                  <a:pt x="160" y="24"/>
                  <a:pt x="165" y="24"/>
                </a:cubicBezTo>
                <a:cubicBezTo>
                  <a:pt x="169" y="24"/>
                  <a:pt x="172" y="25"/>
                  <a:pt x="176" y="25"/>
                </a:cubicBezTo>
                <a:cubicBezTo>
                  <a:pt x="198" y="26"/>
                  <a:pt x="221" y="26"/>
                  <a:pt x="243" y="27"/>
                </a:cubicBezTo>
                <a:cubicBezTo>
                  <a:pt x="287" y="29"/>
                  <a:pt x="331" y="30"/>
                  <a:pt x="376" y="32"/>
                </a:cubicBezTo>
                <a:cubicBezTo>
                  <a:pt x="377" y="32"/>
                  <a:pt x="391" y="31"/>
                  <a:pt x="392" y="32"/>
                </a:cubicBezTo>
                <a:cubicBezTo>
                  <a:pt x="392" y="33"/>
                  <a:pt x="384" y="27"/>
                  <a:pt x="385" y="27"/>
                </a:cubicBezTo>
                <a:cubicBezTo>
                  <a:pt x="385" y="27"/>
                  <a:pt x="386" y="30"/>
                  <a:pt x="386" y="30"/>
                </a:cubicBezTo>
                <a:cubicBezTo>
                  <a:pt x="386" y="30"/>
                  <a:pt x="385" y="27"/>
                  <a:pt x="386" y="30"/>
                </a:cubicBezTo>
                <a:cubicBezTo>
                  <a:pt x="386" y="30"/>
                  <a:pt x="387" y="31"/>
                  <a:pt x="387" y="32"/>
                </a:cubicBezTo>
                <a:cubicBezTo>
                  <a:pt x="388" y="35"/>
                  <a:pt x="389" y="37"/>
                  <a:pt x="390" y="39"/>
                </a:cubicBezTo>
                <a:cubicBezTo>
                  <a:pt x="401" y="74"/>
                  <a:pt x="411" y="109"/>
                  <a:pt x="421" y="144"/>
                </a:cubicBezTo>
                <a:cubicBezTo>
                  <a:pt x="434" y="187"/>
                  <a:pt x="446" y="231"/>
                  <a:pt x="459" y="275"/>
                </a:cubicBezTo>
                <a:cubicBezTo>
                  <a:pt x="467" y="302"/>
                  <a:pt x="474" y="330"/>
                  <a:pt x="484" y="357"/>
                </a:cubicBezTo>
                <a:cubicBezTo>
                  <a:pt x="512" y="434"/>
                  <a:pt x="548" y="509"/>
                  <a:pt x="573" y="588"/>
                </a:cubicBezTo>
                <a:cubicBezTo>
                  <a:pt x="578" y="607"/>
                  <a:pt x="583" y="626"/>
                  <a:pt x="588" y="645"/>
                </a:cubicBezTo>
                <a:cubicBezTo>
                  <a:pt x="591" y="661"/>
                  <a:pt x="615" y="654"/>
                  <a:pt x="611" y="639"/>
                </a:cubicBezTo>
                <a:close/>
                <a:moveTo>
                  <a:pt x="239" y="383"/>
                </a:moveTo>
                <a:cubicBezTo>
                  <a:pt x="244" y="316"/>
                  <a:pt x="253" y="250"/>
                  <a:pt x="266" y="185"/>
                </a:cubicBezTo>
                <a:cubicBezTo>
                  <a:pt x="263" y="188"/>
                  <a:pt x="259" y="191"/>
                  <a:pt x="255" y="194"/>
                </a:cubicBezTo>
                <a:cubicBezTo>
                  <a:pt x="257" y="194"/>
                  <a:pt x="259" y="194"/>
                  <a:pt x="261" y="194"/>
                </a:cubicBezTo>
                <a:cubicBezTo>
                  <a:pt x="257" y="192"/>
                  <a:pt x="254" y="190"/>
                  <a:pt x="250" y="188"/>
                </a:cubicBezTo>
                <a:cubicBezTo>
                  <a:pt x="286" y="251"/>
                  <a:pt x="315" y="317"/>
                  <a:pt x="337" y="385"/>
                </a:cubicBezTo>
                <a:cubicBezTo>
                  <a:pt x="341" y="380"/>
                  <a:pt x="345" y="375"/>
                  <a:pt x="349" y="370"/>
                </a:cubicBezTo>
                <a:cubicBezTo>
                  <a:pt x="308" y="370"/>
                  <a:pt x="268" y="370"/>
                  <a:pt x="227" y="370"/>
                </a:cubicBezTo>
                <a:cubicBezTo>
                  <a:pt x="212" y="371"/>
                  <a:pt x="212" y="395"/>
                  <a:pt x="227" y="395"/>
                </a:cubicBezTo>
                <a:cubicBezTo>
                  <a:pt x="268" y="395"/>
                  <a:pt x="308" y="394"/>
                  <a:pt x="349" y="394"/>
                </a:cubicBezTo>
                <a:cubicBezTo>
                  <a:pt x="356" y="394"/>
                  <a:pt x="363" y="386"/>
                  <a:pt x="361" y="379"/>
                </a:cubicBezTo>
                <a:cubicBezTo>
                  <a:pt x="348" y="339"/>
                  <a:pt x="333" y="300"/>
                  <a:pt x="315" y="262"/>
                </a:cubicBezTo>
                <a:cubicBezTo>
                  <a:pt x="307" y="244"/>
                  <a:pt x="298" y="225"/>
                  <a:pt x="288" y="207"/>
                </a:cubicBezTo>
                <a:cubicBezTo>
                  <a:pt x="283" y="198"/>
                  <a:pt x="279" y="189"/>
                  <a:pt x="274" y="181"/>
                </a:cubicBezTo>
                <a:cubicBezTo>
                  <a:pt x="270" y="175"/>
                  <a:pt x="268" y="171"/>
                  <a:pt x="261" y="170"/>
                </a:cubicBezTo>
                <a:cubicBezTo>
                  <a:pt x="259" y="170"/>
                  <a:pt x="257" y="170"/>
                  <a:pt x="255" y="170"/>
                </a:cubicBezTo>
                <a:cubicBezTo>
                  <a:pt x="250" y="169"/>
                  <a:pt x="244" y="174"/>
                  <a:pt x="243" y="179"/>
                </a:cubicBezTo>
                <a:cubicBezTo>
                  <a:pt x="229" y="246"/>
                  <a:pt x="220" y="314"/>
                  <a:pt x="215" y="383"/>
                </a:cubicBezTo>
                <a:cubicBezTo>
                  <a:pt x="214" y="398"/>
                  <a:pt x="238" y="398"/>
                  <a:pt x="239" y="383"/>
                </a:cubicBezTo>
                <a:close/>
              </a:path>
            </a:pathLst>
          </a:custGeom>
          <a:solidFill>
            <a:srgbClr val="FFFFFF">
              <a:alpha val="83000"/>
            </a:srgbClr>
          </a:solidFill>
          <a:ln w="3429" cap="flat">
            <a:noFill/>
            <a:prstDash val="solid"/>
            <a:miter/>
          </a:ln>
        </p:spPr>
        <p:txBody>
          <a:bodyPr wrap="square" rtlCol="0" anchor="ctr">
            <a:noAutofit/>
          </a:bodyPr>
          <a:lstStyle/>
          <a:p>
            <a:endParaRPr lang="zh-CN" altLang="en-US">
              <a:cs typeface="+mn-ea"/>
              <a:sym typeface="+mn-lt"/>
            </a:endParaRPr>
          </a:p>
        </p:txBody>
      </p:sp>
      <p:graphicFrame>
        <p:nvGraphicFramePr>
          <p:cNvPr id="6" name="表格 2"/>
          <p:cNvGraphicFramePr/>
          <p:nvPr/>
        </p:nvGraphicFramePr>
        <p:xfrm>
          <a:off x="1123315" y="2104390"/>
          <a:ext cx="9635490" cy="3803650"/>
        </p:xfrm>
        <a:graphic>
          <a:graphicData uri="http://schemas.openxmlformats.org/drawingml/2006/table">
            <a:tbl>
              <a:tblPr firstRow="1" bandRow="1">
                <a:tableStyleId>{5C22544A-7EE6-4342-B048-85BDC9FD1C3A}</a:tableStyleId>
              </a:tblPr>
              <a:tblGrid>
                <a:gridCol w="1778000"/>
                <a:gridCol w="7857490"/>
              </a:tblGrid>
              <a:tr h="699770">
                <a:tc>
                  <a:txBody>
                    <a:bodyPr/>
                    <a:p>
                      <a:pPr marL="0" indent="0" algn="ctr">
                        <a:lnSpc>
                          <a:spcPct val="120000"/>
                        </a:lnSpc>
                        <a:spcBef>
                          <a:spcPts val="0"/>
                        </a:spcBef>
                        <a:spcAft>
                          <a:spcPts val="0"/>
                        </a:spcAft>
                      </a:pPr>
                      <a:r>
                        <a:rPr lang="zh-CN" altLang="en-US" sz="2800" b="1">
                          <a:latin typeface="微软雅黑" panose="020B0503020204020204" charset="-122"/>
                          <a:ea typeface="微软雅黑" panose="020B0503020204020204" charset="-122"/>
                        </a:rPr>
                        <a:t>维度</a:t>
                      </a:r>
                      <a:endParaRPr lang="zh-CN" altLang="en-US" sz="28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800" b="1">
                          <a:latin typeface="微软雅黑" panose="020B0503020204020204" charset="-122"/>
                          <a:ea typeface="微软雅黑" panose="020B0503020204020204" charset="-122"/>
                        </a:rPr>
                        <a:t>具体内容</a:t>
                      </a:r>
                      <a:endParaRPr lang="zh-CN" altLang="en-US" sz="2800" b="1">
                        <a:latin typeface="微软雅黑" panose="020B0503020204020204" charset="-122"/>
                        <a:ea typeface="微软雅黑" panose="020B0503020204020204" charset="-122"/>
                      </a:endParaRPr>
                    </a:p>
                  </a:txBody>
                  <a:tcPr marL="215900" marR="215900" marT="133350" marB="133350" anchor="ctr" anchorCtr="0"/>
                </a:tc>
              </a:tr>
              <a:tr h="1034415">
                <a:tc>
                  <a:txBody>
                    <a:bodyPr/>
                    <a:p>
                      <a:pPr marL="0" indent="0" algn="l">
                        <a:lnSpc>
                          <a:spcPct val="120000"/>
                        </a:lnSpc>
                        <a:spcBef>
                          <a:spcPts val="0"/>
                        </a:spcBef>
                        <a:spcAft>
                          <a:spcPts val="0"/>
                        </a:spcAft>
                      </a:pPr>
                      <a:r>
                        <a:rPr lang="en-US" altLang="zh-CN" sz="2400" b="0" spc="130">
                          <a:latin typeface="微软雅黑" panose="020B0503020204020204" charset="-122"/>
                          <a:ea typeface="微软雅黑" panose="020B0503020204020204" charset="-122"/>
                        </a:rPr>
                        <a:t>   </a:t>
                      </a:r>
                      <a:r>
                        <a:rPr lang="zh-CN" altLang="en-US" sz="2400" b="0" spc="130">
                          <a:latin typeface="微软雅黑" panose="020B0503020204020204" charset="-122"/>
                          <a:ea typeface="微软雅黑" panose="020B0503020204020204" charset="-122"/>
                        </a:rPr>
                        <a:t>定义</a:t>
                      </a:r>
                      <a:endParaRPr lang="zh-CN" altLang="en-US" sz="24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400" b="0" spc="130">
                          <a:latin typeface="微软雅黑" panose="020B0503020204020204" charset="-122"/>
                          <a:ea typeface="微软雅黑" panose="020B0503020204020204" charset="-122"/>
                        </a:rPr>
                        <a:t>国际法主体间缔结的，</a:t>
                      </a:r>
                      <a:r>
                        <a:rPr lang="zh-CN" altLang="en-US" sz="2400" b="1" spc="130">
                          <a:latin typeface="微软雅黑" panose="020B0503020204020204" charset="-122"/>
                          <a:ea typeface="微软雅黑" panose="020B0503020204020204" charset="-122"/>
                        </a:rPr>
                        <a:t>涉及人权、主权等宪法相关内容</a:t>
                      </a:r>
                      <a:r>
                        <a:rPr lang="zh-CN" altLang="en-US" sz="2400" b="0" spc="130">
                          <a:latin typeface="微软雅黑" panose="020B0503020204020204" charset="-122"/>
                          <a:ea typeface="微软雅黑" panose="020B0503020204020204" charset="-122"/>
                        </a:rPr>
                        <a:t>的书面协议</a:t>
                      </a:r>
                      <a:endParaRPr lang="zh-CN" altLang="en-US" sz="2400" b="0" spc="130">
                        <a:latin typeface="微软雅黑" panose="020B0503020204020204" charset="-122"/>
                        <a:ea typeface="微软雅黑" panose="020B0503020204020204" charset="-122"/>
                      </a:endParaRPr>
                    </a:p>
                  </a:txBody>
                  <a:tcPr marL="215900" marR="215900" marT="133350" marB="133350" anchor="ctr" anchorCtr="0"/>
                </a:tc>
              </a:tr>
              <a:tr h="1035050">
                <a:tc>
                  <a:txBody>
                    <a:bodyPr/>
                    <a:p>
                      <a:pPr marL="0" indent="0" algn="l">
                        <a:lnSpc>
                          <a:spcPct val="120000"/>
                        </a:lnSpc>
                        <a:spcBef>
                          <a:spcPts val="0"/>
                        </a:spcBef>
                        <a:spcAft>
                          <a:spcPts val="0"/>
                        </a:spcAft>
                      </a:pPr>
                      <a:r>
                        <a:rPr lang="zh-CN" altLang="en-US" sz="2400" b="0" spc="130">
                          <a:latin typeface="微软雅黑" panose="020B0503020204020204" charset="-122"/>
                          <a:ea typeface="微软雅黑" panose="020B0503020204020204" charset="-122"/>
                        </a:rPr>
                        <a:t>世界示例</a:t>
                      </a:r>
                      <a:endParaRPr lang="zh-CN" altLang="en-US" sz="24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400" b="0" spc="130">
                          <a:latin typeface="微软雅黑" panose="020B0503020204020204" charset="-122"/>
                          <a:ea typeface="微软雅黑" panose="020B0503020204020204" charset="-122"/>
                          <a:cs typeface="微软雅黑" panose="020B0503020204020204" charset="-122"/>
                        </a:rPr>
                        <a:t>美国宪法第 </a:t>
                      </a:r>
                      <a:r>
                        <a:rPr lang="en-US" altLang="zh-CN" sz="2400" b="0" spc="130">
                          <a:latin typeface="微软雅黑" panose="020B0503020204020204" charset="-122"/>
                          <a:ea typeface="微软雅黑" panose="020B0503020204020204" charset="-122"/>
                          <a:cs typeface="微软雅黑" panose="020B0503020204020204" charset="-122"/>
                        </a:rPr>
                        <a:t>6 </a:t>
                      </a:r>
                      <a:r>
                        <a:rPr lang="zh-CN" altLang="en-US" sz="2400" b="0" spc="130">
                          <a:latin typeface="微软雅黑" panose="020B0503020204020204" charset="-122"/>
                          <a:ea typeface="微软雅黑" panose="020B0503020204020204" charset="-122"/>
                          <a:cs typeface="微软雅黑" panose="020B0503020204020204" charset="-122"/>
                        </a:rPr>
                        <a:t>条确认“条约为国家最高法律”；德国</a:t>
                      </a:r>
                      <a:r>
                        <a:rPr lang="en-US" altLang="zh-CN" sz="2400" b="0" spc="130">
                          <a:latin typeface="微软雅黑" panose="020B0503020204020204" charset="-122"/>
                          <a:ea typeface="微软雅黑" panose="020B0503020204020204" charset="-122"/>
                          <a:cs typeface="微软雅黑" panose="020B0503020204020204" charset="-122"/>
                        </a:rPr>
                        <a:t>《</a:t>
                      </a:r>
                      <a:r>
                        <a:rPr lang="zh-CN" altLang="en-US" sz="2400" b="0" spc="130">
                          <a:latin typeface="微软雅黑" panose="020B0503020204020204" charset="-122"/>
                          <a:ea typeface="微软雅黑" panose="020B0503020204020204" charset="-122"/>
                          <a:cs typeface="微软雅黑" panose="020B0503020204020204" charset="-122"/>
                        </a:rPr>
                        <a:t>基本法</a:t>
                      </a:r>
                      <a:r>
                        <a:rPr lang="en-US" altLang="zh-CN" sz="2400" b="0" spc="130">
                          <a:latin typeface="微软雅黑" panose="020B0503020204020204" charset="-122"/>
                          <a:ea typeface="微软雅黑" panose="020B0503020204020204" charset="-122"/>
                          <a:cs typeface="微软雅黑" panose="020B0503020204020204" charset="-122"/>
                        </a:rPr>
                        <a:t>》</a:t>
                      </a:r>
                      <a:r>
                        <a:rPr lang="zh-CN" altLang="en-US" sz="2400" b="0" spc="130">
                          <a:latin typeface="微软雅黑" panose="020B0503020204020204" charset="-122"/>
                          <a:ea typeface="微软雅黑" panose="020B0503020204020204" charset="-122"/>
                          <a:cs typeface="微软雅黑" panose="020B0503020204020204" charset="-122"/>
                        </a:rPr>
                        <a:t>确认国际公约优先于国内法</a:t>
                      </a:r>
                      <a:endParaRPr lang="zh-CN" altLang="en-US" sz="24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1034415">
                <a:tc>
                  <a:txBody>
                    <a:bodyPr/>
                    <a:p>
                      <a:pPr marL="0" indent="0" algn="l">
                        <a:lnSpc>
                          <a:spcPct val="120000"/>
                        </a:lnSpc>
                        <a:spcBef>
                          <a:spcPts val="0"/>
                        </a:spcBef>
                        <a:spcAft>
                          <a:spcPts val="0"/>
                        </a:spcAft>
                      </a:pPr>
                      <a:r>
                        <a:rPr lang="zh-CN" altLang="en-US" sz="2400" b="0" spc="130">
                          <a:latin typeface="微软雅黑" panose="020B0503020204020204" charset="-122"/>
                          <a:ea typeface="微软雅黑" panose="020B0503020204020204" charset="-122"/>
                        </a:rPr>
                        <a:t>我国适用情况</a:t>
                      </a:r>
                      <a:endParaRPr lang="zh-CN" altLang="en-US" sz="24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400" b="0" spc="130">
                          <a:latin typeface="微软雅黑" panose="020B0503020204020204" charset="-122"/>
                          <a:ea typeface="微软雅黑" panose="020B0503020204020204" charset="-122"/>
                          <a:cs typeface="微软雅黑" panose="020B0503020204020204" charset="-122"/>
                        </a:rPr>
                        <a:t>非宪法渊源：宪法未明确其地位，</a:t>
                      </a:r>
                      <a:r>
                        <a:rPr lang="zh-CN" altLang="en-US" sz="2400" b="1" spc="130">
                          <a:latin typeface="微软雅黑" panose="020B0503020204020204" charset="-122"/>
                          <a:ea typeface="微软雅黑" panose="020B0503020204020204" charset="-122"/>
                          <a:cs typeface="微软雅黑" panose="020B0503020204020204" charset="-122"/>
                        </a:rPr>
                        <a:t>实践中需转化为国内立法适用，</a:t>
                      </a:r>
                      <a:r>
                        <a:rPr lang="zh-CN" altLang="en-US" sz="2400" b="0" spc="130">
                          <a:latin typeface="微软雅黑" panose="020B0503020204020204" charset="-122"/>
                          <a:ea typeface="微软雅黑" panose="020B0503020204020204" charset="-122"/>
                          <a:cs typeface="微软雅黑" panose="020B0503020204020204" charset="-122"/>
                        </a:rPr>
                        <a:t>不直接作为宪法渊源</a:t>
                      </a:r>
                      <a:endParaRPr lang="zh-CN" altLang="en-US" sz="24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bl>
          </a:graphicData>
        </a:graphic>
      </p:graphicFrame>
    </p:spTree>
    <p:custDataLst>
      <p:tags r:id="rId26"/>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477645" y="608330"/>
            <a:ext cx="10104755" cy="763270"/>
          </a:xfrm>
        </p:spPr>
        <p:txBody>
          <a:bodyPr/>
          <a:lstStyle/>
          <a:p>
            <a:r>
              <a:rPr lang="zh-CN" altLang="en-US"/>
              <a:t>总结</a:t>
            </a:r>
            <a:endParaRPr lang="zh-CN" altLang="en-US"/>
          </a:p>
        </p:txBody>
      </p:sp>
      <p:sp>
        <p:nvSpPr>
          <p:cNvPr id="6" name="矩形 5"/>
          <p:cNvSpPr/>
          <p:nvPr>
            <p:custDataLst>
              <p:tags r:id="rId2"/>
            </p:custDataLst>
          </p:nvPr>
        </p:nvSpPr>
        <p:spPr>
          <a:xfrm>
            <a:off x="0" y="635"/>
            <a:ext cx="861060" cy="6857365"/>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矩形 3"/>
          <p:cNvSpPr/>
          <p:nvPr>
            <p:custDataLst>
              <p:tags r:id="rId3"/>
            </p:custDataLst>
          </p:nvPr>
        </p:nvSpPr>
        <p:spPr>
          <a:xfrm>
            <a:off x="704215" y="272415"/>
            <a:ext cx="394335" cy="394335"/>
          </a:xfrm>
          <a:prstGeom prst="rect">
            <a:avLst/>
          </a:prstGeom>
          <a:solidFill>
            <a:schemeClr val="accent1">
              <a:lumMod val="20000"/>
              <a:lumOff val="80000"/>
            </a:schemeClr>
          </a:solidFill>
          <a:ln w="63500">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矩形 9"/>
          <p:cNvSpPr/>
          <p:nvPr>
            <p:custDataLst>
              <p:tags r:id="rId4"/>
            </p:custDataLst>
          </p:nvPr>
        </p:nvSpPr>
        <p:spPr>
          <a:xfrm>
            <a:off x="1154430" y="297180"/>
            <a:ext cx="160655" cy="160655"/>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graphicFrame>
        <p:nvGraphicFramePr>
          <p:cNvPr id="3" name="表格 2"/>
          <p:cNvGraphicFramePr/>
          <p:nvPr>
            <p:custDataLst>
              <p:tags r:id="rId5"/>
            </p:custDataLst>
          </p:nvPr>
        </p:nvGraphicFramePr>
        <p:xfrm>
          <a:off x="1477010" y="1656080"/>
          <a:ext cx="10179050" cy="4652645"/>
        </p:xfrm>
        <a:graphic>
          <a:graphicData uri="http://schemas.openxmlformats.org/drawingml/2006/table">
            <a:tbl>
              <a:tblPr firstRow="1" bandRow="1">
                <a:tableStyleId>{5C22544A-7EE6-4342-B048-85BDC9FD1C3A}</a:tableStyleId>
              </a:tblPr>
              <a:tblGrid>
                <a:gridCol w="1967230"/>
                <a:gridCol w="3528695"/>
                <a:gridCol w="4683125"/>
              </a:tblGrid>
              <a:tr h="648970">
                <a:tc>
                  <a:txBody>
                    <a:bodyPr/>
                    <a:p>
                      <a:pPr marL="0" indent="0" algn="ctr">
                        <a:lnSpc>
                          <a:spcPct val="120000"/>
                        </a:lnSpc>
                        <a:spcBef>
                          <a:spcPts val="0"/>
                        </a:spcBef>
                        <a:spcAft>
                          <a:spcPts val="0"/>
                        </a:spcAft>
                      </a:pPr>
                      <a:r>
                        <a:rPr lang="zh-CN" altLang="en-US" sz="2000" b="1" spc="130">
                          <a:latin typeface="微软雅黑" panose="020B0503020204020204" charset="-122"/>
                          <a:ea typeface="微软雅黑" panose="020B0503020204020204" charset="-122"/>
                        </a:rPr>
                        <a:t>渊源类型</a:t>
                      </a:r>
                      <a:endParaRPr lang="zh-CN" altLang="en-US" sz="2000" b="1"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000" b="1" spc="130">
                          <a:latin typeface="微软雅黑" panose="020B0503020204020204" charset="-122"/>
                          <a:ea typeface="微软雅黑" panose="020B0503020204020204" charset="-122"/>
                        </a:rPr>
                        <a:t>存在范围</a:t>
                      </a:r>
                      <a:endParaRPr lang="zh-CN" altLang="en-US" sz="2000" b="1"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000" b="1" spc="130">
                          <a:latin typeface="微软雅黑" panose="020B0503020204020204" charset="-122"/>
                          <a:ea typeface="微软雅黑" panose="020B0503020204020204" charset="-122"/>
                        </a:rPr>
                        <a:t>核心特点</a:t>
                      </a:r>
                      <a:endParaRPr lang="zh-CN" altLang="en-US" sz="2000" b="1" spc="130">
                        <a:latin typeface="微软雅黑" panose="020B0503020204020204" charset="-122"/>
                        <a:ea typeface="微软雅黑" panose="020B0503020204020204" charset="-122"/>
                      </a:endParaRPr>
                    </a:p>
                  </a:txBody>
                  <a:tcPr marL="215900" marR="215900" marT="133350" marB="133350" anchor="ctr" anchorCtr="0"/>
                </a:tc>
              </a:tr>
              <a:tr h="610870">
                <a:tc>
                  <a:txBody>
                    <a:bodyPr/>
                    <a:p>
                      <a:pPr marL="0" indent="0" algn="ctr">
                        <a:lnSpc>
                          <a:spcPct val="120000"/>
                        </a:lnSpc>
                        <a:spcBef>
                          <a:spcPts val="0"/>
                        </a:spcBef>
                        <a:spcAft>
                          <a:spcPts val="0"/>
                        </a:spcAft>
                      </a:pPr>
                      <a:r>
                        <a:rPr lang="zh-CN" altLang="en-US" sz="1800" b="0" spc="130">
                          <a:latin typeface="微软雅黑" panose="020B0503020204020204" charset="-122"/>
                          <a:ea typeface="微软雅黑" panose="020B0503020204020204" charset="-122"/>
                        </a:rPr>
                        <a:t>宪法典</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rPr>
                        <a:t>绝大多数国家</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rPr>
                        <a:t>内容系统，效力最高，需修正案调整</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r>
              <a:tr h="948690">
                <a:tc>
                  <a:txBody>
                    <a:bodyPr/>
                    <a:p>
                      <a:pPr marL="0" indent="0" algn="ctr">
                        <a:lnSpc>
                          <a:spcPct val="120000"/>
                        </a:lnSpc>
                        <a:spcBef>
                          <a:spcPts val="0"/>
                        </a:spcBef>
                        <a:spcAft>
                          <a:spcPts val="0"/>
                        </a:spcAft>
                      </a:pPr>
                      <a:r>
                        <a:rPr lang="zh-CN" altLang="en-US" sz="1800" b="0" spc="130">
                          <a:latin typeface="微软雅黑" panose="020B0503020204020204" charset="-122"/>
                          <a:ea typeface="微软雅黑" panose="020B0503020204020204" charset="-122"/>
                        </a:rPr>
                        <a:t>宪法性法律</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rPr>
                        <a:t>所有国家（不成文国家为核心）</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rPr>
                        <a:t>不成文国家是宪法主体，成文国家是普通法律</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r>
              <a:tr h="610870">
                <a:tc>
                  <a:txBody>
                    <a:bodyPr/>
                    <a:p>
                      <a:pPr marL="0" indent="0" algn="ctr">
                        <a:lnSpc>
                          <a:spcPct val="120000"/>
                        </a:lnSpc>
                        <a:spcBef>
                          <a:spcPts val="0"/>
                        </a:spcBef>
                        <a:spcAft>
                          <a:spcPts val="0"/>
                        </a:spcAft>
                      </a:pPr>
                      <a:r>
                        <a:rPr lang="zh-CN" altLang="en-US" sz="1800" b="0" spc="130">
                          <a:latin typeface="微软雅黑" panose="020B0503020204020204" charset="-122"/>
                          <a:ea typeface="微软雅黑" panose="020B0503020204020204" charset="-122"/>
                        </a:rPr>
                        <a:t>宪法惯例</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rPr>
                        <a:t>所有国家（不成文国家更多）</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rPr>
                        <a:t>非书面，无强制力，依赖政治道德</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r>
              <a:tr h="611505">
                <a:tc>
                  <a:txBody>
                    <a:bodyPr/>
                    <a:p>
                      <a:pPr marL="0" indent="0" algn="ctr">
                        <a:lnSpc>
                          <a:spcPct val="120000"/>
                        </a:lnSpc>
                        <a:spcBef>
                          <a:spcPts val="0"/>
                        </a:spcBef>
                        <a:spcAft>
                          <a:spcPts val="0"/>
                        </a:spcAft>
                      </a:pPr>
                      <a:r>
                        <a:rPr lang="zh-CN" altLang="en-US" sz="1800" b="0" spc="130">
                          <a:latin typeface="微软雅黑" panose="020B0503020204020204" charset="-122"/>
                          <a:ea typeface="微软雅黑" panose="020B0503020204020204" charset="-122"/>
                        </a:rPr>
                        <a:t>宪法判例</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rPr>
                        <a:t>普通法系国家</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cs typeface="微软雅黑" panose="020B0503020204020204" charset="-122"/>
                        </a:rPr>
                        <a:t>依赖“遵循先例”，有普遍约束力</a:t>
                      </a:r>
                      <a:endParaRPr lang="zh-CN" altLang="en-US" sz="18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610870">
                <a:tc>
                  <a:txBody>
                    <a:bodyPr/>
                    <a:p>
                      <a:pPr marL="0" indent="0" algn="ctr">
                        <a:lnSpc>
                          <a:spcPct val="120000"/>
                        </a:lnSpc>
                        <a:spcBef>
                          <a:spcPts val="0"/>
                        </a:spcBef>
                        <a:spcAft>
                          <a:spcPts val="0"/>
                        </a:spcAft>
                      </a:pPr>
                      <a:r>
                        <a:rPr lang="zh-CN" altLang="en-US" sz="1800" b="0" spc="130">
                          <a:latin typeface="微软雅黑" panose="020B0503020204020204" charset="-122"/>
                          <a:ea typeface="微软雅黑" panose="020B0503020204020204" charset="-122"/>
                        </a:rPr>
                        <a:t>宪法解释</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rPr>
                        <a:t>所有国家（需法定机关）</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rPr>
                        <a:t>与宪法效力等同，解决宪法歧义</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r>
              <a:tr h="610870">
                <a:tc>
                  <a:txBody>
                    <a:bodyPr/>
                    <a:p>
                      <a:pPr marL="0" indent="0" algn="ctr">
                        <a:lnSpc>
                          <a:spcPct val="120000"/>
                        </a:lnSpc>
                        <a:spcBef>
                          <a:spcPts val="0"/>
                        </a:spcBef>
                        <a:spcAft>
                          <a:spcPts val="0"/>
                        </a:spcAft>
                      </a:pPr>
                      <a:r>
                        <a:rPr lang="zh-CN" altLang="en-US" sz="1800" b="0" spc="130">
                          <a:latin typeface="微软雅黑" panose="020B0503020204020204" charset="-122"/>
                          <a:ea typeface="微软雅黑" panose="020B0503020204020204" charset="-122"/>
                        </a:rPr>
                        <a:t>国际条约</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rPr>
                        <a:t>多数国家（需宪法确认）</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800" b="0" spc="130">
                          <a:latin typeface="微软雅黑" panose="020B0503020204020204" charset="-122"/>
                          <a:ea typeface="微软雅黑" panose="020B0503020204020204" charset="-122"/>
                        </a:rPr>
                        <a:t>部分国家确认其优先效力，我国需转化</a:t>
                      </a:r>
                      <a:endParaRPr lang="zh-CN" altLang="en-US" sz="1800" b="0" spc="130">
                        <a:latin typeface="微软雅黑" panose="020B0503020204020204" charset="-122"/>
                        <a:ea typeface="微软雅黑" panose="020B0503020204020204" charset="-122"/>
                      </a:endParaRPr>
                    </a:p>
                  </a:txBody>
                  <a:tcPr marL="215900" marR="215900" marT="133350" marB="133350" anchor="ctr" anchorCtr="0"/>
                </a:tc>
              </a:tr>
            </a:tbl>
          </a:graphicData>
        </a:graphic>
      </p:graphicFrame>
    </p:spTree>
    <p:custDataLst>
      <p:tags r:id="rId6"/>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对象2"/>
          <p:cNvSpPr/>
          <p:nvPr>
            <p:custDataLst>
              <p:tags r:id="rId1"/>
            </p:custDataLst>
          </p:nvPr>
        </p:nvSpPr>
        <p:spPr>
          <a:xfrm>
            <a:off x="696175" y="2069030"/>
            <a:ext cx="10798810" cy="1240989"/>
          </a:xfrm>
          <a:prstGeom prst="roundRect">
            <a:avLst>
              <a:gd name="adj" fmla="val 50000"/>
            </a:avLst>
          </a:prstGeom>
          <a:noFill/>
          <a:ln>
            <a:solidFill>
              <a:schemeClr val="accent2">
                <a:lumMod val="60000"/>
                <a:lumOff val="40000"/>
              </a:schemeClr>
            </a:solidFill>
            <a:prstDash val="dash"/>
          </a:ln>
        </p:spPr>
        <p:txBody>
          <a:bodyPr wrap="square"/>
          <a:p>
            <a:pPr algn="just"/>
            <a:endParaRPr lang="zh-CN" altLang="en-US">
              <a:solidFill>
                <a:schemeClr val="tx1"/>
              </a:solidFill>
            </a:endParaRPr>
          </a:p>
        </p:txBody>
      </p:sp>
      <p:sp>
        <p:nvSpPr>
          <p:cNvPr id="4" name="对象2"/>
          <p:cNvSpPr/>
          <p:nvPr>
            <p:custDataLst>
              <p:tags r:id="rId2"/>
            </p:custDataLst>
          </p:nvPr>
        </p:nvSpPr>
        <p:spPr>
          <a:xfrm>
            <a:off x="696175" y="2069030"/>
            <a:ext cx="10798810" cy="2538929"/>
          </a:xfrm>
          <a:prstGeom prst="roundRect">
            <a:avLst>
              <a:gd name="adj" fmla="val 25001"/>
            </a:avLst>
          </a:prstGeom>
          <a:noFill/>
          <a:ln>
            <a:solidFill>
              <a:schemeClr val="accent2">
                <a:lumMod val="60000"/>
                <a:lumOff val="40000"/>
              </a:schemeClr>
            </a:solidFill>
            <a:prstDash val="dash"/>
          </a:ln>
        </p:spPr>
        <p:txBody>
          <a:bodyPr wrap="square"/>
          <a:p>
            <a:pPr algn="just"/>
            <a:endParaRPr lang="zh-CN" altLang="en-US">
              <a:solidFill>
                <a:schemeClr val="tx1"/>
              </a:solidFill>
            </a:endParaRPr>
          </a:p>
        </p:txBody>
      </p:sp>
      <p:sp>
        <p:nvSpPr>
          <p:cNvPr id="10" name="对象2"/>
          <p:cNvSpPr/>
          <p:nvPr>
            <p:custDataLst>
              <p:tags r:id="rId3"/>
            </p:custDataLst>
          </p:nvPr>
        </p:nvSpPr>
        <p:spPr>
          <a:xfrm>
            <a:off x="696175" y="2027120"/>
            <a:ext cx="10798810" cy="3940810"/>
          </a:xfrm>
          <a:prstGeom prst="roundRect">
            <a:avLst>
              <a:gd name="adj" fmla="val 15703"/>
            </a:avLst>
          </a:prstGeom>
          <a:noFill/>
          <a:ln>
            <a:solidFill>
              <a:schemeClr val="accent2">
                <a:lumMod val="60000"/>
                <a:lumOff val="40000"/>
              </a:schemeClr>
            </a:solidFill>
            <a:prstDash val="dash"/>
          </a:ln>
        </p:spPr>
        <p:txBody>
          <a:bodyPr wrap="square"/>
          <a:p>
            <a:pPr algn="just"/>
            <a:endParaRPr lang="zh-CN" altLang="en-US">
              <a:solidFill>
                <a:schemeClr val="tx1"/>
              </a:solidFill>
            </a:endParaRPr>
          </a:p>
        </p:txBody>
      </p:sp>
      <p:sp>
        <p:nvSpPr>
          <p:cNvPr id="12" name="对象4"/>
          <p:cNvSpPr/>
          <p:nvPr>
            <p:custDataLst>
              <p:tags r:id="rId4"/>
            </p:custDataLst>
          </p:nvPr>
        </p:nvSpPr>
        <p:spPr>
          <a:xfrm>
            <a:off x="1897380" y="2589530"/>
            <a:ext cx="8397240" cy="1226185"/>
          </a:xfrm>
          <a:prstGeom prst="roundRect">
            <a:avLst/>
          </a:prstGeom>
          <a:solidFill>
            <a:schemeClr val="accent1">
              <a:lumMod val="10000"/>
              <a:lumOff val="90000"/>
            </a:schemeClr>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72185" numCol="1" spcCol="0" rtlCol="0" fromWordArt="0" anchor="ctr" anchorCtr="0" forceAA="0" compatLnSpc="1">
            <a:noAutofit/>
          </a:bodyPr>
          <a:p>
            <a:pPr lvl="0" algn="l">
              <a:spcBef>
                <a:spcPct val="0"/>
              </a:spcBef>
              <a:spcAft>
                <a:spcPct val="0"/>
              </a:spcAft>
              <a:buClrTx/>
              <a:buSzTx/>
              <a:buFontTx/>
            </a:pPr>
            <a:r>
              <a:rPr lang="zh-CN" altLang="en-US" sz="2400" dirty="0">
                <a:solidFill>
                  <a:srgbClr val="C00000"/>
                </a:solidFill>
                <a:latin typeface="微软雅黑" panose="020B0503020204020204" charset="-122"/>
                <a:ea typeface="微软雅黑" panose="020B0503020204020204" charset="-122"/>
                <a:cs typeface="微软雅黑" panose="020B0503020204020204" charset="-122"/>
                <a:sym typeface="+mn-ea"/>
              </a:rPr>
              <a:t>以宪法典为核心</a:t>
            </a:r>
            <a:r>
              <a:rPr lang="en-US" altLang="zh-CN" sz="2400" dirty="0">
                <a:solidFill>
                  <a:srgbClr val="262626"/>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rgbClr val="262626"/>
                </a:solidFill>
                <a:latin typeface="微软雅黑" panose="020B0503020204020204" charset="-122"/>
                <a:ea typeface="微软雅黑" panose="020B0503020204020204" charset="-122"/>
                <a:cs typeface="微软雅黑" panose="020B0503020204020204" charset="-122"/>
                <a:sym typeface="+mn-ea"/>
              </a:rPr>
              <a:t>宪法典是所有宪法规范的基础</a:t>
            </a:r>
            <a:r>
              <a:rPr lang="en-US" altLang="zh-CN" sz="2400" dirty="0">
                <a:solidFill>
                  <a:srgbClr val="262626"/>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rgbClr val="262626"/>
                </a:solidFill>
                <a:latin typeface="微软雅黑" panose="020B0503020204020204" charset="-122"/>
                <a:ea typeface="微软雅黑" panose="020B0503020204020204" charset="-122"/>
                <a:cs typeface="微软雅黑" panose="020B0503020204020204" charset="-122"/>
                <a:sym typeface="+mn-ea"/>
              </a:rPr>
              <a:t>修正案是宪法典的补充</a:t>
            </a:r>
            <a:r>
              <a:rPr lang="en-US" altLang="zh-CN" sz="2400" dirty="0">
                <a:solidFill>
                  <a:srgbClr val="262626"/>
                </a:solidFill>
                <a:latin typeface="微软雅黑" panose="020B0503020204020204" charset="-122"/>
                <a:ea typeface="微软雅黑" panose="020B0503020204020204" charset="-122"/>
                <a:cs typeface="微软雅黑" panose="020B0503020204020204" charset="-122"/>
                <a:sym typeface="+mn-ea"/>
              </a:rPr>
              <a:t>;</a:t>
            </a:r>
            <a:endParaRPr lang="en-US" altLang="zh-CN" sz="2400" dirty="0">
              <a:solidFill>
                <a:srgbClr val="262626"/>
              </a:solidFill>
              <a:latin typeface="微软雅黑" panose="020B0503020204020204" charset="-122"/>
              <a:ea typeface="微软雅黑" panose="020B0503020204020204" charset="-122"/>
              <a:cs typeface="微软雅黑" panose="020B0503020204020204" charset="-122"/>
              <a:sym typeface="+mn-ea"/>
            </a:endParaRPr>
          </a:p>
        </p:txBody>
      </p:sp>
      <p:sp>
        <p:nvSpPr>
          <p:cNvPr id="13" name="对象5"/>
          <p:cNvSpPr/>
          <p:nvPr>
            <p:custDataLst>
              <p:tags r:id="rId5"/>
            </p:custDataLst>
          </p:nvPr>
        </p:nvSpPr>
        <p:spPr>
          <a:xfrm>
            <a:off x="2108415" y="2928184"/>
            <a:ext cx="733136" cy="734060"/>
          </a:xfrm>
          <a:prstGeom prst="ellipse">
            <a:avLst/>
          </a:prstGeom>
          <a:gradFill>
            <a:gsLst>
              <a:gs pos="0">
                <a:schemeClr val="accent1">
                  <a:alpha val="100000"/>
                </a:schemeClr>
              </a:gs>
              <a:gs pos="100000">
                <a:schemeClr val="accent1">
                  <a:alpha val="100000"/>
                </a:schemeClr>
              </a:gs>
            </a:gsLst>
            <a:lin ang="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1" forceAA="0" compatLnSpc="1">
            <a:noAutofit/>
          </a:bodyPr>
          <a:p>
            <a:pPr lvl="0" algn="l">
              <a:spcBef>
                <a:spcPct val="0"/>
              </a:spcBef>
              <a:spcAft>
                <a:spcPct val="0"/>
              </a:spcAft>
              <a:buClrTx/>
              <a:buSzTx/>
              <a:buFontTx/>
            </a:pPr>
            <a:r>
              <a:rPr lang="en-US" altLang="zh-CN" sz="2000" b="1">
                <a:solidFill>
                  <a:srgbClr val="FFFFFF"/>
                </a:solidFill>
                <a:latin typeface="+mn-ea"/>
                <a:cs typeface="+mn-ea"/>
                <a:sym typeface="+mn-ea"/>
              </a:rPr>
              <a:t>1</a:t>
            </a:r>
            <a:endParaRPr lang="en-US" altLang="zh-CN" sz="2000" b="1" dirty="0">
              <a:solidFill>
                <a:srgbClr val="FFFFFF"/>
              </a:solidFill>
              <a:latin typeface="+mn-ea"/>
              <a:cs typeface="+mn-ea"/>
              <a:sym typeface="+mn-ea"/>
            </a:endParaRPr>
          </a:p>
        </p:txBody>
      </p:sp>
      <p:sp>
        <p:nvSpPr>
          <p:cNvPr id="15" name="对象7"/>
          <p:cNvSpPr/>
          <p:nvPr>
            <p:custDataLst>
              <p:tags r:id="rId6"/>
            </p:custDataLst>
          </p:nvPr>
        </p:nvSpPr>
        <p:spPr>
          <a:xfrm>
            <a:off x="1897380" y="3980180"/>
            <a:ext cx="8397240" cy="1111885"/>
          </a:xfrm>
          <a:prstGeom prst="roundRect">
            <a:avLst/>
          </a:prstGeom>
          <a:solidFill>
            <a:schemeClr val="accent2">
              <a:lumMod val="10000"/>
              <a:lumOff val="90000"/>
            </a:schemeClr>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72185" numCol="1" spcCol="0" rtlCol="0" fromWordArt="0" anchor="ctr" anchorCtr="0" forceAA="0" compatLnSpc="1">
            <a:noAutofit/>
          </a:bodyPr>
          <a:p>
            <a:pPr lvl="0" algn="l">
              <a:spcBef>
                <a:spcPct val="0"/>
              </a:spcBef>
              <a:spcAft>
                <a:spcPct val="0"/>
              </a:spcAft>
              <a:buClrTx/>
              <a:buSzTx/>
              <a:buFontTx/>
            </a:pPr>
            <a:r>
              <a:rPr lang="zh-CN" altLang="en-US" sz="2400" dirty="0">
                <a:solidFill>
                  <a:srgbClr val="C00000"/>
                </a:solidFill>
                <a:latin typeface="微软雅黑" panose="020B0503020204020204" charset="-122"/>
                <a:ea typeface="微软雅黑" panose="020B0503020204020204" charset="-122"/>
                <a:cs typeface="微软雅黑" panose="020B0503020204020204" charset="-122"/>
                <a:sym typeface="+mn-ea"/>
              </a:rPr>
              <a:t>宪法解释为重要补充</a:t>
            </a:r>
            <a:r>
              <a:rPr lang="en-US" altLang="zh-CN" sz="2400" dirty="0">
                <a:solidFill>
                  <a:srgbClr val="262626"/>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rgbClr val="262626"/>
                </a:solidFill>
                <a:latin typeface="微软雅黑" panose="020B0503020204020204" charset="-122"/>
                <a:ea typeface="微软雅黑" panose="020B0503020204020204" charset="-122"/>
                <a:cs typeface="微软雅黑" panose="020B0503020204020204" charset="-122"/>
                <a:sym typeface="+mn-ea"/>
              </a:rPr>
              <a:t>全国人大常委会的宪法解释是唯一具有法律效力的解释形式</a:t>
            </a:r>
            <a:r>
              <a:rPr lang="en-US" altLang="zh-CN" sz="2400" dirty="0">
                <a:solidFill>
                  <a:srgbClr val="262626"/>
                </a:solidFill>
                <a:latin typeface="微软雅黑" panose="020B0503020204020204" charset="-122"/>
                <a:ea typeface="微软雅黑" panose="020B0503020204020204" charset="-122"/>
                <a:cs typeface="微软雅黑" panose="020B0503020204020204" charset="-122"/>
                <a:sym typeface="+mn-ea"/>
              </a:rPr>
              <a:t>;</a:t>
            </a:r>
            <a:endParaRPr lang="en-US" altLang="zh-CN" sz="2400" dirty="0">
              <a:solidFill>
                <a:srgbClr val="262626"/>
              </a:solidFill>
              <a:latin typeface="微软雅黑" panose="020B0503020204020204" charset="-122"/>
              <a:ea typeface="微软雅黑" panose="020B0503020204020204" charset="-122"/>
              <a:cs typeface="微软雅黑" panose="020B0503020204020204" charset="-122"/>
              <a:sym typeface="+mn-ea"/>
            </a:endParaRPr>
          </a:p>
        </p:txBody>
      </p:sp>
      <p:sp>
        <p:nvSpPr>
          <p:cNvPr id="16" name="对象8"/>
          <p:cNvSpPr/>
          <p:nvPr>
            <p:custDataLst>
              <p:tags r:id="rId7"/>
            </p:custDataLst>
          </p:nvPr>
        </p:nvSpPr>
        <p:spPr>
          <a:xfrm>
            <a:off x="2108415" y="4246444"/>
            <a:ext cx="733136" cy="734060"/>
          </a:xfrm>
          <a:prstGeom prst="ellipse">
            <a:avLst/>
          </a:prstGeom>
          <a:gradFill>
            <a:gsLst>
              <a:gs pos="0">
                <a:schemeClr val="accent2">
                  <a:alpha val="100000"/>
                </a:schemeClr>
              </a:gs>
              <a:gs pos="100000">
                <a:schemeClr val="accent2">
                  <a:alpha val="100000"/>
                </a:schemeClr>
              </a:gs>
            </a:gsLst>
            <a:lin ang="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1" forceAA="0" compatLnSpc="1">
            <a:noAutofit/>
          </a:bodyPr>
          <a:p>
            <a:pPr lvl="0" algn="l">
              <a:spcBef>
                <a:spcPct val="0"/>
              </a:spcBef>
              <a:spcAft>
                <a:spcPct val="0"/>
              </a:spcAft>
              <a:buClrTx/>
              <a:buSzTx/>
              <a:buFontTx/>
            </a:pPr>
            <a:r>
              <a:rPr lang="en-US" altLang="zh-CN" sz="2000" b="1">
                <a:solidFill>
                  <a:srgbClr val="FFFFFF"/>
                </a:solidFill>
                <a:latin typeface="+mn-ea"/>
                <a:cs typeface="+mn-ea"/>
                <a:sym typeface="+mn-ea"/>
              </a:rPr>
              <a:t>2</a:t>
            </a:r>
            <a:endParaRPr lang="en-US" altLang="zh-CN" sz="2000" b="1" dirty="0">
              <a:solidFill>
                <a:srgbClr val="FFFFFF"/>
              </a:solidFill>
              <a:latin typeface="+mn-ea"/>
              <a:cs typeface="+mn-ea"/>
              <a:sym typeface="+mn-ea"/>
            </a:endParaRPr>
          </a:p>
        </p:txBody>
      </p:sp>
      <p:sp>
        <p:nvSpPr>
          <p:cNvPr id="18" name="对象10"/>
          <p:cNvSpPr/>
          <p:nvPr>
            <p:custDataLst>
              <p:tags r:id="rId8"/>
            </p:custDataLst>
          </p:nvPr>
        </p:nvSpPr>
        <p:spPr>
          <a:xfrm>
            <a:off x="1897380" y="5410835"/>
            <a:ext cx="8397240" cy="1160145"/>
          </a:xfrm>
          <a:prstGeom prst="roundRect">
            <a:avLst>
              <a:gd name="adj" fmla="val 21493"/>
            </a:avLst>
          </a:prstGeom>
          <a:solidFill>
            <a:schemeClr val="accent3">
              <a:lumMod val="10000"/>
              <a:lumOff val="90000"/>
            </a:schemeClr>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72185" numCol="1" spcCol="0" rtlCol="0" fromWordArt="0" anchor="ctr" anchorCtr="0" forceAA="0" compatLnSpc="1">
            <a:noAutofit/>
          </a:bodyPr>
          <a:p>
            <a:pPr lvl="0" algn="l">
              <a:spcBef>
                <a:spcPct val="0"/>
              </a:spcBef>
              <a:spcAft>
                <a:spcPct val="0"/>
              </a:spcAft>
              <a:buClrTx/>
              <a:buSzTx/>
              <a:buFontTx/>
            </a:pPr>
            <a:r>
              <a:rPr lang="zh-CN" altLang="en-US" sz="2400">
                <a:solidFill>
                  <a:srgbClr val="C00000"/>
                </a:solidFill>
                <a:latin typeface="微软雅黑" panose="020B0503020204020204" charset="-122"/>
                <a:ea typeface="微软雅黑" panose="020B0503020204020204" charset="-122"/>
                <a:cs typeface="微软雅黑" panose="020B0503020204020204" charset="-122"/>
                <a:sym typeface="+mn-ea"/>
              </a:rPr>
              <a:t>排除非书面</a:t>
            </a:r>
            <a:r>
              <a:rPr lang="en-US" altLang="zh-CN" sz="2400">
                <a:solidFill>
                  <a:srgbClr val="C00000"/>
                </a:solidFill>
                <a:latin typeface="微软雅黑" panose="020B0503020204020204" charset="-122"/>
                <a:ea typeface="微软雅黑" panose="020B0503020204020204" charset="-122"/>
                <a:cs typeface="微软雅黑" panose="020B0503020204020204" charset="-122"/>
                <a:sym typeface="+mn-ea"/>
              </a:rPr>
              <a:t> / </a:t>
            </a:r>
            <a:r>
              <a:rPr lang="zh-CN" altLang="en-US" sz="2400">
                <a:solidFill>
                  <a:srgbClr val="C00000"/>
                </a:solidFill>
                <a:latin typeface="微软雅黑" panose="020B0503020204020204" charset="-122"/>
                <a:ea typeface="微软雅黑" panose="020B0503020204020204" charset="-122"/>
                <a:cs typeface="微软雅黑" panose="020B0503020204020204" charset="-122"/>
                <a:sym typeface="+mn-ea"/>
              </a:rPr>
              <a:t>非法定形式</a:t>
            </a:r>
            <a:r>
              <a:rPr lang="en-US" altLang="zh-CN" sz="2400">
                <a:solidFill>
                  <a:srgbClr val="C00000"/>
                </a:solidFill>
                <a:latin typeface="微软雅黑" panose="020B0503020204020204" charset="-122"/>
                <a:ea typeface="微软雅黑" panose="020B0503020204020204" charset="-122"/>
                <a:cs typeface="微软雅黑" panose="020B0503020204020204" charset="-122"/>
                <a:sym typeface="+mn-ea"/>
              </a:rPr>
              <a:t>:</a:t>
            </a:r>
            <a:r>
              <a:rPr lang="zh-CN" altLang="en-US" sz="2400">
                <a:solidFill>
                  <a:srgbClr val="262626"/>
                </a:solidFill>
                <a:latin typeface="微软雅黑" panose="020B0503020204020204" charset="-122"/>
                <a:ea typeface="微软雅黑" panose="020B0503020204020204" charset="-122"/>
                <a:cs typeface="微软雅黑" panose="020B0503020204020204" charset="-122"/>
                <a:sym typeface="+mn-ea"/>
              </a:rPr>
              <a:t>宪法惯例、判例、国际条约因无明确宪法依据或法律效力</a:t>
            </a:r>
            <a:r>
              <a:rPr lang="en-US" altLang="zh-CN" sz="2400">
                <a:solidFill>
                  <a:srgbClr val="262626"/>
                </a:solidFill>
                <a:latin typeface="微软雅黑" panose="020B0503020204020204" charset="-122"/>
                <a:ea typeface="微软雅黑" panose="020B0503020204020204" charset="-122"/>
                <a:cs typeface="微软雅黑" panose="020B0503020204020204" charset="-122"/>
                <a:sym typeface="+mn-ea"/>
              </a:rPr>
              <a:t>,</a:t>
            </a:r>
            <a:r>
              <a:rPr lang="zh-CN" altLang="en-US" sz="2400">
                <a:solidFill>
                  <a:srgbClr val="262626"/>
                </a:solidFill>
                <a:latin typeface="微软雅黑" panose="020B0503020204020204" charset="-122"/>
                <a:ea typeface="微软雅黑" panose="020B0503020204020204" charset="-122"/>
                <a:cs typeface="微软雅黑" panose="020B0503020204020204" charset="-122"/>
                <a:sym typeface="+mn-ea"/>
              </a:rPr>
              <a:t>不纳入正式渊源。</a:t>
            </a:r>
            <a:endParaRPr lang="zh-CN" altLang="en-US" sz="2400">
              <a:solidFill>
                <a:srgbClr val="262626"/>
              </a:solidFill>
              <a:latin typeface="微软雅黑" panose="020B0503020204020204" charset="-122"/>
              <a:ea typeface="微软雅黑" panose="020B0503020204020204" charset="-122"/>
              <a:cs typeface="微软雅黑" panose="020B0503020204020204" charset="-122"/>
              <a:sym typeface="+mn-ea"/>
            </a:endParaRPr>
          </a:p>
        </p:txBody>
      </p:sp>
      <p:sp>
        <p:nvSpPr>
          <p:cNvPr id="19" name="对象11"/>
          <p:cNvSpPr/>
          <p:nvPr>
            <p:custDataLst>
              <p:tags r:id="rId9"/>
            </p:custDataLst>
          </p:nvPr>
        </p:nvSpPr>
        <p:spPr>
          <a:xfrm>
            <a:off x="2108415" y="5553910"/>
            <a:ext cx="733136" cy="734060"/>
          </a:xfrm>
          <a:prstGeom prst="ellipse">
            <a:avLst/>
          </a:prstGeom>
          <a:gradFill>
            <a:gsLst>
              <a:gs pos="0">
                <a:schemeClr val="accent3">
                  <a:alpha val="100000"/>
                </a:schemeClr>
              </a:gs>
              <a:gs pos="100000">
                <a:schemeClr val="accent3">
                  <a:alpha val="100000"/>
                </a:schemeClr>
              </a:gs>
            </a:gsLst>
            <a:lin ang="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1" forceAA="0" compatLnSpc="1">
            <a:noAutofit/>
          </a:bodyPr>
          <a:p>
            <a:pPr lvl="0" algn="l">
              <a:spcBef>
                <a:spcPct val="0"/>
              </a:spcBef>
              <a:spcAft>
                <a:spcPct val="0"/>
              </a:spcAft>
              <a:buClrTx/>
              <a:buSzTx/>
              <a:buFontTx/>
            </a:pPr>
            <a:r>
              <a:rPr lang="en-US" altLang="zh-CN" sz="2000" b="1">
                <a:solidFill>
                  <a:srgbClr val="FFFFFF"/>
                </a:solidFill>
                <a:latin typeface="+mn-ea"/>
                <a:cs typeface="+mn-ea"/>
                <a:sym typeface="+mn-ea"/>
              </a:rPr>
              <a:t>3</a:t>
            </a:r>
            <a:endParaRPr lang="en-US" altLang="zh-CN" sz="2000" b="1" dirty="0">
              <a:solidFill>
                <a:srgbClr val="FFFFFF"/>
              </a:solidFill>
              <a:latin typeface="+mn-ea"/>
              <a:cs typeface="+mn-ea"/>
              <a:sym typeface="+mn-ea"/>
            </a:endParaRPr>
          </a:p>
        </p:txBody>
      </p:sp>
      <p:sp>
        <p:nvSpPr>
          <p:cNvPr id="20" name="对象12"/>
          <p:cNvSpPr/>
          <p:nvPr>
            <p:custDataLst>
              <p:tags r:id="rId10"/>
            </p:custDataLst>
          </p:nvPr>
        </p:nvSpPr>
        <p:spPr>
          <a:xfrm>
            <a:off x="1897380" y="906145"/>
            <a:ext cx="8397240" cy="1372235"/>
          </a:xfrm>
          <a:prstGeom prst="roundRect">
            <a:avLst/>
          </a:prstGeom>
          <a:gradFill>
            <a:gsLst>
              <a:gs pos="0">
                <a:schemeClr val="accent1">
                  <a:alpha val="100000"/>
                </a:schemeClr>
              </a:gs>
              <a:gs pos="100000">
                <a:schemeClr val="accent1">
                  <a:alpha val="100000"/>
                </a:schemeClr>
              </a:gs>
            </a:gsLst>
            <a:lin ang="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1" forceAA="0" compatLnSpc="1">
            <a:noAutofit/>
          </a:bodyPr>
          <a:p>
            <a:pPr lvl="0" algn="l">
              <a:spcBef>
                <a:spcPct val="0"/>
              </a:spcBef>
              <a:spcAft>
                <a:spcPct val="0"/>
              </a:spcAft>
              <a:buClrTx/>
              <a:buSzTx/>
              <a:buFontTx/>
            </a:pPr>
            <a:r>
              <a:rPr lang="zh-CN" altLang="en-US" sz="3600" b="1" dirty="0">
                <a:solidFill>
                  <a:srgbClr val="FFFFFF"/>
                </a:solidFill>
                <a:latin typeface="+mn-ea"/>
                <a:cs typeface="+mn-ea"/>
                <a:sym typeface="+mn-ea"/>
              </a:rPr>
              <a:t>我国宪法渊源的核心特征</a:t>
            </a:r>
            <a:endParaRPr lang="zh-CN" altLang="en-US" sz="3600" b="1" dirty="0">
              <a:solidFill>
                <a:srgbClr val="FFFFFF"/>
              </a:solidFill>
              <a:latin typeface="+mn-ea"/>
              <a:cs typeface="+mn-ea"/>
              <a:sym typeface="+mn-ea"/>
            </a:endParaRPr>
          </a:p>
        </p:txBody>
      </p:sp>
    </p:spTree>
    <p:custDataLst>
      <p:tags r:id="rId1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normAutofit fontScale="90000"/>
          </a:bodyPr>
          <a:lstStyle/>
          <a:p>
            <a:r>
              <a:rPr lang="zh-CN" altLang="en-US"/>
              <a:t>第三节</a:t>
            </a:r>
            <a:r>
              <a:rPr lang="en-US" altLang="zh-CN"/>
              <a:t>   </a:t>
            </a:r>
            <a:r>
              <a:rPr lang="zh-CN" altLang="en-US"/>
              <a:t>宪法的制定、解释和修改</a:t>
            </a:r>
            <a:endParaRPr lang="zh-CN" altLang="en-US"/>
          </a:p>
        </p:txBody>
      </p:sp>
    </p:spTree>
    <p:custDataLst>
      <p:tags r:id="rId2"/>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838200" y="211455"/>
            <a:ext cx="10515600" cy="955040"/>
          </a:xfrm>
        </p:spPr>
        <p:txBody>
          <a:bodyPr/>
          <a:lstStyle/>
          <a:p>
            <a:r>
              <a:rPr lang="zh-CN" altLang="en-US" dirty="0"/>
              <a:t>一、宪法的制定</a:t>
            </a:r>
            <a:endParaRPr lang="zh-CN" altLang="en-US" dirty="0"/>
          </a:p>
        </p:txBody>
      </p:sp>
      <p:sp>
        <p:nvSpPr>
          <p:cNvPr id="171" name="矩形 170"/>
          <p:cNvSpPr/>
          <p:nvPr>
            <p:custDataLst>
              <p:tags r:id="rId2"/>
            </p:custDataLst>
          </p:nvPr>
        </p:nvSpPr>
        <p:spPr>
          <a:xfrm>
            <a:off x="5014685" y="3806658"/>
            <a:ext cx="6843669" cy="903861"/>
          </a:xfrm>
          <a:prstGeom prst="rect">
            <a:avLst/>
          </a:prstGeom>
          <a:noFill/>
        </p:spPr>
        <p:txBody>
          <a:bodyPr wrap="square" lIns="0" tIns="0" rIns="0" bIns="36000" rtlCol="0" anchor="b">
            <a:noAutofit/>
          </a:bodyPr>
          <a:p>
            <a:pPr>
              <a:spcBef>
                <a:spcPct val="0"/>
              </a:spcBef>
              <a:spcAft>
                <a:spcPct val="0"/>
              </a:spcAft>
            </a:pPr>
            <a:r>
              <a:rPr lang="en-US" altLang="en-US" sz="2800" b="1">
                <a:solidFill>
                  <a:schemeClr val="accent2"/>
                </a:solidFill>
                <a:latin typeface="微软雅黑" panose="020B0503020204020204" charset="-122"/>
                <a:ea typeface="微软雅黑" panose="020B0503020204020204" charset="-122"/>
                <a:cs typeface="微软雅黑" panose="020B0503020204020204" charset="-122"/>
              </a:rPr>
              <a:t>2. </a:t>
            </a:r>
            <a:r>
              <a:rPr lang="zh-CN" altLang="en-US" sz="2800" b="1">
                <a:solidFill>
                  <a:schemeClr val="accent2"/>
                </a:solidFill>
                <a:latin typeface="微软雅黑" panose="020B0503020204020204" charset="-122"/>
                <a:ea typeface="微软雅黑" panose="020B0503020204020204" charset="-122"/>
                <a:cs typeface="微软雅黑" panose="020B0503020204020204" charset="-122"/>
              </a:rPr>
              <a:t>制宪权的理论起源</a:t>
            </a:r>
            <a:endParaRPr lang="zh-CN" altLang="en-US" sz="2800" b="1">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72" name="矩形 171"/>
          <p:cNvSpPr/>
          <p:nvPr>
            <p:custDataLst>
              <p:tags r:id="rId3"/>
            </p:custDataLst>
          </p:nvPr>
        </p:nvSpPr>
        <p:spPr>
          <a:xfrm>
            <a:off x="5014949" y="856394"/>
            <a:ext cx="6843420" cy="777151"/>
          </a:xfrm>
          <a:prstGeom prst="rect">
            <a:avLst/>
          </a:prstGeom>
          <a:noFill/>
        </p:spPr>
        <p:txBody>
          <a:bodyPr wrap="square" lIns="0" tIns="0" rIns="0" bIns="36000" rtlCol="0" anchor="b">
            <a:noAutofit/>
          </a:bodyPr>
          <a:p>
            <a:pPr>
              <a:spcBef>
                <a:spcPct val="0"/>
              </a:spcBef>
              <a:spcAft>
                <a:spcPct val="0"/>
              </a:spcAft>
            </a:pPr>
            <a:r>
              <a:rPr lang="en-US" altLang="en-US" sz="2800" b="1">
                <a:solidFill>
                  <a:schemeClr val="accent1"/>
                </a:solidFill>
                <a:latin typeface="微软雅黑" panose="020B0503020204020204" charset="-122"/>
                <a:ea typeface="微软雅黑" panose="020B0503020204020204" charset="-122"/>
                <a:cs typeface="微软雅黑" panose="020B0503020204020204" charset="-122"/>
              </a:rPr>
              <a:t>1. </a:t>
            </a:r>
            <a:r>
              <a:rPr lang="zh-CN" altLang="en-US" sz="2800" b="1">
                <a:solidFill>
                  <a:schemeClr val="accent1"/>
                </a:solidFill>
                <a:latin typeface="微软雅黑" panose="020B0503020204020204" charset="-122"/>
                <a:ea typeface="微软雅黑" panose="020B0503020204020204" charset="-122"/>
                <a:cs typeface="微软雅黑" panose="020B0503020204020204" charset="-122"/>
              </a:rPr>
              <a:t>制宪权的定义</a:t>
            </a:r>
            <a:endParaRPr lang="zh-CN" altLang="en-US" sz="28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3" name="矩形 172"/>
          <p:cNvSpPr/>
          <p:nvPr>
            <p:custDataLst>
              <p:tags r:id="rId4"/>
            </p:custDataLst>
          </p:nvPr>
        </p:nvSpPr>
        <p:spPr>
          <a:xfrm>
            <a:off x="4780519" y="1701625"/>
            <a:ext cx="7077850" cy="2402102"/>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宪法制定权</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简称制宪权</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rgbClr val="FF0000"/>
                </a:solidFill>
                <a:latin typeface="微软雅黑" panose="020B0503020204020204" charset="-122"/>
                <a:ea typeface="微软雅黑" panose="020B0503020204020204" charset="-122"/>
                <a:cs typeface="微软雅黑" panose="020B0503020204020204" charset="-122"/>
              </a:rPr>
              <a:t>是“创制宪法的权力”</a:t>
            </a:r>
            <a:r>
              <a:rPr lang="en-US" altLang="zh-CN" sz="2000">
                <a:solidFill>
                  <a:srgbClr val="FF0000"/>
                </a:solidFill>
                <a:latin typeface="微软雅黑" panose="020B0503020204020204" charset="-122"/>
                <a:ea typeface="微软雅黑" panose="020B0503020204020204" charset="-122"/>
                <a:cs typeface="微软雅黑" panose="020B0503020204020204" charset="-122"/>
              </a:rPr>
              <a:t>,</a:t>
            </a:r>
            <a:r>
              <a:rPr lang="zh-CN" altLang="en-US" sz="2000">
                <a:solidFill>
                  <a:srgbClr val="FF0000"/>
                </a:solidFill>
                <a:latin typeface="微软雅黑" panose="020B0503020204020204" charset="-122"/>
                <a:ea typeface="微软雅黑" panose="020B0503020204020204" charset="-122"/>
                <a:cs typeface="微软雅黑" panose="020B0503020204020204" charset="-122"/>
              </a:rPr>
              <a:t>是国家权力的</a:t>
            </a:r>
            <a:r>
              <a:rPr lang="en-US" altLang="zh-CN" sz="2000">
                <a:solidFill>
                  <a:srgbClr val="FF0000"/>
                </a:solidFill>
                <a:latin typeface="微软雅黑" panose="020B0503020204020204" charset="-122"/>
                <a:ea typeface="微软雅黑" panose="020B0503020204020204" charset="-122"/>
                <a:cs typeface="微软雅黑" panose="020B0503020204020204" charset="-122"/>
              </a:rPr>
              <a:t> </a:t>
            </a:r>
            <a:r>
              <a:rPr lang="zh-CN" altLang="en-US" sz="2000">
                <a:solidFill>
                  <a:srgbClr val="FF0000"/>
                </a:solidFill>
                <a:latin typeface="微软雅黑" panose="020B0503020204020204" charset="-122"/>
                <a:ea typeface="微软雅黑" panose="020B0503020204020204" charset="-122"/>
                <a:cs typeface="微软雅黑" panose="020B0503020204020204" charset="-122"/>
              </a:rPr>
              <a:t>“始原性权力”</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先于国家权力存在</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是国家权力的来源</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而非国家权力的产物。</a:t>
            </a:r>
            <a:endPar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nSpc>
                <a:spcPct val="130000"/>
              </a:lnSpc>
              <a:spcBef>
                <a:spcPct val="0"/>
              </a:spcBef>
              <a:spcAft>
                <a:spcPct val="0"/>
              </a:spcAft>
            </a:pPr>
            <a:r>
              <a:rPr lang="zh-CN" altLang="zh-CN" sz="20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与其他权力的关系</a:t>
            </a:r>
            <a:r>
              <a:rPr lang="en-US" altLang="zh-CN" sz="20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制宪权</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&gt; </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修宪权</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&gt; </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立法权</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 </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行政权</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 </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司法权</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监察权</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制宪权可设定修宪权的主体、程序和限制</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修宪权又可调整其他国家权力配置。</a:t>
            </a:r>
            <a:endPar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74" name="矩形 173"/>
          <p:cNvSpPr/>
          <p:nvPr>
            <p:custDataLst>
              <p:tags r:id="rId5"/>
            </p:custDataLst>
          </p:nvPr>
        </p:nvSpPr>
        <p:spPr>
          <a:xfrm>
            <a:off x="4781162" y="4731228"/>
            <a:ext cx="7077208" cy="2048851"/>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法国大革命时期政治家西耶斯首次提出“制宪权”理论</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他认为</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“在所有自由国家中</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唯有</a:t>
            </a:r>
            <a:r>
              <a:rPr lang="zh-CN" altLang="en-US" sz="20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国民拥有制宪权</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主张制宪权的主体是国民</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而非君主或显贵。</a:t>
            </a:r>
            <a:endPar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nSpc>
                <a:spcPct val="130000"/>
              </a:lnSpc>
              <a:spcBef>
                <a:spcPct val="0"/>
              </a:spcBef>
              <a:spcAft>
                <a:spcPct val="0"/>
              </a:spcAft>
            </a:pPr>
            <a:r>
              <a:rPr lang="zh-CN" altLang="zh-CN" sz="20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理论意义</a:t>
            </a:r>
            <a:r>
              <a:rPr lang="en-US" altLang="zh-CN" sz="20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打破</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“君权神授”传统</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确立“人民主权</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为制宪权的核心依据</a:t>
            </a:r>
            <a:r>
              <a:rPr lang="en-US" altLang="zh-CN"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成为现代宪法制定的理论基石。</a:t>
            </a:r>
            <a:endParaRPr lang="zh-CN" altLang="en-US" sz="20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75" name="任意多边形: 形状 18"/>
          <p:cNvSpPr/>
          <p:nvPr>
            <p:custDataLst>
              <p:tags r:id="rId6"/>
            </p:custDataLst>
          </p:nvPr>
        </p:nvSpPr>
        <p:spPr>
          <a:xfrm>
            <a:off x="553734" y="1303542"/>
            <a:ext cx="3497214" cy="4603311"/>
          </a:xfrm>
          <a:custGeom>
            <a:avLst/>
            <a:gdLst>
              <a:gd name="connsiteX0" fmla="*/ 1084579 w 3172579"/>
              <a:gd name="connsiteY0" fmla="*/ 0 h 4176000"/>
              <a:gd name="connsiteX1" fmla="*/ 3172579 w 3172579"/>
              <a:gd name="connsiteY1" fmla="*/ 2088000 h 4176000"/>
              <a:gd name="connsiteX2" fmla="*/ 1084579 w 3172579"/>
              <a:gd name="connsiteY2" fmla="*/ 4176000 h 4176000"/>
              <a:gd name="connsiteX3" fmla="*/ 89315 w 3172579"/>
              <a:gd name="connsiteY3" fmla="*/ 3923990 h 4176000"/>
              <a:gd name="connsiteX4" fmla="*/ 0 w 3172579"/>
              <a:gd name="connsiteY4" fmla="*/ 3869730 h 4176000"/>
              <a:gd name="connsiteX5" fmla="*/ 0 w 3172579"/>
              <a:gd name="connsiteY5" fmla="*/ 306270 h 4176000"/>
              <a:gd name="connsiteX6" fmla="*/ 89315 w 3172579"/>
              <a:gd name="connsiteY6" fmla="*/ 252010 h 4176000"/>
              <a:gd name="connsiteX7" fmla="*/ 1084579 w 3172579"/>
              <a:gd name="connsiteY7" fmla="*/ 0 h 41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2579" h="4176000">
                <a:moveTo>
                  <a:pt x="1084579" y="0"/>
                </a:moveTo>
                <a:cubicBezTo>
                  <a:pt x="2237750" y="0"/>
                  <a:pt x="3172579" y="934829"/>
                  <a:pt x="3172579" y="2088000"/>
                </a:cubicBezTo>
                <a:cubicBezTo>
                  <a:pt x="3172579" y="3241171"/>
                  <a:pt x="2237750" y="4176000"/>
                  <a:pt x="1084579" y="4176000"/>
                </a:cubicBezTo>
                <a:cubicBezTo>
                  <a:pt x="724213" y="4176000"/>
                  <a:pt x="385170" y="4084708"/>
                  <a:pt x="89315" y="3923990"/>
                </a:cubicBezTo>
                <a:lnTo>
                  <a:pt x="0" y="3869730"/>
                </a:lnTo>
                <a:lnTo>
                  <a:pt x="0" y="306270"/>
                </a:lnTo>
                <a:lnTo>
                  <a:pt x="89315" y="252010"/>
                </a:lnTo>
                <a:cubicBezTo>
                  <a:pt x="385170" y="91292"/>
                  <a:pt x="724213" y="0"/>
                  <a:pt x="1084579" y="0"/>
                </a:cubicBezTo>
                <a:close/>
              </a:path>
            </a:pathLst>
          </a:custGeom>
          <a:noFill/>
          <a:ln>
            <a:gradFill>
              <a:gsLst>
                <a:gs pos="100000">
                  <a:schemeClr val="tx1">
                    <a:lumMod val="50000"/>
                    <a:lumOff val="50000"/>
                    <a:alpha val="30000"/>
                  </a:schemeClr>
                </a:gs>
                <a:gs pos="15000">
                  <a:srgbClr val="FFFFFF">
                    <a:lumMod val="20000"/>
                    <a:lumOff val="80000"/>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176" name="椭圆 175"/>
          <p:cNvSpPr/>
          <p:nvPr>
            <p:custDataLst>
              <p:tags r:id="rId7"/>
            </p:custDataLst>
          </p:nvPr>
        </p:nvSpPr>
        <p:spPr>
          <a:xfrm>
            <a:off x="553734" y="2403206"/>
            <a:ext cx="2391120" cy="2391120"/>
          </a:xfrm>
          <a:prstGeom prst="ellipse">
            <a:avLst/>
          </a:prstGeom>
          <a:solidFill>
            <a:schemeClr val="accent1"/>
          </a:solidFill>
          <a:ln>
            <a:gradFill>
              <a:gsLst>
                <a:gs pos="37000">
                  <a:srgbClr val="FFFFFF"/>
                </a:gs>
                <a:gs pos="0">
                  <a:schemeClr val="accent1">
                    <a:lumMod val="45000"/>
                    <a:lumOff val="55000"/>
                    <a:alpha val="100000"/>
                  </a:schemeClr>
                </a:gs>
                <a:gs pos="100000">
                  <a:srgbClr val="FFFFFF"/>
                </a:gs>
                <a:gs pos="71000">
                  <a:schemeClr val="accent1">
                    <a:lumMod val="30000"/>
                    <a:lumOff val="70000"/>
                    <a:alpha val="100000"/>
                  </a:schemeClr>
                </a:gs>
              </a:gsLst>
              <a:lin ang="16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en-US" altLang="en-US" sz="3600" b="1" spc="150" dirty="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3600" b="1" spc="150" dirty="0">
                <a:solidFill>
                  <a:srgbClr val="FFFFFF"/>
                </a:solidFill>
                <a:latin typeface="微软雅黑" panose="020B0503020204020204" charset="-122"/>
                <a:ea typeface="微软雅黑" panose="020B0503020204020204" charset="-122"/>
                <a:cs typeface="微软雅黑" panose="020B0503020204020204" charset="-122"/>
                <a:sym typeface="+mn-ea"/>
              </a:rPr>
              <a:t>一</a:t>
            </a:r>
            <a:r>
              <a:rPr lang="en-US" altLang="zh-CN" sz="3600" b="1" spc="150" dirty="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3600" b="1" spc="150" dirty="0">
                <a:solidFill>
                  <a:srgbClr val="FFFFFF"/>
                </a:solidFill>
                <a:latin typeface="微软雅黑" panose="020B0503020204020204" charset="-122"/>
                <a:ea typeface="微软雅黑" panose="020B0503020204020204" charset="-122"/>
                <a:cs typeface="微软雅黑" panose="020B0503020204020204" charset="-122"/>
                <a:sym typeface="+mn-ea"/>
              </a:rPr>
              <a:t>制宪权</a:t>
            </a:r>
            <a:endParaRPr lang="zh-CN" altLang="en-US" sz="3600" b="1" spc="15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77" name="椭圆 176"/>
          <p:cNvSpPr/>
          <p:nvPr>
            <p:custDataLst>
              <p:tags r:id="rId8"/>
            </p:custDataLst>
          </p:nvPr>
        </p:nvSpPr>
        <p:spPr>
          <a:xfrm>
            <a:off x="3317942" y="4645230"/>
            <a:ext cx="669878" cy="669878"/>
          </a:xfrm>
          <a:prstGeom prst="ellipse">
            <a:avLst/>
          </a:prstGeom>
          <a:solidFill>
            <a:schemeClr val="accent2"/>
          </a:solidFill>
          <a:ln>
            <a:gradFill>
              <a:gsLst>
                <a:gs pos="37000">
                  <a:srgbClr val="FFFFFF"/>
                </a:gs>
                <a:gs pos="0">
                  <a:schemeClr val="accent2">
                    <a:lumMod val="20000"/>
                    <a:lumOff val="80000"/>
                    <a:alpha val="100000"/>
                  </a:schemeClr>
                </a:gs>
                <a:gs pos="100000">
                  <a:srgbClr val="FFFFFF"/>
                </a:gs>
                <a:gs pos="71000">
                  <a:schemeClr val="accent2">
                    <a:lumMod val="20000"/>
                    <a:lumOff val="80000"/>
                    <a:alpha val="10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sz="1400" b="1" dirty="0">
                <a:solidFill>
                  <a:srgbClr val="FFFFFF"/>
                </a:solidFill>
                <a:latin typeface="+mn-ea"/>
                <a:cs typeface="+mn-ea"/>
                <a:sym typeface="+mn-ea"/>
              </a:rPr>
              <a:t>02</a:t>
            </a:r>
            <a:endParaRPr lang="en-US" altLang="zh-CN" sz="1400" b="1" dirty="0">
              <a:solidFill>
                <a:srgbClr val="FFFFFF"/>
              </a:solidFill>
              <a:latin typeface="+mn-ea"/>
              <a:cs typeface="+mn-ea"/>
              <a:sym typeface="+mn-ea"/>
            </a:endParaRPr>
          </a:p>
        </p:txBody>
      </p:sp>
      <p:sp>
        <p:nvSpPr>
          <p:cNvPr id="178" name="椭圆 177"/>
          <p:cNvSpPr/>
          <p:nvPr>
            <p:custDataLst>
              <p:tags r:id="rId9"/>
            </p:custDataLst>
          </p:nvPr>
        </p:nvSpPr>
        <p:spPr>
          <a:xfrm>
            <a:off x="3317942" y="1897822"/>
            <a:ext cx="669878" cy="669878"/>
          </a:xfrm>
          <a:prstGeom prst="ellipse">
            <a:avLst/>
          </a:prstGeom>
          <a:solidFill>
            <a:schemeClr val="accent1"/>
          </a:solidFill>
          <a:ln>
            <a:gradFill>
              <a:gsLst>
                <a:gs pos="37000">
                  <a:srgbClr val="FFFFFF"/>
                </a:gs>
                <a:gs pos="0">
                  <a:schemeClr val="accent1">
                    <a:lumMod val="20000"/>
                    <a:lumOff val="80000"/>
                    <a:alpha val="100000"/>
                  </a:schemeClr>
                </a:gs>
                <a:gs pos="100000">
                  <a:srgbClr val="FFFFFF"/>
                </a:gs>
                <a:gs pos="71000">
                  <a:schemeClr val="accent1">
                    <a:lumMod val="20000"/>
                    <a:lumOff val="80000"/>
                    <a:alpha val="10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45720" bIns="45720" numCol="1" spcCol="0" rtlCol="0" fromWordArt="0" anchor="ctr" anchorCtr="0" forceAA="0" compatLnSpc="1">
            <a:noAutofit/>
          </a:bodyPr>
          <a:p>
            <a:pPr lvl="0" algn="ctr">
              <a:spcBef>
                <a:spcPct val="0"/>
              </a:spcBef>
              <a:spcAft>
                <a:spcPct val="0"/>
              </a:spcAft>
              <a:buClrTx/>
              <a:buSzTx/>
              <a:buFontTx/>
            </a:pPr>
            <a:r>
              <a:rPr lang="en-US" altLang="zh-CN" sz="1400" b="1" dirty="0">
                <a:solidFill>
                  <a:srgbClr val="FFFFFF"/>
                </a:solidFill>
                <a:latin typeface="+mn-ea"/>
                <a:cs typeface="+mn-ea"/>
                <a:sym typeface="+mn-ea"/>
              </a:rPr>
              <a:t>01</a:t>
            </a:r>
            <a:endParaRPr lang="en-US" altLang="zh-CN" sz="1400" b="1" dirty="0">
              <a:solidFill>
                <a:srgbClr val="FFFFFF"/>
              </a:solidFill>
              <a:latin typeface="+mn-ea"/>
              <a:cs typeface="+mn-ea"/>
              <a:sym typeface="+mn-ea"/>
            </a:endParaRPr>
          </a:p>
        </p:txBody>
      </p:sp>
    </p:spTree>
    <p:custDataLst>
      <p:tags r:id="rId10"/>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en-US" altLang="en-US"/>
              <a:t>3. </a:t>
            </a:r>
            <a:r>
              <a:rPr lang="zh-CN" altLang="en-US"/>
              <a:t>制宪权的主体：人民</a:t>
            </a:r>
            <a:endParaRPr lang="zh-CN" altLang="en-US"/>
          </a:p>
        </p:txBody>
      </p:sp>
      <p:sp>
        <p:nvSpPr>
          <p:cNvPr id="18" name="圆角矩形 4"/>
          <p:cNvSpPr/>
          <p:nvPr>
            <p:custDataLst>
              <p:tags r:id="rId2"/>
            </p:custDataLst>
          </p:nvPr>
        </p:nvSpPr>
        <p:spPr>
          <a:xfrm>
            <a:off x="6827080" y="1933503"/>
            <a:ext cx="4280469" cy="4576778"/>
          </a:xfrm>
          <a:prstGeom prst="roundRect">
            <a:avLst>
              <a:gd name="adj" fmla="val 2258"/>
            </a:avLst>
          </a:prstGeom>
          <a:noFill/>
          <a:ln w="25400">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9" name="矩形 5"/>
          <p:cNvSpPr/>
          <p:nvPr>
            <p:custDataLst>
              <p:tags r:id="rId3"/>
            </p:custDataLst>
          </p:nvPr>
        </p:nvSpPr>
        <p:spPr>
          <a:xfrm>
            <a:off x="7164705" y="3150235"/>
            <a:ext cx="3723640" cy="3317875"/>
          </a:xfrm>
          <a:prstGeom prst="rect">
            <a:avLst/>
          </a:prstGeom>
        </p:spPr>
        <p:txBody>
          <a:bodyPr wrap="square" lIns="0" tIns="0" rIns="0" bIns="0">
            <a:noAutofit/>
          </a:bodyPr>
          <a:p>
            <a:pPr algn="ctr">
              <a:lnSpc>
                <a:spcPct val="150000"/>
              </a:lnSpc>
              <a:spcBef>
                <a:spcPct val="0"/>
              </a:spcBef>
              <a:spcAft>
                <a:spcPct val="0"/>
              </a:spcAft>
            </a:pP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坚持人民主权原则</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行使制宪权的</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“人民”</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是由工人阶级先锋队</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无产阶级政党</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领导的、占社会绝大多数的工人、农民等</a:t>
            </a:r>
            <a:r>
              <a:rPr lang="zh-CN" altLang="en-US" sz="24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广大群众</a:t>
            </a:r>
            <a:r>
              <a:rPr lang="en-US" altLang="zh-CN" sz="24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制宪权体现人民的根本意志。</a:t>
            </a:r>
            <a:endPar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21" name="矩形 13"/>
          <p:cNvSpPr/>
          <p:nvPr>
            <p:custDataLst>
              <p:tags r:id="rId4"/>
            </p:custDataLst>
          </p:nvPr>
        </p:nvSpPr>
        <p:spPr>
          <a:xfrm>
            <a:off x="7306914" y="2552817"/>
            <a:ext cx="3321468" cy="465152"/>
          </a:xfrm>
          <a:prstGeom prst="rect">
            <a:avLst/>
          </a:prstGeom>
          <a:noFill/>
        </p:spPr>
        <p:txBody>
          <a:bodyPr wrap="square" lIns="0" tIns="0" rIns="0" bIns="0" rtlCol="0" anchor="b" anchorCtr="0">
            <a:noAutofit/>
          </a:bodyPr>
          <a:p>
            <a:pPr algn="ctr">
              <a:spcBef>
                <a:spcPct val="0"/>
              </a:spcBef>
              <a:spcAft>
                <a:spcPct val="0"/>
              </a:spcAft>
            </a:pPr>
            <a:r>
              <a:rPr lang="zh-CN" altLang="en-US" sz="3200" b="1" kern="0" dirty="0">
                <a:solidFill>
                  <a:schemeClr val="accent2"/>
                </a:solidFill>
                <a:latin typeface="微软雅黑" panose="020B0503020204020204" charset="-122"/>
                <a:ea typeface="微软雅黑" panose="020B0503020204020204" charset="-122"/>
                <a:cs typeface="+mn-ea"/>
              </a:rPr>
              <a:t>社会主义国家</a:t>
            </a:r>
            <a:endParaRPr lang="zh-CN" altLang="en-US" sz="3200" b="1" kern="0" dirty="0">
              <a:solidFill>
                <a:schemeClr val="accent2"/>
              </a:solidFill>
              <a:latin typeface="微软雅黑" panose="020B0503020204020204" charset="-122"/>
              <a:ea typeface="微软雅黑" panose="020B0503020204020204" charset="-122"/>
              <a:cs typeface="+mn-ea"/>
            </a:endParaRPr>
          </a:p>
        </p:txBody>
      </p:sp>
      <p:sp>
        <p:nvSpPr>
          <p:cNvPr id="22" name="椭圆 14"/>
          <p:cNvSpPr/>
          <p:nvPr>
            <p:custDataLst>
              <p:tags r:id="rId5"/>
            </p:custDataLst>
          </p:nvPr>
        </p:nvSpPr>
        <p:spPr>
          <a:xfrm>
            <a:off x="8499493" y="1485036"/>
            <a:ext cx="935643" cy="935643"/>
          </a:xfrm>
          <a:prstGeom prst="ellipse">
            <a:avLst/>
          </a:prstGeom>
          <a:solidFill>
            <a:schemeClr val="accent2">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5" name="椭圆 15"/>
          <p:cNvSpPr/>
          <p:nvPr>
            <p:custDataLst>
              <p:tags r:id="rId6"/>
            </p:custDataLst>
          </p:nvPr>
        </p:nvSpPr>
        <p:spPr>
          <a:xfrm>
            <a:off x="8531526" y="1484368"/>
            <a:ext cx="872244" cy="872244"/>
          </a:xfrm>
          <a:prstGeom prst="ellipse">
            <a:avLst/>
          </a:prstGeom>
          <a:solidFill>
            <a:schemeClr val="accent2"/>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8" name="圆角矩形 18"/>
          <p:cNvSpPr/>
          <p:nvPr>
            <p:custDataLst>
              <p:tags r:id="rId7"/>
            </p:custDataLst>
          </p:nvPr>
        </p:nvSpPr>
        <p:spPr>
          <a:xfrm>
            <a:off x="1085086" y="1933503"/>
            <a:ext cx="4280469" cy="4576778"/>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9" name="矩形 19"/>
          <p:cNvSpPr/>
          <p:nvPr>
            <p:custDataLst>
              <p:tags r:id="rId8"/>
            </p:custDataLst>
          </p:nvPr>
        </p:nvSpPr>
        <p:spPr>
          <a:xfrm>
            <a:off x="1504950" y="3210560"/>
            <a:ext cx="3519805" cy="3036570"/>
          </a:xfrm>
          <a:prstGeom prst="rect">
            <a:avLst/>
          </a:prstGeom>
        </p:spPr>
        <p:txBody>
          <a:bodyPr wrap="square" lIns="0" tIns="0" rIns="0" bIns="0">
            <a:noAutofit/>
          </a:bodyPr>
          <a:p>
            <a:pPr algn="ctr">
              <a:lnSpc>
                <a:spcPct val="150000"/>
              </a:lnSpc>
              <a:spcBef>
                <a:spcPct val="0"/>
              </a:spcBef>
              <a:spcAft>
                <a:spcPct val="0"/>
              </a:spcAft>
            </a:pP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表面奉行</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“人民主权”</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但行使制宪权的</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“人民”</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实质是</a:t>
            </a:r>
            <a:r>
              <a:rPr lang="zh-CN" altLang="en-US" sz="24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占统治地位的资产阶级</a:t>
            </a:r>
            <a:r>
              <a:rPr lang="en-US" altLang="zh-CN" sz="24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制宪权服务于资产阶级利益。</a:t>
            </a:r>
            <a:endPar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31" name="矩形 20"/>
          <p:cNvSpPr/>
          <p:nvPr>
            <p:custDataLst>
              <p:tags r:id="rId9"/>
            </p:custDataLst>
          </p:nvPr>
        </p:nvSpPr>
        <p:spPr>
          <a:xfrm>
            <a:off x="1564920" y="2552817"/>
            <a:ext cx="3321468" cy="465152"/>
          </a:xfrm>
          <a:prstGeom prst="rect">
            <a:avLst/>
          </a:prstGeom>
          <a:noFill/>
        </p:spPr>
        <p:txBody>
          <a:bodyPr wrap="square" lIns="0" tIns="0" rIns="0" bIns="0" rtlCol="0" anchor="b" anchorCtr="0">
            <a:noAutofit/>
          </a:bodyPr>
          <a:p>
            <a:pPr algn="ctr">
              <a:spcBef>
                <a:spcPct val="0"/>
              </a:spcBef>
              <a:spcAft>
                <a:spcPct val="0"/>
              </a:spcAft>
            </a:pPr>
            <a:r>
              <a:rPr lang="zh-CN" altLang="en-US" sz="3200" b="1" kern="0" dirty="0">
                <a:solidFill>
                  <a:schemeClr val="accent1"/>
                </a:solidFill>
                <a:latin typeface="微软雅黑" panose="020B0503020204020204" charset="-122"/>
                <a:ea typeface="微软雅黑" panose="020B0503020204020204" charset="-122"/>
                <a:cs typeface="+mn-ea"/>
              </a:rPr>
              <a:t>资本主义国家</a:t>
            </a:r>
            <a:endParaRPr lang="zh-CN" altLang="en-US" sz="3200" b="1" kern="0" dirty="0">
              <a:solidFill>
                <a:schemeClr val="accent1"/>
              </a:solidFill>
              <a:latin typeface="微软雅黑" panose="020B0503020204020204" charset="-122"/>
              <a:ea typeface="微软雅黑" panose="020B0503020204020204" charset="-122"/>
              <a:cs typeface="+mn-ea"/>
            </a:endParaRPr>
          </a:p>
        </p:txBody>
      </p:sp>
      <p:sp>
        <p:nvSpPr>
          <p:cNvPr id="34" name="椭圆 23"/>
          <p:cNvSpPr/>
          <p:nvPr>
            <p:custDataLst>
              <p:tags r:id="rId10"/>
            </p:custDataLst>
          </p:nvPr>
        </p:nvSpPr>
        <p:spPr>
          <a:xfrm>
            <a:off x="2757498" y="1485036"/>
            <a:ext cx="935643" cy="935643"/>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35" name="椭圆 24"/>
          <p:cNvSpPr/>
          <p:nvPr>
            <p:custDataLst>
              <p:tags r:id="rId11"/>
            </p:custDataLst>
          </p:nvPr>
        </p:nvSpPr>
        <p:spPr>
          <a:xfrm>
            <a:off x="2789532" y="1484368"/>
            <a:ext cx="872244" cy="872244"/>
          </a:xfrm>
          <a:prstGeom prst="ellipse">
            <a:avLst/>
          </a:prstGeom>
          <a:solidFill>
            <a:schemeClr val="accent1"/>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dirty="0">
              <a:solidFill>
                <a:schemeClr val="lt1"/>
              </a:solidFill>
            </a:endParaRPr>
          </a:p>
        </p:txBody>
      </p:sp>
      <p:pic>
        <p:nvPicPr>
          <p:cNvPr id="36" name="图形 16" descr="333438303937363b333438313038303bd7e9d6afbcdcb9b9"/>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3055143" y="1750647"/>
            <a:ext cx="340136" cy="340136"/>
          </a:xfrm>
          <a:prstGeom prst="rect">
            <a:avLst/>
          </a:prstGeom>
        </p:spPr>
      </p:pic>
      <p:pic>
        <p:nvPicPr>
          <p:cNvPr id="37" name="图形 17" descr="333438303937363b333438313039323bcfeec4bfbcc6bbae"/>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8797137" y="1749979"/>
            <a:ext cx="340356" cy="340356"/>
          </a:xfrm>
          <a:prstGeom prst="rect">
            <a:avLst/>
          </a:prstGeom>
        </p:spPr>
      </p:pic>
    </p:spTree>
    <p:custDataLst>
      <p:tags r:id="rId18"/>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97790" y="0"/>
            <a:ext cx="372427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3571875" y="94615"/>
            <a:ext cx="8620125" cy="6763385"/>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338455" y="2273935"/>
            <a:ext cx="3169285" cy="2310130"/>
          </a:xfrm>
        </p:spPr>
        <p:txBody>
          <a:bodyPr/>
          <a:lstStyle/>
          <a:p>
            <a:r>
              <a:rPr lang="zh-CN" altLang="en-US" sz="4400">
                <a:solidFill>
                  <a:srgbClr val="FFFFFF"/>
                </a:solidFill>
              </a:rPr>
              <a:t>（二）制宪机关</a:t>
            </a:r>
            <a:endParaRPr lang="zh-CN" altLang="en-US" sz="4400">
              <a:solidFill>
                <a:srgbClr val="FFFFFF"/>
              </a:solidFill>
            </a:endParaRPr>
          </a:p>
        </p:txBody>
      </p:sp>
      <p:sp>
        <p:nvSpPr>
          <p:cNvPr id="9" name="文本框 8"/>
          <p:cNvSpPr txBox="1"/>
          <p:nvPr>
            <p:custDataLst>
              <p:tags r:id="rId4"/>
            </p:custDataLst>
          </p:nvPr>
        </p:nvSpPr>
        <p:spPr>
          <a:xfrm>
            <a:off x="3626485" y="94615"/>
            <a:ext cx="8420735" cy="6501130"/>
          </a:xfrm>
          <a:prstGeom prst="rect">
            <a:avLst/>
          </a:prstGeom>
          <a:noFill/>
        </p:spPr>
        <p:txBody>
          <a:bodyPr wrap="square" rtlCol="0" anchor="ctr" anchorCtr="0"/>
          <a:lstStyle/>
          <a:p>
            <a:pPr marL="342900" lvl="0" indent="-342900" algn="just" fontAlgn="auto">
              <a:lnSpc>
                <a:spcPct val="150000"/>
              </a:lnSpc>
              <a:spcAft>
                <a:spcPts val="1200"/>
              </a:spcAft>
              <a:buClr>
                <a:srgbClr val="A6A6A6"/>
              </a:buClr>
              <a:buFont typeface="Wingdings" panose="05000000000000000000" charset="0"/>
              <a:buChar char="l"/>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制宪机关又称立宪机关，是接受制宪权主体委托,具体制定宪法的机关,</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是制宪权的“行使载体”,而非制宪权主体本身</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342900" lvl="0" indent="-342900" algn="just" fontAlgn="auto">
              <a:lnSpc>
                <a:spcPct val="150000"/>
              </a:lnSpc>
              <a:spcAft>
                <a:spcPts val="1200"/>
              </a:spcAft>
              <a:buClr>
                <a:srgbClr val="A6A6A6"/>
              </a:buClr>
              <a:buFont typeface="Wingdings" panose="05000000000000000000" charset="0"/>
              <a:buChar char="l"/>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制宪机关的核心特点</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342900" lvl="0" indent="-342900" algn="just" fontAlgn="auto">
              <a:lnSpc>
                <a:spcPct val="150000"/>
              </a:lnSpc>
              <a:spcAft>
                <a:spcPts val="1200"/>
              </a:spcAft>
              <a:buClr>
                <a:srgbClr val="A6A6A6"/>
              </a:buClr>
              <a:buFont typeface="Wingdings" panose="05000000000000000000" charset="0"/>
              <a:buChar char="l"/>
            </a:pPr>
            <a:r>
              <a:rPr lang="zh-CN" altLang="en-US" sz="2400">
                <a:solidFill>
                  <a:srgbClr val="FF0000"/>
                </a:solidFill>
                <a:latin typeface="微软雅黑" panose="020B0503020204020204" charset="-122"/>
                <a:ea typeface="微软雅黑" panose="020B0503020204020204" charset="-122"/>
                <a:cs typeface="微软雅黑" panose="020B0503020204020204" charset="-122"/>
              </a:rPr>
              <a:t>①</a:t>
            </a:r>
            <a:r>
              <a:rPr lang="en-US" altLang="zh-CN" sz="2400">
                <a:solidFill>
                  <a:srgbClr val="FF0000"/>
                </a:solidFill>
                <a:latin typeface="微软雅黑" panose="020B0503020204020204" charset="-122"/>
                <a:ea typeface="微软雅黑" panose="020B0503020204020204" charset="-122"/>
                <a:cs typeface="微软雅黑" panose="020B0503020204020204" charset="-122"/>
              </a:rPr>
              <a:t> </a:t>
            </a:r>
            <a:r>
              <a:rPr lang="zh-CN" altLang="en-US" sz="2400">
                <a:solidFill>
                  <a:srgbClr val="FF0000"/>
                </a:solidFill>
                <a:latin typeface="微软雅黑" panose="020B0503020204020204" charset="-122"/>
                <a:ea typeface="微软雅黑" panose="020B0503020204020204" charset="-122"/>
                <a:cs typeface="微软雅黑" panose="020B0503020204020204" charset="-122"/>
              </a:rPr>
              <a:t>非常设性:</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仅为制定宪法设立,完成起草或通过宪法的任务后即解散(区别于常设的立法机关);</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342900" lvl="0" indent="-342900" algn="just" fontAlgn="auto">
              <a:lnSpc>
                <a:spcPct val="150000"/>
              </a:lnSpc>
              <a:spcAft>
                <a:spcPts val="1200"/>
              </a:spcAft>
              <a:buClr>
                <a:srgbClr val="A6A6A6"/>
              </a:buClr>
              <a:buFont typeface="Wingdings" panose="05000000000000000000" charset="0"/>
              <a:buChar char="l"/>
            </a:pPr>
            <a:r>
              <a:rPr lang="zh-CN" altLang="en-US" sz="2400">
                <a:solidFill>
                  <a:srgbClr val="FF0000"/>
                </a:solidFill>
                <a:latin typeface="微软雅黑" panose="020B0503020204020204" charset="-122"/>
                <a:ea typeface="微软雅黑" panose="020B0503020204020204" charset="-122"/>
                <a:cs typeface="微软雅黑" panose="020B0503020204020204" charset="-122"/>
              </a:rPr>
              <a:t>②</a:t>
            </a:r>
            <a:r>
              <a:rPr lang="en-US" altLang="zh-CN" sz="2400">
                <a:solidFill>
                  <a:srgbClr val="FF0000"/>
                </a:solidFill>
                <a:latin typeface="微软雅黑" panose="020B0503020204020204" charset="-122"/>
                <a:ea typeface="微软雅黑" panose="020B0503020204020204" charset="-122"/>
                <a:cs typeface="微软雅黑" panose="020B0503020204020204" charset="-122"/>
              </a:rPr>
              <a:t> </a:t>
            </a:r>
            <a:r>
              <a:rPr lang="zh-CN" altLang="en-US" sz="2400">
                <a:solidFill>
                  <a:srgbClr val="FF0000"/>
                </a:solidFill>
                <a:latin typeface="微软雅黑" panose="020B0503020204020204" charset="-122"/>
                <a:ea typeface="微软雅黑" panose="020B0503020204020204" charset="-122"/>
                <a:cs typeface="微软雅黑" panose="020B0503020204020204" charset="-122"/>
              </a:rPr>
              <a:t>代表性:</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成员需涵盖各阶级、阶层、群体,确保能反映不同利益诉求,保障宪法的正当性(如我国 1954 年宪法起草委员会含 32 名委员,涵盖党、政、军、民主党派、少数民族等代表);</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342900" lvl="0" indent="-342900" algn="just" fontAlgn="auto">
              <a:lnSpc>
                <a:spcPct val="150000"/>
              </a:lnSpc>
              <a:spcAft>
                <a:spcPts val="1200"/>
              </a:spcAft>
              <a:buClr>
                <a:srgbClr val="A6A6A6"/>
              </a:buClr>
              <a:buFont typeface="Wingdings" panose="05000000000000000000" charset="0"/>
              <a:buChar char="l"/>
            </a:pPr>
            <a:r>
              <a:rPr lang="zh-CN" altLang="en-US" sz="2400">
                <a:solidFill>
                  <a:srgbClr val="FF0000"/>
                </a:solidFill>
                <a:latin typeface="微软雅黑" panose="020B0503020204020204" charset="-122"/>
                <a:ea typeface="微软雅黑" panose="020B0503020204020204" charset="-122"/>
                <a:cs typeface="微软雅黑" panose="020B0503020204020204" charset="-122"/>
              </a:rPr>
              <a:t>③专门性:</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仅负责宪法制定相关工作,</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不承担日常立法、行政等职能。</a:t>
            </a:r>
            <a:endParaRPr lang="en-US" altLang="zh-CN" sz="2400" b="1">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矩形 8"/>
          <p:cNvSpPr/>
          <p:nvPr>
            <p:custDataLst>
              <p:tags r:id="rId1"/>
            </p:custDataLst>
          </p:nvPr>
        </p:nvSpPr>
        <p:spPr>
          <a:xfrm>
            <a:off x="193675" y="942340"/>
            <a:ext cx="567690" cy="370840"/>
          </a:xfrm>
          <a:prstGeom prst="rect">
            <a:avLst/>
          </a:prstGeom>
          <a:noFill/>
        </p:spPr>
        <p:txBody>
          <a:bodyPr wrap="none" lIns="0" tIns="36195" bIns="0" rtlCol="0" anchor="b" anchorCtr="0"/>
          <a:p>
            <a:pPr algn="l">
              <a:spcBef>
                <a:spcPct val="0"/>
              </a:spcBef>
              <a:spcAft>
                <a:spcPct val="0"/>
              </a:spcAft>
            </a:pPr>
            <a:r>
              <a:rPr lang="en-US" altLang="zh-CN" b="1" dirty="0">
                <a:solidFill>
                  <a:schemeClr val="accent1"/>
                </a:solidFill>
                <a:latin typeface="微软雅黑" panose="020B0503020204020204" charset="-122"/>
                <a:cs typeface="微软雅黑" panose="020B0503020204020204" charset="-122"/>
              </a:rPr>
              <a:t>01</a:t>
            </a:r>
            <a:endParaRPr lang="en-US" altLang="zh-CN" b="1" dirty="0">
              <a:solidFill>
                <a:schemeClr val="accent1"/>
              </a:solidFill>
              <a:latin typeface="微软雅黑" panose="020B0503020204020204" charset="-122"/>
              <a:cs typeface="微软雅黑" panose="020B0503020204020204" charset="-122"/>
            </a:endParaRPr>
          </a:p>
        </p:txBody>
      </p:sp>
      <p:sp>
        <p:nvSpPr>
          <p:cNvPr id="10" name="矩形 9"/>
          <p:cNvSpPr/>
          <p:nvPr>
            <p:custDataLst>
              <p:tags r:id="rId2"/>
            </p:custDataLst>
          </p:nvPr>
        </p:nvSpPr>
        <p:spPr>
          <a:xfrm>
            <a:off x="762635" y="893445"/>
            <a:ext cx="9171305" cy="499745"/>
          </a:xfrm>
          <a:prstGeom prst="rect">
            <a:avLst/>
          </a:prstGeom>
          <a:noFill/>
        </p:spPr>
        <p:txBody>
          <a:bodyPr wrap="square" bIns="36195" rtlCol="0" anchor="ctr" anchorCtr="0">
            <a:noAutofit/>
          </a:bodyPr>
          <a:p>
            <a:pPr>
              <a:spcBef>
                <a:spcPct val="0"/>
              </a:spcBef>
              <a:spcAft>
                <a:spcPct val="0"/>
              </a:spcAft>
            </a:pPr>
            <a:r>
              <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rPr>
              <a:t>设立制宪机关</a:t>
            </a:r>
            <a:endPar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1" name="矩形 10"/>
          <p:cNvSpPr/>
          <p:nvPr>
            <p:custDataLst>
              <p:tags r:id="rId3"/>
            </p:custDataLst>
          </p:nvPr>
        </p:nvSpPr>
        <p:spPr>
          <a:xfrm>
            <a:off x="761365" y="1412240"/>
            <a:ext cx="11062335" cy="1129665"/>
          </a:xfrm>
          <a:prstGeom prst="rect">
            <a:avLst/>
          </a:prstGeom>
          <a:ln>
            <a:noFill/>
            <a:prstDash val="sysDash"/>
          </a:ln>
        </p:spPr>
        <p:txBody>
          <a:bodyPr vert="horz" wrap="square" lIns="90170" tIns="0" rIns="90170" bIns="0" rtlCol="0" anchor="t" anchorCtr="0">
            <a:noAutofit/>
          </a:bodyPr>
          <a:p>
            <a:pPr>
              <a:lnSpc>
                <a:spcPct val="150000"/>
              </a:lnSpc>
              <a:spcBef>
                <a:spcPct val="0"/>
              </a:spcBef>
              <a:spcAft>
                <a:spcPct val="0"/>
              </a:spcAft>
            </a:pPr>
            <a:r>
              <a:rPr lang="zh-CN" altLang="en-US" sz="20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制宪机关的产生需体现民主性，通常通过</a:t>
            </a:r>
            <a:r>
              <a:rPr lang="zh-CN" altLang="en-US" sz="20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选举方式</a:t>
            </a:r>
            <a:r>
              <a:rPr lang="zh-CN" altLang="en-US" sz="20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产生代表，确保成员具有广泛性，覆盖不同利益群体，使宪法能够反映多数人的意志。</a:t>
            </a:r>
            <a:endParaRPr lang="zh-CN" altLang="en-US" sz="20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2" name="直接连接符 11"/>
          <p:cNvCxnSpPr/>
          <p:nvPr>
            <p:custDataLst>
              <p:tags r:id="rId4"/>
            </p:custDataLst>
          </p:nvPr>
        </p:nvCxnSpPr>
        <p:spPr>
          <a:xfrm flipV="1">
            <a:off x="388195" y="1391056"/>
            <a:ext cx="8255" cy="1053465"/>
          </a:xfrm>
          <a:prstGeom prst="line">
            <a:avLst/>
          </a:prstGeom>
          <a:noFill/>
          <a:ln w="12700" cap="flat" cmpd="sng" algn="ctr">
            <a:solidFill>
              <a:srgbClr val="5B9BD5"/>
            </a:solidFill>
            <a:prstDash val="dash"/>
            <a:miter lim="800000"/>
            <a:headEnd type="triangle"/>
            <a:tailEnd type="none"/>
          </a:ln>
          <a:effectLst/>
        </p:spPr>
      </p:cxnSp>
      <p:sp>
        <p:nvSpPr>
          <p:cNvPr id="32" name="矩形 31"/>
          <p:cNvSpPr/>
          <p:nvPr>
            <p:custDataLst>
              <p:tags r:id="rId5"/>
            </p:custDataLst>
          </p:nvPr>
        </p:nvSpPr>
        <p:spPr>
          <a:xfrm>
            <a:off x="193675" y="2444115"/>
            <a:ext cx="567690" cy="558165"/>
          </a:xfrm>
          <a:prstGeom prst="rect">
            <a:avLst/>
          </a:prstGeom>
          <a:noFill/>
        </p:spPr>
        <p:txBody>
          <a:bodyPr wrap="none" lIns="0" tIns="36195" bIns="0" rtlCol="0" anchor="b" anchorCtr="0"/>
          <a:p>
            <a:pPr algn="l">
              <a:spcBef>
                <a:spcPct val="0"/>
              </a:spcBef>
              <a:spcAft>
                <a:spcPct val="0"/>
              </a:spcAft>
            </a:pPr>
            <a:r>
              <a:rPr lang="en-US" altLang="zh-CN" sz="2000" b="1" dirty="0">
                <a:solidFill>
                  <a:schemeClr val="accent2"/>
                </a:solidFill>
                <a:latin typeface="微软雅黑" panose="020B0503020204020204" charset="-122"/>
                <a:cs typeface="微软雅黑" panose="020B0503020204020204" charset="-122"/>
              </a:rPr>
              <a:t>02</a:t>
            </a:r>
            <a:endParaRPr lang="en-US" altLang="zh-CN" sz="2000" b="1" dirty="0">
              <a:solidFill>
                <a:schemeClr val="accent2"/>
              </a:solidFill>
              <a:latin typeface="微软雅黑" panose="020B0503020204020204" charset="-122"/>
              <a:cs typeface="微软雅黑" panose="020B0503020204020204" charset="-122"/>
            </a:endParaRPr>
          </a:p>
        </p:txBody>
      </p:sp>
      <p:sp>
        <p:nvSpPr>
          <p:cNvPr id="33" name="矩形 32"/>
          <p:cNvSpPr/>
          <p:nvPr>
            <p:custDataLst>
              <p:tags r:id="rId6"/>
            </p:custDataLst>
          </p:nvPr>
        </p:nvSpPr>
        <p:spPr>
          <a:xfrm>
            <a:off x="725805" y="2548255"/>
            <a:ext cx="9208135" cy="541020"/>
          </a:xfrm>
          <a:prstGeom prst="rect">
            <a:avLst/>
          </a:prstGeom>
          <a:noFill/>
        </p:spPr>
        <p:txBody>
          <a:bodyPr wrap="square" bIns="36195" rtlCol="0" anchor="ctr" anchorCtr="0">
            <a:noAutofit/>
          </a:bodyPr>
          <a:p>
            <a:pPr>
              <a:spcBef>
                <a:spcPct val="0"/>
              </a:spcBef>
              <a:spcAft>
                <a:spcPct val="0"/>
              </a:spcAft>
            </a:pPr>
            <a:r>
              <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rPr>
              <a:t>提出宪法草案</a:t>
            </a:r>
            <a:endPar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34" name="矩形 33"/>
          <p:cNvSpPr/>
          <p:nvPr>
            <p:custDataLst>
              <p:tags r:id="rId7"/>
            </p:custDataLst>
          </p:nvPr>
        </p:nvSpPr>
        <p:spPr>
          <a:xfrm>
            <a:off x="726440" y="3002280"/>
            <a:ext cx="10832465" cy="948690"/>
          </a:xfrm>
          <a:prstGeom prst="rect">
            <a:avLst/>
          </a:prstGeom>
          <a:ln>
            <a:noFill/>
            <a:prstDash val="sysDash"/>
          </a:ln>
        </p:spPr>
        <p:txBody>
          <a:bodyPr vert="horz" wrap="square" lIns="90170" tIns="0" rIns="90170" bIns="0" rtlCol="0" anchor="t" anchorCtr="0">
            <a:noAutofit/>
          </a:bodyPr>
          <a:p>
            <a:pPr>
              <a:lnSpc>
                <a:spcPct val="150000"/>
              </a:lnSpc>
              <a:spcBef>
                <a:spcPct val="0"/>
              </a:spcBef>
              <a:spcAft>
                <a:spcPct val="0"/>
              </a:spcAft>
            </a:pPr>
            <a:r>
              <a:rPr lang="zh-CN" altLang="en-US" sz="20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宪法草案的起草必须遵循一定的指导思想或者原则，以保证草案内容的合理性。</a:t>
            </a:r>
            <a:endParaRPr lang="zh-CN" altLang="en-US" sz="20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35" name="直接连接符 34"/>
          <p:cNvCxnSpPr/>
          <p:nvPr>
            <p:custDataLst>
              <p:tags r:id="rId8"/>
            </p:custDataLst>
          </p:nvPr>
        </p:nvCxnSpPr>
        <p:spPr>
          <a:xfrm flipH="1" flipV="1">
            <a:off x="399625" y="3096533"/>
            <a:ext cx="6985" cy="553085"/>
          </a:xfrm>
          <a:prstGeom prst="line">
            <a:avLst/>
          </a:prstGeom>
          <a:noFill/>
          <a:ln w="12700" cap="flat" cmpd="sng" algn="ctr">
            <a:solidFill>
              <a:srgbClr val="ED7D31"/>
            </a:solidFill>
            <a:prstDash val="dash"/>
            <a:miter lim="800000"/>
            <a:headEnd type="triangle"/>
            <a:tailEnd type="none"/>
          </a:ln>
          <a:effectLst/>
        </p:spPr>
      </p:cxnSp>
      <p:sp>
        <p:nvSpPr>
          <p:cNvPr id="37" name="矩形 36"/>
          <p:cNvSpPr/>
          <p:nvPr>
            <p:custDataLst>
              <p:tags r:id="rId9"/>
            </p:custDataLst>
          </p:nvPr>
        </p:nvSpPr>
        <p:spPr>
          <a:xfrm>
            <a:off x="193675" y="3792855"/>
            <a:ext cx="567690" cy="442595"/>
          </a:xfrm>
          <a:prstGeom prst="rect">
            <a:avLst/>
          </a:prstGeom>
          <a:noFill/>
        </p:spPr>
        <p:txBody>
          <a:bodyPr wrap="none" lIns="0" tIns="36195" bIns="0" rtlCol="0" anchor="b" anchorCtr="0"/>
          <a:p>
            <a:pPr algn="l">
              <a:spcBef>
                <a:spcPct val="0"/>
              </a:spcBef>
              <a:spcAft>
                <a:spcPct val="0"/>
              </a:spcAft>
            </a:pPr>
            <a:r>
              <a:rPr lang="en-US" altLang="zh-CN" sz="2000" b="1" dirty="0">
                <a:solidFill>
                  <a:schemeClr val="accent1"/>
                </a:solidFill>
                <a:latin typeface="微软雅黑" panose="020B0503020204020204" charset="-122"/>
                <a:cs typeface="微软雅黑" panose="020B0503020204020204" charset="-122"/>
              </a:rPr>
              <a:t>03</a:t>
            </a:r>
            <a:endParaRPr lang="en-US" altLang="zh-CN" sz="2000" b="1" dirty="0">
              <a:solidFill>
                <a:schemeClr val="accent1"/>
              </a:solidFill>
              <a:latin typeface="微软雅黑" panose="020B0503020204020204" charset="-122"/>
              <a:cs typeface="微软雅黑" panose="020B0503020204020204" charset="-122"/>
            </a:endParaRPr>
          </a:p>
        </p:txBody>
      </p:sp>
      <p:sp>
        <p:nvSpPr>
          <p:cNvPr id="38" name="矩形 37"/>
          <p:cNvSpPr/>
          <p:nvPr>
            <p:custDataLst>
              <p:tags r:id="rId10"/>
            </p:custDataLst>
          </p:nvPr>
        </p:nvSpPr>
        <p:spPr>
          <a:xfrm>
            <a:off x="762635" y="3770630"/>
            <a:ext cx="9171305" cy="550545"/>
          </a:xfrm>
          <a:prstGeom prst="rect">
            <a:avLst/>
          </a:prstGeom>
          <a:noFill/>
        </p:spPr>
        <p:txBody>
          <a:bodyPr wrap="square" bIns="36195" rtlCol="0" anchor="ctr" anchorCtr="0">
            <a:noAutofit/>
          </a:bodyPr>
          <a:p>
            <a:pPr>
              <a:spcBef>
                <a:spcPct val="0"/>
              </a:spcBef>
              <a:spcAft>
                <a:spcPct val="0"/>
              </a:spcAft>
            </a:pPr>
            <a:r>
              <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rPr>
              <a:t>通过宪法草案</a:t>
            </a:r>
            <a:endPar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9" name="矩形 38"/>
          <p:cNvSpPr/>
          <p:nvPr>
            <p:custDataLst>
              <p:tags r:id="rId11"/>
            </p:custDataLst>
          </p:nvPr>
        </p:nvSpPr>
        <p:spPr>
          <a:xfrm>
            <a:off x="760730" y="4237355"/>
            <a:ext cx="11118215" cy="1249680"/>
          </a:xfrm>
          <a:prstGeom prst="rect">
            <a:avLst/>
          </a:prstGeom>
          <a:ln>
            <a:noFill/>
            <a:prstDash val="sysDash"/>
          </a:ln>
        </p:spPr>
        <p:txBody>
          <a:bodyPr vert="horz" wrap="square" lIns="90170" tIns="0" rIns="90170" bIns="0" rtlCol="0" anchor="t" anchorCtr="0">
            <a:noAutofit/>
          </a:bodyPr>
          <a:p>
            <a:pPr>
              <a:lnSpc>
                <a:spcPct val="150000"/>
              </a:lnSpc>
              <a:spcBef>
                <a:spcPct val="0"/>
              </a:spcBef>
              <a:spcAft>
                <a:spcPct val="0"/>
              </a:spcAft>
            </a:pPr>
            <a:r>
              <a:rPr lang="zh-CN" altLang="en-US" sz="20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宪法草案的通过需要严格的表决程序，</a:t>
            </a:r>
            <a:r>
              <a:rPr lang="zh-CN" altLang="en-US" sz="20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通常要求制宪机关成员的</a:t>
            </a:r>
            <a:r>
              <a:rPr lang="en-US" altLang="zh-CN" sz="20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2/3</a:t>
            </a:r>
            <a:r>
              <a:rPr lang="zh-CN" altLang="en-US" sz="20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或</a:t>
            </a:r>
            <a:r>
              <a:rPr lang="en-US" altLang="zh-CN" sz="20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3/4</a:t>
            </a:r>
            <a:r>
              <a:rPr lang="zh-CN" altLang="en-US" sz="20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以上多数同意，</a:t>
            </a:r>
            <a:r>
              <a:rPr lang="zh-CN" altLang="en-US" sz="20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远高于普通法律所需的过半数门槛，以体现宪法的严肃性与权威性。在部分国家还需经过全民公决。</a:t>
            </a:r>
            <a:endParaRPr lang="zh-CN" altLang="en-US" sz="20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0" name="直接连接符 39"/>
          <p:cNvCxnSpPr/>
          <p:nvPr>
            <p:custDataLst>
              <p:tags r:id="rId12"/>
            </p:custDataLst>
          </p:nvPr>
        </p:nvCxnSpPr>
        <p:spPr>
          <a:xfrm flipV="1">
            <a:off x="392640" y="4321315"/>
            <a:ext cx="13970" cy="1099185"/>
          </a:xfrm>
          <a:prstGeom prst="line">
            <a:avLst/>
          </a:prstGeom>
          <a:noFill/>
          <a:ln w="12700" cap="flat" cmpd="sng" algn="ctr">
            <a:solidFill>
              <a:srgbClr val="5B9BD5"/>
            </a:solidFill>
            <a:prstDash val="dash"/>
            <a:miter lim="800000"/>
            <a:headEnd type="triangle"/>
            <a:tailEnd type="none"/>
          </a:ln>
          <a:effectLst/>
        </p:spPr>
      </p:cxnSp>
      <p:sp>
        <p:nvSpPr>
          <p:cNvPr id="42" name="矩形 41"/>
          <p:cNvSpPr/>
          <p:nvPr>
            <p:custDataLst>
              <p:tags r:id="rId13"/>
            </p:custDataLst>
          </p:nvPr>
        </p:nvSpPr>
        <p:spPr>
          <a:xfrm>
            <a:off x="193675" y="5560060"/>
            <a:ext cx="567690" cy="387350"/>
          </a:xfrm>
          <a:prstGeom prst="rect">
            <a:avLst/>
          </a:prstGeom>
          <a:noFill/>
        </p:spPr>
        <p:txBody>
          <a:bodyPr wrap="none" lIns="0" tIns="36195" bIns="0" rtlCol="0" anchor="b" anchorCtr="0"/>
          <a:p>
            <a:pPr algn="l">
              <a:spcBef>
                <a:spcPct val="0"/>
              </a:spcBef>
              <a:spcAft>
                <a:spcPct val="0"/>
              </a:spcAft>
            </a:pPr>
            <a:r>
              <a:rPr lang="en-US" altLang="zh-CN" sz="2000" b="1" dirty="0">
                <a:solidFill>
                  <a:schemeClr val="accent2"/>
                </a:solidFill>
                <a:latin typeface="微软雅黑" panose="020B0503020204020204" charset="-122"/>
                <a:cs typeface="微软雅黑" panose="020B0503020204020204" charset="-122"/>
              </a:rPr>
              <a:t>04</a:t>
            </a:r>
            <a:endParaRPr lang="en-US" altLang="zh-CN" sz="2000" b="1" dirty="0">
              <a:solidFill>
                <a:schemeClr val="accent2"/>
              </a:solidFill>
              <a:latin typeface="微软雅黑" panose="020B0503020204020204" charset="-122"/>
              <a:cs typeface="微软雅黑" panose="020B0503020204020204" charset="-122"/>
            </a:endParaRPr>
          </a:p>
        </p:txBody>
      </p:sp>
      <p:sp>
        <p:nvSpPr>
          <p:cNvPr id="43" name="矩形 42"/>
          <p:cNvSpPr/>
          <p:nvPr>
            <p:custDataLst>
              <p:tags r:id="rId14"/>
            </p:custDataLst>
          </p:nvPr>
        </p:nvSpPr>
        <p:spPr>
          <a:xfrm>
            <a:off x="762635" y="5488940"/>
            <a:ext cx="9171305" cy="529590"/>
          </a:xfrm>
          <a:prstGeom prst="rect">
            <a:avLst/>
          </a:prstGeom>
          <a:noFill/>
        </p:spPr>
        <p:txBody>
          <a:bodyPr wrap="square" bIns="36195" rtlCol="0" anchor="ctr" anchorCtr="0">
            <a:noAutofit/>
          </a:bodyPr>
          <a:p>
            <a:pPr>
              <a:spcBef>
                <a:spcPct val="0"/>
              </a:spcBef>
              <a:spcAft>
                <a:spcPct val="0"/>
              </a:spcAft>
            </a:pPr>
            <a:r>
              <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rPr>
              <a:t>公布宪法</a:t>
            </a:r>
            <a:endPar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44" name="矩形 43"/>
          <p:cNvSpPr/>
          <p:nvPr>
            <p:custDataLst>
              <p:tags r:id="rId15"/>
            </p:custDataLst>
          </p:nvPr>
        </p:nvSpPr>
        <p:spPr>
          <a:xfrm>
            <a:off x="762000" y="5920105"/>
            <a:ext cx="11116945" cy="949960"/>
          </a:xfrm>
          <a:prstGeom prst="rect">
            <a:avLst/>
          </a:prstGeom>
          <a:ln>
            <a:noFill/>
            <a:prstDash val="sysDash"/>
          </a:ln>
        </p:spPr>
        <p:txBody>
          <a:bodyPr vert="horz" wrap="square" lIns="90170" tIns="0" rIns="90170" bIns="0" rtlCol="0" anchor="t" anchorCtr="0">
            <a:noAutofit/>
          </a:bodyPr>
          <a:p>
            <a:pPr>
              <a:lnSpc>
                <a:spcPct val="150000"/>
              </a:lnSpc>
              <a:spcBef>
                <a:spcPct val="0"/>
              </a:spcBef>
              <a:spcAft>
                <a:spcPct val="0"/>
              </a:spcAft>
            </a:pPr>
            <a:r>
              <a:rPr lang="zh-CN" altLang="en-US" sz="20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宪法通过后须由法定主体正式公布，以确保其权威性和社会知晓度。公布主体一般为国家元首或制宪机关。</a:t>
            </a:r>
            <a:endParaRPr lang="zh-CN" altLang="en-US" sz="20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文本框 2"/>
          <p:cNvSpPr txBox="1"/>
          <p:nvPr/>
        </p:nvSpPr>
        <p:spPr>
          <a:xfrm>
            <a:off x="-76200" y="76835"/>
            <a:ext cx="7879080" cy="768985"/>
          </a:xfrm>
          <a:prstGeom prst="rect">
            <a:avLst/>
          </a:prstGeom>
          <a:noFill/>
        </p:spPr>
        <p:txBody>
          <a:bodyPr wrap="square" rtlCol="0">
            <a:noAutofit/>
          </a:bodyPr>
          <a:p>
            <a:endParaRPr lang="zh-CN" altLang="en-US"/>
          </a:p>
          <a:p>
            <a:r>
              <a:rPr lang="zh-CN" altLang="en-US" sz="3200">
                <a:latin typeface="微软雅黑" panose="020B0503020204020204" charset="-122"/>
                <a:ea typeface="微软雅黑" panose="020B0503020204020204" charset="-122"/>
              </a:rPr>
              <a:t>（三）制宪程序</a:t>
            </a:r>
            <a:endParaRPr lang="zh-CN" altLang="en-US" sz="3200">
              <a:latin typeface="微软雅黑" panose="020B0503020204020204" charset="-122"/>
              <a:ea typeface="微软雅黑" panose="020B0503020204020204" charset="-122"/>
            </a:endParaRPr>
          </a:p>
        </p:txBody>
      </p:sp>
    </p:spTree>
    <p:custDataLst>
      <p:tags r:id="rId16"/>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41680" y="365125"/>
            <a:ext cx="10612120" cy="1325880"/>
          </a:xfrm>
        </p:spPr>
        <p:txBody>
          <a:bodyPr/>
          <a:p>
            <a:r>
              <a:rPr lang="zh-CN" altLang="en-US" dirty="0">
                <a:latin typeface="微软雅黑" panose="020B0503020204020204" charset="-122"/>
                <a:ea typeface="微软雅黑" panose="020B0503020204020204" charset="-122"/>
                <a:sym typeface="+mn-ea"/>
              </a:rPr>
              <a:t>（四）我国宪法的制定</a:t>
            </a:r>
            <a:endParaRPr lang="zh-CN" altLang="en-US">
              <a:latin typeface="微软雅黑" panose="020B0503020204020204" charset="-122"/>
              <a:ea typeface="微软雅黑" panose="020B0503020204020204" charset="-122"/>
            </a:endParaRPr>
          </a:p>
        </p:txBody>
      </p:sp>
      <p:sp>
        <p:nvSpPr>
          <p:cNvPr id="3" name="内容占位符 2"/>
          <p:cNvSpPr>
            <a:spLocks noGrp="1"/>
          </p:cNvSpPr>
          <p:nvPr>
            <p:ph sz="half" idx="1"/>
          </p:nvPr>
        </p:nvSpPr>
        <p:spPr/>
        <p:txBody>
          <a:bodyPr>
            <a:normAutofit fontScale="90000" lnSpcReduction="10000"/>
          </a:bodyPr>
          <a:p>
            <a:pPr fontAlgn="auto">
              <a:lnSpc>
                <a:spcPct val="150000"/>
              </a:lnSpc>
            </a:pPr>
            <a:r>
              <a:rPr lang="en-US" altLang="zh-CN" sz="2400" b="1">
                <a:latin typeface="微软雅黑" panose="020B0503020204020204" charset="-122"/>
                <a:ea typeface="微软雅黑" panose="020B0503020204020204" charset="-122"/>
                <a:cs typeface="微软雅黑" panose="020B0503020204020204" charset="-122"/>
                <a:sym typeface="+mn-ea"/>
              </a:rPr>
              <a:t>1954</a:t>
            </a:r>
            <a:r>
              <a:rPr lang="zh-CN" altLang="en-US" sz="2400" b="1" dirty="0">
                <a:latin typeface="微软雅黑" panose="020B0503020204020204" charset="-122"/>
                <a:ea typeface="微软雅黑" panose="020B0503020204020204" charset="-122"/>
                <a:cs typeface="微软雅黑" panose="020B0503020204020204" charset="-122"/>
                <a:sym typeface="+mn-ea"/>
              </a:rPr>
              <a:t>年：新中国第一部宪法颁布</a:t>
            </a:r>
            <a:endParaRPr lang="zh-CN" altLang="en-US" sz="2400" b="1" dirty="0">
              <a:latin typeface="微软雅黑" panose="020B0503020204020204" charset="-122"/>
              <a:ea typeface="微软雅黑" panose="020B0503020204020204" charset="-122"/>
              <a:cs typeface="微软雅黑" panose="020B0503020204020204" charset="-122"/>
              <a:sym typeface="+mn-ea"/>
            </a:endParaRPr>
          </a:p>
          <a:p>
            <a:pPr fontAlgn="auto">
              <a:lnSpc>
                <a:spcPct val="150000"/>
              </a:lnSpc>
            </a:pPr>
            <a:r>
              <a:rPr lang="en-US" altLang="zh-CN" sz="2400">
                <a:latin typeface="微软雅黑" panose="020B0503020204020204" charset="-122"/>
                <a:ea typeface="微软雅黑" panose="020B0503020204020204" charset="-122"/>
                <a:cs typeface="微软雅黑" panose="020B0503020204020204" charset="-122"/>
                <a:sym typeface="+mn-ea"/>
              </a:rPr>
              <a:t>1953</a:t>
            </a:r>
            <a:r>
              <a:rPr lang="zh-CN" altLang="en-US" sz="2400" dirty="0">
                <a:latin typeface="微软雅黑" panose="020B0503020204020204" charset="-122"/>
                <a:ea typeface="微软雅黑" panose="020B0503020204020204" charset="-122"/>
                <a:cs typeface="微软雅黑" panose="020B0503020204020204" charset="-122"/>
                <a:sym typeface="+mn-ea"/>
              </a:rPr>
              <a:t>年成立宪法起草委员会，草案稿经历</a:t>
            </a:r>
            <a:r>
              <a:rPr lang="en-US" altLang="zh-CN" sz="2400">
                <a:latin typeface="微软雅黑" panose="020B0503020204020204" charset="-122"/>
                <a:ea typeface="微软雅黑" panose="020B0503020204020204" charset="-122"/>
                <a:cs typeface="微软雅黑" panose="020B0503020204020204" charset="-122"/>
                <a:sym typeface="+mn-ea"/>
              </a:rPr>
              <a:t>3</a:t>
            </a:r>
            <a:r>
              <a:rPr lang="zh-CN" altLang="en-US" sz="2400" dirty="0">
                <a:latin typeface="微软雅黑" panose="020B0503020204020204" charset="-122"/>
                <a:ea typeface="微软雅黑" panose="020B0503020204020204" charset="-122"/>
                <a:cs typeface="微软雅黑" panose="020B0503020204020204" charset="-122"/>
                <a:sym typeface="+mn-ea"/>
              </a:rPr>
              <a:t>个月的全民讨论并修改，</a:t>
            </a:r>
            <a:r>
              <a:rPr lang="en-US" altLang="zh-CN" sz="2400">
                <a:latin typeface="微软雅黑" panose="020B0503020204020204" charset="-122"/>
                <a:ea typeface="微软雅黑" panose="020B0503020204020204" charset="-122"/>
                <a:cs typeface="微软雅黑" panose="020B0503020204020204" charset="-122"/>
                <a:sym typeface="+mn-ea"/>
              </a:rPr>
              <a:t>1954</a:t>
            </a:r>
            <a:r>
              <a:rPr lang="zh-CN" altLang="en-US" sz="2400" dirty="0">
                <a:latin typeface="微软雅黑" panose="020B0503020204020204" charset="-122"/>
                <a:ea typeface="微软雅黑" panose="020B0503020204020204" charset="-122"/>
                <a:cs typeface="微软雅黑" panose="020B0503020204020204" charset="-122"/>
                <a:sym typeface="+mn-ea"/>
              </a:rPr>
              <a:t>年中华人民共和国第一届全国人民代表大会通过</a:t>
            </a:r>
            <a:r>
              <a:rPr lang="en-US" altLang="zh-CN" sz="2400">
                <a:latin typeface="微软雅黑" panose="020B0503020204020204" charset="-122"/>
                <a:ea typeface="微软雅黑" panose="020B0503020204020204" charset="-122"/>
                <a:cs typeface="微软雅黑" panose="020B0503020204020204" charset="-122"/>
                <a:sym typeface="+mn-ea"/>
              </a:rPr>
              <a:t>《</a:t>
            </a:r>
            <a:r>
              <a:rPr lang="zh-CN" altLang="en-US" sz="2400" dirty="0">
                <a:latin typeface="微软雅黑" panose="020B0503020204020204" charset="-122"/>
                <a:ea typeface="微软雅黑" panose="020B0503020204020204" charset="-122"/>
                <a:cs typeface="微软雅黑" panose="020B0503020204020204" charset="-122"/>
                <a:sym typeface="+mn-ea"/>
              </a:rPr>
              <a:t>中华人民共和国宪法</a:t>
            </a:r>
            <a:r>
              <a:rPr lang="en-US" altLang="zh-CN" sz="2400">
                <a:latin typeface="微软雅黑" panose="020B0503020204020204" charset="-122"/>
                <a:ea typeface="微软雅黑" panose="020B0503020204020204" charset="-122"/>
                <a:cs typeface="微软雅黑" panose="020B0503020204020204" charset="-122"/>
                <a:sym typeface="+mn-ea"/>
              </a:rPr>
              <a:t>》</a:t>
            </a:r>
            <a:r>
              <a:rPr lang="zh-CN" altLang="en-US" sz="2400" dirty="0">
                <a:latin typeface="微软雅黑" panose="020B0503020204020204" charset="-122"/>
                <a:ea typeface="微软雅黑" panose="020B0503020204020204" charset="-122"/>
                <a:cs typeface="微软雅黑" panose="020B0503020204020204" charset="-122"/>
                <a:sym typeface="+mn-ea"/>
              </a:rPr>
              <a:t>。</a:t>
            </a:r>
            <a:endParaRPr lang="zh-CN" altLang="en-US" sz="2400" dirty="0">
              <a:latin typeface="微软雅黑" panose="020B0503020204020204" charset="-122"/>
              <a:ea typeface="微软雅黑" panose="020B0503020204020204" charset="-122"/>
              <a:cs typeface="微软雅黑" panose="020B0503020204020204" charset="-122"/>
              <a:sym typeface="+mn-ea"/>
            </a:endParaRPr>
          </a:p>
          <a:p>
            <a:pPr fontAlgn="auto">
              <a:lnSpc>
                <a:spcPct val="150000"/>
              </a:lnSpc>
            </a:pP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从性质上看，</a:t>
            </a:r>
            <a:r>
              <a:rPr lang="en-US" altLang="zh-CN" sz="2400" b="1">
                <a:solidFill>
                  <a:schemeClr val="tx1"/>
                </a:solidFill>
                <a:latin typeface="微软雅黑" panose="020B0503020204020204" charset="-122"/>
                <a:ea typeface="微软雅黑" panose="020B0503020204020204" charset="-122"/>
                <a:cs typeface="微软雅黑" panose="020B0503020204020204" charset="-122"/>
                <a:sym typeface="+mn-ea"/>
              </a:rPr>
              <a:t>1954</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sym typeface="+mn-ea"/>
              </a:rPr>
              <a:t>年宪法是我国迄今为止唯一的一次制定宪法的活动，</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以后都是对</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mn-ea"/>
              </a:rPr>
              <a:t>1954</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年宪法的修改。</a:t>
            </a:r>
            <a:endParaRPr lang="zh-CN" altLang="en-US"/>
          </a:p>
        </p:txBody>
      </p:sp>
      <p:pic>
        <p:nvPicPr>
          <p:cNvPr id="5" name="内容占位符 4" descr="tJF-IqcICtQ8"/>
          <p:cNvPicPr>
            <a:picLocks noChangeAspect="1"/>
          </p:cNvPicPr>
          <p:nvPr>
            <p:ph sz="half" idx="2"/>
          </p:nvPr>
        </p:nvPicPr>
        <p:blipFill>
          <a:blip r:embed="rId1"/>
          <a:stretch>
            <a:fillRect/>
          </a:stretch>
        </p:blipFill>
        <p:spPr>
          <a:xfrm>
            <a:off x="6172200" y="1880235"/>
            <a:ext cx="5181600" cy="4241165"/>
          </a:xfrm>
          <a:prstGeom prst="rect">
            <a:avLst/>
          </a:prstGeom>
        </p:spPr>
      </p:pic>
    </p:spTree>
    <p:custDataLst>
      <p:tags r:id="rId2"/>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custDataLst>
              <p:tags r:id="rId1"/>
            </p:custDataLst>
          </p:nvPr>
        </p:nvSpPr>
        <p:spPr>
          <a:xfrm>
            <a:off x="599440" y="260350"/>
            <a:ext cx="10754360" cy="1364615"/>
          </a:xfrm>
        </p:spPr>
        <p:txBody>
          <a:bodyPr/>
          <a:p>
            <a:r>
              <a:rPr lang="zh-CN" altLang="en-US">
                <a:latin typeface="微软雅黑" panose="020B0503020204020204" charset="-122"/>
                <a:ea typeface="微软雅黑" panose="020B0503020204020204" charset="-122"/>
              </a:rPr>
              <a:t>二、宪法的解释</a:t>
            </a:r>
            <a:endParaRPr lang="zh-CN" altLang="en-US">
              <a:latin typeface="微软雅黑" panose="020B0503020204020204" charset="-122"/>
              <a:ea typeface="微软雅黑" panose="020B0503020204020204" charset="-122"/>
            </a:endParaRPr>
          </a:p>
        </p:txBody>
      </p:sp>
      <p:sp>
        <p:nvSpPr>
          <p:cNvPr id="127" name="任意多边形: 形状 126"/>
          <p:cNvSpPr/>
          <p:nvPr>
            <p:custDataLst>
              <p:tags r:id="rId2"/>
            </p:custDataLst>
          </p:nvPr>
        </p:nvSpPr>
        <p:spPr>
          <a:xfrm rot="900000">
            <a:off x="9953339" y="2015383"/>
            <a:ext cx="2866291" cy="4623186"/>
          </a:xfrm>
          <a:custGeom>
            <a:avLst/>
            <a:gdLst>
              <a:gd name="connsiteX0" fmla="*/ 174574 w 2975153"/>
              <a:gd name="connsiteY0" fmla="*/ 38481 h 4612538"/>
              <a:gd name="connsiteX1" fmla="*/ 36271 w 2975153"/>
              <a:gd name="connsiteY1" fmla="*/ 0 h 4612538"/>
              <a:gd name="connsiteX2" fmla="*/ 0 w 2975153"/>
              <a:gd name="connsiteY2" fmla="*/ 129616 h 4612538"/>
              <a:gd name="connsiteX3" fmla="*/ 34290 w 2975153"/>
              <a:gd name="connsiteY3" fmla="*/ 111709 h 4612538"/>
              <a:gd name="connsiteX4" fmla="*/ 2584934 w 2975153"/>
              <a:gd name="connsiteY4" fmla="*/ 4612539 h 4612538"/>
              <a:gd name="connsiteX5" fmla="*/ 2975153 w 2975153"/>
              <a:gd name="connsiteY5" fmla="*/ 4459148 h 4612538"/>
              <a:gd name="connsiteX6" fmla="*/ 140132 w 2975153"/>
              <a:gd name="connsiteY6" fmla="*/ 56464 h 461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4" h="7281">
                <a:moveTo>
                  <a:pt x="68" y="0"/>
                </a:moveTo>
                <a:lnTo>
                  <a:pt x="327" y="72"/>
                </a:lnTo>
                <a:lnTo>
                  <a:pt x="262" y="106"/>
                </a:lnTo>
                <a:lnTo>
                  <a:pt x="4306" y="6386"/>
                </a:lnTo>
                <a:lnTo>
                  <a:pt x="4514" y="7162"/>
                </a:lnTo>
                <a:lnTo>
                  <a:pt x="4240" y="7235"/>
                </a:lnTo>
                <a:lnTo>
                  <a:pt x="4071" y="7281"/>
                </a:lnTo>
                <a:lnTo>
                  <a:pt x="64" y="209"/>
                </a:lnTo>
                <a:lnTo>
                  <a:pt x="0" y="243"/>
                </a:lnTo>
                <a:lnTo>
                  <a:pt x="68" y="0"/>
                </a:lnTo>
                <a:close/>
              </a:path>
            </a:pathLst>
          </a:custGeom>
          <a:gradFill>
            <a:gsLst>
              <a:gs pos="13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5" name="任意多边形: 形状 124"/>
          <p:cNvSpPr/>
          <p:nvPr>
            <p:custDataLst>
              <p:tags r:id="rId3"/>
            </p:custDataLst>
          </p:nvPr>
        </p:nvSpPr>
        <p:spPr>
          <a:xfrm rot="900000">
            <a:off x="8851900" y="1712595"/>
            <a:ext cx="958850" cy="5233670"/>
          </a:xfrm>
          <a:custGeom>
            <a:avLst/>
            <a:gdLst>
              <a:gd name="connsiteX0" fmla="*/ 207949 w 973835"/>
              <a:gd name="connsiteY0" fmla="*/ 58750 h 5578373"/>
              <a:gd name="connsiteX1" fmla="*/ 90297 w 973835"/>
              <a:gd name="connsiteY1" fmla="*/ 0 h 5578373"/>
              <a:gd name="connsiteX2" fmla="*/ 0 w 973835"/>
              <a:gd name="connsiteY2" fmla="*/ 168326 h 5578373"/>
              <a:gd name="connsiteX3" fmla="*/ 40767 w 973835"/>
              <a:gd name="connsiteY3" fmla="*/ 146837 h 5578373"/>
              <a:gd name="connsiteX4" fmla="*/ 506425 w 973835"/>
              <a:gd name="connsiteY4" fmla="*/ 5578374 h 5578373"/>
              <a:gd name="connsiteX5" fmla="*/ 973835 w 973835"/>
              <a:gd name="connsiteY5" fmla="*/ 5394579 h 5578373"/>
              <a:gd name="connsiteX6" fmla="*/ 166877 w 973835"/>
              <a:gd name="connsiteY6" fmla="*/ 80391 h 5578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0" h="8242">
                <a:moveTo>
                  <a:pt x="169" y="0"/>
                </a:moveTo>
                <a:lnTo>
                  <a:pt x="389" y="110"/>
                </a:lnTo>
                <a:lnTo>
                  <a:pt x="312" y="150"/>
                </a:lnTo>
                <a:lnTo>
                  <a:pt x="1510" y="8041"/>
                </a:lnTo>
                <a:lnTo>
                  <a:pt x="759" y="8242"/>
                </a:lnTo>
                <a:lnTo>
                  <a:pt x="76" y="275"/>
                </a:lnTo>
                <a:lnTo>
                  <a:pt x="0" y="315"/>
                </a:lnTo>
                <a:lnTo>
                  <a:pt x="169" y="0"/>
                </a:lnTo>
                <a:close/>
              </a:path>
            </a:pathLst>
          </a:custGeom>
          <a:gradFill>
            <a:gsLst>
              <a:gs pos="21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2" name="任意多边形: 形状 121"/>
          <p:cNvSpPr/>
          <p:nvPr>
            <p:custDataLst>
              <p:tags r:id="rId4"/>
            </p:custDataLst>
          </p:nvPr>
        </p:nvSpPr>
        <p:spPr>
          <a:xfrm rot="900000">
            <a:off x="9143365" y="1276985"/>
            <a:ext cx="2629535" cy="5648960"/>
          </a:xfrm>
          <a:custGeom>
            <a:avLst/>
            <a:gdLst>
              <a:gd name="connsiteX0" fmla="*/ 377115 w 2571522"/>
              <a:gd name="connsiteY0" fmla="*/ 38176 h 5750966"/>
              <a:gd name="connsiteX1" fmla="*/ 140666 w 2571522"/>
              <a:gd name="connsiteY1" fmla="*/ 0 h 5750966"/>
              <a:gd name="connsiteX2" fmla="*/ 0 w 2571522"/>
              <a:gd name="connsiteY2" fmla="*/ 240868 h 5750966"/>
              <a:gd name="connsiteX3" fmla="*/ 73762 w 2571522"/>
              <a:gd name="connsiteY3" fmla="*/ 201244 h 5750966"/>
              <a:gd name="connsiteX4" fmla="*/ 1444448 w 2571522"/>
              <a:gd name="connsiteY4" fmla="*/ 5750967 h 5750966"/>
              <a:gd name="connsiteX5" fmla="*/ 2571522 w 2571522"/>
              <a:gd name="connsiteY5" fmla="*/ 5307864 h 5750966"/>
              <a:gd name="connsiteX6" fmla="*/ 302286 w 2571522"/>
              <a:gd name="connsiteY6" fmla="*/ 78334 h 5750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1" h="8896">
                <a:moveTo>
                  <a:pt x="263" y="0"/>
                </a:moveTo>
                <a:lnTo>
                  <a:pt x="706" y="71"/>
                </a:lnTo>
                <a:lnTo>
                  <a:pt x="566" y="147"/>
                </a:lnTo>
                <a:lnTo>
                  <a:pt x="4141" y="8387"/>
                </a:lnTo>
                <a:lnTo>
                  <a:pt x="2242" y="8896"/>
                </a:lnTo>
                <a:lnTo>
                  <a:pt x="138" y="377"/>
                </a:lnTo>
                <a:lnTo>
                  <a:pt x="0" y="451"/>
                </a:lnTo>
                <a:lnTo>
                  <a:pt x="263" y="0"/>
                </a:lnTo>
                <a:close/>
              </a:path>
            </a:pathLst>
          </a:custGeom>
          <a:gradFill>
            <a:gsLst>
              <a:gs pos="11000">
                <a:schemeClr val="accent1">
                  <a:lumMod val="40000"/>
                  <a:lumOff val="60000"/>
                </a:schemeClr>
              </a:gs>
              <a:gs pos="93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3" name="任意多边形: 形状 122"/>
          <p:cNvSpPr/>
          <p:nvPr>
            <p:custDataLst>
              <p:tags r:id="rId5"/>
            </p:custDataLst>
          </p:nvPr>
        </p:nvSpPr>
        <p:spPr>
          <a:xfrm rot="900000">
            <a:off x="8717915" y="2380615"/>
            <a:ext cx="604520" cy="4562475"/>
          </a:xfrm>
          <a:custGeom>
            <a:avLst/>
            <a:gdLst>
              <a:gd name="connsiteX0" fmla="*/ 190500 w 621639"/>
              <a:gd name="connsiteY0" fmla="*/ 89154 h 5053660"/>
              <a:gd name="connsiteX1" fmla="*/ 84734 w 621639"/>
              <a:gd name="connsiteY1" fmla="*/ 0 h 5053660"/>
              <a:gd name="connsiteX2" fmla="*/ 0 w 621639"/>
              <a:gd name="connsiteY2" fmla="*/ 186690 h 5053660"/>
              <a:gd name="connsiteX3" fmla="*/ 37337 w 621639"/>
              <a:gd name="connsiteY3" fmla="*/ 167564 h 5053660"/>
              <a:gd name="connsiteX4" fmla="*/ 293522 w 621639"/>
              <a:gd name="connsiteY4" fmla="*/ 5053660 h 5053660"/>
              <a:gd name="connsiteX5" fmla="*/ 621639 w 621639"/>
              <a:gd name="connsiteY5" fmla="*/ 4924653 h 5053660"/>
              <a:gd name="connsiteX6" fmla="*/ 152857 w 621639"/>
              <a:gd name="connsiteY6" fmla="*/ 108432 h 50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 h="7185">
                <a:moveTo>
                  <a:pt x="159" y="0"/>
                </a:moveTo>
                <a:lnTo>
                  <a:pt x="356" y="167"/>
                </a:lnTo>
                <a:lnTo>
                  <a:pt x="286" y="203"/>
                </a:lnTo>
                <a:lnTo>
                  <a:pt x="952" y="7045"/>
                </a:lnTo>
                <a:lnTo>
                  <a:pt x="430" y="7185"/>
                </a:lnTo>
                <a:lnTo>
                  <a:pt x="70" y="313"/>
                </a:lnTo>
                <a:lnTo>
                  <a:pt x="0" y="349"/>
                </a:lnTo>
                <a:lnTo>
                  <a:pt x="159" y="0"/>
                </a:lnTo>
                <a:close/>
              </a:path>
            </a:pathLst>
          </a:custGeom>
          <a:gradFill>
            <a:gsLst>
              <a:gs pos="0">
                <a:schemeClr val="accent1">
                  <a:lumMod val="40000"/>
                  <a:lumOff val="60000"/>
                </a:schemeClr>
              </a:gs>
              <a:gs pos="67000">
                <a:schemeClr val="accent1">
                  <a:lumMod val="40000"/>
                  <a:lumOff val="60000"/>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4" name="任意多边形: 形状 123"/>
          <p:cNvSpPr/>
          <p:nvPr>
            <p:custDataLst>
              <p:tags r:id="rId6"/>
            </p:custDataLst>
          </p:nvPr>
        </p:nvSpPr>
        <p:spPr>
          <a:xfrm rot="900000">
            <a:off x="10495280" y="2204720"/>
            <a:ext cx="2145665" cy="3185160"/>
          </a:xfrm>
          <a:custGeom>
            <a:avLst/>
            <a:gdLst>
              <a:gd name="connsiteX0" fmla="*/ 196139 w 3270732"/>
              <a:gd name="connsiteY0" fmla="*/ 50597 h 4230090"/>
              <a:gd name="connsiteX1" fmla="*/ 23622 w 3270732"/>
              <a:gd name="connsiteY1" fmla="*/ 0 h 4230090"/>
              <a:gd name="connsiteX2" fmla="*/ 0 w 3270732"/>
              <a:gd name="connsiteY2" fmla="*/ 151409 h 4230090"/>
              <a:gd name="connsiteX3" fmla="*/ 38480 w 3270732"/>
              <a:gd name="connsiteY3" fmla="*/ 131597 h 4230090"/>
              <a:gd name="connsiteX4" fmla="*/ 2880208 w 3270732"/>
              <a:gd name="connsiteY4" fmla="*/ 4230091 h 4230090"/>
              <a:gd name="connsiteX5" fmla="*/ 3270733 w 3270732"/>
              <a:gd name="connsiteY5" fmla="*/ 4076548 h 4230090"/>
              <a:gd name="connsiteX6" fmla="*/ 157429 w 3270732"/>
              <a:gd name="connsiteY6" fmla="*/ 70561 h 423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79" h="5016">
                <a:moveTo>
                  <a:pt x="44" y="0"/>
                </a:moveTo>
                <a:lnTo>
                  <a:pt x="367" y="95"/>
                </a:lnTo>
                <a:lnTo>
                  <a:pt x="295" y="132"/>
                </a:lnTo>
                <a:lnTo>
                  <a:pt x="3005" y="3619"/>
                </a:lnTo>
                <a:lnTo>
                  <a:pt x="3379" y="5016"/>
                </a:lnTo>
                <a:lnTo>
                  <a:pt x="72" y="246"/>
                </a:lnTo>
                <a:lnTo>
                  <a:pt x="0" y="283"/>
                </a:lnTo>
                <a:lnTo>
                  <a:pt x="44" y="0"/>
                </a:lnTo>
                <a:close/>
              </a:path>
            </a:pathLst>
          </a:custGeom>
          <a:gradFill>
            <a:gsLst>
              <a:gs pos="13000">
                <a:schemeClr val="accent1">
                  <a:lumMod val="40000"/>
                  <a:lumOff val="60000"/>
                </a:schemeClr>
              </a:gs>
              <a:gs pos="100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6" name="任意多边形: 形状 125"/>
          <p:cNvSpPr/>
          <p:nvPr>
            <p:custDataLst>
              <p:tags r:id="rId7"/>
            </p:custDataLst>
          </p:nvPr>
        </p:nvSpPr>
        <p:spPr>
          <a:xfrm rot="900000">
            <a:off x="9110345" y="2094865"/>
            <a:ext cx="1198880" cy="4775200"/>
          </a:xfrm>
          <a:custGeom>
            <a:avLst/>
            <a:gdLst>
              <a:gd name="connsiteX0" fmla="*/ 161087 w 1239849"/>
              <a:gd name="connsiteY0" fmla="*/ 56541 h 5085816"/>
              <a:gd name="connsiteX1" fmla="*/ 60427 w 1239849"/>
              <a:gd name="connsiteY1" fmla="*/ 0 h 5085816"/>
              <a:gd name="connsiteX2" fmla="*/ 0 w 1239849"/>
              <a:gd name="connsiteY2" fmla="*/ 140132 h 5085816"/>
              <a:gd name="connsiteX3" fmla="*/ 31623 w 1239849"/>
              <a:gd name="connsiteY3" fmla="*/ 123749 h 5085816"/>
              <a:gd name="connsiteX4" fmla="*/ 920648 w 1239849"/>
              <a:gd name="connsiteY4" fmla="*/ 5085817 h 5085816"/>
              <a:gd name="connsiteX5" fmla="*/ 1239850 w 1239849"/>
              <a:gd name="connsiteY5" fmla="*/ 4960315 h 5085816"/>
              <a:gd name="connsiteX6" fmla="*/ 129311 w 1239849"/>
              <a:gd name="connsiteY6" fmla="*/ 73076 h 5085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8" h="7520">
                <a:moveTo>
                  <a:pt x="113" y="0"/>
                </a:moveTo>
                <a:lnTo>
                  <a:pt x="301" y="106"/>
                </a:lnTo>
                <a:lnTo>
                  <a:pt x="242" y="137"/>
                </a:lnTo>
                <a:lnTo>
                  <a:pt x="1888" y="7380"/>
                </a:lnTo>
                <a:lnTo>
                  <a:pt x="1365" y="7520"/>
                </a:lnTo>
                <a:lnTo>
                  <a:pt x="59" y="232"/>
                </a:lnTo>
                <a:lnTo>
                  <a:pt x="0" y="262"/>
                </a:lnTo>
                <a:lnTo>
                  <a:pt x="113" y="0"/>
                </a:lnTo>
                <a:close/>
              </a:path>
            </a:pathLst>
          </a:custGeom>
          <a:gradFill>
            <a:gsLst>
              <a:gs pos="14000">
                <a:schemeClr val="accent1">
                  <a:lumMod val="40000"/>
                  <a:lumOff val="60000"/>
                </a:schemeClr>
              </a:gs>
              <a:gs pos="100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8" name="任意多边形: 形状 127"/>
          <p:cNvSpPr/>
          <p:nvPr>
            <p:custDataLst>
              <p:tags r:id="rId8"/>
            </p:custDataLst>
          </p:nvPr>
        </p:nvSpPr>
        <p:spPr>
          <a:xfrm rot="900000">
            <a:off x="9678035" y="1858645"/>
            <a:ext cx="2439670" cy="4835525"/>
          </a:xfrm>
          <a:custGeom>
            <a:avLst/>
            <a:gdLst>
              <a:gd name="connsiteX0" fmla="*/ 102413 w 2437867"/>
              <a:gd name="connsiteY0" fmla="*/ 21946 h 4880838"/>
              <a:gd name="connsiteX1" fmla="*/ 27966 w 2437867"/>
              <a:gd name="connsiteY1" fmla="*/ 0 h 4880838"/>
              <a:gd name="connsiteX2" fmla="*/ 0 w 2437867"/>
              <a:gd name="connsiteY2" fmla="*/ 75819 h 4880838"/>
              <a:gd name="connsiteX3" fmla="*/ 20117 w 2437867"/>
              <a:gd name="connsiteY3" fmla="*/ 65227 h 4880838"/>
              <a:gd name="connsiteX4" fmla="*/ 2193188 w 2437867"/>
              <a:gd name="connsiteY4" fmla="*/ 4880839 h 4880838"/>
              <a:gd name="connsiteX5" fmla="*/ 2437867 w 2437867"/>
              <a:gd name="connsiteY5" fmla="*/ 4784598 h 4880838"/>
              <a:gd name="connsiteX6" fmla="*/ 82220 w 2437867"/>
              <a:gd name="connsiteY6" fmla="*/ 32614 h 4880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42" h="7615">
                <a:moveTo>
                  <a:pt x="52" y="0"/>
                </a:moveTo>
                <a:lnTo>
                  <a:pt x="192" y="41"/>
                </a:lnTo>
                <a:lnTo>
                  <a:pt x="154" y="61"/>
                </a:lnTo>
                <a:lnTo>
                  <a:pt x="3842" y="7502"/>
                </a:lnTo>
                <a:lnTo>
                  <a:pt x="3419" y="7615"/>
                </a:lnTo>
                <a:lnTo>
                  <a:pt x="38" y="122"/>
                </a:lnTo>
                <a:lnTo>
                  <a:pt x="0" y="142"/>
                </a:lnTo>
                <a:lnTo>
                  <a:pt x="52" y="0"/>
                </a:lnTo>
                <a:close/>
              </a:path>
            </a:pathLst>
          </a:custGeom>
          <a:gradFill>
            <a:gsLst>
              <a:gs pos="14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9" name="任意多边形: 形状 128"/>
          <p:cNvSpPr/>
          <p:nvPr>
            <p:custDataLst>
              <p:tags r:id="rId9"/>
            </p:custDataLst>
          </p:nvPr>
        </p:nvSpPr>
        <p:spPr>
          <a:xfrm rot="900000">
            <a:off x="10514965" y="2634615"/>
            <a:ext cx="2153285" cy="3395345"/>
          </a:xfrm>
          <a:custGeom>
            <a:avLst/>
            <a:gdLst>
              <a:gd name="connsiteX0" fmla="*/ 149048 w 2792425"/>
              <a:gd name="connsiteY0" fmla="*/ 53035 h 3971544"/>
              <a:gd name="connsiteX1" fmla="*/ 13031 w 2792425"/>
              <a:gd name="connsiteY1" fmla="*/ 0 h 3971544"/>
              <a:gd name="connsiteX2" fmla="*/ 0 w 2792425"/>
              <a:gd name="connsiteY2" fmla="*/ 128321 h 3971544"/>
              <a:gd name="connsiteX3" fmla="*/ 29261 w 2792425"/>
              <a:gd name="connsiteY3" fmla="*/ 113538 h 3971544"/>
              <a:gd name="connsiteX4" fmla="*/ 2536165 w 2792425"/>
              <a:gd name="connsiteY4" fmla="*/ 3971544 h 3971544"/>
              <a:gd name="connsiteX5" fmla="*/ 2792426 w 2792425"/>
              <a:gd name="connsiteY5" fmla="*/ 3870808 h 3971544"/>
              <a:gd name="connsiteX6" fmla="*/ 119635 w 2792425"/>
              <a:gd name="connsiteY6" fmla="*/ 67894 h 3971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1" h="5347">
                <a:moveTo>
                  <a:pt x="24" y="0"/>
                </a:moveTo>
                <a:lnTo>
                  <a:pt x="279" y="99"/>
                </a:lnTo>
                <a:lnTo>
                  <a:pt x="224" y="127"/>
                </a:lnTo>
                <a:lnTo>
                  <a:pt x="3082" y="4194"/>
                </a:lnTo>
                <a:lnTo>
                  <a:pt x="3391" y="5347"/>
                </a:lnTo>
                <a:lnTo>
                  <a:pt x="55" y="212"/>
                </a:lnTo>
                <a:lnTo>
                  <a:pt x="0" y="240"/>
                </a:lnTo>
                <a:lnTo>
                  <a:pt x="24" y="0"/>
                </a:lnTo>
                <a:close/>
              </a:path>
            </a:pathLst>
          </a:custGeom>
          <a:gradFill>
            <a:gsLst>
              <a:gs pos="15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30" name="任意多边形: 形状 129"/>
          <p:cNvSpPr/>
          <p:nvPr>
            <p:custDataLst>
              <p:tags r:id="rId10"/>
            </p:custDataLst>
          </p:nvPr>
        </p:nvSpPr>
        <p:spPr>
          <a:xfrm rot="900000">
            <a:off x="9990455" y="2331720"/>
            <a:ext cx="2590165" cy="4354195"/>
          </a:xfrm>
          <a:custGeom>
            <a:avLst/>
            <a:gdLst>
              <a:gd name="connsiteX0" fmla="*/ 158344 w 2593695"/>
              <a:gd name="connsiteY0" fmla="*/ 47854 h 4418304"/>
              <a:gd name="connsiteX1" fmla="*/ 30023 w 2593695"/>
              <a:gd name="connsiteY1" fmla="*/ 0 h 4418304"/>
              <a:gd name="connsiteX2" fmla="*/ 0 w 2593695"/>
              <a:gd name="connsiteY2" fmla="*/ 129311 h 4418304"/>
              <a:gd name="connsiteX3" fmla="*/ 31166 w 2593695"/>
              <a:gd name="connsiteY3" fmla="*/ 113309 h 4418304"/>
              <a:gd name="connsiteX4" fmla="*/ 2285696 w 2593695"/>
              <a:gd name="connsiteY4" fmla="*/ 4418305 h 4418304"/>
              <a:gd name="connsiteX5" fmla="*/ 2593696 w 2593695"/>
              <a:gd name="connsiteY5" fmla="*/ 4297223 h 4418304"/>
              <a:gd name="connsiteX6" fmla="*/ 127102 w 2593695"/>
              <a:gd name="connsiteY6" fmla="*/ 63932 h 441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9" h="6857">
                <a:moveTo>
                  <a:pt x="56" y="0"/>
                </a:moveTo>
                <a:lnTo>
                  <a:pt x="296" y="90"/>
                </a:lnTo>
                <a:lnTo>
                  <a:pt x="238" y="120"/>
                </a:lnTo>
                <a:lnTo>
                  <a:pt x="4079" y="6712"/>
                </a:lnTo>
                <a:lnTo>
                  <a:pt x="3538" y="6857"/>
                </a:lnTo>
                <a:lnTo>
                  <a:pt x="58" y="212"/>
                </a:lnTo>
                <a:lnTo>
                  <a:pt x="0" y="242"/>
                </a:lnTo>
                <a:lnTo>
                  <a:pt x="56" y="0"/>
                </a:lnTo>
                <a:close/>
              </a:path>
            </a:pathLst>
          </a:custGeom>
          <a:gradFill>
            <a:gsLst>
              <a:gs pos="13000">
                <a:schemeClr val="accent1">
                  <a:lumMod val="40000"/>
                  <a:lumOff val="60000"/>
                </a:schemeClr>
              </a:gs>
              <a:gs pos="100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32" name="任意多边形: 形状 131"/>
          <p:cNvSpPr/>
          <p:nvPr>
            <p:custDataLst>
              <p:tags r:id="rId11"/>
            </p:custDataLst>
          </p:nvPr>
        </p:nvSpPr>
        <p:spPr>
          <a:xfrm rot="900000">
            <a:off x="9636760" y="4363720"/>
            <a:ext cx="755015" cy="2466975"/>
          </a:xfrm>
          <a:custGeom>
            <a:avLst/>
            <a:gdLst>
              <a:gd name="connsiteX0" fmla="*/ 77495 w 1352625"/>
              <a:gd name="connsiteY0" fmla="*/ 32690 h 4622520"/>
              <a:gd name="connsiteX1" fmla="*/ 24384 w 1352625"/>
              <a:gd name="connsiteY1" fmla="*/ 0 h 4622520"/>
              <a:gd name="connsiteX2" fmla="*/ 0 w 1352625"/>
              <a:gd name="connsiteY2" fmla="*/ 72314 h 4622520"/>
              <a:gd name="connsiteX3" fmla="*/ 15240 w 1352625"/>
              <a:gd name="connsiteY3" fmla="*/ 64465 h 4622520"/>
              <a:gd name="connsiteX4" fmla="*/ 1214627 w 1352625"/>
              <a:gd name="connsiteY4" fmla="*/ 4622521 h 4622520"/>
              <a:gd name="connsiteX5" fmla="*/ 1352625 w 1352625"/>
              <a:gd name="connsiteY5" fmla="*/ 4568190 h 4622520"/>
              <a:gd name="connsiteX6" fmla="*/ 62179 w 1352625"/>
              <a:gd name="connsiteY6" fmla="*/ 40462 h 4622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9" h="3885">
                <a:moveTo>
                  <a:pt x="46" y="0"/>
                </a:moveTo>
                <a:lnTo>
                  <a:pt x="145" y="61"/>
                </a:lnTo>
                <a:lnTo>
                  <a:pt x="116" y="76"/>
                </a:lnTo>
                <a:lnTo>
                  <a:pt x="1189" y="3839"/>
                </a:lnTo>
                <a:lnTo>
                  <a:pt x="1019" y="3885"/>
                </a:lnTo>
                <a:lnTo>
                  <a:pt x="29" y="121"/>
                </a:lnTo>
                <a:lnTo>
                  <a:pt x="0" y="135"/>
                </a:lnTo>
                <a:lnTo>
                  <a:pt x="46" y="0"/>
                </a:lnTo>
                <a:close/>
              </a:path>
            </a:pathLst>
          </a:custGeom>
          <a:gradFill>
            <a:gsLst>
              <a:gs pos="0">
                <a:schemeClr val="accent1">
                  <a:lumMod val="40000"/>
                  <a:lumOff val="60000"/>
                </a:schemeClr>
              </a:gs>
              <a:gs pos="91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34" name="任意多边形: 形状 133"/>
          <p:cNvSpPr/>
          <p:nvPr>
            <p:custDataLst>
              <p:tags r:id="rId12"/>
            </p:custDataLst>
          </p:nvPr>
        </p:nvSpPr>
        <p:spPr>
          <a:xfrm rot="900000">
            <a:off x="10234930" y="5003165"/>
            <a:ext cx="1525905" cy="1924050"/>
          </a:xfrm>
          <a:custGeom>
            <a:avLst/>
            <a:gdLst>
              <a:gd name="connsiteX0" fmla="*/ 1531011 w 1531010"/>
              <a:gd name="connsiteY0" fmla="*/ 1805254 h 2405405"/>
              <a:gd name="connsiteX1" fmla="*/ 818921 w 1531010"/>
              <a:gd name="connsiteY1" fmla="*/ 2405405 h 2405405"/>
              <a:gd name="connsiteX2" fmla="*/ 95859 w 1531010"/>
              <a:gd name="connsiteY2" fmla="*/ 487832 h 2405405"/>
              <a:gd name="connsiteX3" fmla="*/ 0 w 1531010"/>
              <a:gd name="connsiteY3" fmla="*/ 100051 h 2405405"/>
              <a:gd name="connsiteX4" fmla="*/ 210846 w 1531010"/>
              <a:gd name="connsiteY4" fmla="*/ 0 h 2405405"/>
              <a:gd name="connsiteX5" fmla="*/ 457658 w 1531010"/>
              <a:gd name="connsiteY5" fmla="*/ 105003 h 240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3" h="3030">
                <a:moveTo>
                  <a:pt x="394" y="0"/>
                </a:moveTo>
                <a:lnTo>
                  <a:pt x="856" y="196"/>
                </a:lnTo>
                <a:lnTo>
                  <a:pt x="2403" y="2648"/>
                </a:lnTo>
                <a:lnTo>
                  <a:pt x="977" y="3030"/>
                </a:lnTo>
                <a:lnTo>
                  <a:pt x="179" y="913"/>
                </a:lnTo>
                <a:lnTo>
                  <a:pt x="0" y="187"/>
                </a:lnTo>
                <a:lnTo>
                  <a:pt x="394" y="0"/>
                </a:ln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5" name="任意多边形: 形状 134"/>
          <p:cNvSpPr/>
          <p:nvPr>
            <p:custDataLst>
              <p:tags r:id="rId13"/>
            </p:custDataLst>
          </p:nvPr>
        </p:nvSpPr>
        <p:spPr>
          <a:xfrm rot="900000">
            <a:off x="9138920" y="3368040"/>
            <a:ext cx="3265170" cy="3472180"/>
          </a:xfrm>
          <a:custGeom>
            <a:avLst/>
            <a:gdLst>
              <a:gd name="connsiteX0" fmla="*/ 1608271 w 3013017"/>
              <a:gd name="connsiteY0" fmla="*/ 314615 h 3708095"/>
              <a:gd name="connsiteX1" fmla="*/ 1109619 w 3013017"/>
              <a:gd name="connsiteY1" fmla="*/ 8824 h 3708095"/>
              <a:gd name="connsiteX2" fmla="*/ 899687 w 3013017"/>
              <a:gd name="connsiteY2" fmla="*/ 47229 h 3708095"/>
              <a:gd name="connsiteX3" fmla="*/ 756203 w 3013017"/>
              <a:gd name="connsiteY3" fmla="*/ 29475 h 3708095"/>
              <a:gd name="connsiteX4" fmla="*/ 652190 w 3013017"/>
              <a:gd name="connsiteY4" fmla="*/ 66127 h 3708095"/>
              <a:gd name="connsiteX5" fmla="*/ 484550 w 3013017"/>
              <a:gd name="connsiteY5" fmla="*/ 51039 h 3708095"/>
              <a:gd name="connsiteX6" fmla="*/ 313709 w 3013017"/>
              <a:gd name="connsiteY6" fmla="*/ 142860 h 3708095"/>
              <a:gd name="connsiteX7" fmla="*/ 176320 w 3013017"/>
              <a:gd name="connsiteY7" fmla="*/ 175169 h 3708095"/>
              <a:gd name="connsiteX8" fmla="*/ 1213 w 3013017"/>
              <a:gd name="connsiteY8" fmla="*/ 810601 h 3708095"/>
              <a:gd name="connsiteX9" fmla="*/ 145307 w 3013017"/>
              <a:gd name="connsiteY9" fmla="*/ 906841 h 3708095"/>
              <a:gd name="connsiteX10" fmla="*/ 55696 w 3013017"/>
              <a:gd name="connsiteY10" fmla="*/ 999424 h 3708095"/>
              <a:gd name="connsiteX11" fmla="*/ 168320 w 3013017"/>
              <a:gd name="connsiteY11" fmla="*/ 1351164 h 3708095"/>
              <a:gd name="connsiteX12" fmla="*/ 804819 w 3013017"/>
              <a:gd name="connsiteY12" fmla="*/ 1492819 h 3708095"/>
              <a:gd name="connsiteX13" fmla="*/ 950437 w 3013017"/>
              <a:gd name="connsiteY13" fmla="*/ 1466225 h 3708095"/>
              <a:gd name="connsiteX14" fmla="*/ 1012235 w 3013017"/>
              <a:gd name="connsiteY14" fmla="*/ 1499906 h 3708095"/>
              <a:gd name="connsiteX15" fmla="*/ 1240377 w 3013017"/>
              <a:gd name="connsiteY15" fmla="*/ 1934017 h 3708095"/>
              <a:gd name="connsiteX16" fmla="*/ 1922520 w 3013017"/>
              <a:gd name="connsiteY16" fmla="*/ 3708030 h 3708095"/>
              <a:gd name="connsiteX17" fmla="*/ 1302175 w 3013017"/>
              <a:gd name="connsiteY17" fmla="*/ 1715094 h 3708095"/>
              <a:gd name="connsiteX18" fmla="*/ 1174236 w 3013017"/>
              <a:gd name="connsiteY18" fmla="*/ 1409533 h 3708095"/>
              <a:gd name="connsiteX19" fmla="*/ 1249674 w 3013017"/>
              <a:gd name="connsiteY19" fmla="*/ 1380424 h 3708095"/>
              <a:gd name="connsiteX20" fmla="*/ 1620997 w 3013017"/>
              <a:gd name="connsiteY20" fmla="*/ 2257334 h 3708095"/>
              <a:gd name="connsiteX21" fmla="*/ 1331817 w 3013017"/>
              <a:gd name="connsiteY21" fmla="*/ 1406713 h 3708095"/>
              <a:gd name="connsiteX22" fmla="*/ 1525365 w 3013017"/>
              <a:gd name="connsiteY22" fmla="*/ 1475064 h 3708095"/>
              <a:gd name="connsiteX23" fmla="*/ 2343068 w 3013017"/>
              <a:gd name="connsiteY23" fmla="*/ 3176154 h 3708095"/>
              <a:gd name="connsiteX24" fmla="*/ 2488229 w 3013017"/>
              <a:gd name="connsiteY24" fmla="*/ 3142168 h 3708095"/>
              <a:gd name="connsiteX25" fmla="*/ 2236312 w 3013017"/>
              <a:gd name="connsiteY25" fmla="*/ 2488753 h 3708095"/>
              <a:gd name="connsiteX26" fmla="*/ 2574564 w 3013017"/>
              <a:gd name="connsiteY26" fmla="*/ 3121975 h 3708095"/>
              <a:gd name="connsiteX27" fmla="*/ 3013018 w 3013017"/>
              <a:gd name="connsiteY27" fmla="*/ 3019258 h 3708095"/>
              <a:gd name="connsiteX28" fmla="*/ 1892954 w 3013017"/>
              <a:gd name="connsiteY28" fmla="*/ 1103742 h 3708095"/>
              <a:gd name="connsiteX29" fmla="*/ 1752975 w 3013017"/>
              <a:gd name="connsiteY29" fmla="*/ 856854 h 3708095"/>
              <a:gd name="connsiteX30" fmla="*/ 1608271 w 3013017"/>
              <a:gd name="connsiteY30" fmla="*/ 314615 h 3708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42" h="5468">
                <a:moveTo>
                  <a:pt x="1988" y="0"/>
                </a:moveTo>
                <a:cubicBezTo>
                  <a:pt x="2020" y="0"/>
                  <a:pt x="2050" y="4"/>
                  <a:pt x="2076" y="17"/>
                </a:cubicBezTo>
                <a:cubicBezTo>
                  <a:pt x="2180" y="65"/>
                  <a:pt x="3009" y="589"/>
                  <a:pt x="3009" y="589"/>
                </a:cubicBezTo>
                <a:cubicBezTo>
                  <a:pt x="3084" y="1000"/>
                  <a:pt x="3143" y="1263"/>
                  <a:pt x="3280" y="1603"/>
                </a:cubicBezTo>
                <a:cubicBezTo>
                  <a:pt x="3416" y="1943"/>
                  <a:pt x="3524" y="1948"/>
                  <a:pt x="3541" y="2065"/>
                </a:cubicBezTo>
                <a:cubicBezTo>
                  <a:pt x="3590" y="2384"/>
                  <a:pt x="4415" y="3778"/>
                  <a:pt x="5128" y="4883"/>
                </a:cubicBezTo>
                <a:lnTo>
                  <a:pt x="5142" y="4905"/>
                </a:lnTo>
                <a:lnTo>
                  <a:pt x="4420" y="5098"/>
                </a:lnTo>
                <a:lnTo>
                  <a:pt x="4184" y="4657"/>
                </a:lnTo>
                <a:lnTo>
                  <a:pt x="4360" y="5114"/>
                </a:lnTo>
                <a:lnTo>
                  <a:pt x="4028" y="5203"/>
                </a:lnTo>
                <a:lnTo>
                  <a:pt x="2854" y="2760"/>
                </a:lnTo>
                <a:cubicBezTo>
                  <a:pt x="2854" y="2760"/>
                  <a:pt x="2503" y="2563"/>
                  <a:pt x="2492" y="2632"/>
                </a:cubicBezTo>
                <a:cubicBezTo>
                  <a:pt x="2473" y="2750"/>
                  <a:pt x="3033" y="4224"/>
                  <a:pt x="3033" y="4224"/>
                </a:cubicBezTo>
                <a:lnTo>
                  <a:pt x="2338" y="2583"/>
                </a:lnTo>
                <a:cubicBezTo>
                  <a:pt x="2338" y="2583"/>
                  <a:pt x="2281" y="2613"/>
                  <a:pt x="2197" y="2637"/>
                </a:cubicBezTo>
                <a:cubicBezTo>
                  <a:pt x="2113" y="2662"/>
                  <a:pt x="2430" y="3131"/>
                  <a:pt x="2436" y="3209"/>
                </a:cubicBezTo>
                <a:cubicBezTo>
                  <a:pt x="2451" y="3381"/>
                  <a:pt x="2778" y="4430"/>
                  <a:pt x="3082" y="5371"/>
                </a:cubicBezTo>
                <a:lnTo>
                  <a:pt x="3107" y="5450"/>
                </a:lnTo>
                <a:lnTo>
                  <a:pt x="3040" y="5468"/>
                </a:lnTo>
                <a:lnTo>
                  <a:pt x="3027" y="5434"/>
                </a:lnTo>
                <a:cubicBezTo>
                  <a:pt x="2763" y="4744"/>
                  <a:pt x="2473" y="3996"/>
                  <a:pt x="2321" y="3619"/>
                </a:cubicBezTo>
                <a:cubicBezTo>
                  <a:pt x="2262" y="3474"/>
                  <a:pt x="1894" y="2806"/>
                  <a:pt x="1894" y="2806"/>
                </a:cubicBezTo>
                <a:cubicBezTo>
                  <a:pt x="1894" y="2806"/>
                  <a:pt x="1858" y="2758"/>
                  <a:pt x="1778" y="2743"/>
                </a:cubicBezTo>
                <a:cubicBezTo>
                  <a:pt x="1699" y="2729"/>
                  <a:pt x="1647" y="2791"/>
                  <a:pt x="1506" y="2793"/>
                </a:cubicBezTo>
                <a:cubicBezTo>
                  <a:pt x="1364" y="2795"/>
                  <a:pt x="326" y="2542"/>
                  <a:pt x="315" y="2528"/>
                </a:cubicBezTo>
                <a:cubicBezTo>
                  <a:pt x="304" y="2514"/>
                  <a:pt x="54" y="1969"/>
                  <a:pt x="104" y="1870"/>
                </a:cubicBezTo>
                <a:cubicBezTo>
                  <a:pt x="155" y="1771"/>
                  <a:pt x="272" y="1697"/>
                  <a:pt x="272" y="1697"/>
                </a:cubicBezTo>
                <a:cubicBezTo>
                  <a:pt x="272" y="1697"/>
                  <a:pt x="33" y="1617"/>
                  <a:pt x="2" y="1517"/>
                </a:cubicBezTo>
                <a:cubicBezTo>
                  <a:pt x="-28" y="1416"/>
                  <a:pt x="255" y="411"/>
                  <a:pt x="330" y="328"/>
                </a:cubicBezTo>
                <a:cubicBezTo>
                  <a:pt x="405" y="245"/>
                  <a:pt x="492" y="296"/>
                  <a:pt x="587" y="267"/>
                </a:cubicBezTo>
                <a:cubicBezTo>
                  <a:pt x="682" y="239"/>
                  <a:pt x="765" y="147"/>
                  <a:pt x="907" y="95"/>
                </a:cubicBezTo>
                <a:cubicBezTo>
                  <a:pt x="1049" y="44"/>
                  <a:pt x="1075" y="140"/>
                  <a:pt x="1220" y="124"/>
                </a:cubicBezTo>
                <a:cubicBezTo>
                  <a:pt x="1260" y="119"/>
                  <a:pt x="1373" y="55"/>
                  <a:pt x="1415" y="55"/>
                </a:cubicBezTo>
                <a:cubicBezTo>
                  <a:pt x="1514" y="55"/>
                  <a:pt x="1597" y="124"/>
                  <a:pt x="1683" y="88"/>
                </a:cubicBezTo>
                <a:cubicBezTo>
                  <a:pt x="1776" y="50"/>
                  <a:pt x="1892" y="1"/>
                  <a:pt x="1988" y="0"/>
                </a:cubicBezTo>
                <a:close/>
              </a:path>
            </a:pathLst>
          </a:custGeom>
          <a:gradFill>
            <a:gsLst>
              <a:gs pos="0">
                <a:schemeClr val="accent1"/>
              </a:gs>
              <a:gs pos="85000">
                <a:schemeClr val="accent1">
                  <a:lumMod val="0"/>
                  <a:lumOff val="100000"/>
                </a:schemeClr>
              </a:gs>
            </a:gsLst>
            <a:lin ang="5400000" scaled="0"/>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6" name="任意多边形: 形状 135"/>
          <p:cNvSpPr/>
          <p:nvPr>
            <p:custDataLst>
              <p:tags r:id="rId14"/>
            </p:custDataLst>
          </p:nvPr>
        </p:nvSpPr>
        <p:spPr>
          <a:xfrm rot="900000">
            <a:off x="9535160" y="3191510"/>
            <a:ext cx="1377950" cy="918845"/>
          </a:xfrm>
          <a:custGeom>
            <a:avLst/>
            <a:gdLst>
              <a:gd name="connsiteX0" fmla="*/ 742950 w 1159688"/>
              <a:gd name="connsiteY0" fmla="*/ 251393 h 773260"/>
              <a:gd name="connsiteX1" fmla="*/ 770916 w 1159688"/>
              <a:gd name="connsiteY1" fmla="*/ 338947 h 773260"/>
              <a:gd name="connsiteX2" fmla="*/ 752018 w 1159688"/>
              <a:gd name="connsiteY2" fmla="*/ 635136 h 773260"/>
              <a:gd name="connsiteX3" fmla="*/ 762914 w 1159688"/>
              <a:gd name="connsiteY3" fmla="*/ 684056 h 773260"/>
              <a:gd name="connsiteX4" fmla="*/ 897408 w 1159688"/>
              <a:gd name="connsiteY4" fmla="*/ 681390 h 773260"/>
              <a:gd name="connsiteX5" fmla="*/ 958673 w 1159688"/>
              <a:gd name="connsiteY5" fmla="*/ 695411 h 773260"/>
              <a:gd name="connsiteX6" fmla="*/ 928116 w 1159688"/>
              <a:gd name="connsiteY6" fmla="*/ 620582 h 773260"/>
              <a:gd name="connsiteX7" fmla="*/ 997534 w 1159688"/>
              <a:gd name="connsiteY7" fmla="*/ 248345 h 773260"/>
              <a:gd name="connsiteX8" fmla="*/ 968883 w 1159688"/>
              <a:gd name="connsiteY8" fmla="*/ 242249 h 773260"/>
              <a:gd name="connsiteX9" fmla="*/ 1013156 w 1159688"/>
              <a:gd name="connsiteY9" fmla="*/ 136864 h 773260"/>
              <a:gd name="connsiteX10" fmla="*/ 1009421 w 1159688"/>
              <a:gd name="connsiteY10" fmla="*/ 108518 h 773260"/>
              <a:gd name="connsiteX11" fmla="*/ 1159688 w 1159688"/>
              <a:gd name="connsiteY11" fmla="*/ 100364 h 773260"/>
              <a:gd name="connsiteX12" fmla="*/ 994944 w 1159688"/>
              <a:gd name="connsiteY12" fmla="*/ 1609 h 773260"/>
              <a:gd name="connsiteX13" fmla="*/ 853898 w 1159688"/>
              <a:gd name="connsiteY13" fmla="*/ 55178 h 773260"/>
              <a:gd name="connsiteX14" fmla="*/ 657606 w 1159688"/>
              <a:gd name="connsiteY14" fmla="*/ 57769 h 773260"/>
              <a:gd name="connsiteX15" fmla="*/ 453619 w 1159688"/>
              <a:gd name="connsiteY15" fmla="*/ 79562 h 773260"/>
              <a:gd name="connsiteX16" fmla="*/ 266853 w 1159688"/>
              <a:gd name="connsiteY16" fmla="*/ 147532 h 773260"/>
              <a:gd name="connsiteX17" fmla="*/ 129160 w 1159688"/>
              <a:gd name="connsiteY17" fmla="*/ 250479 h 773260"/>
              <a:gd name="connsiteX18" fmla="*/ 0 w 1159688"/>
              <a:gd name="connsiteY18" fmla="*/ 770086 h 773260"/>
              <a:gd name="connsiteX19" fmla="*/ 86411 w 1159688"/>
              <a:gd name="connsiteY19" fmla="*/ 768410 h 773260"/>
              <a:gd name="connsiteX20" fmla="*/ 184252 w 1159688"/>
              <a:gd name="connsiteY20" fmla="*/ 606333 h 773260"/>
              <a:gd name="connsiteX21" fmla="*/ 278130 w 1159688"/>
              <a:gd name="connsiteY21" fmla="*/ 282101 h 773260"/>
              <a:gd name="connsiteX22" fmla="*/ 296647 w 1159688"/>
              <a:gd name="connsiteY22" fmla="*/ 355254 h 773260"/>
              <a:gd name="connsiteX23" fmla="*/ 345186 w 1159688"/>
              <a:gd name="connsiteY23" fmla="*/ 280959 h 773260"/>
              <a:gd name="connsiteX24" fmla="*/ 254279 w 1159688"/>
              <a:gd name="connsiteY24" fmla="*/ 584996 h 773260"/>
              <a:gd name="connsiteX25" fmla="*/ 231267 w 1159688"/>
              <a:gd name="connsiteY25" fmla="*/ 748674 h 773260"/>
              <a:gd name="connsiteX26" fmla="*/ 331851 w 1159688"/>
              <a:gd name="connsiteY26" fmla="*/ 761628 h 773260"/>
              <a:gd name="connsiteX27" fmla="*/ 429463 w 1159688"/>
              <a:gd name="connsiteY27" fmla="*/ 702954 h 773260"/>
              <a:gd name="connsiteX28" fmla="*/ 490576 w 1159688"/>
              <a:gd name="connsiteY28" fmla="*/ 280882 h 773260"/>
              <a:gd name="connsiteX29" fmla="*/ 519227 w 1159688"/>
              <a:gd name="connsiteY29" fmla="*/ 323326 h 773260"/>
              <a:gd name="connsiteX30" fmla="*/ 538582 w 1159688"/>
              <a:gd name="connsiteY30" fmla="*/ 276615 h 773260"/>
              <a:gd name="connsiteX31" fmla="*/ 525933 w 1159688"/>
              <a:gd name="connsiteY31" fmla="*/ 459648 h 773260"/>
              <a:gd name="connsiteX32" fmla="*/ 493700 w 1159688"/>
              <a:gd name="connsiteY32" fmla="*/ 715908 h 773260"/>
              <a:gd name="connsiteX33" fmla="*/ 529514 w 1159688"/>
              <a:gd name="connsiteY33" fmla="*/ 732596 h 773260"/>
              <a:gd name="connsiteX34" fmla="*/ 668808 w 1159688"/>
              <a:gd name="connsiteY34" fmla="*/ 724824 h 773260"/>
              <a:gd name="connsiteX35" fmla="*/ 705384 w 1159688"/>
              <a:gd name="connsiteY35" fmla="*/ 698306 h 773260"/>
              <a:gd name="connsiteX36" fmla="*/ 747598 w 1159688"/>
              <a:gd name="connsiteY36" fmla="*/ 347328 h 773260"/>
              <a:gd name="connsiteX37" fmla="*/ 742950 w 1159688"/>
              <a:gd name="connsiteY37" fmla="*/ 251393 h 77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59688" h="773260">
                <a:moveTo>
                  <a:pt x="742950" y="251393"/>
                </a:moveTo>
                <a:lnTo>
                  <a:pt x="770916" y="338947"/>
                </a:lnTo>
                <a:lnTo>
                  <a:pt x="752018" y="635136"/>
                </a:lnTo>
                <a:lnTo>
                  <a:pt x="762914" y="684056"/>
                </a:lnTo>
                <a:lnTo>
                  <a:pt x="897408" y="681390"/>
                </a:lnTo>
                <a:lnTo>
                  <a:pt x="958673" y="695411"/>
                </a:lnTo>
                <a:lnTo>
                  <a:pt x="928116" y="620582"/>
                </a:lnTo>
                <a:lnTo>
                  <a:pt x="997534" y="248345"/>
                </a:lnTo>
                <a:lnTo>
                  <a:pt x="968883" y="242249"/>
                </a:lnTo>
                <a:cubicBezTo>
                  <a:pt x="968883" y="242249"/>
                  <a:pt x="1018489" y="151495"/>
                  <a:pt x="1013156" y="136864"/>
                </a:cubicBezTo>
                <a:cubicBezTo>
                  <a:pt x="1007821" y="122310"/>
                  <a:pt x="1009421" y="108518"/>
                  <a:pt x="1009421" y="108518"/>
                </a:cubicBezTo>
                <a:lnTo>
                  <a:pt x="1159688" y="100364"/>
                </a:lnTo>
                <a:cubicBezTo>
                  <a:pt x="1159688" y="100364"/>
                  <a:pt x="1094690" y="-14850"/>
                  <a:pt x="994944" y="1609"/>
                </a:cubicBezTo>
                <a:cubicBezTo>
                  <a:pt x="941223" y="10449"/>
                  <a:pt x="917906" y="33918"/>
                  <a:pt x="853898" y="55178"/>
                </a:cubicBezTo>
                <a:cubicBezTo>
                  <a:pt x="798882" y="73390"/>
                  <a:pt x="734187" y="18373"/>
                  <a:pt x="657606" y="57769"/>
                </a:cubicBezTo>
                <a:cubicBezTo>
                  <a:pt x="551383" y="112480"/>
                  <a:pt x="539573" y="61426"/>
                  <a:pt x="453619" y="79562"/>
                </a:cubicBezTo>
                <a:cubicBezTo>
                  <a:pt x="367665" y="97621"/>
                  <a:pt x="343281" y="139531"/>
                  <a:pt x="266853" y="147532"/>
                </a:cubicBezTo>
                <a:cubicBezTo>
                  <a:pt x="190424" y="155533"/>
                  <a:pt x="155448" y="184032"/>
                  <a:pt x="129160" y="250479"/>
                </a:cubicBezTo>
                <a:cubicBezTo>
                  <a:pt x="57836" y="431377"/>
                  <a:pt x="0" y="770086"/>
                  <a:pt x="0" y="770086"/>
                </a:cubicBezTo>
                <a:cubicBezTo>
                  <a:pt x="0" y="770086"/>
                  <a:pt x="50292" y="778240"/>
                  <a:pt x="86411" y="768410"/>
                </a:cubicBezTo>
                <a:cubicBezTo>
                  <a:pt x="122454" y="758580"/>
                  <a:pt x="148210" y="738387"/>
                  <a:pt x="184252" y="606333"/>
                </a:cubicBezTo>
                <a:cubicBezTo>
                  <a:pt x="243764" y="419261"/>
                  <a:pt x="278130" y="282101"/>
                  <a:pt x="278130" y="282101"/>
                </a:cubicBezTo>
                <a:cubicBezTo>
                  <a:pt x="278130" y="282101"/>
                  <a:pt x="293294" y="337042"/>
                  <a:pt x="296647" y="355254"/>
                </a:cubicBezTo>
                <a:cubicBezTo>
                  <a:pt x="310362" y="373313"/>
                  <a:pt x="345186" y="280959"/>
                  <a:pt x="345186" y="280959"/>
                </a:cubicBezTo>
                <a:cubicBezTo>
                  <a:pt x="345186" y="280959"/>
                  <a:pt x="266471" y="527694"/>
                  <a:pt x="254279" y="584996"/>
                </a:cubicBezTo>
                <a:cubicBezTo>
                  <a:pt x="242088" y="642299"/>
                  <a:pt x="201244" y="729853"/>
                  <a:pt x="231267" y="748674"/>
                </a:cubicBezTo>
                <a:cubicBezTo>
                  <a:pt x="261290" y="767495"/>
                  <a:pt x="285141" y="778621"/>
                  <a:pt x="331851" y="761628"/>
                </a:cubicBezTo>
                <a:cubicBezTo>
                  <a:pt x="378562" y="744635"/>
                  <a:pt x="422606" y="742883"/>
                  <a:pt x="429463" y="702954"/>
                </a:cubicBezTo>
                <a:cubicBezTo>
                  <a:pt x="452628" y="567318"/>
                  <a:pt x="521132" y="341081"/>
                  <a:pt x="490576" y="280882"/>
                </a:cubicBezTo>
                <a:cubicBezTo>
                  <a:pt x="477926" y="255965"/>
                  <a:pt x="508788" y="297570"/>
                  <a:pt x="519227" y="323326"/>
                </a:cubicBezTo>
                <a:cubicBezTo>
                  <a:pt x="530504" y="330412"/>
                  <a:pt x="538582" y="276615"/>
                  <a:pt x="538582" y="276615"/>
                </a:cubicBezTo>
                <a:cubicBezTo>
                  <a:pt x="538582" y="276615"/>
                  <a:pt x="547878" y="365769"/>
                  <a:pt x="525933" y="459648"/>
                </a:cubicBezTo>
                <a:cubicBezTo>
                  <a:pt x="503987" y="553602"/>
                  <a:pt x="493700" y="715908"/>
                  <a:pt x="493700" y="715908"/>
                </a:cubicBezTo>
                <a:lnTo>
                  <a:pt x="529514" y="732596"/>
                </a:lnTo>
                <a:cubicBezTo>
                  <a:pt x="529514" y="732596"/>
                  <a:pt x="660044" y="728024"/>
                  <a:pt x="668808" y="724824"/>
                </a:cubicBezTo>
                <a:cubicBezTo>
                  <a:pt x="677571" y="721623"/>
                  <a:pt x="705384" y="698306"/>
                  <a:pt x="705384" y="698306"/>
                </a:cubicBezTo>
                <a:lnTo>
                  <a:pt x="747598" y="347328"/>
                </a:lnTo>
                <a:lnTo>
                  <a:pt x="742950" y="251393"/>
                </a:ln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7" name="任意多边形: 形状 136"/>
          <p:cNvSpPr/>
          <p:nvPr>
            <p:custDataLst>
              <p:tags r:id="rId15"/>
            </p:custDataLst>
          </p:nvPr>
        </p:nvSpPr>
        <p:spPr>
          <a:xfrm rot="900000">
            <a:off x="9386570" y="4135120"/>
            <a:ext cx="658495" cy="404495"/>
          </a:xfrm>
          <a:custGeom>
            <a:avLst/>
            <a:gdLst>
              <a:gd name="connsiteX0" fmla="*/ 554175 w 554428"/>
              <a:gd name="connsiteY0" fmla="*/ 12649 h 340449"/>
              <a:gd name="connsiteX1" fmla="*/ 373809 w 554428"/>
              <a:gd name="connsiteY1" fmla="*/ 25451 h 340449"/>
              <a:gd name="connsiteX2" fmla="*/ 304847 w 554428"/>
              <a:gd name="connsiteY2" fmla="*/ 17526 h 340449"/>
              <a:gd name="connsiteX3" fmla="*/ 262099 w 554428"/>
              <a:gd name="connsiteY3" fmla="*/ 0 h 340449"/>
              <a:gd name="connsiteX4" fmla="*/ 145285 w 554428"/>
              <a:gd name="connsiteY4" fmla="*/ 13259 h 340449"/>
              <a:gd name="connsiteX5" fmla="*/ 276 w 554428"/>
              <a:gd name="connsiteY5" fmla="*/ 125501 h 340449"/>
              <a:gd name="connsiteX6" fmla="*/ 106118 w 554428"/>
              <a:gd name="connsiteY6" fmla="*/ 334366 h 340449"/>
              <a:gd name="connsiteX7" fmla="*/ 157935 w 554428"/>
              <a:gd name="connsiteY7" fmla="*/ 285750 h 340449"/>
              <a:gd name="connsiteX8" fmla="*/ 162125 w 554428"/>
              <a:gd name="connsiteY8" fmla="*/ 224714 h 340449"/>
              <a:gd name="connsiteX9" fmla="*/ 255013 w 554428"/>
              <a:gd name="connsiteY9" fmla="*/ 243764 h 340449"/>
              <a:gd name="connsiteX10" fmla="*/ 470659 w 554428"/>
              <a:gd name="connsiteY10" fmla="*/ 191719 h 340449"/>
              <a:gd name="connsiteX11" fmla="*/ 377314 w 554428"/>
              <a:gd name="connsiteY11" fmla="*/ 189357 h 340449"/>
              <a:gd name="connsiteX12" fmla="*/ 363751 w 554428"/>
              <a:gd name="connsiteY12" fmla="*/ 88544 h 340449"/>
              <a:gd name="connsiteX13" fmla="*/ 387373 w 554428"/>
              <a:gd name="connsiteY13" fmla="*/ 162535 h 340449"/>
              <a:gd name="connsiteX14" fmla="*/ 505939 w 554428"/>
              <a:gd name="connsiteY14" fmla="*/ 152400 h 340449"/>
              <a:gd name="connsiteX15" fmla="*/ 554175 w 554428"/>
              <a:gd name="connsiteY15" fmla="*/ 12649 h 34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4428" h="340449">
                <a:moveTo>
                  <a:pt x="554175" y="12649"/>
                </a:moveTo>
                <a:cubicBezTo>
                  <a:pt x="554175" y="12649"/>
                  <a:pt x="390497" y="25984"/>
                  <a:pt x="373809" y="25451"/>
                </a:cubicBezTo>
                <a:cubicBezTo>
                  <a:pt x="357122" y="24918"/>
                  <a:pt x="331594" y="27584"/>
                  <a:pt x="304847" y="17526"/>
                </a:cubicBezTo>
                <a:cubicBezTo>
                  <a:pt x="278026" y="7467"/>
                  <a:pt x="262099" y="0"/>
                  <a:pt x="262099" y="0"/>
                </a:cubicBezTo>
                <a:cubicBezTo>
                  <a:pt x="262099" y="0"/>
                  <a:pt x="171574" y="3734"/>
                  <a:pt x="145285" y="13259"/>
                </a:cubicBezTo>
                <a:cubicBezTo>
                  <a:pt x="118997" y="22860"/>
                  <a:pt x="-6658" y="88392"/>
                  <a:pt x="276" y="125501"/>
                </a:cubicBezTo>
                <a:cubicBezTo>
                  <a:pt x="7211" y="162687"/>
                  <a:pt x="92098" y="322936"/>
                  <a:pt x="106118" y="334366"/>
                </a:cubicBezTo>
                <a:cubicBezTo>
                  <a:pt x="120215" y="345796"/>
                  <a:pt x="153743" y="346786"/>
                  <a:pt x="157935" y="285750"/>
                </a:cubicBezTo>
                <a:cubicBezTo>
                  <a:pt x="162125" y="224714"/>
                  <a:pt x="162125" y="224714"/>
                  <a:pt x="162125" y="224714"/>
                </a:cubicBezTo>
                <a:cubicBezTo>
                  <a:pt x="162125" y="224714"/>
                  <a:pt x="188642" y="261366"/>
                  <a:pt x="255013" y="243764"/>
                </a:cubicBezTo>
                <a:cubicBezTo>
                  <a:pt x="321307" y="226238"/>
                  <a:pt x="450542" y="208940"/>
                  <a:pt x="470659" y="191719"/>
                </a:cubicBezTo>
                <a:cubicBezTo>
                  <a:pt x="490852" y="174498"/>
                  <a:pt x="377314" y="189357"/>
                  <a:pt x="377314" y="189357"/>
                </a:cubicBezTo>
                <a:cubicBezTo>
                  <a:pt x="377314" y="189357"/>
                  <a:pt x="355521" y="111328"/>
                  <a:pt x="363751" y="88544"/>
                </a:cubicBezTo>
                <a:cubicBezTo>
                  <a:pt x="371980" y="65761"/>
                  <a:pt x="387373" y="162535"/>
                  <a:pt x="387373" y="162535"/>
                </a:cubicBezTo>
                <a:cubicBezTo>
                  <a:pt x="387373" y="162535"/>
                  <a:pt x="492452" y="160630"/>
                  <a:pt x="505939" y="152400"/>
                </a:cubicBezTo>
                <a:cubicBezTo>
                  <a:pt x="519427" y="144170"/>
                  <a:pt x="557908" y="113690"/>
                  <a:pt x="554175" y="12649"/>
                </a:cubicBez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8" name="任意多边形: 形状 137"/>
          <p:cNvSpPr/>
          <p:nvPr>
            <p:custDataLst>
              <p:tags r:id="rId16"/>
            </p:custDataLst>
          </p:nvPr>
        </p:nvSpPr>
        <p:spPr>
          <a:xfrm rot="900000">
            <a:off x="9713595" y="4445635"/>
            <a:ext cx="649605" cy="285750"/>
          </a:xfrm>
          <a:custGeom>
            <a:avLst/>
            <a:gdLst>
              <a:gd name="connsiteX0" fmla="*/ 0 w 546674"/>
              <a:gd name="connsiteY0" fmla="*/ 204597 h 240483"/>
              <a:gd name="connsiteX1" fmla="*/ 260527 w 546674"/>
              <a:gd name="connsiteY1" fmla="*/ 212217 h 240483"/>
              <a:gd name="connsiteX2" fmla="*/ 543763 w 546674"/>
              <a:gd name="connsiteY2" fmla="*/ 191719 h 240483"/>
              <a:gd name="connsiteX3" fmla="*/ 377190 w 546674"/>
              <a:gd name="connsiteY3" fmla="*/ 0 h 240483"/>
              <a:gd name="connsiteX4" fmla="*/ 273939 w 546674"/>
              <a:gd name="connsiteY4" fmla="*/ 104470 h 240483"/>
              <a:gd name="connsiteX5" fmla="*/ 0 w 546674"/>
              <a:gd name="connsiteY5" fmla="*/ 204597 h 24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6674" h="240483">
                <a:moveTo>
                  <a:pt x="0" y="204597"/>
                </a:moveTo>
                <a:cubicBezTo>
                  <a:pt x="0" y="204597"/>
                  <a:pt x="145389" y="168173"/>
                  <a:pt x="260527" y="212217"/>
                </a:cubicBezTo>
                <a:cubicBezTo>
                  <a:pt x="375665" y="256184"/>
                  <a:pt x="514807" y="248488"/>
                  <a:pt x="543763" y="191719"/>
                </a:cubicBezTo>
                <a:cubicBezTo>
                  <a:pt x="572642" y="134950"/>
                  <a:pt x="377190" y="0"/>
                  <a:pt x="377190" y="0"/>
                </a:cubicBezTo>
                <a:cubicBezTo>
                  <a:pt x="377190" y="0"/>
                  <a:pt x="372770" y="63779"/>
                  <a:pt x="273939" y="104470"/>
                </a:cubicBezTo>
                <a:cubicBezTo>
                  <a:pt x="118796" y="168478"/>
                  <a:pt x="0" y="204597"/>
                  <a:pt x="0" y="204597"/>
                </a:cubicBez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9" name="任意多边形: 形状 138"/>
          <p:cNvSpPr/>
          <p:nvPr>
            <p:custDataLst>
              <p:tags r:id="rId17"/>
            </p:custDataLst>
          </p:nvPr>
        </p:nvSpPr>
        <p:spPr>
          <a:xfrm rot="900000">
            <a:off x="10686415" y="3872865"/>
            <a:ext cx="401955" cy="935990"/>
          </a:xfrm>
          <a:custGeom>
            <a:avLst/>
            <a:gdLst>
              <a:gd name="connsiteX0" fmla="*/ 280768 w 338095"/>
              <a:gd name="connsiteY0" fmla="*/ 3736 h 787588"/>
              <a:gd name="connsiteX1" fmla="*/ 254859 w 338095"/>
              <a:gd name="connsiteY1" fmla="*/ 168480 h 787588"/>
              <a:gd name="connsiteX2" fmla="*/ 338070 w 338095"/>
              <a:gd name="connsiteY2" fmla="*/ 587580 h 787588"/>
              <a:gd name="connsiteX3" fmla="*/ 203882 w 338095"/>
              <a:gd name="connsiteY3" fmla="*/ 781815 h 787588"/>
              <a:gd name="connsiteX4" fmla="*/ 35404 w 338095"/>
              <a:gd name="connsiteY4" fmla="*/ 763831 h 787588"/>
              <a:gd name="connsiteX5" fmla="*/ 47 w 338095"/>
              <a:gd name="connsiteY5" fmla="*/ 585066 h 787588"/>
              <a:gd name="connsiteX6" fmla="*/ 138502 w 338095"/>
              <a:gd name="connsiteY6" fmla="*/ 475185 h 787588"/>
              <a:gd name="connsiteX7" fmla="*/ 207692 w 338095"/>
              <a:gd name="connsiteY7" fmla="*/ 347550 h 787588"/>
              <a:gd name="connsiteX8" fmla="*/ 237867 w 338095"/>
              <a:gd name="connsiteY8" fmla="*/ 267160 h 787588"/>
              <a:gd name="connsiteX9" fmla="*/ 185061 w 338095"/>
              <a:gd name="connsiteY9" fmla="*/ 240109 h 787588"/>
              <a:gd name="connsiteX10" fmla="*/ 175536 w 338095"/>
              <a:gd name="connsiteY10" fmla="*/ 177472 h 787588"/>
              <a:gd name="connsiteX11" fmla="*/ 70456 w 338095"/>
              <a:gd name="connsiteY11" fmla="*/ 179377 h 787588"/>
              <a:gd name="connsiteX12" fmla="*/ 182927 w 338095"/>
              <a:gd name="connsiteY12" fmla="*/ 88852 h 787588"/>
              <a:gd name="connsiteX13" fmla="*/ 112823 w 338095"/>
              <a:gd name="connsiteY13" fmla="*/ 78031 h 787588"/>
              <a:gd name="connsiteX14" fmla="*/ 280768 w 338095"/>
              <a:gd name="connsiteY14" fmla="*/ 3736 h 78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8095" h="787588">
                <a:moveTo>
                  <a:pt x="280768" y="3736"/>
                </a:moveTo>
                <a:cubicBezTo>
                  <a:pt x="280768" y="3736"/>
                  <a:pt x="246325" y="108816"/>
                  <a:pt x="254859" y="168480"/>
                </a:cubicBezTo>
                <a:cubicBezTo>
                  <a:pt x="263394" y="228145"/>
                  <a:pt x="339670" y="573788"/>
                  <a:pt x="338070" y="587580"/>
                </a:cubicBezTo>
                <a:cubicBezTo>
                  <a:pt x="336470" y="601373"/>
                  <a:pt x="213178" y="761926"/>
                  <a:pt x="203882" y="781815"/>
                </a:cubicBezTo>
                <a:cubicBezTo>
                  <a:pt x="194586" y="801703"/>
                  <a:pt x="35404" y="763831"/>
                  <a:pt x="35404" y="763831"/>
                </a:cubicBezTo>
                <a:cubicBezTo>
                  <a:pt x="35404" y="763831"/>
                  <a:pt x="2409" y="600687"/>
                  <a:pt x="47" y="585066"/>
                </a:cubicBezTo>
                <a:cubicBezTo>
                  <a:pt x="-2316" y="569445"/>
                  <a:pt x="84705" y="554281"/>
                  <a:pt x="138502" y="475185"/>
                </a:cubicBezTo>
                <a:cubicBezTo>
                  <a:pt x="192300" y="396090"/>
                  <a:pt x="190776" y="373535"/>
                  <a:pt x="207692" y="347550"/>
                </a:cubicBezTo>
                <a:cubicBezTo>
                  <a:pt x="224685" y="321566"/>
                  <a:pt x="237867" y="267160"/>
                  <a:pt x="237867" y="267160"/>
                </a:cubicBezTo>
                <a:lnTo>
                  <a:pt x="185061" y="240109"/>
                </a:lnTo>
                <a:cubicBezTo>
                  <a:pt x="185061" y="240109"/>
                  <a:pt x="196186" y="179910"/>
                  <a:pt x="175536" y="177472"/>
                </a:cubicBezTo>
                <a:cubicBezTo>
                  <a:pt x="154809" y="175110"/>
                  <a:pt x="70456" y="179377"/>
                  <a:pt x="70456" y="179377"/>
                </a:cubicBezTo>
                <a:cubicBezTo>
                  <a:pt x="70456" y="179377"/>
                  <a:pt x="156105" y="115140"/>
                  <a:pt x="182927" y="88852"/>
                </a:cubicBezTo>
                <a:cubicBezTo>
                  <a:pt x="209673" y="62563"/>
                  <a:pt x="112823" y="78031"/>
                  <a:pt x="112823" y="78031"/>
                </a:cubicBezTo>
                <a:cubicBezTo>
                  <a:pt x="112823" y="78031"/>
                  <a:pt x="182851" y="-20115"/>
                  <a:pt x="280768" y="3736"/>
                </a:cubicBez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 name="边界"/>
          <p:cNvSpPr/>
          <p:nvPr>
            <p:custDataLst>
              <p:tags r:id="rId18"/>
            </p:custDataLst>
          </p:nvPr>
        </p:nvSpPr>
        <p:spPr>
          <a:xfrm>
            <a:off x="599450" y="1670000"/>
            <a:ext cx="7548651" cy="4920665"/>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4" name="矩形 8"/>
          <p:cNvSpPr/>
          <p:nvPr>
            <p:custDataLst>
              <p:tags r:id="rId19"/>
            </p:custDataLst>
          </p:nvPr>
        </p:nvSpPr>
        <p:spPr>
          <a:xfrm>
            <a:off x="596716" y="1677517"/>
            <a:ext cx="7548802" cy="1833202"/>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宪法解释机关根据宪法的理念、基本精神和基本原则</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对宪法规范的含义、界限及其相互关系所作的</a:t>
            </a:r>
            <a:r>
              <a:rPr lang="zh-CN" altLang="en-US" sz="24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具有法律效力</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的说明。</a:t>
            </a:r>
            <a:endPar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5" name="矩形 9"/>
          <p:cNvSpPr/>
          <p:nvPr>
            <p:custDataLst>
              <p:tags r:id="rId20"/>
            </p:custDataLst>
          </p:nvPr>
        </p:nvSpPr>
        <p:spPr>
          <a:xfrm>
            <a:off x="596192" y="4314228"/>
            <a:ext cx="7548634" cy="2108996"/>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4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核心功能</a:t>
            </a:r>
            <a:r>
              <a:rPr lang="en-US" altLang="zh-CN" sz="24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4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使宪法规范适应社会实际变化</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避免宪法与现实脱节</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明确宪法规范歧义</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保障宪法统一实施</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弥补宪法规范缺漏</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完善宪法调整体系。</a:t>
            </a:r>
            <a:endPar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11"/>
          <p:cNvCxnSpPr/>
          <p:nvPr>
            <p:custDataLst>
              <p:tags r:id="rId21"/>
            </p:custDataLst>
          </p:nvPr>
        </p:nvCxnSpPr>
        <p:spPr>
          <a:xfrm>
            <a:off x="596716" y="3912631"/>
            <a:ext cx="7551537" cy="0"/>
          </a:xfrm>
          <a:prstGeom prst="line">
            <a:avLst/>
          </a:prstGeom>
          <a:ln w="9525">
            <a:solidFill>
              <a:schemeClr val="tx1">
                <a:lumMod val="50000"/>
                <a:lumOff val="50000"/>
                <a:alpha val="30000"/>
              </a:schemeClr>
            </a:solidFill>
          </a:ln>
        </p:spPr>
        <p:style>
          <a:lnRef idx="1">
            <a:srgbClr val="376FFF"/>
          </a:lnRef>
          <a:fillRef idx="0">
            <a:srgbClr val="376FFF"/>
          </a:fillRef>
          <a:effectRef idx="0">
            <a:srgbClr val="376FFF"/>
          </a:effectRef>
          <a:fontRef idx="minor">
            <a:srgbClr val="000000"/>
          </a:fontRef>
        </p:style>
      </p:cxnSp>
    </p:spTree>
    <p:custDataLst>
      <p:tags r:id="rId22"/>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2"/>
          <p:cNvGraphicFramePr/>
          <p:nvPr>
            <p:custDataLst>
              <p:tags r:id="rId1"/>
            </p:custDataLst>
          </p:nvPr>
        </p:nvGraphicFramePr>
        <p:xfrm>
          <a:off x="6421120" y="1675765"/>
          <a:ext cx="5160645" cy="4572000"/>
        </p:xfrm>
        <a:graphic>
          <a:graphicData uri="http://schemas.openxmlformats.org/drawingml/2006/table">
            <a:tbl>
              <a:tblPr firstRow="1" bandRow="1">
                <a:tableStyleId>{5C22544A-7EE6-4342-B048-85BDC9FD1C3A}</a:tableStyleId>
              </a:tblPr>
              <a:tblGrid>
                <a:gridCol w="1682750"/>
                <a:gridCol w="1744345"/>
                <a:gridCol w="1733550"/>
              </a:tblGrid>
              <a:tr h="702945">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对比维度</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宪法解释</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宪法修改</a:t>
                      </a:r>
                      <a:endParaRPr lang="zh-CN" altLang="en-US" sz="2100" b="1">
                        <a:latin typeface="微软雅黑" panose="020B0503020204020204" charset="-122"/>
                        <a:ea typeface="微软雅黑" panose="020B0503020204020204" charset="-122"/>
                      </a:endParaRPr>
                    </a:p>
                  </a:txBody>
                  <a:tcPr marL="215900" marR="215900" marT="133350" marB="133350" anchor="ctr" anchorCtr="0"/>
                </a:tc>
              </a:tr>
              <a:tr h="1414780">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适用场景</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宪法规范含义模糊、歧义时</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宪法规范与社会实际严重脱节时</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r>
              <a:tr h="1414780">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核心特征</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1" spc="130">
                          <a:latin typeface="微软雅黑" panose="020B0503020204020204" charset="-122"/>
                          <a:ea typeface="微软雅黑" panose="020B0503020204020204" charset="-122"/>
                        </a:rPr>
                        <a:t>不改变宪法文本，仅明确含义</a:t>
                      </a:r>
                      <a:endParaRPr lang="zh-CN" altLang="en-US" sz="1900" b="1"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1" spc="130">
                          <a:latin typeface="微软雅黑" panose="020B0503020204020204" charset="-122"/>
                          <a:ea typeface="微软雅黑" panose="020B0503020204020204" charset="-122"/>
                        </a:rPr>
                        <a:t>改变宪法文本内容</a:t>
                      </a:r>
                      <a:endParaRPr lang="zh-CN" altLang="en-US" sz="1900" b="1" spc="130">
                        <a:latin typeface="微软雅黑" panose="020B0503020204020204" charset="-122"/>
                        <a:ea typeface="微软雅黑" panose="020B0503020204020204" charset="-122"/>
                      </a:endParaRPr>
                    </a:p>
                  </a:txBody>
                  <a:tcPr marL="215900" marR="215900" marT="133350" marB="133350" anchor="ctr" anchorCtr="0"/>
                </a:tc>
              </a:tr>
              <a:tr h="1039495">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程序严格性</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相对宽松</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更为严格</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r>
            </a:tbl>
          </a:graphicData>
        </a:graphic>
      </p:graphicFrame>
      <p:sp>
        <p:nvSpPr>
          <p:cNvPr id="13" name="正文"/>
          <p:cNvSpPr txBox="1"/>
          <p:nvPr>
            <p:custDataLst>
              <p:tags r:id="rId2"/>
            </p:custDataLst>
          </p:nvPr>
        </p:nvSpPr>
        <p:spPr>
          <a:xfrm>
            <a:off x="606425" y="1399540"/>
            <a:ext cx="5196840" cy="4860290"/>
          </a:xfrm>
          <a:prstGeom prst="rect">
            <a:avLst/>
          </a:prstGeom>
          <a:noFill/>
        </p:spPr>
        <p:txBody>
          <a:bodyPr wrap="square" lIns="0" tIns="0" rIns="0" bIns="0" rtlCol="0" anchor="t" anchorCtr="0">
            <a:noAutofit/>
          </a:bodyPr>
          <a:p>
            <a:pPr lvl="0" indent="0" algn="just" fontAlgn="auto">
              <a:lnSpc>
                <a:spcPct val="140000"/>
              </a:lnSpc>
              <a:buClrTx/>
              <a:buSzTx/>
              <a:buFontTx/>
            </a:pP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宪法解释</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可独立进行</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也可作为合宪性审查的环节</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先解释宪法</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再判断法律是否合宪</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a:p>
            <a:pPr lvl="0" indent="0" algn="just" fontAlgn="auto">
              <a:lnSpc>
                <a:spcPct val="140000"/>
              </a:lnSpc>
              <a:buClrTx/>
              <a:buSzTx/>
              <a:buFontTx/>
            </a:pP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合宪性审查</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核心是审查规范性文件或行为的合宪性</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宪法解释是其前提。</a:t>
            </a:r>
            <a:endPar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14" name="标题"/>
          <p:cNvSpPr txBox="1"/>
          <p:nvPr>
            <p:custDataLst>
              <p:tags r:id="rId3"/>
            </p:custDataLst>
          </p:nvPr>
        </p:nvSpPr>
        <p:spPr>
          <a:xfrm>
            <a:off x="605790" y="541655"/>
            <a:ext cx="5434965" cy="739775"/>
          </a:xfrm>
          <a:prstGeom prst="rect">
            <a:avLst/>
          </a:prstGeom>
          <a:noFill/>
        </p:spPr>
        <p:txBody>
          <a:bodyPr wrap="square" lIns="0" tIns="0" rIns="0" bIns="0" rtlCol="0" anchor="b">
            <a:noAutofit/>
          </a:bodyPr>
          <a:p>
            <a:pPr lvl="0" algn="l">
              <a:buClrTx/>
              <a:buSzTx/>
              <a:buFontTx/>
            </a:pPr>
            <a:r>
              <a:rPr lang="zh-CN" altLang="en-US" sz="3200" b="1" dirty="0">
                <a:solidFill>
                  <a:schemeClr val="accent2"/>
                </a:solidFill>
                <a:uFillTx/>
                <a:latin typeface="微软雅黑" panose="020B0503020204020204" charset="-122"/>
                <a:ea typeface="微软雅黑" panose="020B0503020204020204" charset="-122"/>
                <a:cs typeface="微软雅黑" panose="020B0503020204020204" charset="-122"/>
                <a:sym typeface="+mn-ea"/>
              </a:rPr>
              <a:t>宪法解释与合宪性审查的区别</a:t>
            </a:r>
            <a:r>
              <a:rPr lang="en-US" altLang="zh-CN" sz="3200" b="1" dirty="0">
                <a:solidFill>
                  <a:schemeClr val="accent2"/>
                </a:solidFill>
                <a:uFillTx/>
                <a:latin typeface="微软雅黑" panose="020B0503020204020204" charset="-122"/>
                <a:ea typeface="微软雅黑" panose="020B0503020204020204" charset="-122"/>
                <a:cs typeface="微软雅黑" panose="020B0503020204020204" charset="-122"/>
                <a:sym typeface="+mn-ea"/>
              </a:rPr>
              <a:t>:</a:t>
            </a:r>
            <a:endParaRPr lang="en-US" altLang="zh-CN" sz="3200" b="1" dirty="0">
              <a:solidFill>
                <a:schemeClr val="accent2"/>
              </a:solidFill>
              <a:uFillTx/>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6420485" y="716280"/>
            <a:ext cx="5362575" cy="1431290"/>
          </a:xfrm>
          <a:prstGeom prst="rect">
            <a:avLst/>
          </a:prstGeom>
          <a:noFill/>
        </p:spPr>
        <p:txBody>
          <a:bodyPr wrap="square" rtlCol="0">
            <a:noAutofit/>
          </a:bodyPr>
          <a:p>
            <a:r>
              <a:rPr lang="zh-CN" altLang="en-US" sz="3200">
                <a:latin typeface="微软雅黑" panose="020B0503020204020204" charset="-122"/>
                <a:ea typeface="微软雅黑" panose="020B0503020204020204" charset="-122"/>
              </a:rPr>
              <a:t>宪法解释与宪法修改的区别</a:t>
            </a:r>
            <a:endParaRPr lang="zh-CN" altLang="en-US" sz="3200">
              <a:latin typeface="微软雅黑" panose="020B0503020204020204" charset="-122"/>
              <a:ea typeface="微软雅黑" panose="020B0503020204020204" charset="-122"/>
            </a:endParaRPr>
          </a:p>
        </p:txBody>
      </p:sp>
    </p:spTree>
    <p:custDataLst>
      <p:tags r:id="rId4"/>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0" y="0"/>
            <a:ext cx="12192000" cy="6858000"/>
          </a:xfrm>
          <a:prstGeom prst="rect">
            <a:avLst/>
          </a:prstGeom>
          <a:solidFill>
            <a:schemeClr val="accent1">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81" name="任意多边形: 形状 680"/>
          <p:cNvSpPr/>
          <p:nvPr userDrawn="1">
            <p:custDataLst>
              <p:tags r:id="rId2"/>
            </p:custDataLst>
          </p:nvPr>
        </p:nvSpPr>
        <p:spPr>
          <a:xfrm>
            <a:off x="0" y="13970"/>
            <a:ext cx="12192000" cy="6844030"/>
          </a:xfrm>
          <a:custGeom>
            <a:avLst/>
            <a:gdLst>
              <a:gd name="connsiteX0" fmla="*/ 0 w 11245921"/>
              <a:gd name="connsiteY0" fmla="*/ 0 h 19179"/>
              <a:gd name="connsiteX1" fmla="*/ 11245921 w 11245921"/>
              <a:gd name="connsiteY1" fmla="*/ 0 h 19179"/>
              <a:gd name="connsiteX2" fmla="*/ 11245921 w 11245921"/>
              <a:gd name="connsiteY2" fmla="*/ 19180 h 19179"/>
              <a:gd name="connsiteX3" fmla="*/ 0 w 11245921"/>
              <a:gd name="connsiteY3" fmla="*/ 19180 h 19179"/>
            </a:gdLst>
            <a:ahLst/>
            <a:cxnLst>
              <a:cxn ang="0">
                <a:pos x="connsiteX0" y="connsiteY0"/>
              </a:cxn>
              <a:cxn ang="0">
                <a:pos x="connsiteX1" y="connsiteY1"/>
              </a:cxn>
              <a:cxn ang="0">
                <a:pos x="connsiteX2" y="connsiteY2"/>
              </a:cxn>
              <a:cxn ang="0">
                <a:pos x="connsiteX3" y="connsiteY3"/>
              </a:cxn>
            </a:cxnLst>
            <a:rect l="l" t="t" r="r" b="b"/>
            <a:pathLst>
              <a:path w="19200" h="10778">
                <a:moveTo>
                  <a:pt x="18302" y="9738"/>
                </a:moveTo>
                <a:lnTo>
                  <a:pt x="18302" y="10188"/>
                </a:lnTo>
                <a:lnTo>
                  <a:pt x="18751" y="10188"/>
                </a:lnTo>
                <a:lnTo>
                  <a:pt x="18751" y="9738"/>
                </a:lnTo>
                <a:lnTo>
                  <a:pt x="18302" y="9738"/>
                </a:lnTo>
                <a:close/>
                <a:moveTo>
                  <a:pt x="17819" y="9738"/>
                </a:moveTo>
                <a:lnTo>
                  <a:pt x="17819" y="10188"/>
                </a:lnTo>
                <a:lnTo>
                  <a:pt x="18269" y="10188"/>
                </a:lnTo>
                <a:lnTo>
                  <a:pt x="18269" y="9738"/>
                </a:lnTo>
                <a:lnTo>
                  <a:pt x="17819" y="9738"/>
                </a:lnTo>
                <a:close/>
                <a:moveTo>
                  <a:pt x="17336" y="9738"/>
                </a:moveTo>
                <a:lnTo>
                  <a:pt x="17336" y="10188"/>
                </a:lnTo>
                <a:lnTo>
                  <a:pt x="17786" y="10188"/>
                </a:lnTo>
                <a:lnTo>
                  <a:pt x="17786" y="9738"/>
                </a:lnTo>
                <a:lnTo>
                  <a:pt x="17336" y="9738"/>
                </a:lnTo>
                <a:close/>
                <a:moveTo>
                  <a:pt x="16854" y="9738"/>
                </a:moveTo>
                <a:lnTo>
                  <a:pt x="16854" y="10188"/>
                </a:lnTo>
                <a:lnTo>
                  <a:pt x="17303" y="10188"/>
                </a:lnTo>
                <a:lnTo>
                  <a:pt x="17303" y="9738"/>
                </a:lnTo>
                <a:lnTo>
                  <a:pt x="16854" y="9738"/>
                </a:lnTo>
                <a:close/>
                <a:moveTo>
                  <a:pt x="16371" y="9738"/>
                </a:moveTo>
                <a:lnTo>
                  <a:pt x="16371" y="10188"/>
                </a:lnTo>
                <a:lnTo>
                  <a:pt x="16821" y="10188"/>
                </a:lnTo>
                <a:lnTo>
                  <a:pt x="16821" y="9738"/>
                </a:lnTo>
                <a:lnTo>
                  <a:pt x="16371" y="9738"/>
                </a:lnTo>
                <a:close/>
                <a:moveTo>
                  <a:pt x="15888" y="9738"/>
                </a:moveTo>
                <a:lnTo>
                  <a:pt x="15888" y="10188"/>
                </a:lnTo>
                <a:lnTo>
                  <a:pt x="16338" y="10188"/>
                </a:lnTo>
                <a:lnTo>
                  <a:pt x="16338" y="9738"/>
                </a:lnTo>
                <a:lnTo>
                  <a:pt x="15888" y="9738"/>
                </a:lnTo>
                <a:close/>
                <a:moveTo>
                  <a:pt x="15406" y="9738"/>
                </a:moveTo>
                <a:lnTo>
                  <a:pt x="15406" y="10188"/>
                </a:lnTo>
                <a:lnTo>
                  <a:pt x="15855" y="10188"/>
                </a:lnTo>
                <a:lnTo>
                  <a:pt x="15855" y="9738"/>
                </a:lnTo>
                <a:lnTo>
                  <a:pt x="15406" y="9738"/>
                </a:lnTo>
                <a:close/>
                <a:moveTo>
                  <a:pt x="14923" y="9738"/>
                </a:moveTo>
                <a:lnTo>
                  <a:pt x="14923" y="10188"/>
                </a:lnTo>
                <a:lnTo>
                  <a:pt x="15373" y="10188"/>
                </a:lnTo>
                <a:lnTo>
                  <a:pt x="15373" y="9738"/>
                </a:lnTo>
                <a:lnTo>
                  <a:pt x="14923" y="9738"/>
                </a:lnTo>
                <a:close/>
                <a:moveTo>
                  <a:pt x="14440" y="9738"/>
                </a:moveTo>
                <a:lnTo>
                  <a:pt x="14440" y="10188"/>
                </a:lnTo>
                <a:lnTo>
                  <a:pt x="14890" y="10188"/>
                </a:lnTo>
                <a:lnTo>
                  <a:pt x="14890" y="9738"/>
                </a:lnTo>
                <a:lnTo>
                  <a:pt x="14440" y="9738"/>
                </a:lnTo>
                <a:close/>
                <a:moveTo>
                  <a:pt x="13958" y="9738"/>
                </a:moveTo>
                <a:lnTo>
                  <a:pt x="13958" y="10188"/>
                </a:lnTo>
                <a:lnTo>
                  <a:pt x="14407" y="10188"/>
                </a:lnTo>
                <a:lnTo>
                  <a:pt x="14407" y="9738"/>
                </a:lnTo>
                <a:lnTo>
                  <a:pt x="13958" y="9738"/>
                </a:lnTo>
                <a:close/>
                <a:moveTo>
                  <a:pt x="13475" y="9738"/>
                </a:moveTo>
                <a:lnTo>
                  <a:pt x="13475" y="10188"/>
                </a:lnTo>
                <a:lnTo>
                  <a:pt x="13925" y="10188"/>
                </a:lnTo>
                <a:lnTo>
                  <a:pt x="13925" y="9738"/>
                </a:lnTo>
                <a:lnTo>
                  <a:pt x="13475" y="9738"/>
                </a:lnTo>
                <a:close/>
                <a:moveTo>
                  <a:pt x="12992" y="9738"/>
                </a:moveTo>
                <a:lnTo>
                  <a:pt x="12992" y="10188"/>
                </a:lnTo>
                <a:lnTo>
                  <a:pt x="13442" y="10188"/>
                </a:lnTo>
                <a:lnTo>
                  <a:pt x="13442" y="9738"/>
                </a:lnTo>
                <a:lnTo>
                  <a:pt x="12992" y="9738"/>
                </a:lnTo>
                <a:close/>
                <a:moveTo>
                  <a:pt x="12510" y="9738"/>
                </a:moveTo>
                <a:lnTo>
                  <a:pt x="12510" y="10188"/>
                </a:lnTo>
                <a:lnTo>
                  <a:pt x="12959" y="10188"/>
                </a:lnTo>
                <a:lnTo>
                  <a:pt x="12959" y="9738"/>
                </a:lnTo>
                <a:lnTo>
                  <a:pt x="12510" y="9738"/>
                </a:lnTo>
                <a:close/>
                <a:moveTo>
                  <a:pt x="12027" y="9738"/>
                </a:moveTo>
                <a:lnTo>
                  <a:pt x="12027" y="10188"/>
                </a:lnTo>
                <a:lnTo>
                  <a:pt x="12477" y="10188"/>
                </a:lnTo>
                <a:lnTo>
                  <a:pt x="12477" y="9738"/>
                </a:lnTo>
                <a:lnTo>
                  <a:pt x="12027" y="9738"/>
                </a:lnTo>
                <a:close/>
                <a:moveTo>
                  <a:pt x="11544" y="9738"/>
                </a:moveTo>
                <a:lnTo>
                  <a:pt x="11544" y="10188"/>
                </a:lnTo>
                <a:lnTo>
                  <a:pt x="11994" y="10188"/>
                </a:lnTo>
                <a:lnTo>
                  <a:pt x="11994" y="9738"/>
                </a:lnTo>
                <a:lnTo>
                  <a:pt x="11544" y="9738"/>
                </a:lnTo>
                <a:close/>
                <a:moveTo>
                  <a:pt x="11062" y="9738"/>
                </a:moveTo>
                <a:lnTo>
                  <a:pt x="11062" y="10188"/>
                </a:lnTo>
                <a:lnTo>
                  <a:pt x="11511" y="10188"/>
                </a:lnTo>
                <a:lnTo>
                  <a:pt x="11511" y="9738"/>
                </a:lnTo>
                <a:lnTo>
                  <a:pt x="11062" y="9738"/>
                </a:lnTo>
                <a:close/>
                <a:moveTo>
                  <a:pt x="10579" y="9738"/>
                </a:moveTo>
                <a:lnTo>
                  <a:pt x="10579" y="10188"/>
                </a:lnTo>
                <a:lnTo>
                  <a:pt x="11029" y="10188"/>
                </a:lnTo>
                <a:lnTo>
                  <a:pt x="11029" y="9738"/>
                </a:lnTo>
                <a:lnTo>
                  <a:pt x="10579" y="9738"/>
                </a:lnTo>
                <a:close/>
                <a:moveTo>
                  <a:pt x="10096" y="9738"/>
                </a:moveTo>
                <a:lnTo>
                  <a:pt x="10096" y="10188"/>
                </a:lnTo>
                <a:lnTo>
                  <a:pt x="10546" y="10188"/>
                </a:lnTo>
                <a:lnTo>
                  <a:pt x="10546" y="9738"/>
                </a:lnTo>
                <a:lnTo>
                  <a:pt x="10096" y="9738"/>
                </a:lnTo>
                <a:close/>
                <a:moveTo>
                  <a:pt x="9614" y="9738"/>
                </a:moveTo>
                <a:lnTo>
                  <a:pt x="9614" y="10188"/>
                </a:lnTo>
                <a:lnTo>
                  <a:pt x="10063" y="10188"/>
                </a:lnTo>
                <a:lnTo>
                  <a:pt x="10063" y="9738"/>
                </a:lnTo>
                <a:lnTo>
                  <a:pt x="9614" y="9738"/>
                </a:lnTo>
                <a:close/>
                <a:moveTo>
                  <a:pt x="9131" y="9738"/>
                </a:moveTo>
                <a:lnTo>
                  <a:pt x="9131" y="10188"/>
                </a:lnTo>
                <a:lnTo>
                  <a:pt x="9581" y="10188"/>
                </a:lnTo>
                <a:lnTo>
                  <a:pt x="9581" y="9738"/>
                </a:lnTo>
                <a:lnTo>
                  <a:pt x="9131" y="9738"/>
                </a:lnTo>
                <a:close/>
                <a:moveTo>
                  <a:pt x="8648" y="9738"/>
                </a:moveTo>
                <a:lnTo>
                  <a:pt x="8648" y="10188"/>
                </a:lnTo>
                <a:lnTo>
                  <a:pt x="9098" y="10188"/>
                </a:lnTo>
                <a:lnTo>
                  <a:pt x="9098" y="9738"/>
                </a:lnTo>
                <a:lnTo>
                  <a:pt x="8648" y="9738"/>
                </a:lnTo>
                <a:close/>
                <a:moveTo>
                  <a:pt x="8166" y="9738"/>
                </a:moveTo>
                <a:lnTo>
                  <a:pt x="8166" y="10188"/>
                </a:lnTo>
                <a:lnTo>
                  <a:pt x="8615" y="10188"/>
                </a:lnTo>
                <a:lnTo>
                  <a:pt x="8615" y="9738"/>
                </a:lnTo>
                <a:lnTo>
                  <a:pt x="8166" y="9738"/>
                </a:lnTo>
                <a:close/>
                <a:moveTo>
                  <a:pt x="7683" y="9738"/>
                </a:moveTo>
                <a:lnTo>
                  <a:pt x="7683" y="10188"/>
                </a:lnTo>
                <a:lnTo>
                  <a:pt x="8133" y="10188"/>
                </a:lnTo>
                <a:lnTo>
                  <a:pt x="8133" y="9738"/>
                </a:lnTo>
                <a:lnTo>
                  <a:pt x="7683" y="9738"/>
                </a:lnTo>
                <a:close/>
                <a:moveTo>
                  <a:pt x="7200" y="9738"/>
                </a:moveTo>
                <a:lnTo>
                  <a:pt x="7200" y="10188"/>
                </a:lnTo>
                <a:lnTo>
                  <a:pt x="7650" y="10188"/>
                </a:lnTo>
                <a:lnTo>
                  <a:pt x="7650" y="9738"/>
                </a:lnTo>
                <a:lnTo>
                  <a:pt x="7200" y="9738"/>
                </a:lnTo>
                <a:close/>
                <a:moveTo>
                  <a:pt x="6718" y="9738"/>
                </a:moveTo>
                <a:lnTo>
                  <a:pt x="6718" y="10188"/>
                </a:lnTo>
                <a:lnTo>
                  <a:pt x="7167" y="10188"/>
                </a:lnTo>
                <a:lnTo>
                  <a:pt x="7167" y="9738"/>
                </a:lnTo>
                <a:lnTo>
                  <a:pt x="6718" y="9738"/>
                </a:lnTo>
                <a:close/>
                <a:moveTo>
                  <a:pt x="6235" y="9738"/>
                </a:moveTo>
                <a:lnTo>
                  <a:pt x="6235" y="10188"/>
                </a:lnTo>
                <a:lnTo>
                  <a:pt x="6685" y="10188"/>
                </a:lnTo>
                <a:lnTo>
                  <a:pt x="6685" y="9738"/>
                </a:lnTo>
                <a:lnTo>
                  <a:pt x="6235" y="9738"/>
                </a:lnTo>
                <a:close/>
                <a:moveTo>
                  <a:pt x="5752" y="9738"/>
                </a:moveTo>
                <a:lnTo>
                  <a:pt x="5752" y="10188"/>
                </a:lnTo>
                <a:lnTo>
                  <a:pt x="6202" y="10188"/>
                </a:lnTo>
                <a:lnTo>
                  <a:pt x="6202" y="9738"/>
                </a:lnTo>
                <a:lnTo>
                  <a:pt x="5752" y="9738"/>
                </a:lnTo>
                <a:close/>
                <a:moveTo>
                  <a:pt x="5270" y="9738"/>
                </a:moveTo>
                <a:lnTo>
                  <a:pt x="5270" y="10188"/>
                </a:lnTo>
                <a:lnTo>
                  <a:pt x="5719" y="10188"/>
                </a:lnTo>
                <a:lnTo>
                  <a:pt x="5719" y="9738"/>
                </a:lnTo>
                <a:lnTo>
                  <a:pt x="5270" y="9738"/>
                </a:lnTo>
                <a:close/>
                <a:moveTo>
                  <a:pt x="4787" y="9738"/>
                </a:moveTo>
                <a:lnTo>
                  <a:pt x="4787" y="10188"/>
                </a:lnTo>
                <a:lnTo>
                  <a:pt x="5237" y="10188"/>
                </a:lnTo>
                <a:lnTo>
                  <a:pt x="5237" y="9738"/>
                </a:lnTo>
                <a:lnTo>
                  <a:pt x="4787" y="9738"/>
                </a:lnTo>
                <a:close/>
                <a:moveTo>
                  <a:pt x="4304" y="9738"/>
                </a:moveTo>
                <a:lnTo>
                  <a:pt x="4304" y="10188"/>
                </a:lnTo>
                <a:lnTo>
                  <a:pt x="4754" y="10188"/>
                </a:lnTo>
                <a:lnTo>
                  <a:pt x="4754" y="9738"/>
                </a:lnTo>
                <a:lnTo>
                  <a:pt x="4304" y="9738"/>
                </a:lnTo>
                <a:close/>
                <a:moveTo>
                  <a:pt x="3822" y="9738"/>
                </a:moveTo>
                <a:lnTo>
                  <a:pt x="3822" y="10188"/>
                </a:lnTo>
                <a:lnTo>
                  <a:pt x="4271" y="10188"/>
                </a:lnTo>
                <a:lnTo>
                  <a:pt x="4271" y="9738"/>
                </a:lnTo>
                <a:lnTo>
                  <a:pt x="3822" y="9738"/>
                </a:lnTo>
                <a:close/>
                <a:moveTo>
                  <a:pt x="3339" y="9738"/>
                </a:moveTo>
                <a:lnTo>
                  <a:pt x="3339" y="10188"/>
                </a:lnTo>
                <a:lnTo>
                  <a:pt x="3789" y="10188"/>
                </a:lnTo>
                <a:lnTo>
                  <a:pt x="3789" y="9738"/>
                </a:lnTo>
                <a:lnTo>
                  <a:pt x="3339" y="9738"/>
                </a:lnTo>
                <a:close/>
                <a:moveTo>
                  <a:pt x="2856" y="9738"/>
                </a:moveTo>
                <a:lnTo>
                  <a:pt x="2856" y="10188"/>
                </a:lnTo>
                <a:lnTo>
                  <a:pt x="3306" y="10188"/>
                </a:lnTo>
                <a:lnTo>
                  <a:pt x="3306" y="9738"/>
                </a:lnTo>
                <a:lnTo>
                  <a:pt x="2856" y="9738"/>
                </a:lnTo>
                <a:close/>
                <a:moveTo>
                  <a:pt x="2374" y="9738"/>
                </a:moveTo>
                <a:lnTo>
                  <a:pt x="2374" y="10188"/>
                </a:lnTo>
                <a:lnTo>
                  <a:pt x="2823" y="10188"/>
                </a:lnTo>
                <a:lnTo>
                  <a:pt x="2823" y="9738"/>
                </a:lnTo>
                <a:lnTo>
                  <a:pt x="2374" y="9738"/>
                </a:lnTo>
                <a:close/>
                <a:moveTo>
                  <a:pt x="1891" y="9738"/>
                </a:moveTo>
                <a:lnTo>
                  <a:pt x="1891" y="10188"/>
                </a:lnTo>
                <a:lnTo>
                  <a:pt x="2341" y="10188"/>
                </a:lnTo>
                <a:lnTo>
                  <a:pt x="2341" y="9738"/>
                </a:lnTo>
                <a:lnTo>
                  <a:pt x="1891" y="9738"/>
                </a:lnTo>
                <a:close/>
                <a:moveTo>
                  <a:pt x="1408" y="9738"/>
                </a:moveTo>
                <a:lnTo>
                  <a:pt x="1408" y="10188"/>
                </a:lnTo>
                <a:lnTo>
                  <a:pt x="1858" y="10188"/>
                </a:lnTo>
                <a:lnTo>
                  <a:pt x="1858" y="9738"/>
                </a:lnTo>
                <a:lnTo>
                  <a:pt x="1408" y="9738"/>
                </a:lnTo>
                <a:close/>
                <a:moveTo>
                  <a:pt x="926" y="9738"/>
                </a:moveTo>
                <a:lnTo>
                  <a:pt x="926" y="10188"/>
                </a:lnTo>
                <a:lnTo>
                  <a:pt x="1375" y="10188"/>
                </a:lnTo>
                <a:lnTo>
                  <a:pt x="1375" y="9738"/>
                </a:lnTo>
                <a:lnTo>
                  <a:pt x="926" y="9738"/>
                </a:lnTo>
                <a:close/>
                <a:moveTo>
                  <a:pt x="443" y="9738"/>
                </a:moveTo>
                <a:lnTo>
                  <a:pt x="443" y="10188"/>
                </a:lnTo>
                <a:lnTo>
                  <a:pt x="893" y="10188"/>
                </a:lnTo>
                <a:lnTo>
                  <a:pt x="893" y="9738"/>
                </a:lnTo>
                <a:lnTo>
                  <a:pt x="443" y="9738"/>
                </a:lnTo>
                <a:close/>
                <a:moveTo>
                  <a:pt x="18302" y="9256"/>
                </a:moveTo>
                <a:lnTo>
                  <a:pt x="18302" y="9705"/>
                </a:lnTo>
                <a:lnTo>
                  <a:pt x="18751" y="9705"/>
                </a:lnTo>
                <a:lnTo>
                  <a:pt x="18751" y="9256"/>
                </a:lnTo>
                <a:lnTo>
                  <a:pt x="18302" y="9256"/>
                </a:lnTo>
                <a:close/>
                <a:moveTo>
                  <a:pt x="17819" y="9256"/>
                </a:moveTo>
                <a:lnTo>
                  <a:pt x="17819" y="9705"/>
                </a:lnTo>
                <a:lnTo>
                  <a:pt x="18269" y="9705"/>
                </a:lnTo>
                <a:lnTo>
                  <a:pt x="18269" y="9256"/>
                </a:lnTo>
                <a:lnTo>
                  <a:pt x="17819" y="9256"/>
                </a:lnTo>
                <a:close/>
                <a:moveTo>
                  <a:pt x="17336" y="9256"/>
                </a:moveTo>
                <a:lnTo>
                  <a:pt x="17336" y="9705"/>
                </a:lnTo>
                <a:lnTo>
                  <a:pt x="17786" y="9705"/>
                </a:lnTo>
                <a:lnTo>
                  <a:pt x="17786" y="9256"/>
                </a:lnTo>
                <a:lnTo>
                  <a:pt x="17336" y="9256"/>
                </a:lnTo>
                <a:close/>
                <a:moveTo>
                  <a:pt x="16854" y="9256"/>
                </a:moveTo>
                <a:lnTo>
                  <a:pt x="16854" y="9705"/>
                </a:lnTo>
                <a:lnTo>
                  <a:pt x="17303" y="9705"/>
                </a:lnTo>
                <a:lnTo>
                  <a:pt x="17303" y="9256"/>
                </a:lnTo>
                <a:lnTo>
                  <a:pt x="16854" y="9256"/>
                </a:lnTo>
                <a:close/>
                <a:moveTo>
                  <a:pt x="16371" y="9256"/>
                </a:moveTo>
                <a:lnTo>
                  <a:pt x="16371" y="9705"/>
                </a:lnTo>
                <a:lnTo>
                  <a:pt x="16821" y="9705"/>
                </a:lnTo>
                <a:lnTo>
                  <a:pt x="16821" y="9256"/>
                </a:lnTo>
                <a:lnTo>
                  <a:pt x="16371" y="9256"/>
                </a:lnTo>
                <a:close/>
                <a:moveTo>
                  <a:pt x="15888" y="9256"/>
                </a:moveTo>
                <a:lnTo>
                  <a:pt x="15888" y="9705"/>
                </a:lnTo>
                <a:lnTo>
                  <a:pt x="16338" y="9705"/>
                </a:lnTo>
                <a:lnTo>
                  <a:pt x="16338" y="9256"/>
                </a:lnTo>
                <a:lnTo>
                  <a:pt x="15888" y="9256"/>
                </a:lnTo>
                <a:close/>
                <a:moveTo>
                  <a:pt x="15406" y="9256"/>
                </a:moveTo>
                <a:lnTo>
                  <a:pt x="15406" y="9705"/>
                </a:lnTo>
                <a:lnTo>
                  <a:pt x="15855" y="9705"/>
                </a:lnTo>
                <a:lnTo>
                  <a:pt x="15855" y="9256"/>
                </a:lnTo>
                <a:lnTo>
                  <a:pt x="15406" y="9256"/>
                </a:lnTo>
                <a:close/>
                <a:moveTo>
                  <a:pt x="14923" y="9256"/>
                </a:moveTo>
                <a:lnTo>
                  <a:pt x="14923" y="9705"/>
                </a:lnTo>
                <a:lnTo>
                  <a:pt x="15373" y="9705"/>
                </a:lnTo>
                <a:lnTo>
                  <a:pt x="15373" y="9256"/>
                </a:lnTo>
                <a:lnTo>
                  <a:pt x="14923" y="9256"/>
                </a:lnTo>
                <a:close/>
                <a:moveTo>
                  <a:pt x="14440" y="9256"/>
                </a:moveTo>
                <a:lnTo>
                  <a:pt x="14440" y="9705"/>
                </a:lnTo>
                <a:lnTo>
                  <a:pt x="14890" y="9705"/>
                </a:lnTo>
                <a:lnTo>
                  <a:pt x="14890" y="9256"/>
                </a:lnTo>
                <a:lnTo>
                  <a:pt x="14440" y="9256"/>
                </a:lnTo>
                <a:close/>
                <a:moveTo>
                  <a:pt x="13958" y="9256"/>
                </a:moveTo>
                <a:lnTo>
                  <a:pt x="13958" y="9705"/>
                </a:lnTo>
                <a:lnTo>
                  <a:pt x="14407" y="9705"/>
                </a:lnTo>
                <a:lnTo>
                  <a:pt x="14407" y="9256"/>
                </a:lnTo>
                <a:lnTo>
                  <a:pt x="13958" y="9256"/>
                </a:lnTo>
                <a:close/>
                <a:moveTo>
                  <a:pt x="13475" y="9256"/>
                </a:moveTo>
                <a:lnTo>
                  <a:pt x="13475" y="9705"/>
                </a:lnTo>
                <a:lnTo>
                  <a:pt x="13925" y="9705"/>
                </a:lnTo>
                <a:lnTo>
                  <a:pt x="13925" y="9256"/>
                </a:lnTo>
                <a:lnTo>
                  <a:pt x="13475" y="9256"/>
                </a:lnTo>
                <a:close/>
                <a:moveTo>
                  <a:pt x="12992" y="9256"/>
                </a:moveTo>
                <a:lnTo>
                  <a:pt x="12992" y="9705"/>
                </a:lnTo>
                <a:lnTo>
                  <a:pt x="13442" y="9705"/>
                </a:lnTo>
                <a:lnTo>
                  <a:pt x="13442" y="9256"/>
                </a:lnTo>
                <a:lnTo>
                  <a:pt x="12992" y="9256"/>
                </a:lnTo>
                <a:close/>
                <a:moveTo>
                  <a:pt x="12510" y="9256"/>
                </a:moveTo>
                <a:lnTo>
                  <a:pt x="12510" y="9705"/>
                </a:lnTo>
                <a:lnTo>
                  <a:pt x="12959" y="9705"/>
                </a:lnTo>
                <a:lnTo>
                  <a:pt x="12959" y="9256"/>
                </a:lnTo>
                <a:lnTo>
                  <a:pt x="12510" y="9256"/>
                </a:lnTo>
                <a:close/>
                <a:moveTo>
                  <a:pt x="12027" y="9256"/>
                </a:moveTo>
                <a:lnTo>
                  <a:pt x="12027" y="9705"/>
                </a:lnTo>
                <a:lnTo>
                  <a:pt x="12477" y="9705"/>
                </a:lnTo>
                <a:lnTo>
                  <a:pt x="12477" y="9256"/>
                </a:lnTo>
                <a:lnTo>
                  <a:pt x="12027" y="9256"/>
                </a:lnTo>
                <a:close/>
                <a:moveTo>
                  <a:pt x="11544" y="9256"/>
                </a:moveTo>
                <a:lnTo>
                  <a:pt x="11544" y="9705"/>
                </a:lnTo>
                <a:lnTo>
                  <a:pt x="11994" y="9705"/>
                </a:lnTo>
                <a:lnTo>
                  <a:pt x="11994" y="9256"/>
                </a:lnTo>
                <a:lnTo>
                  <a:pt x="11544" y="9256"/>
                </a:lnTo>
                <a:close/>
                <a:moveTo>
                  <a:pt x="11062" y="9256"/>
                </a:moveTo>
                <a:lnTo>
                  <a:pt x="11062" y="9705"/>
                </a:lnTo>
                <a:lnTo>
                  <a:pt x="11511" y="9705"/>
                </a:lnTo>
                <a:lnTo>
                  <a:pt x="11511" y="9256"/>
                </a:lnTo>
                <a:lnTo>
                  <a:pt x="11062" y="9256"/>
                </a:lnTo>
                <a:close/>
                <a:moveTo>
                  <a:pt x="10579" y="9256"/>
                </a:moveTo>
                <a:lnTo>
                  <a:pt x="10579" y="9705"/>
                </a:lnTo>
                <a:lnTo>
                  <a:pt x="11029" y="9705"/>
                </a:lnTo>
                <a:lnTo>
                  <a:pt x="11029" y="9256"/>
                </a:lnTo>
                <a:lnTo>
                  <a:pt x="10579" y="9256"/>
                </a:lnTo>
                <a:close/>
                <a:moveTo>
                  <a:pt x="10096" y="9256"/>
                </a:moveTo>
                <a:lnTo>
                  <a:pt x="10096" y="9705"/>
                </a:lnTo>
                <a:lnTo>
                  <a:pt x="10546" y="9705"/>
                </a:lnTo>
                <a:lnTo>
                  <a:pt x="10546" y="9256"/>
                </a:lnTo>
                <a:lnTo>
                  <a:pt x="10096" y="9256"/>
                </a:lnTo>
                <a:close/>
                <a:moveTo>
                  <a:pt x="9614" y="9256"/>
                </a:moveTo>
                <a:lnTo>
                  <a:pt x="9614" y="9705"/>
                </a:lnTo>
                <a:lnTo>
                  <a:pt x="10063" y="9705"/>
                </a:lnTo>
                <a:lnTo>
                  <a:pt x="10063" y="9256"/>
                </a:lnTo>
                <a:lnTo>
                  <a:pt x="9614" y="9256"/>
                </a:lnTo>
                <a:close/>
                <a:moveTo>
                  <a:pt x="9131" y="9256"/>
                </a:moveTo>
                <a:lnTo>
                  <a:pt x="9131" y="9705"/>
                </a:lnTo>
                <a:lnTo>
                  <a:pt x="9581" y="9705"/>
                </a:lnTo>
                <a:lnTo>
                  <a:pt x="9581" y="9256"/>
                </a:lnTo>
                <a:lnTo>
                  <a:pt x="9131" y="9256"/>
                </a:lnTo>
                <a:close/>
                <a:moveTo>
                  <a:pt x="8648" y="9256"/>
                </a:moveTo>
                <a:lnTo>
                  <a:pt x="8648" y="9705"/>
                </a:lnTo>
                <a:lnTo>
                  <a:pt x="9098" y="9705"/>
                </a:lnTo>
                <a:lnTo>
                  <a:pt x="9098" y="9256"/>
                </a:lnTo>
                <a:lnTo>
                  <a:pt x="8648" y="9256"/>
                </a:lnTo>
                <a:close/>
                <a:moveTo>
                  <a:pt x="8166" y="9256"/>
                </a:moveTo>
                <a:lnTo>
                  <a:pt x="8166" y="9705"/>
                </a:lnTo>
                <a:lnTo>
                  <a:pt x="8615" y="9705"/>
                </a:lnTo>
                <a:lnTo>
                  <a:pt x="8615" y="9256"/>
                </a:lnTo>
                <a:lnTo>
                  <a:pt x="8166" y="9256"/>
                </a:lnTo>
                <a:close/>
                <a:moveTo>
                  <a:pt x="7683" y="9256"/>
                </a:moveTo>
                <a:lnTo>
                  <a:pt x="7683" y="9705"/>
                </a:lnTo>
                <a:lnTo>
                  <a:pt x="8133" y="9705"/>
                </a:lnTo>
                <a:lnTo>
                  <a:pt x="8133" y="9256"/>
                </a:lnTo>
                <a:lnTo>
                  <a:pt x="7683" y="9256"/>
                </a:lnTo>
                <a:close/>
                <a:moveTo>
                  <a:pt x="7200" y="9256"/>
                </a:moveTo>
                <a:lnTo>
                  <a:pt x="7200" y="9705"/>
                </a:lnTo>
                <a:lnTo>
                  <a:pt x="7650" y="9705"/>
                </a:lnTo>
                <a:lnTo>
                  <a:pt x="7650" y="9256"/>
                </a:lnTo>
                <a:lnTo>
                  <a:pt x="7200" y="9256"/>
                </a:lnTo>
                <a:close/>
                <a:moveTo>
                  <a:pt x="6718" y="9256"/>
                </a:moveTo>
                <a:lnTo>
                  <a:pt x="6718" y="9705"/>
                </a:lnTo>
                <a:lnTo>
                  <a:pt x="7167" y="9705"/>
                </a:lnTo>
                <a:lnTo>
                  <a:pt x="7167" y="9256"/>
                </a:lnTo>
                <a:lnTo>
                  <a:pt x="6718" y="9256"/>
                </a:lnTo>
                <a:close/>
                <a:moveTo>
                  <a:pt x="6235" y="9256"/>
                </a:moveTo>
                <a:lnTo>
                  <a:pt x="6235" y="9705"/>
                </a:lnTo>
                <a:lnTo>
                  <a:pt x="6685" y="9705"/>
                </a:lnTo>
                <a:lnTo>
                  <a:pt x="6685" y="9256"/>
                </a:lnTo>
                <a:lnTo>
                  <a:pt x="6235" y="9256"/>
                </a:lnTo>
                <a:close/>
                <a:moveTo>
                  <a:pt x="5752" y="9256"/>
                </a:moveTo>
                <a:lnTo>
                  <a:pt x="5752" y="9705"/>
                </a:lnTo>
                <a:lnTo>
                  <a:pt x="6202" y="9705"/>
                </a:lnTo>
                <a:lnTo>
                  <a:pt x="6202" y="9256"/>
                </a:lnTo>
                <a:lnTo>
                  <a:pt x="5752" y="9256"/>
                </a:lnTo>
                <a:close/>
                <a:moveTo>
                  <a:pt x="5270" y="9256"/>
                </a:moveTo>
                <a:lnTo>
                  <a:pt x="5270" y="9705"/>
                </a:lnTo>
                <a:lnTo>
                  <a:pt x="5719" y="9705"/>
                </a:lnTo>
                <a:lnTo>
                  <a:pt x="5719" y="9256"/>
                </a:lnTo>
                <a:lnTo>
                  <a:pt x="5270" y="9256"/>
                </a:lnTo>
                <a:close/>
                <a:moveTo>
                  <a:pt x="4787" y="9256"/>
                </a:moveTo>
                <a:lnTo>
                  <a:pt x="4787" y="9705"/>
                </a:lnTo>
                <a:lnTo>
                  <a:pt x="5237" y="9705"/>
                </a:lnTo>
                <a:lnTo>
                  <a:pt x="5237" y="9256"/>
                </a:lnTo>
                <a:lnTo>
                  <a:pt x="4787" y="9256"/>
                </a:lnTo>
                <a:close/>
                <a:moveTo>
                  <a:pt x="4304" y="9256"/>
                </a:moveTo>
                <a:lnTo>
                  <a:pt x="4304" y="9705"/>
                </a:lnTo>
                <a:lnTo>
                  <a:pt x="4754" y="9705"/>
                </a:lnTo>
                <a:lnTo>
                  <a:pt x="4754" y="9256"/>
                </a:lnTo>
                <a:lnTo>
                  <a:pt x="4304" y="9256"/>
                </a:lnTo>
                <a:close/>
                <a:moveTo>
                  <a:pt x="3822" y="9256"/>
                </a:moveTo>
                <a:lnTo>
                  <a:pt x="3822" y="9705"/>
                </a:lnTo>
                <a:lnTo>
                  <a:pt x="4271" y="9705"/>
                </a:lnTo>
                <a:lnTo>
                  <a:pt x="4271" y="9256"/>
                </a:lnTo>
                <a:lnTo>
                  <a:pt x="3822" y="9256"/>
                </a:lnTo>
                <a:close/>
                <a:moveTo>
                  <a:pt x="3339" y="9256"/>
                </a:moveTo>
                <a:lnTo>
                  <a:pt x="3339" y="9705"/>
                </a:lnTo>
                <a:lnTo>
                  <a:pt x="3789" y="9705"/>
                </a:lnTo>
                <a:lnTo>
                  <a:pt x="3789" y="9256"/>
                </a:lnTo>
                <a:lnTo>
                  <a:pt x="3339" y="9256"/>
                </a:lnTo>
                <a:close/>
                <a:moveTo>
                  <a:pt x="2856" y="9256"/>
                </a:moveTo>
                <a:lnTo>
                  <a:pt x="2856" y="9705"/>
                </a:lnTo>
                <a:lnTo>
                  <a:pt x="3306" y="9705"/>
                </a:lnTo>
                <a:lnTo>
                  <a:pt x="3306" y="9256"/>
                </a:lnTo>
                <a:lnTo>
                  <a:pt x="2856" y="9256"/>
                </a:lnTo>
                <a:close/>
                <a:moveTo>
                  <a:pt x="2374" y="9256"/>
                </a:moveTo>
                <a:lnTo>
                  <a:pt x="2374" y="9705"/>
                </a:lnTo>
                <a:lnTo>
                  <a:pt x="2823" y="9705"/>
                </a:lnTo>
                <a:lnTo>
                  <a:pt x="2823" y="9256"/>
                </a:lnTo>
                <a:lnTo>
                  <a:pt x="2374" y="9256"/>
                </a:lnTo>
                <a:close/>
                <a:moveTo>
                  <a:pt x="1891" y="9256"/>
                </a:moveTo>
                <a:lnTo>
                  <a:pt x="1891" y="9705"/>
                </a:lnTo>
                <a:lnTo>
                  <a:pt x="2341" y="9705"/>
                </a:lnTo>
                <a:lnTo>
                  <a:pt x="2341" y="9256"/>
                </a:lnTo>
                <a:lnTo>
                  <a:pt x="1891" y="9256"/>
                </a:lnTo>
                <a:close/>
                <a:moveTo>
                  <a:pt x="1408" y="9256"/>
                </a:moveTo>
                <a:lnTo>
                  <a:pt x="1408" y="9705"/>
                </a:lnTo>
                <a:lnTo>
                  <a:pt x="1858" y="9705"/>
                </a:lnTo>
                <a:lnTo>
                  <a:pt x="1858" y="9256"/>
                </a:lnTo>
                <a:lnTo>
                  <a:pt x="1408" y="9256"/>
                </a:lnTo>
                <a:close/>
                <a:moveTo>
                  <a:pt x="926" y="9256"/>
                </a:moveTo>
                <a:lnTo>
                  <a:pt x="926" y="9705"/>
                </a:lnTo>
                <a:lnTo>
                  <a:pt x="1375" y="9705"/>
                </a:lnTo>
                <a:lnTo>
                  <a:pt x="1375" y="9256"/>
                </a:lnTo>
                <a:lnTo>
                  <a:pt x="926" y="9256"/>
                </a:lnTo>
                <a:close/>
                <a:moveTo>
                  <a:pt x="443" y="9256"/>
                </a:moveTo>
                <a:lnTo>
                  <a:pt x="443" y="9705"/>
                </a:lnTo>
                <a:lnTo>
                  <a:pt x="893" y="9705"/>
                </a:lnTo>
                <a:lnTo>
                  <a:pt x="893" y="9256"/>
                </a:lnTo>
                <a:lnTo>
                  <a:pt x="443" y="9256"/>
                </a:lnTo>
                <a:close/>
                <a:moveTo>
                  <a:pt x="18302" y="8773"/>
                </a:moveTo>
                <a:lnTo>
                  <a:pt x="18302" y="9223"/>
                </a:lnTo>
                <a:lnTo>
                  <a:pt x="18751" y="9223"/>
                </a:lnTo>
                <a:lnTo>
                  <a:pt x="18751" y="8773"/>
                </a:lnTo>
                <a:lnTo>
                  <a:pt x="18302" y="8773"/>
                </a:lnTo>
                <a:close/>
                <a:moveTo>
                  <a:pt x="17819" y="8773"/>
                </a:moveTo>
                <a:lnTo>
                  <a:pt x="17819" y="9223"/>
                </a:lnTo>
                <a:lnTo>
                  <a:pt x="18269" y="9223"/>
                </a:lnTo>
                <a:lnTo>
                  <a:pt x="18269" y="8773"/>
                </a:lnTo>
                <a:lnTo>
                  <a:pt x="17819" y="8773"/>
                </a:lnTo>
                <a:close/>
                <a:moveTo>
                  <a:pt x="17336" y="8773"/>
                </a:moveTo>
                <a:lnTo>
                  <a:pt x="17336" y="9223"/>
                </a:lnTo>
                <a:lnTo>
                  <a:pt x="17786" y="9223"/>
                </a:lnTo>
                <a:lnTo>
                  <a:pt x="17786" y="8773"/>
                </a:lnTo>
                <a:lnTo>
                  <a:pt x="17336" y="8773"/>
                </a:lnTo>
                <a:close/>
                <a:moveTo>
                  <a:pt x="16854" y="8773"/>
                </a:moveTo>
                <a:lnTo>
                  <a:pt x="16854" y="9223"/>
                </a:lnTo>
                <a:lnTo>
                  <a:pt x="17303" y="9223"/>
                </a:lnTo>
                <a:lnTo>
                  <a:pt x="17303" y="8773"/>
                </a:lnTo>
                <a:lnTo>
                  <a:pt x="16854" y="8773"/>
                </a:lnTo>
                <a:close/>
                <a:moveTo>
                  <a:pt x="16371" y="8773"/>
                </a:moveTo>
                <a:lnTo>
                  <a:pt x="16371" y="9223"/>
                </a:lnTo>
                <a:lnTo>
                  <a:pt x="16821" y="9223"/>
                </a:lnTo>
                <a:lnTo>
                  <a:pt x="16821" y="8773"/>
                </a:lnTo>
                <a:lnTo>
                  <a:pt x="16371" y="8773"/>
                </a:lnTo>
                <a:close/>
                <a:moveTo>
                  <a:pt x="15888" y="8773"/>
                </a:moveTo>
                <a:lnTo>
                  <a:pt x="15888" y="9223"/>
                </a:lnTo>
                <a:lnTo>
                  <a:pt x="16338" y="9223"/>
                </a:lnTo>
                <a:lnTo>
                  <a:pt x="16338" y="8773"/>
                </a:lnTo>
                <a:lnTo>
                  <a:pt x="15888" y="8773"/>
                </a:lnTo>
                <a:close/>
                <a:moveTo>
                  <a:pt x="15406" y="8773"/>
                </a:moveTo>
                <a:lnTo>
                  <a:pt x="15406" y="9223"/>
                </a:lnTo>
                <a:lnTo>
                  <a:pt x="15855" y="9223"/>
                </a:lnTo>
                <a:lnTo>
                  <a:pt x="15855" y="8773"/>
                </a:lnTo>
                <a:lnTo>
                  <a:pt x="15406" y="8773"/>
                </a:lnTo>
                <a:close/>
                <a:moveTo>
                  <a:pt x="14923" y="8773"/>
                </a:moveTo>
                <a:lnTo>
                  <a:pt x="14923" y="9223"/>
                </a:lnTo>
                <a:lnTo>
                  <a:pt x="15373" y="9223"/>
                </a:lnTo>
                <a:lnTo>
                  <a:pt x="15373" y="8773"/>
                </a:lnTo>
                <a:lnTo>
                  <a:pt x="14923" y="8773"/>
                </a:lnTo>
                <a:close/>
                <a:moveTo>
                  <a:pt x="14440" y="8773"/>
                </a:moveTo>
                <a:lnTo>
                  <a:pt x="14440" y="9223"/>
                </a:lnTo>
                <a:lnTo>
                  <a:pt x="14890" y="9223"/>
                </a:lnTo>
                <a:lnTo>
                  <a:pt x="14890" y="8773"/>
                </a:lnTo>
                <a:lnTo>
                  <a:pt x="14440" y="8773"/>
                </a:lnTo>
                <a:close/>
                <a:moveTo>
                  <a:pt x="13958" y="8773"/>
                </a:moveTo>
                <a:lnTo>
                  <a:pt x="13958" y="9223"/>
                </a:lnTo>
                <a:lnTo>
                  <a:pt x="14407" y="9223"/>
                </a:lnTo>
                <a:lnTo>
                  <a:pt x="14407" y="8773"/>
                </a:lnTo>
                <a:lnTo>
                  <a:pt x="13958" y="8773"/>
                </a:lnTo>
                <a:close/>
                <a:moveTo>
                  <a:pt x="13475" y="8773"/>
                </a:moveTo>
                <a:lnTo>
                  <a:pt x="13475" y="9223"/>
                </a:lnTo>
                <a:lnTo>
                  <a:pt x="13925" y="9223"/>
                </a:lnTo>
                <a:lnTo>
                  <a:pt x="13925" y="8773"/>
                </a:lnTo>
                <a:lnTo>
                  <a:pt x="13475" y="8773"/>
                </a:lnTo>
                <a:close/>
                <a:moveTo>
                  <a:pt x="12992" y="8773"/>
                </a:moveTo>
                <a:lnTo>
                  <a:pt x="12992" y="9223"/>
                </a:lnTo>
                <a:lnTo>
                  <a:pt x="13442" y="9223"/>
                </a:lnTo>
                <a:lnTo>
                  <a:pt x="13442" y="8773"/>
                </a:lnTo>
                <a:lnTo>
                  <a:pt x="12992" y="8773"/>
                </a:lnTo>
                <a:close/>
                <a:moveTo>
                  <a:pt x="12510" y="8773"/>
                </a:moveTo>
                <a:lnTo>
                  <a:pt x="12510" y="9223"/>
                </a:lnTo>
                <a:lnTo>
                  <a:pt x="12959" y="9223"/>
                </a:lnTo>
                <a:lnTo>
                  <a:pt x="12959" y="8773"/>
                </a:lnTo>
                <a:lnTo>
                  <a:pt x="12510" y="8773"/>
                </a:lnTo>
                <a:close/>
                <a:moveTo>
                  <a:pt x="12027" y="8773"/>
                </a:moveTo>
                <a:lnTo>
                  <a:pt x="12027" y="9223"/>
                </a:lnTo>
                <a:lnTo>
                  <a:pt x="12477" y="9223"/>
                </a:lnTo>
                <a:lnTo>
                  <a:pt x="12477" y="8773"/>
                </a:lnTo>
                <a:lnTo>
                  <a:pt x="12027" y="8773"/>
                </a:lnTo>
                <a:close/>
                <a:moveTo>
                  <a:pt x="11544" y="8773"/>
                </a:moveTo>
                <a:lnTo>
                  <a:pt x="11544" y="9223"/>
                </a:lnTo>
                <a:lnTo>
                  <a:pt x="11994" y="9223"/>
                </a:lnTo>
                <a:lnTo>
                  <a:pt x="11994" y="8773"/>
                </a:lnTo>
                <a:lnTo>
                  <a:pt x="11544" y="8773"/>
                </a:lnTo>
                <a:close/>
                <a:moveTo>
                  <a:pt x="11062" y="8773"/>
                </a:moveTo>
                <a:lnTo>
                  <a:pt x="11062" y="9223"/>
                </a:lnTo>
                <a:lnTo>
                  <a:pt x="11511" y="9223"/>
                </a:lnTo>
                <a:lnTo>
                  <a:pt x="11511" y="8773"/>
                </a:lnTo>
                <a:lnTo>
                  <a:pt x="11062" y="8773"/>
                </a:lnTo>
                <a:close/>
                <a:moveTo>
                  <a:pt x="10579" y="8773"/>
                </a:moveTo>
                <a:lnTo>
                  <a:pt x="10579" y="9223"/>
                </a:lnTo>
                <a:lnTo>
                  <a:pt x="11029" y="9223"/>
                </a:lnTo>
                <a:lnTo>
                  <a:pt x="11029" y="8773"/>
                </a:lnTo>
                <a:lnTo>
                  <a:pt x="10579" y="8773"/>
                </a:lnTo>
                <a:close/>
                <a:moveTo>
                  <a:pt x="10096" y="8773"/>
                </a:moveTo>
                <a:lnTo>
                  <a:pt x="10096" y="9223"/>
                </a:lnTo>
                <a:lnTo>
                  <a:pt x="10546" y="9223"/>
                </a:lnTo>
                <a:lnTo>
                  <a:pt x="10546" y="8773"/>
                </a:lnTo>
                <a:lnTo>
                  <a:pt x="10096" y="8773"/>
                </a:lnTo>
                <a:close/>
                <a:moveTo>
                  <a:pt x="9614" y="8773"/>
                </a:moveTo>
                <a:lnTo>
                  <a:pt x="9614" y="9223"/>
                </a:lnTo>
                <a:lnTo>
                  <a:pt x="10063" y="9223"/>
                </a:lnTo>
                <a:lnTo>
                  <a:pt x="10063" y="8773"/>
                </a:lnTo>
                <a:lnTo>
                  <a:pt x="9614" y="8773"/>
                </a:lnTo>
                <a:close/>
                <a:moveTo>
                  <a:pt x="9131" y="8773"/>
                </a:moveTo>
                <a:lnTo>
                  <a:pt x="9131" y="9223"/>
                </a:lnTo>
                <a:lnTo>
                  <a:pt x="9581" y="9223"/>
                </a:lnTo>
                <a:lnTo>
                  <a:pt x="9581" y="8773"/>
                </a:lnTo>
                <a:lnTo>
                  <a:pt x="9131" y="8773"/>
                </a:lnTo>
                <a:close/>
                <a:moveTo>
                  <a:pt x="8648" y="8773"/>
                </a:moveTo>
                <a:lnTo>
                  <a:pt x="8648" y="9223"/>
                </a:lnTo>
                <a:lnTo>
                  <a:pt x="9098" y="9223"/>
                </a:lnTo>
                <a:lnTo>
                  <a:pt x="9098" y="8773"/>
                </a:lnTo>
                <a:lnTo>
                  <a:pt x="8648" y="8773"/>
                </a:lnTo>
                <a:close/>
                <a:moveTo>
                  <a:pt x="8166" y="8773"/>
                </a:moveTo>
                <a:lnTo>
                  <a:pt x="8166" y="9223"/>
                </a:lnTo>
                <a:lnTo>
                  <a:pt x="8615" y="9223"/>
                </a:lnTo>
                <a:lnTo>
                  <a:pt x="8615" y="8773"/>
                </a:lnTo>
                <a:lnTo>
                  <a:pt x="8166" y="8773"/>
                </a:lnTo>
                <a:close/>
                <a:moveTo>
                  <a:pt x="7683" y="8773"/>
                </a:moveTo>
                <a:lnTo>
                  <a:pt x="7683" y="9223"/>
                </a:lnTo>
                <a:lnTo>
                  <a:pt x="8133" y="9223"/>
                </a:lnTo>
                <a:lnTo>
                  <a:pt x="8133" y="8773"/>
                </a:lnTo>
                <a:lnTo>
                  <a:pt x="7683" y="8773"/>
                </a:lnTo>
                <a:close/>
                <a:moveTo>
                  <a:pt x="7200" y="8773"/>
                </a:moveTo>
                <a:lnTo>
                  <a:pt x="7200" y="9223"/>
                </a:lnTo>
                <a:lnTo>
                  <a:pt x="7650" y="9223"/>
                </a:lnTo>
                <a:lnTo>
                  <a:pt x="7650" y="8773"/>
                </a:lnTo>
                <a:lnTo>
                  <a:pt x="7200" y="8773"/>
                </a:lnTo>
                <a:close/>
                <a:moveTo>
                  <a:pt x="6718" y="8773"/>
                </a:moveTo>
                <a:lnTo>
                  <a:pt x="6718" y="9223"/>
                </a:lnTo>
                <a:lnTo>
                  <a:pt x="7167" y="9223"/>
                </a:lnTo>
                <a:lnTo>
                  <a:pt x="7167" y="8773"/>
                </a:lnTo>
                <a:lnTo>
                  <a:pt x="6718" y="8773"/>
                </a:lnTo>
                <a:close/>
                <a:moveTo>
                  <a:pt x="6235" y="8773"/>
                </a:moveTo>
                <a:lnTo>
                  <a:pt x="6235" y="9223"/>
                </a:lnTo>
                <a:lnTo>
                  <a:pt x="6685" y="9223"/>
                </a:lnTo>
                <a:lnTo>
                  <a:pt x="6685" y="8773"/>
                </a:lnTo>
                <a:lnTo>
                  <a:pt x="6235" y="8773"/>
                </a:lnTo>
                <a:close/>
                <a:moveTo>
                  <a:pt x="5752" y="8773"/>
                </a:moveTo>
                <a:lnTo>
                  <a:pt x="5752" y="9223"/>
                </a:lnTo>
                <a:lnTo>
                  <a:pt x="6202" y="9223"/>
                </a:lnTo>
                <a:lnTo>
                  <a:pt x="6202" y="8773"/>
                </a:lnTo>
                <a:lnTo>
                  <a:pt x="5752" y="8773"/>
                </a:lnTo>
                <a:close/>
                <a:moveTo>
                  <a:pt x="5270" y="8773"/>
                </a:moveTo>
                <a:lnTo>
                  <a:pt x="5270" y="9223"/>
                </a:lnTo>
                <a:lnTo>
                  <a:pt x="5719" y="9223"/>
                </a:lnTo>
                <a:lnTo>
                  <a:pt x="5719" y="8773"/>
                </a:lnTo>
                <a:lnTo>
                  <a:pt x="5270" y="8773"/>
                </a:lnTo>
                <a:close/>
                <a:moveTo>
                  <a:pt x="4787" y="8773"/>
                </a:moveTo>
                <a:lnTo>
                  <a:pt x="4787" y="9223"/>
                </a:lnTo>
                <a:lnTo>
                  <a:pt x="5237" y="9223"/>
                </a:lnTo>
                <a:lnTo>
                  <a:pt x="5237" y="8773"/>
                </a:lnTo>
                <a:lnTo>
                  <a:pt x="4787" y="8773"/>
                </a:lnTo>
                <a:close/>
                <a:moveTo>
                  <a:pt x="4304" y="8773"/>
                </a:moveTo>
                <a:lnTo>
                  <a:pt x="4304" y="9223"/>
                </a:lnTo>
                <a:lnTo>
                  <a:pt x="4754" y="9223"/>
                </a:lnTo>
                <a:lnTo>
                  <a:pt x="4754" y="8773"/>
                </a:lnTo>
                <a:lnTo>
                  <a:pt x="4304" y="8773"/>
                </a:lnTo>
                <a:close/>
                <a:moveTo>
                  <a:pt x="3822" y="8773"/>
                </a:moveTo>
                <a:lnTo>
                  <a:pt x="3822" y="9223"/>
                </a:lnTo>
                <a:lnTo>
                  <a:pt x="4271" y="9223"/>
                </a:lnTo>
                <a:lnTo>
                  <a:pt x="4271" y="8773"/>
                </a:lnTo>
                <a:lnTo>
                  <a:pt x="3822" y="8773"/>
                </a:lnTo>
                <a:close/>
                <a:moveTo>
                  <a:pt x="3339" y="8773"/>
                </a:moveTo>
                <a:lnTo>
                  <a:pt x="3339" y="9223"/>
                </a:lnTo>
                <a:lnTo>
                  <a:pt x="3789" y="9223"/>
                </a:lnTo>
                <a:lnTo>
                  <a:pt x="3789" y="8773"/>
                </a:lnTo>
                <a:lnTo>
                  <a:pt x="3339" y="8773"/>
                </a:lnTo>
                <a:close/>
                <a:moveTo>
                  <a:pt x="2856" y="8773"/>
                </a:moveTo>
                <a:lnTo>
                  <a:pt x="2856" y="9223"/>
                </a:lnTo>
                <a:lnTo>
                  <a:pt x="3306" y="9223"/>
                </a:lnTo>
                <a:lnTo>
                  <a:pt x="3306" y="8773"/>
                </a:lnTo>
                <a:lnTo>
                  <a:pt x="2856" y="8773"/>
                </a:lnTo>
                <a:close/>
                <a:moveTo>
                  <a:pt x="2374" y="8773"/>
                </a:moveTo>
                <a:lnTo>
                  <a:pt x="2374" y="9223"/>
                </a:lnTo>
                <a:lnTo>
                  <a:pt x="2823" y="9223"/>
                </a:lnTo>
                <a:lnTo>
                  <a:pt x="2823" y="8773"/>
                </a:lnTo>
                <a:lnTo>
                  <a:pt x="2374" y="8773"/>
                </a:lnTo>
                <a:close/>
                <a:moveTo>
                  <a:pt x="1891" y="8773"/>
                </a:moveTo>
                <a:lnTo>
                  <a:pt x="1891" y="9223"/>
                </a:lnTo>
                <a:lnTo>
                  <a:pt x="2341" y="9223"/>
                </a:lnTo>
                <a:lnTo>
                  <a:pt x="2341" y="8773"/>
                </a:lnTo>
                <a:lnTo>
                  <a:pt x="1891" y="8773"/>
                </a:lnTo>
                <a:close/>
                <a:moveTo>
                  <a:pt x="1408" y="8773"/>
                </a:moveTo>
                <a:lnTo>
                  <a:pt x="1408" y="9223"/>
                </a:lnTo>
                <a:lnTo>
                  <a:pt x="1858" y="9223"/>
                </a:lnTo>
                <a:lnTo>
                  <a:pt x="1858" y="8773"/>
                </a:lnTo>
                <a:lnTo>
                  <a:pt x="1408" y="8773"/>
                </a:lnTo>
                <a:close/>
                <a:moveTo>
                  <a:pt x="926" y="8773"/>
                </a:moveTo>
                <a:lnTo>
                  <a:pt x="926" y="9223"/>
                </a:lnTo>
                <a:lnTo>
                  <a:pt x="1375" y="9223"/>
                </a:lnTo>
                <a:lnTo>
                  <a:pt x="1375" y="8773"/>
                </a:lnTo>
                <a:lnTo>
                  <a:pt x="926" y="8773"/>
                </a:lnTo>
                <a:close/>
                <a:moveTo>
                  <a:pt x="443" y="8773"/>
                </a:moveTo>
                <a:lnTo>
                  <a:pt x="443" y="9223"/>
                </a:lnTo>
                <a:lnTo>
                  <a:pt x="893" y="9223"/>
                </a:lnTo>
                <a:lnTo>
                  <a:pt x="893" y="8773"/>
                </a:lnTo>
                <a:lnTo>
                  <a:pt x="443" y="8773"/>
                </a:lnTo>
                <a:close/>
                <a:moveTo>
                  <a:pt x="18302" y="8290"/>
                </a:moveTo>
                <a:lnTo>
                  <a:pt x="18302" y="8740"/>
                </a:lnTo>
                <a:lnTo>
                  <a:pt x="18751" y="8740"/>
                </a:lnTo>
                <a:lnTo>
                  <a:pt x="18751" y="8290"/>
                </a:lnTo>
                <a:lnTo>
                  <a:pt x="18302" y="8290"/>
                </a:lnTo>
                <a:close/>
                <a:moveTo>
                  <a:pt x="17819" y="8290"/>
                </a:moveTo>
                <a:lnTo>
                  <a:pt x="17819" y="8740"/>
                </a:lnTo>
                <a:lnTo>
                  <a:pt x="18269" y="8740"/>
                </a:lnTo>
                <a:lnTo>
                  <a:pt x="18269" y="8290"/>
                </a:lnTo>
                <a:lnTo>
                  <a:pt x="17819" y="8290"/>
                </a:lnTo>
                <a:close/>
                <a:moveTo>
                  <a:pt x="17336" y="8290"/>
                </a:moveTo>
                <a:lnTo>
                  <a:pt x="17336" y="8740"/>
                </a:lnTo>
                <a:lnTo>
                  <a:pt x="17786" y="8740"/>
                </a:lnTo>
                <a:lnTo>
                  <a:pt x="17786" y="8290"/>
                </a:lnTo>
                <a:lnTo>
                  <a:pt x="17336" y="8290"/>
                </a:lnTo>
                <a:close/>
                <a:moveTo>
                  <a:pt x="16854" y="8290"/>
                </a:moveTo>
                <a:lnTo>
                  <a:pt x="16854" y="8740"/>
                </a:lnTo>
                <a:lnTo>
                  <a:pt x="17303" y="8740"/>
                </a:lnTo>
                <a:lnTo>
                  <a:pt x="17303" y="8290"/>
                </a:lnTo>
                <a:lnTo>
                  <a:pt x="16854" y="8290"/>
                </a:lnTo>
                <a:close/>
                <a:moveTo>
                  <a:pt x="16371" y="8290"/>
                </a:moveTo>
                <a:lnTo>
                  <a:pt x="16371" y="8740"/>
                </a:lnTo>
                <a:lnTo>
                  <a:pt x="16821" y="8740"/>
                </a:lnTo>
                <a:lnTo>
                  <a:pt x="16821" y="8290"/>
                </a:lnTo>
                <a:lnTo>
                  <a:pt x="16371" y="8290"/>
                </a:lnTo>
                <a:close/>
                <a:moveTo>
                  <a:pt x="15888" y="8290"/>
                </a:moveTo>
                <a:lnTo>
                  <a:pt x="15888" y="8740"/>
                </a:lnTo>
                <a:lnTo>
                  <a:pt x="16338" y="8740"/>
                </a:lnTo>
                <a:lnTo>
                  <a:pt x="16338" y="8290"/>
                </a:lnTo>
                <a:lnTo>
                  <a:pt x="15888" y="8290"/>
                </a:lnTo>
                <a:close/>
                <a:moveTo>
                  <a:pt x="15406" y="8290"/>
                </a:moveTo>
                <a:lnTo>
                  <a:pt x="15406" y="8740"/>
                </a:lnTo>
                <a:lnTo>
                  <a:pt x="15855" y="8740"/>
                </a:lnTo>
                <a:lnTo>
                  <a:pt x="15855" y="8290"/>
                </a:lnTo>
                <a:lnTo>
                  <a:pt x="15406" y="8290"/>
                </a:lnTo>
                <a:close/>
                <a:moveTo>
                  <a:pt x="14923" y="8290"/>
                </a:moveTo>
                <a:lnTo>
                  <a:pt x="14923" y="8740"/>
                </a:lnTo>
                <a:lnTo>
                  <a:pt x="15373" y="8740"/>
                </a:lnTo>
                <a:lnTo>
                  <a:pt x="15373" y="8290"/>
                </a:lnTo>
                <a:lnTo>
                  <a:pt x="14923" y="8290"/>
                </a:lnTo>
                <a:close/>
                <a:moveTo>
                  <a:pt x="14440" y="8290"/>
                </a:moveTo>
                <a:lnTo>
                  <a:pt x="14440" y="8740"/>
                </a:lnTo>
                <a:lnTo>
                  <a:pt x="14890" y="8740"/>
                </a:lnTo>
                <a:lnTo>
                  <a:pt x="14890" y="8290"/>
                </a:lnTo>
                <a:lnTo>
                  <a:pt x="14440" y="8290"/>
                </a:lnTo>
                <a:close/>
                <a:moveTo>
                  <a:pt x="13958" y="8290"/>
                </a:moveTo>
                <a:lnTo>
                  <a:pt x="13958" y="8740"/>
                </a:lnTo>
                <a:lnTo>
                  <a:pt x="14407" y="8740"/>
                </a:lnTo>
                <a:lnTo>
                  <a:pt x="14407" y="8290"/>
                </a:lnTo>
                <a:lnTo>
                  <a:pt x="13958" y="8290"/>
                </a:lnTo>
                <a:close/>
                <a:moveTo>
                  <a:pt x="13475" y="8290"/>
                </a:moveTo>
                <a:lnTo>
                  <a:pt x="13475" y="8740"/>
                </a:lnTo>
                <a:lnTo>
                  <a:pt x="13925" y="8740"/>
                </a:lnTo>
                <a:lnTo>
                  <a:pt x="13925" y="8290"/>
                </a:lnTo>
                <a:lnTo>
                  <a:pt x="13475" y="8290"/>
                </a:lnTo>
                <a:close/>
                <a:moveTo>
                  <a:pt x="12992" y="8290"/>
                </a:moveTo>
                <a:lnTo>
                  <a:pt x="12992" y="8740"/>
                </a:lnTo>
                <a:lnTo>
                  <a:pt x="13442" y="8740"/>
                </a:lnTo>
                <a:lnTo>
                  <a:pt x="13442" y="8290"/>
                </a:lnTo>
                <a:lnTo>
                  <a:pt x="12992" y="8290"/>
                </a:lnTo>
                <a:close/>
                <a:moveTo>
                  <a:pt x="12510" y="8290"/>
                </a:moveTo>
                <a:lnTo>
                  <a:pt x="12510" y="8740"/>
                </a:lnTo>
                <a:lnTo>
                  <a:pt x="12959" y="8740"/>
                </a:lnTo>
                <a:lnTo>
                  <a:pt x="12959" y="8290"/>
                </a:lnTo>
                <a:lnTo>
                  <a:pt x="12510" y="8290"/>
                </a:lnTo>
                <a:close/>
                <a:moveTo>
                  <a:pt x="12027" y="8290"/>
                </a:moveTo>
                <a:lnTo>
                  <a:pt x="12027" y="8740"/>
                </a:lnTo>
                <a:lnTo>
                  <a:pt x="12477" y="8740"/>
                </a:lnTo>
                <a:lnTo>
                  <a:pt x="12477" y="8290"/>
                </a:lnTo>
                <a:lnTo>
                  <a:pt x="12027" y="8290"/>
                </a:lnTo>
                <a:close/>
                <a:moveTo>
                  <a:pt x="11544" y="8290"/>
                </a:moveTo>
                <a:lnTo>
                  <a:pt x="11544" y="8740"/>
                </a:lnTo>
                <a:lnTo>
                  <a:pt x="11994" y="8740"/>
                </a:lnTo>
                <a:lnTo>
                  <a:pt x="11994" y="8290"/>
                </a:lnTo>
                <a:lnTo>
                  <a:pt x="11544" y="8290"/>
                </a:lnTo>
                <a:close/>
                <a:moveTo>
                  <a:pt x="11062" y="8290"/>
                </a:moveTo>
                <a:lnTo>
                  <a:pt x="11062" y="8740"/>
                </a:lnTo>
                <a:lnTo>
                  <a:pt x="11511" y="8740"/>
                </a:lnTo>
                <a:lnTo>
                  <a:pt x="11511" y="8290"/>
                </a:lnTo>
                <a:lnTo>
                  <a:pt x="11062" y="8290"/>
                </a:lnTo>
                <a:close/>
                <a:moveTo>
                  <a:pt x="10579" y="8290"/>
                </a:moveTo>
                <a:lnTo>
                  <a:pt x="10579" y="8740"/>
                </a:lnTo>
                <a:lnTo>
                  <a:pt x="11029" y="8740"/>
                </a:lnTo>
                <a:lnTo>
                  <a:pt x="11029" y="8290"/>
                </a:lnTo>
                <a:lnTo>
                  <a:pt x="10579" y="8290"/>
                </a:lnTo>
                <a:close/>
                <a:moveTo>
                  <a:pt x="10096" y="8290"/>
                </a:moveTo>
                <a:lnTo>
                  <a:pt x="10096" y="8740"/>
                </a:lnTo>
                <a:lnTo>
                  <a:pt x="10546" y="8740"/>
                </a:lnTo>
                <a:lnTo>
                  <a:pt x="10546" y="8290"/>
                </a:lnTo>
                <a:lnTo>
                  <a:pt x="10096" y="8290"/>
                </a:lnTo>
                <a:close/>
                <a:moveTo>
                  <a:pt x="9614" y="8290"/>
                </a:moveTo>
                <a:lnTo>
                  <a:pt x="9614" y="8740"/>
                </a:lnTo>
                <a:lnTo>
                  <a:pt x="10063" y="8740"/>
                </a:lnTo>
                <a:lnTo>
                  <a:pt x="10063" y="8290"/>
                </a:lnTo>
                <a:lnTo>
                  <a:pt x="9614" y="8290"/>
                </a:lnTo>
                <a:close/>
                <a:moveTo>
                  <a:pt x="9131" y="8290"/>
                </a:moveTo>
                <a:lnTo>
                  <a:pt x="9131" y="8740"/>
                </a:lnTo>
                <a:lnTo>
                  <a:pt x="9581" y="8740"/>
                </a:lnTo>
                <a:lnTo>
                  <a:pt x="9581" y="8290"/>
                </a:lnTo>
                <a:lnTo>
                  <a:pt x="9131" y="8290"/>
                </a:lnTo>
                <a:close/>
                <a:moveTo>
                  <a:pt x="8648" y="8290"/>
                </a:moveTo>
                <a:lnTo>
                  <a:pt x="8648" y="8740"/>
                </a:lnTo>
                <a:lnTo>
                  <a:pt x="9098" y="8740"/>
                </a:lnTo>
                <a:lnTo>
                  <a:pt x="9098" y="8290"/>
                </a:lnTo>
                <a:lnTo>
                  <a:pt x="8648" y="8290"/>
                </a:lnTo>
                <a:close/>
                <a:moveTo>
                  <a:pt x="8166" y="8290"/>
                </a:moveTo>
                <a:lnTo>
                  <a:pt x="8166" y="8740"/>
                </a:lnTo>
                <a:lnTo>
                  <a:pt x="8615" y="8740"/>
                </a:lnTo>
                <a:lnTo>
                  <a:pt x="8615" y="8290"/>
                </a:lnTo>
                <a:lnTo>
                  <a:pt x="8166" y="8290"/>
                </a:lnTo>
                <a:close/>
                <a:moveTo>
                  <a:pt x="7683" y="8290"/>
                </a:moveTo>
                <a:lnTo>
                  <a:pt x="7683" y="8740"/>
                </a:lnTo>
                <a:lnTo>
                  <a:pt x="8133" y="8740"/>
                </a:lnTo>
                <a:lnTo>
                  <a:pt x="8133" y="8290"/>
                </a:lnTo>
                <a:lnTo>
                  <a:pt x="7683" y="8290"/>
                </a:lnTo>
                <a:close/>
                <a:moveTo>
                  <a:pt x="7200" y="8290"/>
                </a:moveTo>
                <a:lnTo>
                  <a:pt x="7200" y="8740"/>
                </a:lnTo>
                <a:lnTo>
                  <a:pt x="7650" y="8740"/>
                </a:lnTo>
                <a:lnTo>
                  <a:pt x="7650" y="8290"/>
                </a:lnTo>
                <a:lnTo>
                  <a:pt x="7200" y="8290"/>
                </a:lnTo>
                <a:close/>
                <a:moveTo>
                  <a:pt x="6718" y="8290"/>
                </a:moveTo>
                <a:lnTo>
                  <a:pt x="6718" y="8740"/>
                </a:lnTo>
                <a:lnTo>
                  <a:pt x="7167" y="8740"/>
                </a:lnTo>
                <a:lnTo>
                  <a:pt x="7167" y="8290"/>
                </a:lnTo>
                <a:lnTo>
                  <a:pt x="6718" y="8290"/>
                </a:lnTo>
                <a:close/>
                <a:moveTo>
                  <a:pt x="6235" y="8290"/>
                </a:moveTo>
                <a:lnTo>
                  <a:pt x="6235" y="8740"/>
                </a:lnTo>
                <a:lnTo>
                  <a:pt x="6685" y="8740"/>
                </a:lnTo>
                <a:lnTo>
                  <a:pt x="6685" y="8290"/>
                </a:lnTo>
                <a:lnTo>
                  <a:pt x="6235" y="8290"/>
                </a:lnTo>
                <a:close/>
                <a:moveTo>
                  <a:pt x="5752" y="8290"/>
                </a:moveTo>
                <a:lnTo>
                  <a:pt x="5752" y="8740"/>
                </a:lnTo>
                <a:lnTo>
                  <a:pt x="6202" y="8740"/>
                </a:lnTo>
                <a:lnTo>
                  <a:pt x="6202" y="8290"/>
                </a:lnTo>
                <a:lnTo>
                  <a:pt x="5752" y="8290"/>
                </a:lnTo>
                <a:close/>
                <a:moveTo>
                  <a:pt x="5270" y="8290"/>
                </a:moveTo>
                <a:lnTo>
                  <a:pt x="5270" y="8740"/>
                </a:lnTo>
                <a:lnTo>
                  <a:pt x="5719" y="8740"/>
                </a:lnTo>
                <a:lnTo>
                  <a:pt x="5719" y="8290"/>
                </a:lnTo>
                <a:lnTo>
                  <a:pt x="5270" y="8290"/>
                </a:lnTo>
                <a:close/>
                <a:moveTo>
                  <a:pt x="4787" y="8290"/>
                </a:moveTo>
                <a:lnTo>
                  <a:pt x="4787" y="8740"/>
                </a:lnTo>
                <a:lnTo>
                  <a:pt x="5237" y="8740"/>
                </a:lnTo>
                <a:lnTo>
                  <a:pt x="5237" y="8290"/>
                </a:lnTo>
                <a:lnTo>
                  <a:pt x="4787" y="8290"/>
                </a:lnTo>
                <a:close/>
                <a:moveTo>
                  <a:pt x="4304" y="8290"/>
                </a:moveTo>
                <a:lnTo>
                  <a:pt x="4304" y="8740"/>
                </a:lnTo>
                <a:lnTo>
                  <a:pt x="4754" y="8740"/>
                </a:lnTo>
                <a:lnTo>
                  <a:pt x="4754" y="8290"/>
                </a:lnTo>
                <a:lnTo>
                  <a:pt x="4304" y="8290"/>
                </a:lnTo>
                <a:close/>
                <a:moveTo>
                  <a:pt x="3822" y="8290"/>
                </a:moveTo>
                <a:lnTo>
                  <a:pt x="3822" y="8740"/>
                </a:lnTo>
                <a:lnTo>
                  <a:pt x="4271" y="8740"/>
                </a:lnTo>
                <a:lnTo>
                  <a:pt x="4271" y="8290"/>
                </a:lnTo>
                <a:lnTo>
                  <a:pt x="3822" y="8290"/>
                </a:lnTo>
                <a:close/>
                <a:moveTo>
                  <a:pt x="3339" y="8290"/>
                </a:moveTo>
                <a:lnTo>
                  <a:pt x="3339" y="8740"/>
                </a:lnTo>
                <a:lnTo>
                  <a:pt x="3789" y="8740"/>
                </a:lnTo>
                <a:lnTo>
                  <a:pt x="3789" y="8290"/>
                </a:lnTo>
                <a:lnTo>
                  <a:pt x="3339" y="8290"/>
                </a:lnTo>
                <a:close/>
                <a:moveTo>
                  <a:pt x="2856" y="8290"/>
                </a:moveTo>
                <a:lnTo>
                  <a:pt x="2856" y="8740"/>
                </a:lnTo>
                <a:lnTo>
                  <a:pt x="3306" y="8740"/>
                </a:lnTo>
                <a:lnTo>
                  <a:pt x="3306" y="8290"/>
                </a:lnTo>
                <a:lnTo>
                  <a:pt x="2856" y="8290"/>
                </a:lnTo>
                <a:close/>
                <a:moveTo>
                  <a:pt x="2374" y="8290"/>
                </a:moveTo>
                <a:lnTo>
                  <a:pt x="2374" y="8740"/>
                </a:lnTo>
                <a:lnTo>
                  <a:pt x="2823" y="8740"/>
                </a:lnTo>
                <a:lnTo>
                  <a:pt x="2823" y="8290"/>
                </a:lnTo>
                <a:lnTo>
                  <a:pt x="2374" y="8290"/>
                </a:lnTo>
                <a:close/>
                <a:moveTo>
                  <a:pt x="1891" y="8290"/>
                </a:moveTo>
                <a:lnTo>
                  <a:pt x="1891" y="8740"/>
                </a:lnTo>
                <a:lnTo>
                  <a:pt x="2341" y="8740"/>
                </a:lnTo>
                <a:lnTo>
                  <a:pt x="2341" y="8290"/>
                </a:lnTo>
                <a:lnTo>
                  <a:pt x="1891" y="8290"/>
                </a:lnTo>
                <a:close/>
                <a:moveTo>
                  <a:pt x="1408" y="8290"/>
                </a:moveTo>
                <a:lnTo>
                  <a:pt x="1408" y="8740"/>
                </a:lnTo>
                <a:lnTo>
                  <a:pt x="1858" y="8740"/>
                </a:lnTo>
                <a:lnTo>
                  <a:pt x="1858" y="8290"/>
                </a:lnTo>
                <a:lnTo>
                  <a:pt x="1408" y="8290"/>
                </a:lnTo>
                <a:close/>
                <a:moveTo>
                  <a:pt x="926" y="8290"/>
                </a:moveTo>
                <a:lnTo>
                  <a:pt x="926" y="8740"/>
                </a:lnTo>
                <a:lnTo>
                  <a:pt x="1375" y="8740"/>
                </a:lnTo>
                <a:lnTo>
                  <a:pt x="1375" y="8290"/>
                </a:lnTo>
                <a:lnTo>
                  <a:pt x="926" y="8290"/>
                </a:lnTo>
                <a:close/>
                <a:moveTo>
                  <a:pt x="443" y="8290"/>
                </a:moveTo>
                <a:lnTo>
                  <a:pt x="443" y="8740"/>
                </a:lnTo>
                <a:lnTo>
                  <a:pt x="893" y="8740"/>
                </a:lnTo>
                <a:lnTo>
                  <a:pt x="893" y="8290"/>
                </a:lnTo>
                <a:lnTo>
                  <a:pt x="443" y="8290"/>
                </a:lnTo>
                <a:close/>
                <a:moveTo>
                  <a:pt x="18302" y="7808"/>
                </a:moveTo>
                <a:lnTo>
                  <a:pt x="18302" y="8257"/>
                </a:lnTo>
                <a:lnTo>
                  <a:pt x="18751" y="8257"/>
                </a:lnTo>
                <a:lnTo>
                  <a:pt x="18751" y="7808"/>
                </a:lnTo>
                <a:lnTo>
                  <a:pt x="18302" y="7808"/>
                </a:lnTo>
                <a:close/>
                <a:moveTo>
                  <a:pt x="17819" y="7808"/>
                </a:moveTo>
                <a:lnTo>
                  <a:pt x="17819" y="8257"/>
                </a:lnTo>
                <a:lnTo>
                  <a:pt x="18269" y="8257"/>
                </a:lnTo>
                <a:lnTo>
                  <a:pt x="18269" y="7808"/>
                </a:lnTo>
                <a:lnTo>
                  <a:pt x="17819" y="7808"/>
                </a:lnTo>
                <a:close/>
                <a:moveTo>
                  <a:pt x="17336" y="7808"/>
                </a:moveTo>
                <a:lnTo>
                  <a:pt x="17336" y="8257"/>
                </a:lnTo>
                <a:lnTo>
                  <a:pt x="17786" y="8257"/>
                </a:lnTo>
                <a:lnTo>
                  <a:pt x="17786" y="7808"/>
                </a:lnTo>
                <a:lnTo>
                  <a:pt x="17336" y="7808"/>
                </a:lnTo>
                <a:close/>
                <a:moveTo>
                  <a:pt x="16854" y="7808"/>
                </a:moveTo>
                <a:lnTo>
                  <a:pt x="16854" y="8257"/>
                </a:lnTo>
                <a:lnTo>
                  <a:pt x="17303" y="8257"/>
                </a:lnTo>
                <a:lnTo>
                  <a:pt x="17303" y="7808"/>
                </a:lnTo>
                <a:lnTo>
                  <a:pt x="16854" y="7808"/>
                </a:lnTo>
                <a:close/>
                <a:moveTo>
                  <a:pt x="16371" y="7808"/>
                </a:moveTo>
                <a:lnTo>
                  <a:pt x="16371" y="8257"/>
                </a:lnTo>
                <a:lnTo>
                  <a:pt x="16821" y="8257"/>
                </a:lnTo>
                <a:lnTo>
                  <a:pt x="16821" y="7808"/>
                </a:lnTo>
                <a:lnTo>
                  <a:pt x="16371" y="7808"/>
                </a:lnTo>
                <a:close/>
                <a:moveTo>
                  <a:pt x="15888" y="7808"/>
                </a:moveTo>
                <a:lnTo>
                  <a:pt x="15888" y="8257"/>
                </a:lnTo>
                <a:lnTo>
                  <a:pt x="16338" y="8257"/>
                </a:lnTo>
                <a:lnTo>
                  <a:pt x="16338" y="7808"/>
                </a:lnTo>
                <a:lnTo>
                  <a:pt x="15888" y="7808"/>
                </a:lnTo>
                <a:close/>
                <a:moveTo>
                  <a:pt x="15406" y="7808"/>
                </a:moveTo>
                <a:lnTo>
                  <a:pt x="15406" y="8257"/>
                </a:lnTo>
                <a:lnTo>
                  <a:pt x="15855" y="8257"/>
                </a:lnTo>
                <a:lnTo>
                  <a:pt x="15855" y="7808"/>
                </a:lnTo>
                <a:lnTo>
                  <a:pt x="15406" y="7808"/>
                </a:lnTo>
                <a:close/>
                <a:moveTo>
                  <a:pt x="14923" y="7808"/>
                </a:moveTo>
                <a:lnTo>
                  <a:pt x="14923" y="8257"/>
                </a:lnTo>
                <a:lnTo>
                  <a:pt x="15373" y="8257"/>
                </a:lnTo>
                <a:lnTo>
                  <a:pt x="15373" y="7808"/>
                </a:lnTo>
                <a:lnTo>
                  <a:pt x="14923" y="7808"/>
                </a:lnTo>
                <a:close/>
                <a:moveTo>
                  <a:pt x="14440" y="7808"/>
                </a:moveTo>
                <a:lnTo>
                  <a:pt x="14440" y="8257"/>
                </a:lnTo>
                <a:lnTo>
                  <a:pt x="14890" y="8257"/>
                </a:lnTo>
                <a:lnTo>
                  <a:pt x="14890" y="7808"/>
                </a:lnTo>
                <a:lnTo>
                  <a:pt x="14440" y="7808"/>
                </a:lnTo>
                <a:close/>
                <a:moveTo>
                  <a:pt x="13958" y="7808"/>
                </a:moveTo>
                <a:lnTo>
                  <a:pt x="13958" y="8257"/>
                </a:lnTo>
                <a:lnTo>
                  <a:pt x="14407" y="8257"/>
                </a:lnTo>
                <a:lnTo>
                  <a:pt x="14407" y="7808"/>
                </a:lnTo>
                <a:lnTo>
                  <a:pt x="13958" y="7808"/>
                </a:lnTo>
                <a:close/>
                <a:moveTo>
                  <a:pt x="13475" y="7808"/>
                </a:moveTo>
                <a:lnTo>
                  <a:pt x="13475" y="8257"/>
                </a:lnTo>
                <a:lnTo>
                  <a:pt x="13925" y="8257"/>
                </a:lnTo>
                <a:lnTo>
                  <a:pt x="13925" y="7808"/>
                </a:lnTo>
                <a:lnTo>
                  <a:pt x="13475" y="7808"/>
                </a:lnTo>
                <a:close/>
                <a:moveTo>
                  <a:pt x="12992" y="7808"/>
                </a:moveTo>
                <a:lnTo>
                  <a:pt x="12992" y="8257"/>
                </a:lnTo>
                <a:lnTo>
                  <a:pt x="13442" y="8257"/>
                </a:lnTo>
                <a:lnTo>
                  <a:pt x="13442" y="7808"/>
                </a:lnTo>
                <a:lnTo>
                  <a:pt x="12992" y="7808"/>
                </a:lnTo>
                <a:close/>
                <a:moveTo>
                  <a:pt x="12510" y="7808"/>
                </a:moveTo>
                <a:lnTo>
                  <a:pt x="12510" y="8257"/>
                </a:lnTo>
                <a:lnTo>
                  <a:pt x="12959" y="8257"/>
                </a:lnTo>
                <a:lnTo>
                  <a:pt x="12959" y="7808"/>
                </a:lnTo>
                <a:lnTo>
                  <a:pt x="12510" y="7808"/>
                </a:lnTo>
                <a:close/>
                <a:moveTo>
                  <a:pt x="12027" y="7808"/>
                </a:moveTo>
                <a:lnTo>
                  <a:pt x="12027" y="8257"/>
                </a:lnTo>
                <a:lnTo>
                  <a:pt x="12477" y="8257"/>
                </a:lnTo>
                <a:lnTo>
                  <a:pt x="12477" y="7808"/>
                </a:lnTo>
                <a:lnTo>
                  <a:pt x="12027" y="7808"/>
                </a:lnTo>
                <a:close/>
                <a:moveTo>
                  <a:pt x="11544" y="7808"/>
                </a:moveTo>
                <a:lnTo>
                  <a:pt x="11544" y="8257"/>
                </a:lnTo>
                <a:lnTo>
                  <a:pt x="11994" y="8257"/>
                </a:lnTo>
                <a:lnTo>
                  <a:pt x="11994" y="7808"/>
                </a:lnTo>
                <a:lnTo>
                  <a:pt x="11544" y="7808"/>
                </a:lnTo>
                <a:close/>
                <a:moveTo>
                  <a:pt x="11062" y="7808"/>
                </a:moveTo>
                <a:lnTo>
                  <a:pt x="11062" y="8257"/>
                </a:lnTo>
                <a:lnTo>
                  <a:pt x="11511" y="8257"/>
                </a:lnTo>
                <a:lnTo>
                  <a:pt x="11511" y="7808"/>
                </a:lnTo>
                <a:lnTo>
                  <a:pt x="11062" y="7808"/>
                </a:lnTo>
                <a:close/>
                <a:moveTo>
                  <a:pt x="10579" y="7808"/>
                </a:moveTo>
                <a:lnTo>
                  <a:pt x="10579" y="8257"/>
                </a:lnTo>
                <a:lnTo>
                  <a:pt x="11029" y="8257"/>
                </a:lnTo>
                <a:lnTo>
                  <a:pt x="11029" y="7808"/>
                </a:lnTo>
                <a:lnTo>
                  <a:pt x="10579" y="7808"/>
                </a:lnTo>
                <a:close/>
                <a:moveTo>
                  <a:pt x="10096" y="7808"/>
                </a:moveTo>
                <a:lnTo>
                  <a:pt x="10096" y="8257"/>
                </a:lnTo>
                <a:lnTo>
                  <a:pt x="10546" y="8257"/>
                </a:lnTo>
                <a:lnTo>
                  <a:pt x="10546" y="7808"/>
                </a:lnTo>
                <a:lnTo>
                  <a:pt x="10096" y="7808"/>
                </a:lnTo>
                <a:close/>
                <a:moveTo>
                  <a:pt x="9614" y="7808"/>
                </a:moveTo>
                <a:lnTo>
                  <a:pt x="9614" y="8257"/>
                </a:lnTo>
                <a:lnTo>
                  <a:pt x="10063" y="8257"/>
                </a:lnTo>
                <a:lnTo>
                  <a:pt x="10063" y="7808"/>
                </a:lnTo>
                <a:lnTo>
                  <a:pt x="9614" y="7808"/>
                </a:lnTo>
                <a:close/>
                <a:moveTo>
                  <a:pt x="9131" y="7808"/>
                </a:moveTo>
                <a:lnTo>
                  <a:pt x="9131" y="8257"/>
                </a:lnTo>
                <a:lnTo>
                  <a:pt x="9581" y="8257"/>
                </a:lnTo>
                <a:lnTo>
                  <a:pt x="9581" y="7808"/>
                </a:lnTo>
                <a:lnTo>
                  <a:pt x="9131" y="7808"/>
                </a:lnTo>
                <a:close/>
                <a:moveTo>
                  <a:pt x="8648" y="7808"/>
                </a:moveTo>
                <a:lnTo>
                  <a:pt x="8648" y="8257"/>
                </a:lnTo>
                <a:lnTo>
                  <a:pt x="9098" y="8257"/>
                </a:lnTo>
                <a:lnTo>
                  <a:pt x="9098" y="7808"/>
                </a:lnTo>
                <a:lnTo>
                  <a:pt x="8648" y="7808"/>
                </a:lnTo>
                <a:close/>
                <a:moveTo>
                  <a:pt x="8166" y="7808"/>
                </a:moveTo>
                <a:lnTo>
                  <a:pt x="8166" y="8257"/>
                </a:lnTo>
                <a:lnTo>
                  <a:pt x="8615" y="8257"/>
                </a:lnTo>
                <a:lnTo>
                  <a:pt x="8615" y="7808"/>
                </a:lnTo>
                <a:lnTo>
                  <a:pt x="8166" y="7808"/>
                </a:lnTo>
                <a:close/>
                <a:moveTo>
                  <a:pt x="7683" y="7808"/>
                </a:moveTo>
                <a:lnTo>
                  <a:pt x="7683" y="8257"/>
                </a:lnTo>
                <a:lnTo>
                  <a:pt x="8133" y="8257"/>
                </a:lnTo>
                <a:lnTo>
                  <a:pt x="8133" y="7808"/>
                </a:lnTo>
                <a:lnTo>
                  <a:pt x="7683" y="7808"/>
                </a:lnTo>
                <a:close/>
                <a:moveTo>
                  <a:pt x="7200" y="7808"/>
                </a:moveTo>
                <a:lnTo>
                  <a:pt x="7200" y="8257"/>
                </a:lnTo>
                <a:lnTo>
                  <a:pt x="7650" y="8257"/>
                </a:lnTo>
                <a:lnTo>
                  <a:pt x="7650" y="7808"/>
                </a:lnTo>
                <a:lnTo>
                  <a:pt x="7200" y="7808"/>
                </a:lnTo>
                <a:close/>
                <a:moveTo>
                  <a:pt x="6718" y="7808"/>
                </a:moveTo>
                <a:lnTo>
                  <a:pt x="6718" y="8257"/>
                </a:lnTo>
                <a:lnTo>
                  <a:pt x="7167" y="8257"/>
                </a:lnTo>
                <a:lnTo>
                  <a:pt x="7167" y="7808"/>
                </a:lnTo>
                <a:lnTo>
                  <a:pt x="6718" y="7808"/>
                </a:lnTo>
                <a:close/>
                <a:moveTo>
                  <a:pt x="6235" y="7808"/>
                </a:moveTo>
                <a:lnTo>
                  <a:pt x="6235" y="8257"/>
                </a:lnTo>
                <a:lnTo>
                  <a:pt x="6685" y="8257"/>
                </a:lnTo>
                <a:lnTo>
                  <a:pt x="6685" y="7808"/>
                </a:lnTo>
                <a:lnTo>
                  <a:pt x="6235" y="7808"/>
                </a:lnTo>
                <a:close/>
                <a:moveTo>
                  <a:pt x="5752" y="7808"/>
                </a:moveTo>
                <a:lnTo>
                  <a:pt x="5752" y="8257"/>
                </a:lnTo>
                <a:lnTo>
                  <a:pt x="6202" y="8257"/>
                </a:lnTo>
                <a:lnTo>
                  <a:pt x="6202" y="7808"/>
                </a:lnTo>
                <a:lnTo>
                  <a:pt x="5752" y="7808"/>
                </a:lnTo>
                <a:close/>
                <a:moveTo>
                  <a:pt x="5270" y="7808"/>
                </a:moveTo>
                <a:lnTo>
                  <a:pt x="5270" y="8257"/>
                </a:lnTo>
                <a:lnTo>
                  <a:pt x="5719" y="8257"/>
                </a:lnTo>
                <a:lnTo>
                  <a:pt x="5719" y="7808"/>
                </a:lnTo>
                <a:lnTo>
                  <a:pt x="5270" y="7808"/>
                </a:lnTo>
                <a:close/>
                <a:moveTo>
                  <a:pt x="4787" y="7808"/>
                </a:moveTo>
                <a:lnTo>
                  <a:pt x="4787" y="8257"/>
                </a:lnTo>
                <a:lnTo>
                  <a:pt x="5237" y="8257"/>
                </a:lnTo>
                <a:lnTo>
                  <a:pt x="5237" y="7808"/>
                </a:lnTo>
                <a:lnTo>
                  <a:pt x="4787" y="7808"/>
                </a:lnTo>
                <a:close/>
                <a:moveTo>
                  <a:pt x="4304" y="7808"/>
                </a:moveTo>
                <a:lnTo>
                  <a:pt x="4304" y="8257"/>
                </a:lnTo>
                <a:lnTo>
                  <a:pt x="4754" y="8257"/>
                </a:lnTo>
                <a:lnTo>
                  <a:pt x="4754" y="7808"/>
                </a:lnTo>
                <a:lnTo>
                  <a:pt x="4304" y="7808"/>
                </a:lnTo>
                <a:close/>
                <a:moveTo>
                  <a:pt x="3822" y="7808"/>
                </a:moveTo>
                <a:lnTo>
                  <a:pt x="3822" y="8257"/>
                </a:lnTo>
                <a:lnTo>
                  <a:pt x="4271" y="8257"/>
                </a:lnTo>
                <a:lnTo>
                  <a:pt x="4271" y="7808"/>
                </a:lnTo>
                <a:lnTo>
                  <a:pt x="3822" y="7808"/>
                </a:lnTo>
                <a:close/>
                <a:moveTo>
                  <a:pt x="3339" y="7808"/>
                </a:moveTo>
                <a:lnTo>
                  <a:pt x="3339" y="8257"/>
                </a:lnTo>
                <a:lnTo>
                  <a:pt x="3789" y="8257"/>
                </a:lnTo>
                <a:lnTo>
                  <a:pt x="3789" y="7808"/>
                </a:lnTo>
                <a:lnTo>
                  <a:pt x="3339" y="7808"/>
                </a:lnTo>
                <a:close/>
                <a:moveTo>
                  <a:pt x="2856" y="7808"/>
                </a:moveTo>
                <a:lnTo>
                  <a:pt x="2856" y="8257"/>
                </a:lnTo>
                <a:lnTo>
                  <a:pt x="3306" y="8257"/>
                </a:lnTo>
                <a:lnTo>
                  <a:pt x="3306" y="7808"/>
                </a:lnTo>
                <a:lnTo>
                  <a:pt x="2856" y="7808"/>
                </a:lnTo>
                <a:close/>
                <a:moveTo>
                  <a:pt x="2374" y="7808"/>
                </a:moveTo>
                <a:lnTo>
                  <a:pt x="2374" y="8257"/>
                </a:lnTo>
                <a:lnTo>
                  <a:pt x="2823" y="8257"/>
                </a:lnTo>
                <a:lnTo>
                  <a:pt x="2823" y="7808"/>
                </a:lnTo>
                <a:lnTo>
                  <a:pt x="2374" y="7808"/>
                </a:lnTo>
                <a:close/>
                <a:moveTo>
                  <a:pt x="1891" y="7808"/>
                </a:moveTo>
                <a:lnTo>
                  <a:pt x="1891" y="8257"/>
                </a:lnTo>
                <a:lnTo>
                  <a:pt x="2341" y="8257"/>
                </a:lnTo>
                <a:lnTo>
                  <a:pt x="2341" y="7808"/>
                </a:lnTo>
                <a:lnTo>
                  <a:pt x="1891" y="7808"/>
                </a:lnTo>
                <a:close/>
                <a:moveTo>
                  <a:pt x="1408" y="7808"/>
                </a:moveTo>
                <a:lnTo>
                  <a:pt x="1408" y="8257"/>
                </a:lnTo>
                <a:lnTo>
                  <a:pt x="1858" y="8257"/>
                </a:lnTo>
                <a:lnTo>
                  <a:pt x="1858" y="7808"/>
                </a:lnTo>
                <a:lnTo>
                  <a:pt x="1408" y="7808"/>
                </a:lnTo>
                <a:close/>
                <a:moveTo>
                  <a:pt x="926" y="7808"/>
                </a:moveTo>
                <a:lnTo>
                  <a:pt x="926" y="8257"/>
                </a:lnTo>
                <a:lnTo>
                  <a:pt x="1375" y="8257"/>
                </a:lnTo>
                <a:lnTo>
                  <a:pt x="1375" y="7808"/>
                </a:lnTo>
                <a:lnTo>
                  <a:pt x="926" y="7808"/>
                </a:lnTo>
                <a:close/>
                <a:moveTo>
                  <a:pt x="443" y="7808"/>
                </a:moveTo>
                <a:lnTo>
                  <a:pt x="443" y="8257"/>
                </a:lnTo>
                <a:lnTo>
                  <a:pt x="893" y="8257"/>
                </a:lnTo>
                <a:lnTo>
                  <a:pt x="893" y="7808"/>
                </a:lnTo>
                <a:lnTo>
                  <a:pt x="443" y="7808"/>
                </a:lnTo>
                <a:close/>
                <a:moveTo>
                  <a:pt x="18302" y="7325"/>
                </a:moveTo>
                <a:lnTo>
                  <a:pt x="18302" y="7775"/>
                </a:lnTo>
                <a:lnTo>
                  <a:pt x="18751" y="7775"/>
                </a:lnTo>
                <a:lnTo>
                  <a:pt x="18751" y="7325"/>
                </a:lnTo>
                <a:lnTo>
                  <a:pt x="18302" y="7325"/>
                </a:lnTo>
                <a:close/>
                <a:moveTo>
                  <a:pt x="17819" y="7325"/>
                </a:moveTo>
                <a:lnTo>
                  <a:pt x="17819" y="7775"/>
                </a:lnTo>
                <a:lnTo>
                  <a:pt x="18269" y="7775"/>
                </a:lnTo>
                <a:lnTo>
                  <a:pt x="18269" y="7325"/>
                </a:lnTo>
                <a:lnTo>
                  <a:pt x="17819" y="7325"/>
                </a:lnTo>
                <a:close/>
                <a:moveTo>
                  <a:pt x="17336" y="7325"/>
                </a:moveTo>
                <a:lnTo>
                  <a:pt x="17336" y="7775"/>
                </a:lnTo>
                <a:lnTo>
                  <a:pt x="17786" y="7775"/>
                </a:lnTo>
                <a:lnTo>
                  <a:pt x="17786" y="7325"/>
                </a:lnTo>
                <a:lnTo>
                  <a:pt x="17336" y="7325"/>
                </a:lnTo>
                <a:close/>
                <a:moveTo>
                  <a:pt x="16854" y="7325"/>
                </a:moveTo>
                <a:lnTo>
                  <a:pt x="16854" y="7775"/>
                </a:lnTo>
                <a:lnTo>
                  <a:pt x="17303" y="7775"/>
                </a:lnTo>
                <a:lnTo>
                  <a:pt x="17303" y="7325"/>
                </a:lnTo>
                <a:lnTo>
                  <a:pt x="16854" y="7325"/>
                </a:lnTo>
                <a:close/>
                <a:moveTo>
                  <a:pt x="16371" y="7325"/>
                </a:moveTo>
                <a:lnTo>
                  <a:pt x="16371" y="7775"/>
                </a:lnTo>
                <a:lnTo>
                  <a:pt x="16821" y="7775"/>
                </a:lnTo>
                <a:lnTo>
                  <a:pt x="16821" y="7325"/>
                </a:lnTo>
                <a:lnTo>
                  <a:pt x="16371" y="7325"/>
                </a:lnTo>
                <a:close/>
                <a:moveTo>
                  <a:pt x="15888" y="7325"/>
                </a:moveTo>
                <a:lnTo>
                  <a:pt x="15888" y="7775"/>
                </a:lnTo>
                <a:lnTo>
                  <a:pt x="16338" y="7775"/>
                </a:lnTo>
                <a:lnTo>
                  <a:pt x="16338" y="7325"/>
                </a:lnTo>
                <a:lnTo>
                  <a:pt x="15888" y="7325"/>
                </a:lnTo>
                <a:close/>
                <a:moveTo>
                  <a:pt x="15406" y="7325"/>
                </a:moveTo>
                <a:lnTo>
                  <a:pt x="15406" y="7775"/>
                </a:lnTo>
                <a:lnTo>
                  <a:pt x="15855" y="7775"/>
                </a:lnTo>
                <a:lnTo>
                  <a:pt x="15855" y="7325"/>
                </a:lnTo>
                <a:lnTo>
                  <a:pt x="15406" y="7325"/>
                </a:lnTo>
                <a:close/>
                <a:moveTo>
                  <a:pt x="14923" y="7325"/>
                </a:moveTo>
                <a:lnTo>
                  <a:pt x="14923" y="7775"/>
                </a:lnTo>
                <a:lnTo>
                  <a:pt x="15373" y="7775"/>
                </a:lnTo>
                <a:lnTo>
                  <a:pt x="15373" y="7325"/>
                </a:lnTo>
                <a:lnTo>
                  <a:pt x="14923" y="7325"/>
                </a:lnTo>
                <a:close/>
                <a:moveTo>
                  <a:pt x="14440" y="7325"/>
                </a:moveTo>
                <a:lnTo>
                  <a:pt x="14440" y="7775"/>
                </a:lnTo>
                <a:lnTo>
                  <a:pt x="14890" y="7775"/>
                </a:lnTo>
                <a:lnTo>
                  <a:pt x="14890" y="7325"/>
                </a:lnTo>
                <a:lnTo>
                  <a:pt x="14440" y="7325"/>
                </a:lnTo>
                <a:close/>
                <a:moveTo>
                  <a:pt x="13958" y="7325"/>
                </a:moveTo>
                <a:lnTo>
                  <a:pt x="13958" y="7775"/>
                </a:lnTo>
                <a:lnTo>
                  <a:pt x="14407" y="7775"/>
                </a:lnTo>
                <a:lnTo>
                  <a:pt x="14407" y="7325"/>
                </a:lnTo>
                <a:lnTo>
                  <a:pt x="13958" y="7325"/>
                </a:lnTo>
                <a:close/>
                <a:moveTo>
                  <a:pt x="13475" y="7325"/>
                </a:moveTo>
                <a:lnTo>
                  <a:pt x="13475" y="7775"/>
                </a:lnTo>
                <a:lnTo>
                  <a:pt x="13925" y="7775"/>
                </a:lnTo>
                <a:lnTo>
                  <a:pt x="13925" y="7325"/>
                </a:lnTo>
                <a:lnTo>
                  <a:pt x="13475" y="7325"/>
                </a:lnTo>
                <a:close/>
                <a:moveTo>
                  <a:pt x="12992" y="7325"/>
                </a:moveTo>
                <a:lnTo>
                  <a:pt x="12992" y="7775"/>
                </a:lnTo>
                <a:lnTo>
                  <a:pt x="13442" y="7775"/>
                </a:lnTo>
                <a:lnTo>
                  <a:pt x="13442" y="7325"/>
                </a:lnTo>
                <a:lnTo>
                  <a:pt x="12992" y="7325"/>
                </a:lnTo>
                <a:close/>
                <a:moveTo>
                  <a:pt x="12510" y="7325"/>
                </a:moveTo>
                <a:lnTo>
                  <a:pt x="12510" y="7775"/>
                </a:lnTo>
                <a:lnTo>
                  <a:pt x="12959" y="7775"/>
                </a:lnTo>
                <a:lnTo>
                  <a:pt x="12959" y="7325"/>
                </a:lnTo>
                <a:lnTo>
                  <a:pt x="12510" y="7325"/>
                </a:lnTo>
                <a:close/>
                <a:moveTo>
                  <a:pt x="12027" y="7325"/>
                </a:moveTo>
                <a:lnTo>
                  <a:pt x="12027" y="7775"/>
                </a:lnTo>
                <a:lnTo>
                  <a:pt x="12477" y="7775"/>
                </a:lnTo>
                <a:lnTo>
                  <a:pt x="12477" y="7325"/>
                </a:lnTo>
                <a:lnTo>
                  <a:pt x="12027" y="7325"/>
                </a:lnTo>
                <a:close/>
                <a:moveTo>
                  <a:pt x="11544" y="7325"/>
                </a:moveTo>
                <a:lnTo>
                  <a:pt x="11544" y="7775"/>
                </a:lnTo>
                <a:lnTo>
                  <a:pt x="11994" y="7775"/>
                </a:lnTo>
                <a:lnTo>
                  <a:pt x="11994" y="7325"/>
                </a:lnTo>
                <a:lnTo>
                  <a:pt x="11544" y="7325"/>
                </a:lnTo>
                <a:close/>
                <a:moveTo>
                  <a:pt x="11062" y="7325"/>
                </a:moveTo>
                <a:lnTo>
                  <a:pt x="11062" y="7775"/>
                </a:lnTo>
                <a:lnTo>
                  <a:pt x="11511" y="7775"/>
                </a:lnTo>
                <a:lnTo>
                  <a:pt x="11511" y="7325"/>
                </a:lnTo>
                <a:lnTo>
                  <a:pt x="11062" y="7325"/>
                </a:lnTo>
                <a:close/>
                <a:moveTo>
                  <a:pt x="10579" y="7325"/>
                </a:moveTo>
                <a:lnTo>
                  <a:pt x="10579" y="7775"/>
                </a:lnTo>
                <a:lnTo>
                  <a:pt x="11029" y="7775"/>
                </a:lnTo>
                <a:lnTo>
                  <a:pt x="11029" y="7325"/>
                </a:lnTo>
                <a:lnTo>
                  <a:pt x="10579" y="7325"/>
                </a:lnTo>
                <a:close/>
                <a:moveTo>
                  <a:pt x="10096" y="7325"/>
                </a:moveTo>
                <a:lnTo>
                  <a:pt x="10096" y="7775"/>
                </a:lnTo>
                <a:lnTo>
                  <a:pt x="10546" y="7775"/>
                </a:lnTo>
                <a:lnTo>
                  <a:pt x="10546" y="7325"/>
                </a:lnTo>
                <a:lnTo>
                  <a:pt x="10096" y="7325"/>
                </a:lnTo>
                <a:close/>
                <a:moveTo>
                  <a:pt x="9614" y="7325"/>
                </a:moveTo>
                <a:lnTo>
                  <a:pt x="9614" y="7775"/>
                </a:lnTo>
                <a:lnTo>
                  <a:pt x="10063" y="7775"/>
                </a:lnTo>
                <a:lnTo>
                  <a:pt x="10063" y="7325"/>
                </a:lnTo>
                <a:lnTo>
                  <a:pt x="9614" y="7325"/>
                </a:lnTo>
                <a:close/>
                <a:moveTo>
                  <a:pt x="9131" y="7325"/>
                </a:moveTo>
                <a:lnTo>
                  <a:pt x="9131" y="7775"/>
                </a:lnTo>
                <a:lnTo>
                  <a:pt x="9581" y="7775"/>
                </a:lnTo>
                <a:lnTo>
                  <a:pt x="9581" y="7325"/>
                </a:lnTo>
                <a:lnTo>
                  <a:pt x="9131" y="7325"/>
                </a:lnTo>
                <a:close/>
                <a:moveTo>
                  <a:pt x="8648" y="7325"/>
                </a:moveTo>
                <a:lnTo>
                  <a:pt x="8648" y="7775"/>
                </a:lnTo>
                <a:lnTo>
                  <a:pt x="9098" y="7775"/>
                </a:lnTo>
                <a:lnTo>
                  <a:pt x="9098" y="7325"/>
                </a:lnTo>
                <a:lnTo>
                  <a:pt x="8648" y="7325"/>
                </a:lnTo>
                <a:close/>
                <a:moveTo>
                  <a:pt x="8166" y="7325"/>
                </a:moveTo>
                <a:lnTo>
                  <a:pt x="8166" y="7775"/>
                </a:lnTo>
                <a:lnTo>
                  <a:pt x="8615" y="7775"/>
                </a:lnTo>
                <a:lnTo>
                  <a:pt x="8615" y="7325"/>
                </a:lnTo>
                <a:lnTo>
                  <a:pt x="8166" y="7325"/>
                </a:lnTo>
                <a:close/>
                <a:moveTo>
                  <a:pt x="7683" y="7325"/>
                </a:moveTo>
                <a:lnTo>
                  <a:pt x="7683" y="7775"/>
                </a:lnTo>
                <a:lnTo>
                  <a:pt x="8133" y="7775"/>
                </a:lnTo>
                <a:lnTo>
                  <a:pt x="8133" y="7325"/>
                </a:lnTo>
                <a:lnTo>
                  <a:pt x="7683" y="7325"/>
                </a:lnTo>
                <a:close/>
                <a:moveTo>
                  <a:pt x="7200" y="7325"/>
                </a:moveTo>
                <a:lnTo>
                  <a:pt x="7200" y="7775"/>
                </a:lnTo>
                <a:lnTo>
                  <a:pt x="7650" y="7775"/>
                </a:lnTo>
                <a:lnTo>
                  <a:pt x="7650" y="7325"/>
                </a:lnTo>
                <a:lnTo>
                  <a:pt x="7200" y="7325"/>
                </a:lnTo>
                <a:close/>
                <a:moveTo>
                  <a:pt x="6718" y="7325"/>
                </a:moveTo>
                <a:lnTo>
                  <a:pt x="6718" y="7775"/>
                </a:lnTo>
                <a:lnTo>
                  <a:pt x="7167" y="7775"/>
                </a:lnTo>
                <a:lnTo>
                  <a:pt x="7167" y="7325"/>
                </a:lnTo>
                <a:lnTo>
                  <a:pt x="6718" y="7325"/>
                </a:lnTo>
                <a:close/>
                <a:moveTo>
                  <a:pt x="6235" y="7325"/>
                </a:moveTo>
                <a:lnTo>
                  <a:pt x="6235" y="7775"/>
                </a:lnTo>
                <a:lnTo>
                  <a:pt x="6685" y="7775"/>
                </a:lnTo>
                <a:lnTo>
                  <a:pt x="6685" y="7325"/>
                </a:lnTo>
                <a:lnTo>
                  <a:pt x="6235" y="7325"/>
                </a:lnTo>
                <a:close/>
                <a:moveTo>
                  <a:pt x="5752" y="7325"/>
                </a:moveTo>
                <a:lnTo>
                  <a:pt x="5752" y="7775"/>
                </a:lnTo>
                <a:lnTo>
                  <a:pt x="6202" y="7775"/>
                </a:lnTo>
                <a:lnTo>
                  <a:pt x="6202" y="7325"/>
                </a:lnTo>
                <a:lnTo>
                  <a:pt x="5752" y="7325"/>
                </a:lnTo>
                <a:close/>
                <a:moveTo>
                  <a:pt x="5270" y="7325"/>
                </a:moveTo>
                <a:lnTo>
                  <a:pt x="5270" y="7775"/>
                </a:lnTo>
                <a:lnTo>
                  <a:pt x="5719" y="7775"/>
                </a:lnTo>
                <a:lnTo>
                  <a:pt x="5719" y="7325"/>
                </a:lnTo>
                <a:lnTo>
                  <a:pt x="5270" y="7325"/>
                </a:lnTo>
                <a:close/>
                <a:moveTo>
                  <a:pt x="4787" y="7325"/>
                </a:moveTo>
                <a:lnTo>
                  <a:pt x="4787" y="7775"/>
                </a:lnTo>
                <a:lnTo>
                  <a:pt x="5237" y="7775"/>
                </a:lnTo>
                <a:lnTo>
                  <a:pt x="5237" y="7325"/>
                </a:lnTo>
                <a:lnTo>
                  <a:pt x="4787" y="7325"/>
                </a:lnTo>
                <a:close/>
                <a:moveTo>
                  <a:pt x="4304" y="7325"/>
                </a:moveTo>
                <a:lnTo>
                  <a:pt x="4304" y="7775"/>
                </a:lnTo>
                <a:lnTo>
                  <a:pt x="4754" y="7775"/>
                </a:lnTo>
                <a:lnTo>
                  <a:pt x="4754" y="7325"/>
                </a:lnTo>
                <a:lnTo>
                  <a:pt x="4304" y="7325"/>
                </a:lnTo>
                <a:close/>
                <a:moveTo>
                  <a:pt x="3822" y="7325"/>
                </a:moveTo>
                <a:lnTo>
                  <a:pt x="3822" y="7775"/>
                </a:lnTo>
                <a:lnTo>
                  <a:pt x="4271" y="7775"/>
                </a:lnTo>
                <a:lnTo>
                  <a:pt x="4271" y="7325"/>
                </a:lnTo>
                <a:lnTo>
                  <a:pt x="3822" y="7325"/>
                </a:lnTo>
                <a:close/>
                <a:moveTo>
                  <a:pt x="3339" y="7325"/>
                </a:moveTo>
                <a:lnTo>
                  <a:pt x="3339" y="7775"/>
                </a:lnTo>
                <a:lnTo>
                  <a:pt x="3789" y="7775"/>
                </a:lnTo>
                <a:lnTo>
                  <a:pt x="3789" y="7325"/>
                </a:lnTo>
                <a:lnTo>
                  <a:pt x="3339" y="7325"/>
                </a:lnTo>
                <a:close/>
                <a:moveTo>
                  <a:pt x="2856" y="7325"/>
                </a:moveTo>
                <a:lnTo>
                  <a:pt x="2856" y="7775"/>
                </a:lnTo>
                <a:lnTo>
                  <a:pt x="3306" y="7775"/>
                </a:lnTo>
                <a:lnTo>
                  <a:pt x="3306" y="7325"/>
                </a:lnTo>
                <a:lnTo>
                  <a:pt x="2856" y="7325"/>
                </a:lnTo>
                <a:close/>
                <a:moveTo>
                  <a:pt x="2374" y="7325"/>
                </a:moveTo>
                <a:lnTo>
                  <a:pt x="2374" y="7775"/>
                </a:lnTo>
                <a:lnTo>
                  <a:pt x="2823" y="7775"/>
                </a:lnTo>
                <a:lnTo>
                  <a:pt x="2823" y="7325"/>
                </a:lnTo>
                <a:lnTo>
                  <a:pt x="2374" y="7325"/>
                </a:lnTo>
                <a:close/>
                <a:moveTo>
                  <a:pt x="1891" y="7325"/>
                </a:moveTo>
                <a:lnTo>
                  <a:pt x="1891" y="7775"/>
                </a:lnTo>
                <a:lnTo>
                  <a:pt x="2341" y="7775"/>
                </a:lnTo>
                <a:lnTo>
                  <a:pt x="2341" y="7325"/>
                </a:lnTo>
                <a:lnTo>
                  <a:pt x="1891" y="7325"/>
                </a:lnTo>
                <a:close/>
                <a:moveTo>
                  <a:pt x="1408" y="7325"/>
                </a:moveTo>
                <a:lnTo>
                  <a:pt x="1408" y="7775"/>
                </a:lnTo>
                <a:lnTo>
                  <a:pt x="1858" y="7775"/>
                </a:lnTo>
                <a:lnTo>
                  <a:pt x="1858" y="7325"/>
                </a:lnTo>
                <a:lnTo>
                  <a:pt x="1408" y="7325"/>
                </a:lnTo>
                <a:close/>
                <a:moveTo>
                  <a:pt x="926" y="7325"/>
                </a:moveTo>
                <a:lnTo>
                  <a:pt x="926" y="7775"/>
                </a:lnTo>
                <a:lnTo>
                  <a:pt x="1375" y="7775"/>
                </a:lnTo>
                <a:lnTo>
                  <a:pt x="1375" y="7325"/>
                </a:lnTo>
                <a:lnTo>
                  <a:pt x="926" y="7325"/>
                </a:lnTo>
                <a:close/>
                <a:moveTo>
                  <a:pt x="443" y="7325"/>
                </a:moveTo>
                <a:lnTo>
                  <a:pt x="443" y="7775"/>
                </a:lnTo>
                <a:lnTo>
                  <a:pt x="893" y="7775"/>
                </a:lnTo>
                <a:lnTo>
                  <a:pt x="893" y="7325"/>
                </a:lnTo>
                <a:lnTo>
                  <a:pt x="443" y="7325"/>
                </a:lnTo>
                <a:close/>
                <a:moveTo>
                  <a:pt x="18302" y="6842"/>
                </a:moveTo>
                <a:lnTo>
                  <a:pt x="18302" y="7292"/>
                </a:lnTo>
                <a:lnTo>
                  <a:pt x="18751" y="7292"/>
                </a:lnTo>
                <a:lnTo>
                  <a:pt x="18751" y="6842"/>
                </a:lnTo>
                <a:lnTo>
                  <a:pt x="18302" y="6842"/>
                </a:lnTo>
                <a:close/>
                <a:moveTo>
                  <a:pt x="17819" y="6842"/>
                </a:moveTo>
                <a:lnTo>
                  <a:pt x="17819" y="7292"/>
                </a:lnTo>
                <a:lnTo>
                  <a:pt x="18269" y="7292"/>
                </a:lnTo>
                <a:lnTo>
                  <a:pt x="18269" y="6842"/>
                </a:lnTo>
                <a:lnTo>
                  <a:pt x="17819" y="6842"/>
                </a:lnTo>
                <a:close/>
                <a:moveTo>
                  <a:pt x="17336" y="6842"/>
                </a:moveTo>
                <a:lnTo>
                  <a:pt x="17336" y="7292"/>
                </a:lnTo>
                <a:lnTo>
                  <a:pt x="17786" y="7292"/>
                </a:lnTo>
                <a:lnTo>
                  <a:pt x="17786" y="6842"/>
                </a:lnTo>
                <a:lnTo>
                  <a:pt x="17336" y="6842"/>
                </a:lnTo>
                <a:close/>
                <a:moveTo>
                  <a:pt x="16854" y="6842"/>
                </a:moveTo>
                <a:lnTo>
                  <a:pt x="16854" y="7292"/>
                </a:lnTo>
                <a:lnTo>
                  <a:pt x="17303" y="7292"/>
                </a:lnTo>
                <a:lnTo>
                  <a:pt x="17303" y="6842"/>
                </a:lnTo>
                <a:lnTo>
                  <a:pt x="16854" y="6842"/>
                </a:lnTo>
                <a:close/>
                <a:moveTo>
                  <a:pt x="16371" y="6842"/>
                </a:moveTo>
                <a:lnTo>
                  <a:pt x="16371" y="7292"/>
                </a:lnTo>
                <a:lnTo>
                  <a:pt x="16821" y="7292"/>
                </a:lnTo>
                <a:lnTo>
                  <a:pt x="16821" y="6842"/>
                </a:lnTo>
                <a:lnTo>
                  <a:pt x="16371" y="6842"/>
                </a:lnTo>
                <a:close/>
                <a:moveTo>
                  <a:pt x="15888" y="6842"/>
                </a:moveTo>
                <a:lnTo>
                  <a:pt x="15888" y="7292"/>
                </a:lnTo>
                <a:lnTo>
                  <a:pt x="16338" y="7292"/>
                </a:lnTo>
                <a:lnTo>
                  <a:pt x="16338" y="6842"/>
                </a:lnTo>
                <a:lnTo>
                  <a:pt x="15888" y="6842"/>
                </a:lnTo>
                <a:close/>
                <a:moveTo>
                  <a:pt x="15406" y="6842"/>
                </a:moveTo>
                <a:lnTo>
                  <a:pt x="15406" y="7292"/>
                </a:lnTo>
                <a:lnTo>
                  <a:pt x="15855" y="7292"/>
                </a:lnTo>
                <a:lnTo>
                  <a:pt x="15855" y="6842"/>
                </a:lnTo>
                <a:lnTo>
                  <a:pt x="15406" y="6842"/>
                </a:lnTo>
                <a:close/>
                <a:moveTo>
                  <a:pt x="14923" y="6842"/>
                </a:moveTo>
                <a:lnTo>
                  <a:pt x="14923" y="7292"/>
                </a:lnTo>
                <a:lnTo>
                  <a:pt x="15373" y="7292"/>
                </a:lnTo>
                <a:lnTo>
                  <a:pt x="15373" y="6842"/>
                </a:lnTo>
                <a:lnTo>
                  <a:pt x="14923" y="6842"/>
                </a:lnTo>
                <a:close/>
                <a:moveTo>
                  <a:pt x="14440" y="6842"/>
                </a:moveTo>
                <a:lnTo>
                  <a:pt x="14440" y="7292"/>
                </a:lnTo>
                <a:lnTo>
                  <a:pt x="14890" y="7292"/>
                </a:lnTo>
                <a:lnTo>
                  <a:pt x="14890" y="6842"/>
                </a:lnTo>
                <a:lnTo>
                  <a:pt x="14440" y="6842"/>
                </a:lnTo>
                <a:close/>
                <a:moveTo>
                  <a:pt x="13958" y="6842"/>
                </a:moveTo>
                <a:lnTo>
                  <a:pt x="13958" y="7292"/>
                </a:lnTo>
                <a:lnTo>
                  <a:pt x="14407" y="7292"/>
                </a:lnTo>
                <a:lnTo>
                  <a:pt x="14407" y="6842"/>
                </a:lnTo>
                <a:lnTo>
                  <a:pt x="13958" y="6842"/>
                </a:lnTo>
                <a:close/>
                <a:moveTo>
                  <a:pt x="13475" y="6842"/>
                </a:moveTo>
                <a:lnTo>
                  <a:pt x="13475" y="7292"/>
                </a:lnTo>
                <a:lnTo>
                  <a:pt x="13925" y="7292"/>
                </a:lnTo>
                <a:lnTo>
                  <a:pt x="13925" y="6842"/>
                </a:lnTo>
                <a:lnTo>
                  <a:pt x="13475" y="6842"/>
                </a:lnTo>
                <a:close/>
                <a:moveTo>
                  <a:pt x="12992" y="6842"/>
                </a:moveTo>
                <a:lnTo>
                  <a:pt x="12992" y="7292"/>
                </a:lnTo>
                <a:lnTo>
                  <a:pt x="13442" y="7292"/>
                </a:lnTo>
                <a:lnTo>
                  <a:pt x="13442" y="6842"/>
                </a:lnTo>
                <a:lnTo>
                  <a:pt x="12992" y="6842"/>
                </a:lnTo>
                <a:close/>
                <a:moveTo>
                  <a:pt x="12510" y="6842"/>
                </a:moveTo>
                <a:lnTo>
                  <a:pt x="12510" y="7292"/>
                </a:lnTo>
                <a:lnTo>
                  <a:pt x="12959" y="7292"/>
                </a:lnTo>
                <a:lnTo>
                  <a:pt x="12959" y="6842"/>
                </a:lnTo>
                <a:lnTo>
                  <a:pt x="12510" y="6842"/>
                </a:lnTo>
                <a:close/>
                <a:moveTo>
                  <a:pt x="12027" y="6842"/>
                </a:moveTo>
                <a:lnTo>
                  <a:pt x="12027" y="7292"/>
                </a:lnTo>
                <a:lnTo>
                  <a:pt x="12477" y="7292"/>
                </a:lnTo>
                <a:lnTo>
                  <a:pt x="12477" y="6842"/>
                </a:lnTo>
                <a:lnTo>
                  <a:pt x="12027" y="6842"/>
                </a:lnTo>
                <a:close/>
                <a:moveTo>
                  <a:pt x="11544" y="6842"/>
                </a:moveTo>
                <a:lnTo>
                  <a:pt x="11544" y="7292"/>
                </a:lnTo>
                <a:lnTo>
                  <a:pt x="11994" y="7292"/>
                </a:lnTo>
                <a:lnTo>
                  <a:pt x="11994" y="6842"/>
                </a:lnTo>
                <a:lnTo>
                  <a:pt x="11544" y="6842"/>
                </a:lnTo>
                <a:close/>
                <a:moveTo>
                  <a:pt x="11062" y="6842"/>
                </a:moveTo>
                <a:lnTo>
                  <a:pt x="11062" y="7292"/>
                </a:lnTo>
                <a:lnTo>
                  <a:pt x="11511" y="7292"/>
                </a:lnTo>
                <a:lnTo>
                  <a:pt x="11511" y="6842"/>
                </a:lnTo>
                <a:lnTo>
                  <a:pt x="11062" y="6842"/>
                </a:lnTo>
                <a:close/>
                <a:moveTo>
                  <a:pt x="10579" y="6842"/>
                </a:moveTo>
                <a:lnTo>
                  <a:pt x="10579" y="7292"/>
                </a:lnTo>
                <a:lnTo>
                  <a:pt x="11029" y="7292"/>
                </a:lnTo>
                <a:lnTo>
                  <a:pt x="11029" y="6842"/>
                </a:lnTo>
                <a:lnTo>
                  <a:pt x="10579" y="6842"/>
                </a:lnTo>
                <a:close/>
                <a:moveTo>
                  <a:pt x="10096" y="6842"/>
                </a:moveTo>
                <a:lnTo>
                  <a:pt x="10096" y="7292"/>
                </a:lnTo>
                <a:lnTo>
                  <a:pt x="10546" y="7292"/>
                </a:lnTo>
                <a:lnTo>
                  <a:pt x="10546" y="6842"/>
                </a:lnTo>
                <a:lnTo>
                  <a:pt x="10096" y="6842"/>
                </a:lnTo>
                <a:close/>
                <a:moveTo>
                  <a:pt x="9614" y="6842"/>
                </a:moveTo>
                <a:lnTo>
                  <a:pt x="9614" y="7292"/>
                </a:lnTo>
                <a:lnTo>
                  <a:pt x="10063" y="7292"/>
                </a:lnTo>
                <a:lnTo>
                  <a:pt x="10063" y="6842"/>
                </a:lnTo>
                <a:lnTo>
                  <a:pt x="9614" y="6842"/>
                </a:lnTo>
                <a:close/>
                <a:moveTo>
                  <a:pt x="9131" y="6842"/>
                </a:moveTo>
                <a:lnTo>
                  <a:pt x="9131" y="7292"/>
                </a:lnTo>
                <a:lnTo>
                  <a:pt x="9581" y="7292"/>
                </a:lnTo>
                <a:lnTo>
                  <a:pt x="9581" y="6842"/>
                </a:lnTo>
                <a:lnTo>
                  <a:pt x="9131" y="6842"/>
                </a:lnTo>
                <a:close/>
                <a:moveTo>
                  <a:pt x="8648" y="6842"/>
                </a:moveTo>
                <a:lnTo>
                  <a:pt x="8648" y="7292"/>
                </a:lnTo>
                <a:lnTo>
                  <a:pt x="9098" y="7292"/>
                </a:lnTo>
                <a:lnTo>
                  <a:pt x="9098" y="6842"/>
                </a:lnTo>
                <a:lnTo>
                  <a:pt x="8648" y="6842"/>
                </a:lnTo>
                <a:close/>
                <a:moveTo>
                  <a:pt x="8166" y="6842"/>
                </a:moveTo>
                <a:lnTo>
                  <a:pt x="8166" y="7292"/>
                </a:lnTo>
                <a:lnTo>
                  <a:pt x="8615" y="7292"/>
                </a:lnTo>
                <a:lnTo>
                  <a:pt x="8615" y="6842"/>
                </a:lnTo>
                <a:lnTo>
                  <a:pt x="8166" y="6842"/>
                </a:lnTo>
                <a:close/>
                <a:moveTo>
                  <a:pt x="7683" y="6842"/>
                </a:moveTo>
                <a:lnTo>
                  <a:pt x="7683" y="7292"/>
                </a:lnTo>
                <a:lnTo>
                  <a:pt x="8133" y="7292"/>
                </a:lnTo>
                <a:lnTo>
                  <a:pt x="8133" y="6842"/>
                </a:lnTo>
                <a:lnTo>
                  <a:pt x="7683" y="6842"/>
                </a:lnTo>
                <a:close/>
                <a:moveTo>
                  <a:pt x="7200" y="6842"/>
                </a:moveTo>
                <a:lnTo>
                  <a:pt x="7200" y="7292"/>
                </a:lnTo>
                <a:lnTo>
                  <a:pt x="7650" y="7292"/>
                </a:lnTo>
                <a:lnTo>
                  <a:pt x="7650" y="6842"/>
                </a:lnTo>
                <a:lnTo>
                  <a:pt x="7200" y="6842"/>
                </a:lnTo>
                <a:close/>
                <a:moveTo>
                  <a:pt x="6718" y="6842"/>
                </a:moveTo>
                <a:lnTo>
                  <a:pt x="6718" y="7292"/>
                </a:lnTo>
                <a:lnTo>
                  <a:pt x="7167" y="7292"/>
                </a:lnTo>
                <a:lnTo>
                  <a:pt x="7167" y="6842"/>
                </a:lnTo>
                <a:lnTo>
                  <a:pt x="6718" y="6842"/>
                </a:lnTo>
                <a:close/>
                <a:moveTo>
                  <a:pt x="6235" y="6842"/>
                </a:moveTo>
                <a:lnTo>
                  <a:pt x="6235" y="7292"/>
                </a:lnTo>
                <a:lnTo>
                  <a:pt x="6685" y="7292"/>
                </a:lnTo>
                <a:lnTo>
                  <a:pt x="6685" y="6842"/>
                </a:lnTo>
                <a:lnTo>
                  <a:pt x="6235" y="6842"/>
                </a:lnTo>
                <a:close/>
                <a:moveTo>
                  <a:pt x="5752" y="6842"/>
                </a:moveTo>
                <a:lnTo>
                  <a:pt x="5752" y="7292"/>
                </a:lnTo>
                <a:lnTo>
                  <a:pt x="6202" y="7292"/>
                </a:lnTo>
                <a:lnTo>
                  <a:pt x="6202" y="6842"/>
                </a:lnTo>
                <a:lnTo>
                  <a:pt x="5752" y="6842"/>
                </a:lnTo>
                <a:close/>
                <a:moveTo>
                  <a:pt x="5270" y="6842"/>
                </a:moveTo>
                <a:lnTo>
                  <a:pt x="5270" y="7292"/>
                </a:lnTo>
                <a:lnTo>
                  <a:pt x="5719" y="7292"/>
                </a:lnTo>
                <a:lnTo>
                  <a:pt x="5719" y="6842"/>
                </a:lnTo>
                <a:lnTo>
                  <a:pt x="5270" y="6842"/>
                </a:lnTo>
                <a:close/>
                <a:moveTo>
                  <a:pt x="4787" y="6842"/>
                </a:moveTo>
                <a:lnTo>
                  <a:pt x="4787" y="7292"/>
                </a:lnTo>
                <a:lnTo>
                  <a:pt x="5237" y="7292"/>
                </a:lnTo>
                <a:lnTo>
                  <a:pt x="5237" y="6842"/>
                </a:lnTo>
                <a:lnTo>
                  <a:pt x="4787" y="6842"/>
                </a:lnTo>
                <a:close/>
                <a:moveTo>
                  <a:pt x="4304" y="6842"/>
                </a:moveTo>
                <a:lnTo>
                  <a:pt x="4304" y="7292"/>
                </a:lnTo>
                <a:lnTo>
                  <a:pt x="4754" y="7292"/>
                </a:lnTo>
                <a:lnTo>
                  <a:pt x="4754" y="6842"/>
                </a:lnTo>
                <a:lnTo>
                  <a:pt x="4304" y="6842"/>
                </a:lnTo>
                <a:close/>
                <a:moveTo>
                  <a:pt x="3822" y="6842"/>
                </a:moveTo>
                <a:lnTo>
                  <a:pt x="3822" y="7292"/>
                </a:lnTo>
                <a:lnTo>
                  <a:pt x="4271" y="7292"/>
                </a:lnTo>
                <a:lnTo>
                  <a:pt x="4271" y="6842"/>
                </a:lnTo>
                <a:lnTo>
                  <a:pt x="3822" y="6842"/>
                </a:lnTo>
                <a:close/>
                <a:moveTo>
                  <a:pt x="3339" y="6842"/>
                </a:moveTo>
                <a:lnTo>
                  <a:pt x="3339" y="7292"/>
                </a:lnTo>
                <a:lnTo>
                  <a:pt x="3789" y="7292"/>
                </a:lnTo>
                <a:lnTo>
                  <a:pt x="3789" y="6842"/>
                </a:lnTo>
                <a:lnTo>
                  <a:pt x="3339" y="6842"/>
                </a:lnTo>
                <a:close/>
                <a:moveTo>
                  <a:pt x="2856" y="6842"/>
                </a:moveTo>
                <a:lnTo>
                  <a:pt x="2856" y="7292"/>
                </a:lnTo>
                <a:lnTo>
                  <a:pt x="3306" y="7292"/>
                </a:lnTo>
                <a:lnTo>
                  <a:pt x="3306" y="6842"/>
                </a:lnTo>
                <a:lnTo>
                  <a:pt x="2856" y="6842"/>
                </a:lnTo>
                <a:close/>
                <a:moveTo>
                  <a:pt x="2374" y="6842"/>
                </a:moveTo>
                <a:lnTo>
                  <a:pt x="2374" y="7292"/>
                </a:lnTo>
                <a:lnTo>
                  <a:pt x="2823" y="7292"/>
                </a:lnTo>
                <a:lnTo>
                  <a:pt x="2823" y="6842"/>
                </a:lnTo>
                <a:lnTo>
                  <a:pt x="2374" y="6842"/>
                </a:lnTo>
                <a:close/>
                <a:moveTo>
                  <a:pt x="1891" y="6842"/>
                </a:moveTo>
                <a:lnTo>
                  <a:pt x="1891" y="7292"/>
                </a:lnTo>
                <a:lnTo>
                  <a:pt x="2341" y="7292"/>
                </a:lnTo>
                <a:lnTo>
                  <a:pt x="2341" y="6842"/>
                </a:lnTo>
                <a:lnTo>
                  <a:pt x="1891" y="6842"/>
                </a:lnTo>
                <a:close/>
                <a:moveTo>
                  <a:pt x="1408" y="6842"/>
                </a:moveTo>
                <a:lnTo>
                  <a:pt x="1408" y="7292"/>
                </a:lnTo>
                <a:lnTo>
                  <a:pt x="1858" y="7292"/>
                </a:lnTo>
                <a:lnTo>
                  <a:pt x="1858" y="6842"/>
                </a:lnTo>
                <a:lnTo>
                  <a:pt x="1408" y="6842"/>
                </a:lnTo>
                <a:close/>
                <a:moveTo>
                  <a:pt x="926" y="6842"/>
                </a:moveTo>
                <a:lnTo>
                  <a:pt x="926" y="7292"/>
                </a:lnTo>
                <a:lnTo>
                  <a:pt x="1375" y="7292"/>
                </a:lnTo>
                <a:lnTo>
                  <a:pt x="1375" y="6842"/>
                </a:lnTo>
                <a:lnTo>
                  <a:pt x="926" y="6842"/>
                </a:lnTo>
                <a:close/>
                <a:moveTo>
                  <a:pt x="443" y="6842"/>
                </a:moveTo>
                <a:lnTo>
                  <a:pt x="443" y="7292"/>
                </a:lnTo>
                <a:lnTo>
                  <a:pt x="893" y="7292"/>
                </a:lnTo>
                <a:lnTo>
                  <a:pt x="893" y="6842"/>
                </a:lnTo>
                <a:lnTo>
                  <a:pt x="443" y="6842"/>
                </a:lnTo>
                <a:close/>
                <a:moveTo>
                  <a:pt x="18302" y="6360"/>
                </a:moveTo>
                <a:lnTo>
                  <a:pt x="18302" y="6809"/>
                </a:lnTo>
                <a:lnTo>
                  <a:pt x="18751" y="6809"/>
                </a:lnTo>
                <a:lnTo>
                  <a:pt x="18751" y="6360"/>
                </a:lnTo>
                <a:lnTo>
                  <a:pt x="18302" y="6360"/>
                </a:lnTo>
                <a:close/>
                <a:moveTo>
                  <a:pt x="17819" y="6360"/>
                </a:moveTo>
                <a:lnTo>
                  <a:pt x="17819" y="6809"/>
                </a:lnTo>
                <a:lnTo>
                  <a:pt x="18269" y="6809"/>
                </a:lnTo>
                <a:lnTo>
                  <a:pt x="18269" y="6360"/>
                </a:lnTo>
                <a:lnTo>
                  <a:pt x="17819" y="6360"/>
                </a:lnTo>
                <a:close/>
                <a:moveTo>
                  <a:pt x="17336" y="6360"/>
                </a:moveTo>
                <a:lnTo>
                  <a:pt x="17336" y="6809"/>
                </a:lnTo>
                <a:lnTo>
                  <a:pt x="17786" y="6809"/>
                </a:lnTo>
                <a:lnTo>
                  <a:pt x="17786" y="6360"/>
                </a:lnTo>
                <a:lnTo>
                  <a:pt x="17336" y="6360"/>
                </a:lnTo>
                <a:close/>
                <a:moveTo>
                  <a:pt x="16854" y="6360"/>
                </a:moveTo>
                <a:lnTo>
                  <a:pt x="16854" y="6809"/>
                </a:lnTo>
                <a:lnTo>
                  <a:pt x="17303" y="6809"/>
                </a:lnTo>
                <a:lnTo>
                  <a:pt x="17303" y="6360"/>
                </a:lnTo>
                <a:lnTo>
                  <a:pt x="16854" y="6360"/>
                </a:lnTo>
                <a:close/>
                <a:moveTo>
                  <a:pt x="16371" y="6360"/>
                </a:moveTo>
                <a:lnTo>
                  <a:pt x="16371" y="6809"/>
                </a:lnTo>
                <a:lnTo>
                  <a:pt x="16821" y="6809"/>
                </a:lnTo>
                <a:lnTo>
                  <a:pt x="16821" y="6360"/>
                </a:lnTo>
                <a:lnTo>
                  <a:pt x="16371" y="6360"/>
                </a:lnTo>
                <a:close/>
                <a:moveTo>
                  <a:pt x="15888" y="6360"/>
                </a:moveTo>
                <a:lnTo>
                  <a:pt x="15888" y="6809"/>
                </a:lnTo>
                <a:lnTo>
                  <a:pt x="16338" y="6809"/>
                </a:lnTo>
                <a:lnTo>
                  <a:pt x="16338" y="6360"/>
                </a:lnTo>
                <a:lnTo>
                  <a:pt x="15888" y="6360"/>
                </a:lnTo>
                <a:close/>
                <a:moveTo>
                  <a:pt x="15406" y="6360"/>
                </a:moveTo>
                <a:lnTo>
                  <a:pt x="15406" y="6809"/>
                </a:lnTo>
                <a:lnTo>
                  <a:pt x="15855" y="6809"/>
                </a:lnTo>
                <a:lnTo>
                  <a:pt x="15855" y="6360"/>
                </a:lnTo>
                <a:lnTo>
                  <a:pt x="15406" y="6360"/>
                </a:lnTo>
                <a:close/>
                <a:moveTo>
                  <a:pt x="14923" y="6360"/>
                </a:moveTo>
                <a:lnTo>
                  <a:pt x="14923" y="6809"/>
                </a:lnTo>
                <a:lnTo>
                  <a:pt x="15373" y="6809"/>
                </a:lnTo>
                <a:lnTo>
                  <a:pt x="15373" y="6360"/>
                </a:lnTo>
                <a:lnTo>
                  <a:pt x="14923" y="6360"/>
                </a:lnTo>
                <a:close/>
                <a:moveTo>
                  <a:pt x="14440" y="6360"/>
                </a:moveTo>
                <a:lnTo>
                  <a:pt x="14440" y="6809"/>
                </a:lnTo>
                <a:lnTo>
                  <a:pt x="14890" y="6809"/>
                </a:lnTo>
                <a:lnTo>
                  <a:pt x="14890" y="6360"/>
                </a:lnTo>
                <a:lnTo>
                  <a:pt x="14440" y="6360"/>
                </a:lnTo>
                <a:close/>
                <a:moveTo>
                  <a:pt x="13958" y="6360"/>
                </a:moveTo>
                <a:lnTo>
                  <a:pt x="13958" y="6809"/>
                </a:lnTo>
                <a:lnTo>
                  <a:pt x="14407" y="6809"/>
                </a:lnTo>
                <a:lnTo>
                  <a:pt x="14407" y="6360"/>
                </a:lnTo>
                <a:lnTo>
                  <a:pt x="13958" y="6360"/>
                </a:lnTo>
                <a:close/>
                <a:moveTo>
                  <a:pt x="13475" y="6360"/>
                </a:moveTo>
                <a:lnTo>
                  <a:pt x="13475" y="6809"/>
                </a:lnTo>
                <a:lnTo>
                  <a:pt x="13925" y="6809"/>
                </a:lnTo>
                <a:lnTo>
                  <a:pt x="13925" y="6360"/>
                </a:lnTo>
                <a:lnTo>
                  <a:pt x="13475" y="6360"/>
                </a:lnTo>
                <a:close/>
                <a:moveTo>
                  <a:pt x="12992" y="6360"/>
                </a:moveTo>
                <a:lnTo>
                  <a:pt x="12992" y="6809"/>
                </a:lnTo>
                <a:lnTo>
                  <a:pt x="13442" y="6809"/>
                </a:lnTo>
                <a:lnTo>
                  <a:pt x="13442" y="6360"/>
                </a:lnTo>
                <a:lnTo>
                  <a:pt x="12992" y="6360"/>
                </a:lnTo>
                <a:close/>
                <a:moveTo>
                  <a:pt x="12510" y="6360"/>
                </a:moveTo>
                <a:lnTo>
                  <a:pt x="12510" y="6809"/>
                </a:lnTo>
                <a:lnTo>
                  <a:pt x="12959" y="6809"/>
                </a:lnTo>
                <a:lnTo>
                  <a:pt x="12959" y="6360"/>
                </a:lnTo>
                <a:lnTo>
                  <a:pt x="12510" y="6360"/>
                </a:lnTo>
                <a:close/>
                <a:moveTo>
                  <a:pt x="12027" y="6360"/>
                </a:moveTo>
                <a:lnTo>
                  <a:pt x="12027" y="6809"/>
                </a:lnTo>
                <a:lnTo>
                  <a:pt x="12477" y="6809"/>
                </a:lnTo>
                <a:lnTo>
                  <a:pt x="12477" y="6360"/>
                </a:lnTo>
                <a:lnTo>
                  <a:pt x="12027" y="6360"/>
                </a:lnTo>
                <a:close/>
                <a:moveTo>
                  <a:pt x="11544" y="6360"/>
                </a:moveTo>
                <a:lnTo>
                  <a:pt x="11544" y="6809"/>
                </a:lnTo>
                <a:lnTo>
                  <a:pt x="11994" y="6809"/>
                </a:lnTo>
                <a:lnTo>
                  <a:pt x="11994" y="6360"/>
                </a:lnTo>
                <a:lnTo>
                  <a:pt x="11544" y="6360"/>
                </a:lnTo>
                <a:close/>
                <a:moveTo>
                  <a:pt x="11062" y="6360"/>
                </a:moveTo>
                <a:lnTo>
                  <a:pt x="11062" y="6809"/>
                </a:lnTo>
                <a:lnTo>
                  <a:pt x="11511" y="6809"/>
                </a:lnTo>
                <a:lnTo>
                  <a:pt x="11511" y="6360"/>
                </a:lnTo>
                <a:lnTo>
                  <a:pt x="11062" y="6360"/>
                </a:lnTo>
                <a:close/>
                <a:moveTo>
                  <a:pt x="10579" y="6360"/>
                </a:moveTo>
                <a:lnTo>
                  <a:pt x="10579" y="6809"/>
                </a:lnTo>
                <a:lnTo>
                  <a:pt x="11029" y="6809"/>
                </a:lnTo>
                <a:lnTo>
                  <a:pt x="11029" y="6360"/>
                </a:lnTo>
                <a:lnTo>
                  <a:pt x="10579" y="6360"/>
                </a:lnTo>
                <a:close/>
                <a:moveTo>
                  <a:pt x="10096" y="6360"/>
                </a:moveTo>
                <a:lnTo>
                  <a:pt x="10096" y="6809"/>
                </a:lnTo>
                <a:lnTo>
                  <a:pt x="10546" y="6809"/>
                </a:lnTo>
                <a:lnTo>
                  <a:pt x="10546" y="6360"/>
                </a:lnTo>
                <a:lnTo>
                  <a:pt x="10096" y="6360"/>
                </a:lnTo>
                <a:close/>
                <a:moveTo>
                  <a:pt x="9614" y="6360"/>
                </a:moveTo>
                <a:lnTo>
                  <a:pt x="9614" y="6809"/>
                </a:lnTo>
                <a:lnTo>
                  <a:pt x="10063" y="6809"/>
                </a:lnTo>
                <a:lnTo>
                  <a:pt x="10063" y="6360"/>
                </a:lnTo>
                <a:lnTo>
                  <a:pt x="9614" y="6360"/>
                </a:lnTo>
                <a:close/>
                <a:moveTo>
                  <a:pt x="9131" y="6360"/>
                </a:moveTo>
                <a:lnTo>
                  <a:pt x="9131" y="6809"/>
                </a:lnTo>
                <a:lnTo>
                  <a:pt x="9581" y="6809"/>
                </a:lnTo>
                <a:lnTo>
                  <a:pt x="9581" y="6360"/>
                </a:lnTo>
                <a:lnTo>
                  <a:pt x="9131" y="6360"/>
                </a:lnTo>
                <a:close/>
                <a:moveTo>
                  <a:pt x="8648" y="6360"/>
                </a:moveTo>
                <a:lnTo>
                  <a:pt x="8648" y="6809"/>
                </a:lnTo>
                <a:lnTo>
                  <a:pt x="9098" y="6809"/>
                </a:lnTo>
                <a:lnTo>
                  <a:pt x="9098" y="6360"/>
                </a:lnTo>
                <a:lnTo>
                  <a:pt x="8648" y="6360"/>
                </a:lnTo>
                <a:close/>
                <a:moveTo>
                  <a:pt x="8166" y="6360"/>
                </a:moveTo>
                <a:lnTo>
                  <a:pt x="8166" y="6809"/>
                </a:lnTo>
                <a:lnTo>
                  <a:pt x="8615" y="6809"/>
                </a:lnTo>
                <a:lnTo>
                  <a:pt x="8615" y="6360"/>
                </a:lnTo>
                <a:lnTo>
                  <a:pt x="8166" y="6360"/>
                </a:lnTo>
                <a:close/>
                <a:moveTo>
                  <a:pt x="7683" y="6360"/>
                </a:moveTo>
                <a:lnTo>
                  <a:pt x="7683" y="6809"/>
                </a:lnTo>
                <a:lnTo>
                  <a:pt x="8133" y="6809"/>
                </a:lnTo>
                <a:lnTo>
                  <a:pt x="8133" y="6360"/>
                </a:lnTo>
                <a:lnTo>
                  <a:pt x="7683" y="6360"/>
                </a:lnTo>
                <a:close/>
                <a:moveTo>
                  <a:pt x="7200" y="6360"/>
                </a:moveTo>
                <a:lnTo>
                  <a:pt x="7200" y="6809"/>
                </a:lnTo>
                <a:lnTo>
                  <a:pt x="7650" y="6809"/>
                </a:lnTo>
                <a:lnTo>
                  <a:pt x="7650" y="6360"/>
                </a:lnTo>
                <a:lnTo>
                  <a:pt x="7200" y="6360"/>
                </a:lnTo>
                <a:close/>
                <a:moveTo>
                  <a:pt x="6718" y="6360"/>
                </a:moveTo>
                <a:lnTo>
                  <a:pt x="6718" y="6809"/>
                </a:lnTo>
                <a:lnTo>
                  <a:pt x="7167" y="6809"/>
                </a:lnTo>
                <a:lnTo>
                  <a:pt x="7167" y="6360"/>
                </a:lnTo>
                <a:lnTo>
                  <a:pt x="6718" y="6360"/>
                </a:lnTo>
                <a:close/>
                <a:moveTo>
                  <a:pt x="6235" y="6360"/>
                </a:moveTo>
                <a:lnTo>
                  <a:pt x="6235" y="6809"/>
                </a:lnTo>
                <a:lnTo>
                  <a:pt x="6685" y="6809"/>
                </a:lnTo>
                <a:lnTo>
                  <a:pt x="6685" y="6360"/>
                </a:lnTo>
                <a:lnTo>
                  <a:pt x="6235" y="6360"/>
                </a:lnTo>
                <a:close/>
                <a:moveTo>
                  <a:pt x="5752" y="6360"/>
                </a:moveTo>
                <a:lnTo>
                  <a:pt x="5752" y="6809"/>
                </a:lnTo>
                <a:lnTo>
                  <a:pt x="6202" y="6809"/>
                </a:lnTo>
                <a:lnTo>
                  <a:pt x="6202" y="6360"/>
                </a:lnTo>
                <a:lnTo>
                  <a:pt x="5752" y="6360"/>
                </a:lnTo>
                <a:close/>
                <a:moveTo>
                  <a:pt x="5270" y="6360"/>
                </a:moveTo>
                <a:lnTo>
                  <a:pt x="5270" y="6809"/>
                </a:lnTo>
                <a:lnTo>
                  <a:pt x="5719" y="6809"/>
                </a:lnTo>
                <a:lnTo>
                  <a:pt x="5719" y="6360"/>
                </a:lnTo>
                <a:lnTo>
                  <a:pt x="5270" y="6360"/>
                </a:lnTo>
                <a:close/>
                <a:moveTo>
                  <a:pt x="4787" y="6360"/>
                </a:moveTo>
                <a:lnTo>
                  <a:pt x="4787" y="6809"/>
                </a:lnTo>
                <a:lnTo>
                  <a:pt x="5237" y="6809"/>
                </a:lnTo>
                <a:lnTo>
                  <a:pt x="5237" y="6360"/>
                </a:lnTo>
                <a:lnTo>
                  <a:pt x="4787" y="6360"/>
                </a:lnTo>
                <a:close/>
                <a:moveTo>
                  <a:pt x="4304" y="6360"/>
                </a:moveTo>
                <a:lnTo>
                  <a:pt x="4304" y="6809"/>
                </a:lnTo>
                <a:lnTo>
                  <a:pt x="4754" y="6809"/>
                </a:lnTo>
                <a:lnTo>
                  <a:pt x="4754" y="6360"/>
                </a:lnTo>
                <a:lnTo>
                  <a:pt x="4304" y="6360"/>
                </a:lnTo>
                <a:close/>
                <a:moveTo>
                  <a:pt x="3822" y="6360"/>
                </a:moveTo>
                <a:lnTo>
                  <a:pt x="3822" y="6809"/>
                </a:lnTo>
                <a:lnTo>
                  <a:pt x="4271" y="6809"/>
                </a:lnTo>
                <a:lnTo>
                  <a:pt x="4271" y="6360"/>
                </a:lnTo>
                <a:lnTo>
                  <a:pt x="3822" y="6360"/>
                </a:lnTo>
                <a:close/>
                <a:moveTo>
                  <a:pt x="3339" y="6360"/>
                </a:moveTo>
                <a:lnTo>
                  <a:pt x="3339" y="6809"/>
                </a:lnTo>
                <a:lnTo>
                  <a:pt x="3789" y="6809"/>
                </a:lnTo>
                <a:lnTo>
                  <a:pt x="3789" y="6360"/>
                </a:lnTo>
                <a:lnTo>
                  <a:pt x="3339" y="6360"/>
                </a:lnTo>
                <a:close/>
                <a:moveTo>
                  <a:pt x="2856" y="6360"/>
                </a:moveTo>
                <a:lnTo>
                  <a:pt x="2856" y="6809"/>
                </a:lnTo>
                <a:lnTo>
                  <a:pt x="3306" y="6809"/>
                </a:lnTo>
                <a:lnTo>
                  <a:pt x="3306" y="6360"/>
                </a:lnTo>
                <a:lnTo>
                  <a:pt x="2856" y="6360"/>
                </a:lnTo>
                <a:close/>
                <a:moveTo>
                  <a:pt x="2374" y="6360"/>
                </a:moveTo>
                <a:lnTo>
                  <a:pt x="2374" y="6809"/>
                </a:lnTo>
                <a:lnTo>
                  <a:pt x="2823" y="6809"/>
                </a:lnTo>
                <a:lnTo>
                  <a:pt x="2823" y="6360"/>
                </a:lnTo>
                <a:lnTo>
                  <a:pt x="2374" y="6360"/>
                </a:lnTo>
                <a:close/>
                <a:moveTo>
                  <a:pt x="1891" y="6360"/>
                </a:moveTo>
                <a:lnTo>
                  <a:pt x="1891" y="6809"/>
                </a:lnTo>
                <a:lnTo>
                  <a:pt x="2341" y="6809"/>
                </a:lnTo>
                <a:lnTo>
                  <a:pt x="2341" y="6360"/>
                </a:lnTo>
                <a:lnTo>
                  <a:pt x="1891" y="6360"/>
                </a:lnTo>
                <a:close/>
                <a:moveTo>
                  <a:pt x="1408" y="6360"/>
                </a:moveTo>
                <a:lnTo>
                  <a:pt x="1408" y="6809"/>
                </a:lnTo>
                <a:lnTo>
                  <a:pt x="1858" y="6809"/>
                </a:lnTo>
                <a:lnTo>
                  <a:pt x="1858" y="6360"/>
                </a:lnTo>
                <a:lnTo>
                  <a:pt x="1408" y="6360"/>
                </a:lnTo>
                <a:close/>
                <a:moveTo>
                  <a:pt x="926" y="6360"/>
                </a:moveTo>
                <a:lnTo>
                  <a:pt x="926" y="6809"/>
                </a:lnTo>
                <a:lnTo>
                  <a:pt x="1375" y="6809"/>
                </a:lnTo>
                <a:lnTo>
                  <a:pt x="1375" y="6360"/>
                </a:lnTo>
                <a:lnTo>
                  <a:pt x="926" y="6360"/>
                </a:lnTo>
                <a:close/>
                <a:moveTo>
                  <a:pt x="443" y="6360"/>
                </a:moveTo>
                <a:lnTo>
                  <a:pt x="443" y="6809"/>
                </a:lnTo>
                <a:lnTo>
                  <a:pt x="893" y="6809"/>
                </a:lnTo>
                <a:lnTo>
                  <a:pt x="893" y="6360"/>
                </a:lnTo>
                <a:lnTo>
                  <a:pt x="443" y="6360"/>
                </a:lnTo>
                <a:close/>
                <a:moveTo>
                  <a:pt x="18302" y="5877"/>
                </a:moveTo>
                <a:lnTo>
                  <a:pt x="18302" y="6327"/>
                </a:lnTo>
                <a:lnTo>
                  <a:pt x="18751" y="6327"/>
                </a:lnTo>
                <a:lnTo>
                  <a:pt x="18751" y="5877"/>
                </a:lnTo>
                <a:lnTo>
                  <a:pt x="18302" y="5877"/>
                </a:lnTo>
                <a:close/>
                <a:moveTo>
                  <a:pt x="17819" y="5877"/>
                </a:moveTo>
                <a:lnTo>
                  <a:pt x="17819" y="6327"/>
                </a:lnTo>
                <a:lnTo>
                  <a:pt x="18269" y="6327"/>
                </a:lnTo>
                <a:lnTo>
                  <a:pt x="18269" y="5877"/>
                </a:lnTo>
                <a:lnTo>
                  <a:pt x="17819" y="5877"/>
                </a:lnTo>
                <a:close/>
                <a:moveTo>
                  <a:pt x="17336" y="5877"/>
                </a:moveTo>
                <a:lnTo>
                  <a:pt x="17336" y="6327"/>
                </a:lnTo>
                <a:lnTo>
                  <a:pt x="17786" y="6327"/>
                </a:lnTo>
                <a:lnTo>
                  <a:pt x="17786" y="5877"/>
                </a:lnTo>
                <a:lnTo>
                  <a:pt x="17336" y="5877"/>
                </a:lnTo>
                <a:close/>
                <a:moveTo>
                  <a:pt x="16854" y="5877"/>
                </a:moveTo>
                <a:lnTo>
                  <a:pt x="16854" y="6327"/>
                </a:lnTo>
                <a:lnTo>
                  <a:pt x="17303" y="6327"/>
                </a:lnTo>
                <a:lnTo>
                  <a:pt x="17303" y="5877"/>
                </a:lnTo>
                <a:lnTo>
                  <a:pt x="16854" y="5877"/>
                </a:lnTo>
                <a:close/>
                <a:moveTo>
                  <a:pt x="16371" y="5877"/>
                </a:moveTo>
                <a:lnTo>
                  <a:pt x="16371" y="6327"/>
                </a:lnTo>
                <a:lnTo>
                  <a:pt x="16821" y="6327"/>
                </a:lnTo>
                <a:lnTo>
                  <a:pt x="16821" y="5877"/>
                </a:lnTo>
                <a:lnTo>
                  <a:pt x="16371" y="5877"/>
                </a:lnTo>
                <a:close/>
                <a:moveTo>
                  <a:pt x="15888" y="5877"/>
                </a:moveTo>
                <a:lnTo>
                  <a:pt x="15888" y="6327"/>
                </a:lnTo>
                <a:lnTo>
                  <a:pt x="16338" y="6327"/>
                </a:lnTo>
                <a:lnTo>
                  <a:pt x="16338" y="5877"/>
                </a:lnTo>
                <a:lnTo>
                  <a:pt x="15888" y="5877"/>
                </a:lnTo>
                <a:close/>
                <a:moveTo>
                  <a:pt x="15406" y="5877"/>
                </a:moveTo>
                <a:lnTo>
                  <a:pt x="15406" y="6327"/>
                </a:lnTo>
                <a:lnTo>
                  <a:pt x="15855" y="6327"/>
                </a:lnTo>
                <a:lnTo>
                  <a:pt x="15855" y="5877"/>
                </a:lnTo>
                <a:lnTo>
                  <a:pt x="15406" y="5877"/>
                </a:lnTo>
                <a:close/>
                <a:moveTo>
                  <a:pt x="14923" y="5877"/>
                </a:moveTo>
                <a:lnTo>
                  <a:pt x="14923" y="6327"/>
                </a:lnTo>
                <a:lnTo>
                  <a:pt x="15373" y="6327"/>
                </a:lnTo>
                <a:lnTo>
                  <a:pt x="15373" y="5877"/>
                </a:lnTo>
                <a:lnTo>
                  <a:pt x="14923" y="5877"/>
                </a:lnTo>
                <a:close/>
                <a:moveTo>
                  <a:pt x="14440" y="5877"/>
                </a:moveTo>
                <a:lnTo>
                  <a:pt x="14440" y="6327"/>
                </a:lnTo>
                <a:lnTo>
                  <a:pt x="14890" y="6327"/>
                </a:lnTo>
                <a:lnTo>
                  <a:pt x="14890" y="5877"/>
                </a:lnTo>
                <a:lnTo>
                  <a:pt x="14440" y="5877"/>
                </a:lnTo>
                <a:close/>
                <a:moveTo>
                  <a:pt x="13958" y="5877"/>
                </a:moveTo>
                <a:lnTo>
                  <a:pt x="13958" y="6327"/>
                </a:lnTo>
                <a:lnTo>
                  <a:pt x="14407" y="6327"/>
                </a:lnTo>
                <a:lnTo>
                  <a:pt x="14407" y="5877"/>
                </a:lnTo>
                <a:lnTo>
                  <a:pt x="13958" y="5877"/>
                </a:lnTo>
                <a:close/>
                <a:moveTo>
                  <a:pt x="13475" y="5877"/>
                </a:moveTo>
                <a:lnTo>
                  <a:pt x="13475" y="6327"/>
                </a:lnTo>
                <a:lnTo>
                  <a:pt x="13925" y="6327"/>
                </a:lnTo>
                <a:lnTo>
                  <a:pt x="13925" y="5877"/>
                </a:lnTo>
                <a:lnTo>
                  <a:pt x="13475" y="5877"/>
                </a:lnTo>
                <a:close/>
                <a:moveTo>
                  <a:pt x="12992" y="5877"/>
                </a:moveTo>
                <a:lnTo>
                  <a:pt x="12992" y="6327"/>
                </a:lnTo>
                <a:lnTo>
                  <a:pt x="13442" y="6327"/>
                </a:lnTo>
                <a:lnTo>
                  <a:pt x="13442" y="5877"/>
                </a:lnTo>
                <a:lnTo>
                  <a:pt x="12992" y="5877"/>
                </a:lnTo>
                <a:close/>
                <a:moveTo>
                  <a:pt x="12510" y="5877"/>
                </a:moveTo>
                <a:lnTo>
                  <a:pt x="12510" y="6327"/>
                </a:lnTo>
                <a:lnTo>
                  <a:pt x="12959" y="6327"/>
                </a:lnTo>
                <a:lnTo>
                  <a:pt x="12959" y="5877"/>
                </a:lnTo>
                <a:lnTo>
                  <a:pt x="12510" y="5877"/>
                </a:lnTo>
                <a:close/>
                <a:moveTo>
                  <a:pt x="12027" y="5877"/>
                </a:moveTo>
                <a:lnTo>
                  <a:pt x="12027" y="6327"/>
                </a:lnTo>
                <a:lnTo>
                  <a:pt x="12477" y="6327"/>
                </a:lnTo>
                <a:lnTo>
                  <a:pt x="12477" y="5877"/>
                </a:lnTo>
                <a:lnTo>
                  <a:pt x="12027" y="5877"/>
                </a:lnTo>
                <a:close/>
                <a:moveTo>
                  <a:pt x="11544" y="5877"/>
                </a:moveTo>
                <a:lnTo>
                  <a:pt x="11544" y="6327"/>
                </a:lnTo>
                <a:lnTo>
                  <a:pt x="11994" y="6327"/>
                </a:lnTo>
                <a:lnTo>
                  <a:pt x="11994" y="5877"/>
                </a:lnTo>
                <a:lnTo>
                  <a:pt x="11544" y="5877"/>
                </a:lnTo>
                <a:close/>
                <a:moveTo>
                  <a:pt x="11062" y="5877"/>
                </a:moveTo>
                <a:lnTo>
                  <a:pt x="11062" y="6327"/>
                </a:lnTo>
                <a:lnTo>
                  <a:pt x="11511" y="6327"/>
                </a:lnTo>
                <a:lnTo>
                  <a:pt x="11511" y="5877"/>
                </a:lnTo>
                <a:lnTo>
                  <a:pt x="11062" y="5877"/>
                </a:lnTo>
                <a:close/>
                <a:moveTo>
                  <a:pt x="10579" y="5877"/>
                </a:moveTo>
                <a:lnTo>
                  <a:pt x="10579" y="6327"/>
                </a:lnTo>
                <a:lnTo>
                  <a:pt x="11029" y="6327"/>
                </a:lnTo>
                <a:lnTo>
                  <a:pt x="11029" y="5877"/>
                </a:lnTo>
                <a:lnTo>
                  <a:pt x="10579" y="5877"/>
                </a:lnTo>
                <a:close/>
                <a:moveTo>
                  <a:pt x="10096" y="5877"/>
                </a:moveTo>
                <a:lnTo>
                  <a:pt x="10096" y="6327"/>
                </a:lnTo>
                <a:lnTo>
                  <a:pt x="10546" y="6327"/>
                </a:lnTo>
                <a:lnTo>
                  <a:pt x="10546" y="5877"/>
                </a:lnTo>
                <a:lnTo>
                  <a:pt x="10096" y="5877"/>
                </a:lnTo>
                <a:close/>
                <a:moveTo>
                  <a:pt x="9614" y="5877"/>
                </a:moveTo>
                <a:lnTo>
                  <a:pt x="9614" y="6327"/>
                </a:lnTo>
                <a:lnTo>
                  <a:pt x="10063" y="6327"/>
                </a:lnTo>
                <a:lnTo>
                  <a:pt x="10063" y="5877"/>
                </a:lnTo>
                <a:lnTo>
                  <a:pt x="9614" y="5877"/>
                </a:lnTo>
                <a:close/>
                <a:moveTo>
                  <a:pt x="9131" y="5877"/>
                </a:moveTo>
                <a:lnTo>
                  <a:pt x="9131" y="6327"/>
                </a:lnTo>
                <a:lnTo>
                  <a:pt x="9581" y="6327"/>
                </a:lnTo>
                <a:lnTo>
                  <a:pt x="9581" y="5877"/>
                </a:lnTo>
                <a:lnTo>
                  <a:pt x="9131" y="5877"/>
                </a:lnTo>
                <a:close/>
                <a:moveTo>
                  <a:pt x="8648" y="5877"/>
                </a:moveTo>
                <a:lnTo>
                  <a:pt x="8648" y="6327"/>
                </a:lnTo>
                <a:lnTo>
                  <a:pt x="9098" y="6327"/>
                </a:lnTo>
                <a:lnTo>
                  <a:pt x="9098" y="5877"/>
                </a:lnTo>
                <a:lnTo>
                  <a:pt x="8648" y="5877"/>
                </a:lnTo>
                <a:close/>
                <a:moveTo>
                  <a:pt x="8166" y="5877"/>
                </a:moveTo>
                <a:lnTo>
                  <a:pt x="8166" y="6327"/>
                </a:lnTo>
                <a:lnTo>
                  <a:pt x="8615" y="6327"/>
                </a:lnTo>
                <a:lnTo>
                  <a:pt x="8615" y="5877"/>
                </a:lnTo>
                <a:lnTo>
                  <a:pt x="8166" y="5877"/>
                </a:lnTo>
                <a:close/>
                <a:moveTo>
                  <a:pt x="7683" y="5877"/>
                </a:moveTo>
                <a:lnTo>
                  <a:pt x="7683" y="6327"/>
                </a:lnTo>
                <a:lnTo>
                  <a:pt x="8133" y="6327"/>
                </a:lnTo>
                <a:lnTo>
                  <a:pt x="8133" y="5877"/>
                </a:lnTo>
                <a:lnTo>
                  <a:pt x="7683" y="5877"/>
                </a:lnTo>
                <a:close/>
                <a:moveTo>
                  <a:pt x="7200" y="5877"/>
                </a:moveTo>
                <a:lnTo>
                  <a:pt x="7200" y="6327"/>
                </a:lnTo>
                <a:lnTo>
                  <a:pt x="7650" y="6327"/>
                </a:lnTo>
                <a:lnTo>
                  <a:pt x="7650" y="5877"/>
                </a:lnTo>
                <a:lnTo>
                  <a:pt x="7200" y="5877"/>
                </a:lnTo>
                <a:close/>
                <a:moveTo>
                  <a:pt x="6718" y="5877"/>
                </a:moveTo>
                <a:lnTo>
                  <a:pt x="6718" y="6327"/>
                </a:lnTo>
                <a:lnTo>
                  <a:pt x="7167" y="6327"/>
                </a:lnTo>
                <a:lnTo>
                  <a:pt x="7167" y="5877"/>
                </a:lnTo>
                <a:lnTo>
                  <a:pt x="6718" y="5877"/>
                </a:lnTo>
                <a:close/>
                <a:moveTo>
                  <a:pt x="6235" y="5877"/>
                </a:moveTo>
                <a:lnTo>
                  <a:pt x="6235" y="6327"/>
                </a:lnTo>
                <a:lnTo>
                  <a:pt x="6685" y="6327"/>
                </a:lnTo>
                <a:lnTo>
                  <a:pt x="6685" y="5877"/>
                </a:lnTo>
                <a:lnTo>
                  <a:pt x="6235" y="5877"/>
                </a:lnTo>
                <a:close/>
                <a:moveTo>
                  <a:pt x="5752" y="5877"/>
                </a:moveTo>
                <a:lnTo>
                  <a:pt x="5752" y="6327"/>
                </a:lnTo>
                <a:lnTo>
                  <a:pt x="6202" y="6327"/>
                </a:lnTo>
                <a:lnTo>
                  <a:pt x="6202" y="5877"/>
                </a:lnTo>
                <a:lnTo>
                  <a:pt x="5752" y="5877"/>
                </a:lnTo>
                <a:close/>
                <a:moveTo>
                  <a:pt x="5270" y="5877"/>
                </a:moveTo>
                <a:lnTo>
                  <a:pt x="5270" y="6327"/>
                </a:lnTo>
                <a:lnTo>
                  <a:pt x="5719" y="6327"/>
                </a:lnTo>
                <a:lnTo>
                  <a:pt x="5719" y="5877"/>
                </a:lnTo>
                <a:lnTo>
                  <a:pt x="5270" y="5877"/>
                </a:lnTo>
                <a:close/>
                <a:moveTo>
                  <a:pt x="4787" y="5877"/>
                </a:moveTo>
                <a:lnTo>
                  <a:pt x="4787" y="6327"/>
                </a:lnTo>
                <a:lnTo>
                  <a:pt x="5237" y="6327"/>
                </a:lnTo>
                <a:lnTo>
                  <a:pt x="5237" y="5877"/>
                </a:lnTo>
                <a:lnTo>
                  <a:pt x="4787" y="5877"/>
                </a:lnTo>
                <a:close/>
                <a:moveTo>
                  <a:pt x="4304" y="5877"/>
                </a:moveTo>
                <a:lnTo>
                  <a:pt x="4304" y="6327"/>
                </a:lnTo>
                <a:lnTo>
                  <a:pt x="4754" y="6327"/>
                </a:lnTo>
                <a:lnTo>
                  <a:pt x="4754" y="5877"/>
                </a:lnTo>
                <a:lnTo>
                  <a:pt x="4304" y="5877"/>
                </a:lnTo>
                <a:close/>
                <a:moveTo>
                  <a:pt x="3822" y="5877"/>
                </a:moveTo>
                <a:lnTo>
                  <a:pt x="3822" y="6327"/>
                </a:lnTo>
                <a:lnTo>
                  <a:pt x="4271" y="6327"/>
                </a:lnTo>
                <a:lnTo>
                  <a:pt x="4271" y="5877"/>
                </a:lnTo>
                <a:lnTo>
                  <a:pt x="3822" y="5877"/>
                </a:lnTo>
                <a:close/>
                <a:moveTo>
                  <a:pt x="3339" y="5877"/>
                </a:moveTo>
                <a:lnTo>
                  <a:pt x="3339" y="6327"/>
                </a:lnTo>
                <a:lnTo>
                  <a:pt x="3789" y="6327"/>
                </a:lnTo>
                <a:lnTo>
                  <a:pt x="3789" y="5877"/>
                </a:lnTo>
                <a:lnTo>
                  <a:pt x="3339" y="5877"/>
                </a:lnTo>
                <a:close/>
                <a:moveTo>
                  <a:pt x="2856" y="5877"/>
                </a:moveTo>
                <a:lnTo>
                  <a:pt x="2856" y="6327"/>
                </a:lnTo>
                <a:lnTo>
                  <a:pt x="3306" y="6327"/>
                </a:lnTo>
                <a:lnTo>
                  <a:pt x="3306" y="5877"/>
                </a:lnTo>
                <a:lnTo>
                  <a:pt x="2856" y="5877"/>
                </a:lnTo>
                <a:close/>
                <a:moveTo>
                  <a:pt x="2374" y="5877"/>
                </a:moveTo>
                <a:lnTo>
                  <a:pt x="2374" y="6327"/>
                </a:lnTo>
                <a:lnTo>
                  <a:pt x="2823" y="6327"/>
                </a:lnTo>
                <a:lnTo>
                  <a:pt x="2823" y="5877"/>
                </a:lnTo>
                <a:lnTo>
                  <a:pt x="2374" y="5877"/>
                </a:lnTo>
                <a:close/>
                <a:moveTo>
                  <a:pt x="1891" y="5877"/>
                </a:moveTo>
                <a:lnTo>
                  <a:pt x="1891" y="6327"/>
                </a:lnTo>
                <a:lnTo>
                  <a:pt x="2341" y="6327"/>
                </a:lnTo>
                <a:lnTo>
                  <a:pt x="2341" y="5877"/>
                </a:lnTo>
                <a:lnTo>
                  <a:pt x="1891" y="5877"/>
                </a:lnTo>
                <a:close/>
                <a:moveTo>
                  <a:pt x="1408" y="5877"/>
                </a:moveTo>
                <a:lnTo>
                  <a:pt x="1408" y="6327"/>
                </a:lnTo>
                <a:lnTo>
                  <a:pt x="1858" y="6327"/>
                </a:lnTo>
                <a:lnTo>
                  <a:pt x="1858" y="5877"/>
                </a:lnTo>
                <a:lnTo>
                  <a:pt x="1408" y="5877"/>
                </a:lnTo>
                <a:close/>
                <a:moveTo>
                  <a:pt x="926" y="5877"/>
                </a:moveTo>
                <a:lnTo>
                  <a:pt x="926" y="6327"/>
                </a:lnTo>
                <a:lnTo>
                  <a:pt x="1375" y="6327"/>
                </a:lnTo>
                <a:lnTo>
                  <a:pt x="1375" y="5877"/>
                </a:lnTo>
                <a:lnTo>
                  <a:pt x="926" y="5877"/>
                </a:lnTo>
                <a:close/>
                <a:moveTo>
                  <a:pt x="443" y="5877"/>
                </a:moveTo>
                <a:lnTo>
                  <a:pt x="443" y="6327"/>
                </a:lnTo>
                <a:lnTo>
                  <a:pt x="893" y="6327"/>
                </a:lnTo>
                <a:lnTo>
                  <a:pt x="893" y="5877"/>
                </a:lnTo>
                <a:lnTo>
                  <a:pt x="443" y="5877"/>
                </a:lnTo>
                <a:close/>
                <a:moveTo>
                  <a:pt x="18302" y="5346"/>
                </a:moveTo>
                <a:lnTo>
                  <a:pt x="18302" y="5358"/>
                </a:lnTo>
                <a:lnTo>
                  <a:pt x="18302" y="5812"/>
                </a:lnTo>
                <a:lnTo>
                  <a:pt x="18302" y="5844"/>
                </a:lnTo>
                <a:lnTo>
                  <a:pt x="18751" y="5844"/>
                </a:lnTo>
                <a:lnTo>
                  <a:pt x="18751" y="5812"/>
                </a:lnTo>
                <a:lnTo>
                  <a:pt x="18751" y="5358"/>
                </a:lnTo>
                <a:lnTo>
                  <a:pt x="18751" y="5346"/>
                </a:lnTo>
                <a:lnTo>
                  <a:pt x="18302" y="5346"/>
                </a:lnTo>
                <a:close/>
                <a:moveTo>
                  <a:pt x="17819" y="5346"/>
                </a:moveTo>
                <a:lnTo>
                  <a:pt x="17819" y="5358"/>
                </a:lnTo>
                <a:lnTo>
                  <a:pt x="17819" y="5812"/>
                </a:lnTo>
                <a:lnTo>
                  <a:pt x="17819" y="5844"/>
                </a:lnTo>
                <a:lnTo>
                  <a:pt x="18269" y="5844"/>
                </a:lnTo>
                <a:lnTo>
                  <a:pt x="18269" y="5812"/>
                </a:lnTo>
                <a:lnTo>
                  <a:pt x="18269" y="5358"/>
                </a:lnTo>
                <a:lnTo>
                  <a:pt x="18269" y="5346"/>
                </a:lnTo>
                <a:lnTo>
                  <a:pt x="17819" y="5346"/>
                </a:lnTo>
                <a:close/>
                <a:moveTo>
                  <a:pt x="17336" y="5346"/>
                </a:moveTo>
                <a:lnTo>
                  <a:pt x="17336" y="5358"/>
                </a:lnTo>
                <a:lnTo>
                  <a:pt x="17336" y="5812"/>
                </a:lnTo>
                <a:lnTo>
                  <a:pt x="17336" y="5844"/>
                </a:lnTo>
                <a:lnTo>
                  <a:pt x="17786" y="5844"/>
                </a:lnTo>
                <a:lnTo>
                  <a:pt x="17786" y="5812"/>
                </a:lnTo>
                <a:lnTo>
                  <a:pt x="17786" y="5358"/>
                </a:lnTo>
                <a:lnTo>
                  <a:pt x="17786" y="5346"/>
                </a:lnTo>
                <a:lnTo>
                  <a:pt x="17336" y="5346"/>
                </a:lnTo>
                <a:close/>
                <a:moveTo>
                  <a:pt x="16854" y="5346"/>
                </a:moveTo>
                <a:lnTo>
                  <a:pt x="16854" y="5358"/>
                </a:lnTo>
                <a:lnTo>
                  <a:pt x="16854" y="5812"/>
                </a:lnTo>
                <a:lnTo>
                  <a:pt x="16854" y="5844"/>
                </a:lnTo>
                <a:lnTo>
                  <a:pt x="17303" y="5844"/>
                </a:lnTo>
                <a:lnTo>
                  <a:pt x="17303" y="5812"/>
                </a:lnTo>
                <a:lnTo>
                  <a:pt x="17303" y="5358"/>
                </a:lnTo>
                <a:lnTo>
                  <a:pt x="17303" y="5346"/>
                </a:lnTo>
                <a:lnTo>
                  <a:pt x="16854" y="5346"/>
                </a:lnTo>
                <a:close/>
                <a:moveTo>
                  <a:pt x="16371" y="5346"/>
                </a:moveTo>
                <a:lnTo>
                  <a:pt x="16371" y="5358"/>
                </a:lnTo>
                <a:lnTo>
                  <a:pt x="16371" y="5812"/>
                </a:lnTo>
                <a:lnTo>
                  <a:pt x="16371" y="5844"/>
                </a:lnTo>
                <a:lnTo>
                  <a:pt x="16821" y="5844"/>
                </a:lnTo>
                <a:lnTo>
                  <a:pt x="16821" y="5812"/>
                </a:lnTo>
                <a:lnTo>
                  <a:pt x="16821" y="5358"/>
                </a:lnTo>
                <a:lnTo>
                  <a:pt x="16821" y="5346"/>
                </a:lnTo>
                <a:lnTo>
                  <a:pt x="16371" y="5346"/>
                </a:lnTo>
                <a:close/>
                <a:moveTo>
                  <a:pt x="15888" y="5346"/>
                </a:moveTo>
                <a:lnTo>
                  <a:pt x="15888" y="5358"/>
                </a:lnTo>
                <a:lnTo>
                  <a:pt x="15888" y="5812"/>
                </a:lnTo>
                <a:lnTo>
                  <a:pt x="15888" y="5844"/>
                </a:lnTo>
                <a:lnTo>
                  <a:pt x="16338" y="5844"/>
                </a:lnTo>
                <a:lnTo>
                  <a:pt x="16338" y="5812"/>
                </a:lnTo>
                <a:lnTo>
                  <a:pt x="16338" y="5358"/>
                </a:lnTo>
                <a:lnTo>
                  <a:pt x="16338" y="5346"/>
                </a:lnTo>
                <a:lnTo>
                  <a:pt x="15888" y="5346"/>
                </a:lnTo>
                <a:close/>
                <a:moveTo>
                  <a:pt x="15406" y="5346"/>
                </a:moveTo>
                <a:lnTo>
                  <a:pt x="15406" y="5358"/>
                </a:lnTo>
                <a:lnTo>
                  <a:pt x="15406" y="5812"/>
                </a:lnTo>
                <a:lnTo>
                  <a:pt x="15406" y="5844"/>
                </a:lnTo>
                <a:lnTo>
                  <a:pt x="15855" y="5844"/>
                </a:lnTo>
                <a:lnTo>
                  <a:pt x="15855" y="5812"/>
                </a:lnTo>
                <a:lnTo>
                  <a:pt x="15855" y="5358"/>
                </a:lnTo>
                <a:lnTo>
                  <a:pt x="15855" y="5346"/>
                </a:lnTo>
                <a:lnTo>
                  <a:pt x="15406" y="5346"/>
                </a:lnTo>
                <a:close/>
                <a:moveTo>
                  <a:pt x="14923" y="5346"/>
                </a:moveTo>
                <a:lnTo>
                  <a:pt x="14923" y="5358"/>
                </a:lnTo>
                <a:lnTo>
                  <a:pt x="14923" y="5812"/>
                </a:lnTo>
                <a:lnTo>
                  <a:pt x="14923" y="5844"/>
                </a:lnTo>
                <a:lnTo>
                  <a:pt x="15373" y="5844"/>
                </a:lnTo>
                <a:lnTo>
                  <a:pt x="15373" y="5812"/>
                </a:lnTo>
                <a:lnTo>
                  <a:pt x="15373" y="5358"/>
                </a:lnTo>
                <a:lnTo>
                  <a:pt x="15373" y="5346"/>
                </a:lnTo>
                <a:lnTo>
                  <a:pt x="14923" y="5346"/>
                </a:lnTo>
                <a:close/>
                <a:moveTo>
                  <a:pt x="14440" y="5346"/>
                </a:moveTo>
                <a:lnTo>
                  <a:pt x="14440" y="5358"/>
                </a:lnTo>
                <a:lnTo>
                  <a:pt x="14440" y="5812"/>
                </a:lnTo>
                <a:lnTo>
                  <a:pt x="14440" y="5844"/>
                </a:lnTo>
                <a:lnTo>
                  <a:pt x="14890" y="5844"/>
                </a:lnTo>
                <a:lnTo>
                  <a:pt x="14890" y="5812"/>
                </a:lnTo>
                <a:lnTo>
                  <a:pt x="14890" y="5358"/>
                </a:lnTo>
                <a:lnTo>
                  <a:pt x="14890" y="5346"/>
                </a:lnTo>
                <a:lnTo>
                  <a:pt x="14440" y="5346"/>
                </a:lnTo>
                <a:close/>
                <a:moveTo>
                  <a:pt x="13958" y="5346"/>
                </a:moveTo>
                <a:lnTo>
                  <a:pt x="13958" y="5358"/>
                </a:lnTo>
                <a:lnTo>
                  <a:pt x="13958" y="5812"/>
                </a:lnTo>
                <a:lnTo>
                  <a:pt x="13958" y="5844"/>
                </a:lnTo>
                <a:lnTo>
                  <a:pt x="14407" y="5844"/>
                </a:lnTo>
                <a:lnTo>
                  <a:pt x="14407" y="5812"/>
                </a:lnTo>
                <a:lnTo>
                  <a:pt x="14407" y="5358"/>
                </a:lnTo>
                <a:lnTo>
                  <a:pt x="14407" y="5346"/>
                </a:lnTo>
                <a:lnTo>
                  <a:pt x="13958" y="5346"/>
                </a:lnTo>
                <a:close/>
                <a:moveTo>
                  <a:pt x="13475" y="5346"/>
                </a:moveTo>
                <a:lnTo>
                  <a:pt x="13475" y="5358"/>
                </a:lnTo>
                <a:lnTo>
                  <a:pt x="13475" y="5812"/>
                </a:lnTo>
                <a:lnTo>
                  <a:pt x="13475" y="5844"/>
                </a:lnTo>
                <a:lnTo>
                  <a:pt x="13925" y="5844"/>
                </a:lnTo>
                <a:lnTo>
                  <a:pt x="13925" y="5812"/>
                </a:lnTo>
                <a:lnTo>
                  <a:pt x="13925" y="5358"/>
                </a:lnTo>
                <a:lnTo>
                  <a:pt x="13925" y="5346"/>
                </a:lnTo>
                <a:lnTo>
                  <a:pt x="13475" y="5346"/>
                </a:lnTo>
                <a:close/>
                <a:moveTo>
                  <a:pt x="12992" y="5346"/>
                </a:moveTo>
                <a:lnTo>
                  <a:pt x="12992" y="5358"/>
                </a:lnTo>
                <a:lnTo>
                  <a:pt x="12992" y="5812"/>
                </a:lnTo>
                <a:lnTo>
                  <a:pt x="12992" y="5844"/>
                </a:lnTo>
                <a:lnTo>
                  <a:pt x="13442" y="5844"/>
                </a:lnTo>
                <a:lnTo>
                  <a:pt x="13442" y="5812"/>
                </a:lnTo>
                <a:lnTo>
                  <a:pt x="13442" y="5358"/>
                </a:lnTo>
                <a:lnTo>
                  <a:pt x="13442" y="5346"/>
                </a:lnTo>
                <a:lnTo>
                  <a:pt x="12992" y="5346"/>
                </a:lnTo>
                <a:close/>
                <a:moveTo>
                  <a:pt x="12510" y="5346"/>
                </a:moveTo>
                <a:lnTo>
                  <a:pt x="12510" y="5358"/>
                </a:lnTo>
                <a:lnTo>
                  <a:pt x="12510" y="5812"/>
                </a:lnTo>
                <a:lnTo>
                  <a:pt x="12510" y="5844"/>
                </a:lnTo>
                <a:lnTo>
                  <a:pt x="12959" y="5844"/>
                </a:lnTo>
                <a:lnTo>
                  <a:pt x="12959" y="5812"/>
                </a:lnTo>
                <a:lnTo>
                  <a:pt x="12959" y="5358"/>
                </a:lnTo>
                <a:lnTo>
                  <a:pt x="12959" y="5346"/>
                </a:lnTo>
                <a:lnTo>
                  <a:pt x="12510" y="5346"/>
                </a:lnTo>
                <a:close/>
                <a:moveTo>
                  <a:pt x="12027" y="5346"/>
                </a:moveTo>
                <a:lnTo>
                  <a:pt x="12027" y="5358"/>
                </a:lnTo>
                <a:lnTo>
                  <a:pt x="12027" y="5812"/>
                </a:lnTo>
                <a:lnTo>
                  <a:pt x="12027" y="5844"/>
                </a:lnTo>
                <a:lnTo>
                  <a:pt x="12477" y="5844"/>
                </a:lnTo>
                <a:lnTo>
                  <a:pt x="12477" y="5812"/>
                </a:lnTo>
                <a:lnTo>
                  <a:pt x="12477" y="5358"/>
                </a:lnTo>
                <a:lnTo>
                  <a:pt x="12477" y="5346"/>
                </a:lnTo>
                <a:lnTo>
                  <a:pt x="12027" y="5346"/>
                </a:lnTo>
                <a:close/>
                <a:moveTo>
                  <a:pt x="11544" y="5346"/>
                </a:moveTo>
                <a:lnTo>
                  <a:pt x="11544" y="5358"/>
                </a:lnTo>
                <a:lnTo>
                  <a:pt x="11544" y="5812"/>
                </a:lnTo>
                <a:lnTo>
                  <a:pt x="11544" y="5844"/>
                </a:lnTo>
                <a:lnTo>
                  <a:pt x="11994" y="5844"/>
                </a:lnTo>
                <a:lnTo>
                  <a:pt x="11994" y="5812"/>
                </a:lnTo>
                <a:lnTo>
                  <a:pt x="11994" y="5358"/>
                </a:lnTo>
                <a:lnTo>
                  <a:pt x="11994" y="5346"/>
                </a:lnTo>
                <a:lnTo>
                  <a:pt x="11544" y="5346"/>
                </a:lnTo>
                <a:close/>
                <a:moveTo>
                  <a:pt x="11062" y="5346"/>
                </a:moveTo>
                <a:lnTo>
                  <a:pt x="11062" y="5358"/>
                </a:lnTo>
                <a:lnTo>
                  <a:pt x="11062" y="5812"/>
                </a:lnTo>
                <a:lnTo>
                  <a:pt x="11062" y="5844"/>
                </a:lnTo>
                <a:lnTo>
                  <a:pt x="11511" y="5844"/>
                </a:lnTo>
                <a:lnTo>
                  <a:pt x="11511" y="5812"/>
                </a:lnTo>
                <a:lnTo>
                  <a:pt x="11511" y="5358"/>
                </a:lnTo>
                <a:lnTo>
                  <a:pt x="11511" y="5346"/>
                </a:lnTo>
                <a:lnTo>
                  <a:pt x="11062" y="5346"/>
                </a:lnTo>
                <a:close/>
                <a:moveTo>
                  <a:pt x="10579" y="5346"/>
                </a:moveTo>
                <a:lnTo>
                  <a:pt x="10579" y="5358"/>
                </a:lnTo>
                <a:lnTo>
                  <a:pt x="10579" y="5812"/>
                </a:lnTo>
                <a:lnTo>
                  <a:pt x="10579" y="5844"/>
                </a:lnTo>
                <a:lnTo>
                  <a:pt x="11029" y="5844"/>
                </a:lnTo>
                <a:lnTo>
                  <a:pt x="11029" y="5812"/>
                </a:lnTo>
                <a:lnTo>
                  <a:pt x="11029" y="5358"/>
                </a:lnTo>
                <a:lnTo>
                  <a:pt x="11029" y="5346"/>
                </a:lnTo>
                <a:lnTo>
                  <a:pt x="10579" y="5346"/>
                </a:lnTo>
                <a:close/>
                <a:moveTo>
                  <a:pt x="10096" y="5346"/>
                </a:moveTo>
                <a:lnTo>
                  <a:pt x="10096" y="5358"/>
                </a:lnTo>
                <a:lnTo>
                  <a:pt x="10096" y="5812"/>
                </a:lnTo>
                <a:lnTo>
                  <a:pt x="10096" y="5844"/>
                </a:lnTo>
                <a:lnTo>
                  <a:pt x="10546" y="5844"/>
                </a:lnTo>
                <a:lnTo>
                  <a:pt x="10546" y="5812"/>
                </a:lnTo>
                <a:lnTo>
                  <a:pt x="10546" y="5358"/>
                </a:lnTo>
                <a:lnTo>
                  <a:pt x="10546" y="5346"/>
                </a:lnTo>
                <a:lnTo>
                  <a:pt x="10096" y="5346"/>
                </a:lnTo>
                <a:close/>
                <a:moveTo>
                  <a:pt x="9614" y="5346"/>
                </a:moveTo>
                <a:lnTo>
                  <a:pt x="9614" y="5358"/>
                </a:lnTo>
                <a:lnTo>
                  <a:pt x="9614" y="5812"/>
                </a:lnTo>
                <a:lnTo>
                  <a:pt x="9614" y="5844"/>
                </a:lnTo>
                <a:lnTo>
                  <a:pt x="10063" y="5844"/>
                </a:lnTo>
                <a:lnTo>
                  <a:pt x="10063" y="5812"/>
                </a:lnTo>
                <a:lnTo>
                  <a:pt x="10063" y="5358"/>
                </a:lnTo>
                <a:lnTo>
                  <a:pt x="10063" y="5346"/>
                </a:lnTo>
                <a:lnTo>
                  <a:pt x="9614" y="5346"/>
                </a:lnTo>
                <a:close/>
                <a:moveTo>
                  <a:pt x="9131" y="5346"/>
                </a:moveTo>
                <a:lnTo>
                  <a:pt x="9131" y="5358"/>
                </a:lnTo>
                <a:lnTo>
                  <a:pt x="9131" y="5812"/>
                </a:lnTo>
                <a:lnTo>
                  <a:pt x="9131" y="5844"/>
                </a:lnTo>
                <a:lnTo>
                  <a:pt x="9581" y="5844"/>
                </a:lnTo>
                <a:lnTo>
                  <a:pt x="9581" y="5812"/>
                </a:lnTo>
                <a:lnTo>
                  <a:pt x="9581" y="5358"/>
                </a:lnTo>
                <a:lnTo>
                  <a:pt x="9581" y="5346"/>
                </a:lnTo>
                <a:lnTo>
                  <a:pt x="9131" y="5346"/>
                </a:lnTo>
                <a:close/>
                <a:moveTo>
                  <a:pt x="8648" y="5346"/>
                </a:moveTo>
                <a:lnTo>
                  <a:pt x="8648" y="5358"/>
                </a:lnTo>
                <a:lnTo>
                  <a:pt x="8648" y="5812"/>
                </a:lnTo>
                <a:lnTo>
                  <a:pt x="8648" y="5844"/>
                </a:lnTo>
                <a:lnTo>
                  <a:pt x="9098" y="5844"/>
                </a:lnTo>
                <a:lnTo>
                  <a:pt x="9098" y="5812"/>
                </a:lnTo>
                <a:lnTo>
                  <a:pt x="9098" y="5358"/>
                </a:lnTo>
                <a:lnTo>
                  <a:pt x="9098" y="5346"/>
                </a:lnTo>
                <a:lnTo>
                  <a:pt x="8648" y="5346"/>
                </a:lnTo>
                <a:close/>
                <a:moveTo>
                  <a:pt x="8166" y="5346"/>
                </a:moveTo>
                <a:lnTo>
                  <a:pt x="8166" y="5358"/>
                </a:lnTo>
                <a:lnTo>
                  <a:pt x="8166" y="5812"/>
                </a:lnTo>
                <a:lnTo>
                  <a:pt x="8166" y="5844"/>
                </a:lnTo>
                <a:lnTo>
                  <a:pt x="8615" y="5844"/>
                </a:lnTo>
                <a:lnTo>
                  <a:pt x="8615" y="5812"/>
                </a:lnTo>
                <a:lnTo>
                  <a:pt x="8615" y="5358"/>
                </a:lnTo>
                <a:lnTo>
                  <a:pt x="8615" y="5346"/>
                </a:lnTo>
                <a:lnTo>
                  <a:pt x="8166" y="5346"/>
                </a:lnTo>
                <a:close/>
                <a:moveTo>
                  <a:pt x="7683" y="5346"/>
                </a:moveTo>
                <a:lnTo>
                  <a:pt x="7683" y="5358"/>
                </a:lnTo>
                <a:lnTo>
                  <a:pt x="7683" y="5812"/>
                </a:lnTo>
                <a:lnTo>
                  <a:pt x="7683" y="5844"/>
                </a:lnTo>
                <a:lnTo>
                  <a:pt x="8133" y="5844"/>
                </a:lnTo>
                <a:lnTo>
                  <a:pt x="8133" y="5812"/>
                </a:lnTo>
                <a:lnTo>
                  <a:pt x="8133" y="5358"/>
                </a:lnTo>
                <a:lnTo>
                  <a:pt x="8133" y="5346"/>
                </a:lnTo>
                <a:lnTo>
                  <a:pt x="7683" y="5346"/>
                </a:lnTo>
                <a:close/>
                <a:moveTo>
                  <a:pt x="7200" y="5346"/>
                </a:moveTo>
                <a:lnTo>
                  <a:pt x="7200" y="5358"/>
                </a:lnTo>
                <a:lnTo>
                  <a:pt x="7200" y="5812"/>
                </a:lnTo>
                <a:lnTo>
                  <a:pt x="7200" y="5844"/>
                </a:lnTo>
                <a:lnTo>
                  <a:pt x="7650" y="5844"/>
                </a:lnTo>
                <a:lnTo>
                  <a:pt x="7650" y="5812"/>
                </a:lnTo>
                <a:lnTo>
                  <a:pt x="7650" y="5358"/>
                </a:lnTo>
                <a:lnTo>
                  <a:pt x="7650" y="5346"/>
                </a:lnTo>
                <a:lnTo>
                  <a:pt x="7200" y="5346"/>
                </a:lnTo>
                <a:close/>
                <a:moveTo>
                  <a:pt x="6718" y="5346"/>
                </a:moveTo>
                <a:lnTo>
                  <a:pt x="6718" y="5358"/>
                </a:lnTo>
                <a:lnTo>
                  <a:pt x="6718" y="5812"/>
                </a:lnTo>
                <a:lnTo>
                  <a:pt x="6718" y="5844"/>
                </a:lnTo>
                <a:lnTo>
                  <a:pt x="7167" y="5844"/>
                </a:lnTo>
                <a:lnTo>
                  <a:pt x="7167" y="5812"/>
                </a:lnTo>
                <a:lnTo>
                  <a:pt x="7167" y="5358"/>
                </a:lnTo>
                <a:lnTo>
                  <a:pt x="7167" y="5346"/>
                </a:lnTo>
                <a:lnTo>
                  <a:pt x="6718" y="5346"/>
                </a:lnTo>
                <a:close/>
                <a:moveTo>
                  <a:pt x="6235" y="5346"/>
                </a:moveTo>
                <a:lnTo>
                  <a:pt x="6235" y="5358"/>
                </a:lnTo>
                <a:lnTo>
                  <a:pt x="6235" y="5812"/>
                </a:lnTo>
                <a:lnTo>
                  <a:pt x="6235" y="5844"/>
                </a:lnTo>
                <a:lnTo>
                  <a:pt x="6685" y="5844"/>
                </a:lnTo>
                <a:lnTo>
                  <a:pt x="6685" y="5812"/>
                </a:lnTo>
                <a:lnTo>
                  <a:pt x="6685" y="5358"/>
                </a:lnTo>
                <a:lnTo>
                  <a:pt x="6685" y="5346"/>
                </a:lnTo>
                <a:lnTo>
                  <a:pt x="6235" y="5346"/>
                </a:lnTo>
                <a:close/>
                <a:moveTo>
                  <a:pt x="5752" y="5346"/>
                </a:moveTo>
                <a:lnTo>
                  <a:pt x="5752" y="5358"/>
                </a:lnTo>
                <a:lnTo>
                  <a:pt x="5752" y="5812"/>
                </a:lnTo>
                <a:lnTo>
                  <a:pt x="5752" y="5844"/>
                </a:lnTo>
                <a:lnTo>
                  <a:pt x="6202" y="5844"/>
                </a:lnTo>
                <a:lnTo>
                  <a:pt x="6202" y="5812"/>
                </a:lnTo>
                <a:lnTo>
                  <a:pt x="6202" y="5358"/>
                </a:lnTo>
                <a:lnTo>
                  <a:pt x="6202" y="5346"/>
                </a:lnTo>
                <a:lnTo>
                  <a:pt x="5752" y="5346"/>
                </a:lnTo>
                <a:close/>
                <a:moveTo>
                  <a:pt x="5270" y="5346"/>
                </a:moveTo>
                <a:lnTo>
                  <a:pt x="5270" y="5358"/>
                </a:lnTo>
                <a:lnTo>
                  <a:pt x="5270" y="5812"/>
                </a:lnTo>
                <a:lnTo>
                  <a:pt x="5270" y="5844"/>
                </a:lnTo>
                <a:lnTo>
                  <a:pt x="5719" y="5844"/>
                </a:lnTo>
                <a:lnTo>
                  <a:pt x="5719" y="5812"/>
                </a:lnTo>
                <a:lnTo>
                  <a:pt x="5719" y="5358"/>
                </a:lnTo>
                <a:lnTo>
                  <a:pt x="5719" y="5346"/>
                </a:lnTo>
                <a:lnTo>
                  <a:pt x="5270" y="5346"/>
                </a:lnTo>
                <a:close/>
                <a:moveTo>
                  <a:pt x="4787" y="5346"/>
                </a:moveTo>
                <a:lnTo>
                  <a:pt x="4787" y="5358"/>
                </a:lnTo>
                <a:lnTo>
                  <a:pt x="4787" y="5812"/>
                </a:lnTo>
                <a:lnTo>
                  <a:pt x="4787" y="5844"/>
                </a:lnTo>
                <a:lnTo>
                  <a:pt x="5237" y="5844"/>
                </a:lnTo>
                <a:lnTo>
                  <a:pt x="5237" y="5812"/>
                </a:lnTo>
                <a:lnTo>
                  <a:pt x="5237" y="5358"/>
                </a:lnTo>
                <a:lnTo>
                  <a:pt x="5237" y="5346"/>
                </a:lnTo>
                <a:lnTo>
                  <a:pt x="4787" y="5346"/>
                </a:lnTo>
                <a:close/>
                <a:moveTo>
                  <a:pt x="4304" y="5346"/>
                </a:moveTo>
                <a:lnTo>
                  <a:pt x="4304" y="5358"/>
                </a:lnTo>
                <a:lnTo>
                  <a:pt x="4304" y="5812"/>
                </a:lnTo>
                <a:lnTo>
                  <a:pt x="4304" y="5844"/>
                </a:lnTo>
                <a:lnTo>
                  <a:pt x="4754" y="5844"/>
                </a:lnTo>
                <a:lnTo>
                  <a:pt x="4754" y="5812"/>
                </a:lnTo>
                <a:lnTo>
                  <a:pt x="4754" y="5358"/>
                </a:lnTo>
                <a:lnTo>
                  <a:pt x="4754" y="5346"/>
                </a:lnTo>
                <a:lnTo>
                  <a:pt x="4304" y="5346"/>
                </a:lnTo>
                <a:close/>
                <a:moveTo>
                  <a:pt x="3822" y="5346"/>
                </a:moveTo>
                <a:lnTo>
                  <a:pt x="3822" y="5358"/>
                </a:lnTo>
                <a:lnTo>
                  <a:pt x="3822" y="5812"/>
                </a:lnTo>
                <a:lnTo>
                  <a:pt x="3822" y="5844"/>
                </a:lnTo>
                <a:lnTo>
                  <a:pt x="4271" y="5844"/>
                </a:lnTo>
                <a:lnTo>
                  <a:pt x="4271" y="5812"/>
                </a:lnTo>
                <a:lnTo>
                  <a:pt x="4271" y="5358"/>
                </a:lnTo>
                <a:lnTo>
                  <a:pt x="4271" y="5346"/>
                </a:lnTo>
                <a:lnTo>
                  <a:pt x="3822" y="5346"/>
                </a:lnTo>
                <a:close/>
                <a:moveTo>
                  <a:pt x="3339" y="5346"/>
                </a:moveTo>
                <a:lnTo>
                  <a:pt x="3339" y="5358"/>
                </a:lnTo>
                <a:lnTo>
                  <a:pt x="3339" y="5812"/>
                </a:lnTo>
                <a:lnTo>
                  <a:pt x="3339" y="5844"/>
                </a:lnTo>
                <a:lnTo>
                  <a:pt x="3789" y="5844"/>
                </a:lnTo>
                <a:lnTo>
                  <a:pt x="3789" y="5812"/>
                </a:lnTo>
                <a:lnTo>
                  <a:pt x="3789" y="5358"/>
                </a:lnTo>
                <a:lnTo>
                  <a:pt x="3789" y="5346"/>
                </a:lnTo>
                <a:lnTo>
                  <a:pt x="3339" y="5346"/>
                </a:lnTo>
                <a:close/>
                <a:moveTo>
                  <a:pt x="2856" y="5346"/>
                </a:moveTo>
                <a:lnTo>
                  <a:pt x="2856" y="5358"/>
                </a:lnTo>
                <a:lnTo>
                  <a:pt x="2856" y="5812"/>
                </a:lnTo>
                <a:lnTo>
                  <a:pt x="2856" y="5844"/>
                </a:lnTo>
                <a:lnTo>
                  <a:pt x="3306" y="5844"/>
                </a:lnTo>
                <a:lnTo>
                  <a:pt x="3306" y="5812"/>
                </a:lnTo>
                <a:lnTo>
                  <a:pt x="3306" y="5358"/>
                </a:lnTo>
                <a:lnTo>
                  <a:pt x="3306" y="5346"/>
                </a:lnTo>
                <a:lnTo>
                  <a:pt x="2856" y="5346"/>
                </a:lnTo>
                <a:close/>
                <a:moveTo>
                  <a:pt x="2374" y="5346"/>
                </a:moveTo>
                <a:lnTo>
                  <a:pt x="2374" y="5358"/>
                </a:lnTo>
                <a:lnTo>
                  <a:pt x="2374" y="5812"/>
                </a:lnTo>
                <a:lnTo>
                  <a:pt x="2374" y="5844"/>
                </a:lnTo>
                <a:lnTo>
                  <a:pt x="2823" y="5844"/>
                </a:lnTo>
                <a:lnTo>
                  <a:pt x="2823" y="5812"/>
                </a:lnTo>
                <a:lnTo>
                  <a:pt x="2823" y="5358"/>
                </a:lnTo>
                <a:lnTo>
                  <a:pt x="2823" y="5346"/>
                </a:lnTo>
                <a:lnTo>
                  <a:pt x="2374" y="5346"/>
                </a:lnTo>
                <a:close/>
                <a:moveTo>
                  <a:pt x="1891" y="5346"/>
                </a:moveTo>
                <a:lnTo>
                  <a:pt x="1891" y="5358"/>
                </a:lnTo>
                <a:lnTo>
                  <a:pt x="1891" y="5812"/>
                </a:lnTo>
                <a:lnTo>
                  <a:pt x="1891" y="5844"/>
                </a:lnTo>
                <a:lnTo>
                  <a:pt x="2341" y="5844"/>
                </a:lnTo>
                <a:lnTo>
                  <a:pt x="2341" y="5812"/>
                </a:lnTo>
                <a:lnTo>
                  <a:pt x="2341" y="5358"/>
                </a:lnTo>
                <a:lnTo>
                  <a:pt x="2341" y="5346"/>
                </a:lnTo>
                <a:lnTo>
                  <a:pt x="1891" y="5346"/>
                </a:lnTo>
                <a:close/>
                <a:moveTo>
                  <a:pt x="1408" y="5346"/>
                </a:moveTo>
                <a:lnTo>
                  <a:pt x="1408" y="5358"/>
                </a:lnTo>
                <a:lnTo>
                  <a:pt x="1408" y="5812"/>
                </a:lnTo>
                <a:lnTo>
                  <a:pt x="1408" y="5844"/>
                </a:lnTo>
                <a:lnTo>
                  <a:pt x="1858" y="5844"/>
                </a:lnTo>
                <a:lnTo>
                  <a:pt x="1858" y="5812"/>
                </a:lnTo>
                <a:lnTo>
                  <a:pt x="1858" y="5358"/>
                </a:lnTo>
                <a:lnTo>
                  <a:pt x="1858" y="5346"/>
                </a:lnTo>
                <a:lnTo>
                  <a:pt x="1408" y="5346"/>
                </a:lnTo>
                <a:close/>
                <a:moveTo>
                  <a:pt x="926" y="5346"/>
                </a:moveTo>
                <a:lnTo>
                  <a:pt x="926" y="5358"/>
                </a:lnTo>
                <a:lnTo>
                  <a:pt x="926" y="5812"/>
                </a:lnTo>
                <a:lnTo>
                  <a:pt x="926" y="5844"/>
                </a:lnTo>
                <a:lnTo>
                  <a:pt x="1375" y="5844"/>
                </a:lnTo>
                <a:lnTo>
                  <a:pt x="1375" y="5812"/>
                </a:lnTo>
                <a:lnTo>
                  <a:pt x="1375" y="5358"/>
                </a:lnTo>
                <a:lnTo>
                  <a:pt x="1375" y="5346"/>
                </a:lnTo>
                <a:lnTo>
                  <a:pt x="926" y="5346"/>
                </a:lnTo>
                <a:close/>
                <a:moveTo>
                  <a:pt x="443" y="5346"/>
                </a:moveTo>
                <a:lnTo>
                  <a:pt x="443" y="5358"/>
                </a:lnTo>
                <a:lnTo>
                  <a:pt x="443" y="5812"/>
                </a:lnTo>
                <a:lnTo>
                  <a:pt x="443" y="5844"/>
                </a:lnTo>
                <a:lnTo>
                  <a:pt x="893" y="5844"/>
                </a:lnTo>
                <a:lnTo>
                  <a:pt x="893" y="5812"/>
                </a:lnTo>
                <a:lnTo>
                  <a:pt x="893" y="5358"/>
                </a:lnTo>
                <a:lnTo>
                  <a:pt x="893" y="5346"/>
                </a:lnTo>
                <a:lnTo>
                  <a:pt x="443" y="5346"/>
                </a:lnTo>
                <a:close/>
                <a:moveTo>
                  <a:pt x="18302" y="4863"/>
                </a:moveTo>
                <a:lnTo>
                  <a:pt x="18302" y="5313"/>
                </a:lnTo>
                <a:lnTo>
                  <a:pt x="18751" y="5313"/>
                </a:lnTo>
                <a:lnTo>
                  <a:pt x="18751" y="4863"/>
                </a:lnTo>
                <a:lnTo>
                  <a:pt x="18302" y="4863"/>
                </a:lnTo>
                <a:close/>
                <a:moveTo>
                  <a:pt x="17819" y="4863"/>
                </a:moveTo>
                <a:lnTo>
                  <a:pt x="17819" y="5313"/>
                </a:lnTo>
                <a:lnTo>
                  <a:pt x="18269" y="5313"/>
                </a:lnTo>
                <a:lnTo>
                  <a:pt x="18269" y="4863"/>
                </a:lnTo>
                <a:lnTo>
                  <a:pt x="17819" y="4863"/>
                </a:lnTo>
                <a:close/>
                <a:moveTo>
                  <a:pt x="17336" y="4863"/>
                </a:moveTo>
                <a:lnTo>
                  <a:pt x="17336" y="5313"/>
                </a:lnTo>
                <a:lnTo>
                  <a:pt x="17786" y="5313"/>
                </a:lnTo>
                <a:lnTo>
                  <a:pt x="17786" y="4863"/>
                </a:lnTo>
                <a:lnTo>
                  <a:pt x="17336" y="4863"/>
                </a:lnTo>
                <a:close/>
                <a:moveTo>
                  <a:pt x="16854" y="4863"/>
                </a:moveTo>
                <a:lnTo>
                  <a:pt x="16854" y="5313"/>
                </a:lnTo>
                <a:lnTo>
                  <a:pt x="17303" y="5313"/>
                </a:lnTo>
                <a:lnTo>
                  <a:pt x="17303" y="4863"/>
                </a:lnTo>
                <a:lnTo>
                  <a:pt x="16854" y="4863"/>
                </a:lnTo>
                <a:close/>
                <a:moveTo>
                  <a:pt x="16371" y="4863"/>
                </a:moveTo>
                <a:lnTo>
                  <a:pt x="16371" y="5313"/>
                </a:lnTo>
                <a:lnTo>
                  <a:pt x="16821" y="5313"/>
                </a:lnTo>
                <a:lnTo>
                  <a:pt x="16821" y="4863"/>
                </a:lnTo>
                <a:lnTo>
                  <a:pt x="16371" y="4863"/>
                </a:lnTo>
                <a:close/>
                <a:moveTo>
                  <a:pt x="15888" y="4863"/>
                </a:moveTo>
                <a:lnTo>
                  <a:pt x="15888" y="5313"/>
                </a:lnTo>
                <a:lnTo>
                  <a:pt x="16338" y="5313"/>
                </a:lnTo>
                <a:lnTo>
                  <a:pt x="16338" y="4863"/>
                </a:lnTo>
                <a:lnTo>
                  <a:pt x="15888" y="4863"/>
                </a:lnTo>
                <a:close/>
                <a:moveTo>
                  <a:pt x="15406" y="4863"/>
                </a:moveTo>
                <a:lnTo>
                  <a:pt x="15406" y="5313"/>
                </a:lnTo>
                <a:lnTo>
                  <a:pt x="15855" y="5313"/>
                </a:lnTo>
                <a:lnTo>
                  <a:pt x="15855" y="4863"/>
                </a:lnTo>
                <a:lnTo>
                  <a:pt x="15406" y="4863"/>
                </a:lnTo>
                <a:close/>
                <a:moveTo>
                  <a:pt x="14923" y="4863"/>
                </a:moveTo>
                <a:lnTo>
                  <a:pt x="14923" y="5313"/>
                </a:lnTo>
                <a:lnTo>
                  <a:pt x="15373" y="5313"/>
                </a:lnTo>
                <a:lnTo>
                  <a:pt x="15373" y="4863"/>
                </a:lnTo>
                <a:lnTo>
                  <a:pt x="14923" y="4863"/>
                </a:lnTo>
                <a:close/>
                <a:moveTo>
                  <a:pt x="14440" y="4863"/>
                </a:moveTo>
                <a:lnTo>
                  <a:pt x="14440" y="5313"/>
                </a:lnTo>
                <a:lnTo>
                  <a:pt x="14890" y="5313"/>
                </a:lnTo>
                <a:lnTo>
                  <a:pt x="14890" y="4863"/>
                </a:lnTo>
                <a:lnTo>
                  <a:pt x="14440" y="4863"/>
                </a:lnTo>
                <a:close/>
                <a:moveTo>
                  <a:pt x="13958" y="4863"/>
                </a:moveTo>
                <a:lnTo>
                  <a:pt x="13958" y="5313"/>
                </a:lnTo>
                <a:lnTo>
                  <a:pt x="14407" y="5313"/>
                </a:lnTo>
                <a:lnTo>
                  <a:pt x="14407" y="4863"/>
                </a:lnTo>
                <a:lnTo>
                  <a:pt x="13958" y="4863"/>
                </a:lnTo>
                <a:close/>
                <a:moveTo>
                  <a:pt x="13475" y="4863"/>
                </a:moveTo>
                <a:lnTo>
                  <a:pt x="13475" y="5313"/>
                </a:lnTo>
                <a:lnTo>
                  <a:pt x="13925" y="5313"/>
                </a:lnTo>
                <a:lnTo>
                  <a:pt x="13925" y="4863"/>
                </a:lnTo>
                <a:lnTo>
                  <a:pt x="13475" y="4863"/>
                </a:lnTo>
                <a:close/>
                <a:moveTo>
                  <a:pt x="12992" y="4863"/>
                </a:moveTo>
                <a:lnTo>
                  <a:pt x="12992" y="5313"/>
                </a:lnTo>
                <a:lnTo>
                  <a:pt x="13442" y="5313"/>
                </a:lnTo>
                <a:lnTo>
                  <a:pt x="13442" y="4863"/>
                </a:lnTo>
                <a:lnTo>
                  <a:pt x="12992" y="4863"/>
                </a:lnTo>
                <a:close/>
                <a:moveTo>
                  <a:pt x="12510" y="4863"/>
                </a:moveTo>
                <a:lnTo>
                  <a:pt x="12510" y="5313"/>
                </a:lnTo>
                <a:lnTo>
                  <a:pt x="12959" y="5313"/>
                </a:lnTo>
                <a:lnTo>
                  <a:pt x="12959" y="4863"/>
                </a:lnTo>
                <a:lnTo>
                  <a:pt x="12510" y="4863"/>
                </a:lnTo>
                <a:close/>
                <a:moveTo>
                  <a:pt x="12027" y="4863"/>
                </a:moveTo>
                <a:lnTo>
                  <a:pt x="12027" y="5313"/>
                </a:lnTo>
                <a:lnTo>
                  <a:pt x="12477" y="5313"/>
                </a:lnTo>
                <a:lnTo>
                  <a:pt x="12477" y="4863"/>
                </a:lnTo>
                <a:lnTo>
                  <a:pt x="12027" y="4863"/>
                </a:lnTo>
                <a:close/>
                <a:moveTo>
                  <a:pt x="11544" y="4863"/>
                </a:moveTo>
                <a:lnTo>
                  <a:pt x="11544" y="5313"/>
                </a:lnTo>
                <a:lnTo>
                  <a:pt x="11994" y="5313"/>
                </a:lnTo>
                <a:lnTo>
                  <a:pt x="11994" y="4863"/>
                </a:lnTo>
                <a:lnTo>
                  <a:pt x="11544" y="4863"/>
                </a:lnTo>
                <a:close/>
                <a:moveTo>
                  <a:pt x="11062" y="4863"/>
                </a:moveTo>
                <a:lnTo>
                  <a:pt x="11062" y="5313"/>
                </a:lnTo>
                <a:lnTo>
                  <a:pt x="11511" y="5313"/>
                </a:lnTo>
                <a:lnTo>
                  <a:pt x="11511" y="4863"/>
                </a:lnTo>
                <a:lnTo>
                  <a:pt x="11062" y="4863"/>
                </a:lnTo>
                <a:close/>
                <a:moveTo>
                  <a:pt x="10579" y="4863"/>
                </a:moveTo>
                <a:lnTo>
                  <a:pt x="10579" y="5313"/>
                </a:lnTo>
                <a:lnTo>
                  <a:pt x="11029" y="5313"/>
                </a:lnTo>
                <a:lnTo>
                  <a:pt x="11029" y="4863"/>
                </a:lnTo>
                <a:lnTo>
                  <a:pt x="10579" y="4863"/>
                </a:lnTo>
                <a:close/>
                <a:moveTo>
                  <a:pt x="10096" y="4863"/>
                </a:moveTo>
                <a:lnTo>
                  <a:pt x="10096" y="5313"/>
                </a:lnTo>
                <a:lnTo>
                  <a:pt x="10546" y="5313"/>
                </a:lnTo>
                <a:lnTo>
                  <a:pt x="10546" y="4863"/>
                </a:lnTo>
                <a:lnTo>
                  <a:pt x="10096" y="4863"/>
                </a:lnTo>
                <a:close/>
                <a:moveTo>
                  <a:pt x="9614" y="4863"/>
                </a:moveTo>
                <a:lnTo>
                  <a:pt x="9614" y="5313"/>
                </a:lnTo>
                <a:lnTo>
                  <a:pt x="10063" y="5313"/>
                </a:lnTo>
                <a:lnTo>
                  <a:pt x="10063" y="4863"/>
                </a:lnTo>
                <a:lnTo>
                  <a:pt x="9614" y="4863"/>
                </a:lnTo>
                <a:close/>
                <a:moveTo>
                  <a:pt x="9131" y="4863"/>
                </a:moveTo>
                <a:lnTo>
                  <a:pt x="9131" y="5313"/>
                </a:lnTo>
                <a:lnTo>
                  <a:pt x="9581" y="5313"/>
                </a:lnTo>
                <a:lnTo>
                  <a:pt x="9581" y="4863"/>
                </a:lnTo>
                <a:lnTo>
                  <a:pt x="9131" y="4863"/>
                </a:lnTo>
                <a:close/>
                <a:moveTo>
                  <a:pt x="8648" y="4863"/>
                </a:moveTo>
                <a:lnTo>
                  <a:pt x="8648" y="5313"/>
                </a:lnTo>
                <a:lnTo>
                  <a:pt x="9098" y="5313"/>
                </a:lnTo>
                <a:lnTo>
                  <a:pt x="9098" y="4863"/>
                </a:lnTo>
                <a:lnTo>
                  <a:pt x="8648" y="4863"/>
                </a:lnTo>
                <a:close/>
                <a:moveTo>
                  <a:pt x="8166" y="4863"/>
                </a:moveTo>
                <a:lnTo>
                  <a:pt x="8166" y="5313"/>
                </a:lnTo>
                <a:lnTo>
                  <a:pt x="8615" y="5313"/>
                </a:lnTo>
                <a:lnTo>
                  <a:pt x="8615" y="4863"/>
                </a:lnTo>
                <a:lnTo>
                  <a:pt x="8166" y="4863"/>
                </a:lnTo>
                <a:close/>
                <a:moveTo>
                  <a:pt x="7683" y="4863"/>
                </a:moveTo>
                <a:lnTo>
                  <a:pt x="7683" y="5313"/>
                </a:lnTo>
                <a:lnTo>
                  <a:pt x="8133" y="5313"/>
                </a:lnTo>
                <a:lnTo>
                  <a:pt x="8133" y="4863"/>
                </a:lnTo>
                <a:lnTo>
                  <a:pt x="7683" y="4863"/>
                </a:lnTo>
                <a:close/>
                <a:moveTo>
                  <a:pt x="7200" y="4863"/>
                </a:moveTo>
                <a:lnTo>
                  <a:pt x="7200" y="5313"/>
                </a:lnTo>
                <a:lnTo>
                  <a:pt x="7650" y="5313"/>
                </a:lnTo>
                <a:lnTo>
                  <a:pt x="7650" y="4863"/>
                </a:lnTo>
                <a:lnTo>
                  <a:pt x="7200" y="4863"/>
                </a:lnTo>
                <a:close/>
                <a:moveTo>
                  <a:pt x="6718" y="4863"/>
                </a:moveTo>
                <a:lnTo>
                  <a:pt x="6718" y="5313"/>
                </a:lnTo>
                <a:lnTo>
                  <a:pt x="7167" y="5313"/>
                </a:lnTo>
                <a:lnTo>
                  <a:pt x="7167" y="4863"/>
                </a:lnTo>
                <a:lnTo>
                  <a:pt x="6718" y="4863"/>
                </a:lnTo>
                <a:close/>
                <a:moveTo>
                  <a:pt x="6235" y="4863"/>
                </a:moveTo>
                <a:lnTo>
                  <a:pt x="6235" y="5313"/>
                </a:lnTo>
                <a:lnTo>
                  <a:pt x="6685" y="5313"/>
                </a:lnTo>
                <a:lnTo>
                  <a:pt x="6685" y="4863"/>
                </a:lnTo>
                <a:lnTo>
                  <a:pt x="6235" y="4863"/>
                </a:lnTo>
                <a:close/>
                <a:moveTo>
                  <a:pt x="5752" y="4863"/>
                </a:moveTo>
                <a:lnTo>
                  <a:pt x="5752" y="5313"/>
                </a:lnTo>
                <a:lnTo>
                  <a:pt x="6202" y="5313"/>
                </a:lnTo>
                <a:lnTo>
                  <a:pt x="6202" y="4863"/>
                </a:lnTo>
                <a:lnTo>
                  <a:pt x="5752" y="4863"/>
                </a:lnTo>
                <a:close/>
                <a:moveTo>
                  <a:pt x="5270" y="4863"/>
                </a:moveTo>
                <a:lnTo>
                  <a:pt x="5270" y="5313"/>
                </a:lnTo>
                <a:lnTo>
                  <a:pt x="5719" y="5313"/>
                </a:lnTo>
                <a:lnTo>
                  <a:pt x="5719" y="4863"/>
                </a:lnTo>
                <a:lnTo>
                  <a:pt x="5270" y="4863"/>
                </a:lnTo>
                <a:close/>
                <a:moveTo>
                  <a:pt x="4787" y="4863"/>
                </a:moveTo>
                <a:lnTo>
                  <a:pt x="4787" y="5313"/>
                </a:lnTo>
                <a:lnTo>
                  <a:pt x="5237" y="5313"/>
                </a:lnTo>
                <a:lnTo>
                  <a:pt x="5237" y="4863"/>
                </a:lnTo>
                <a:lnTo>
                  <a:pt x="4787" y="4863"/>
                </a:lnTo>
                <a:close/>
                <a:moveTo>
                  <a:pt x="4304" y="4863"/>
                </a:moveTo>
                <a:lnTo>
                  <a:pt x="4304" y="5313"/>
                </a:lnTo>
                <a:lnTo>
                  <a:pt x="4754" y="5313"/>
                </a:lnTo>
                <a:lnTo>
                  <a:pt x="4754" y="4863"/>
                </a:lnTo>
                <a:lnTo>
                  <a:pt x="4304" y="4863"/>
                </a:lnTo>
                <a:close/>
                <a:moveTo>
                  <a:pt x="3822" y="4863"/>
                </a:moveTo>
                <a:lnTo>
                  <a:pt x="3822" y="5313"/>
                </a:lnTo>
                <a:lnTo>
                  <a:pt x="4271" y="5313"/>
                </a:lnTo>
                <a:lnTo>
                  <a:pt x="4271" y="4863"/>
                </a:lnTo>
                <a:lnTo>
                  <a:pt x="3822" y="4863"/>
                </a:lnTo>
                <a:close/>
                <a:moveTo>
                  <a:pt x="3339" y="4863"/>
                </a:moveTo>
                <a:lnTo>
                  <a:pt x="3339" y="5313"/>
                </a:lnTo>
                <a:lnTo>
                  <a:pt x="3789" y="5313"/>
                </a:lnTo>
                <a:lnTo>
                  <a:pt x="3789" y="4863"/>
                </a:lnTo>
                <a:lnTo>
                  <a:pt x="3339" y="4863"/>
                </a:lnTo>
                <a:close/>
                <a:moveTo>
                  <a:pt x="2856" y="4863"/>
                </a:moveTo>
                <a:lnTo>
                  <a:pt x="2856" y="5313"/>
                </a:lnTo>
                <a:lnTo>
                  <a:pt x="3306" y="5313"/>
                </a:lnTo>
                <a:lnTo>
                  <a:pt x="3306" y="4863"/>
                </a:lnTo>
                <a:lnTo>
                  <a:pt x="2856" y="4863"/>
                </a:lnTo>
                <a:close/>
                <a:moveTo>
                  <a:pt x="2374" y="4863"/>
                </a:moveTo>
                <a:lnTo>
                  <a:pt x="2374" y="5313"/>
                </a:lnTo>
                <a:lnTo>
                  <a:pt x="2823" y="5313"/>
                </a:lnTo>
                <a:lnTo>
                  <a:pt x="2823" y="4863"/>
                </a:lnTo>
                <a:lnTo>
                  <a:pt x="2374" y="4863"/>
                </a:lnTo>
                <a:close/>
                <a:moveTo>
                  <a:pt x="1891" y="4863"/>
                </a:moveTo>
                <a:lnTo>
                  <a:pt x="1891" y="5313"/>
                </a:lnTo>
                <a:lnTo>
                  <a:pt x="2341" y="5313"/>
                </a:lnTo>
                <a:lnTo>
                  <a:pt x="2341" y="4863"/>
                </a:lnTo>
                <a:lnTo>
                  <a:pt x="1891" y="4863"/>
                </a:lnTo>
                <a:close/>
                <a:moveTo>
                  <a:pt x="1408" y="4863"/>
                </a:moveTo>
                <a:lnTo>
                  <a:pt x="1408" y="5313"/>
                </a:lnTo>
                <a:lnTo>
                  <a:pt x="1858" y="5313"/>
                </a:lnTo>
                <a:lnTo>
                  <a:pt x="1858" y="4863"/>
                </a:lnTo>
                <a:lnTo>
                  <a:pt x="1408" y="4863"/>
                </a:lnTo>
                <a:close/>
                <a:moveTo>
                  <a:pt x="926" y="4863"/>
                </a:moveTo>
                <a:lnTo>
                  <a:pt x="926" y="5313"/>
                </a:lnTo>
                <a:lnTo>
                  <a:pt x="1375" y="5313"/>
                </a:lnTo>
                <a:lnTo>
                  <a:pt x="1375" y="4863"/>
                </a:lnTo>
                <a:lnTo>
                  <a:pt x="926" y="4863"/>
                </a:lnTo>
                <a:close/>
                <a:moveTo>
                  <a:pt x="443" y="4863"/>
                </a:moveTo>
                <a:lnTo>
                  <a:pt x="443" y="5313"/>
                </a:lnTo>
                <a:lnTo>
                  <a:pt x="893" y="5313"/>
                </a:lnTo>
                <a:lnTo>
                  <a:pt x="893" y="4863"/>
                </a:lnTo>
                <a:lnTo>
                  <a:pt x="443" y="4863"/>
                </a:lnTo>
                <a:close/>
                <a:moveTo>
                  <a:pt x="18302" y="4381"/>
                </a:moveTo>
                <a:lnTo>
                  <a:pt x="18302" y="4830"/>
                </a:lnTo>
                <a:lnTo>
                  <a:pt x="18751" y="4830"/>
                </a:lnTo>
                <a:lnTo>
                  <a:pt x="18751" y="4381"/>
                </a:lnTo>
                <a:lnTo>
                  <a:pt x="18302" y="4381"/>
                </a:lnTo>
                <a:close/>
                <a:moveTo>
                  <a:pt x="17819" y="4381"/>
                </a:moveTo>
                <a:lnTo>
                  <a:pt x="17819" y="4830"/>
                </a:lnTo>
                <a:lnTo>
                  <a:pt x="18269" y="4830"/>
                </a:lnTo>
                <a:lnTo>
                  <a:pt x="18269" y="4381"/>
                </a:lnTo>
                <a:lnTo>
                  <a:pt x="17819" y="4381"/>
                </a:lnTo>
                <a:close/>
                <a:moveTo>
                  <a:pt x="17336" y="4381"/>
                </a:moveTo>
                <a:lnTo>
                  <a:pt x="17336" y="4830"/>
                </a:lnTo>
                <a:lnTo>
                  <a:pt x="17786" y="4830"/>
                </a:lnTo>
                <a:lnTo>
                  <a:pt x="17786" y="4381"/>
                </a:lnTo>
                <a:lnTo>
                  <a:pt x="17336" y="4381"/>
                </a:lnTo>
                <a:close/>
                <a:moveTo>
                  <a:pt x="16854" y="4381"/>
                </a:moveTo>
                <a:lnTo>
                  <a:pt x="16854" y="4830"/>
                </a:lnTo>
                <a:lnTo>
                  <a:pt x="17303" y="4830"/>
                </a:lnTo>
                <a:lnTo>
                  <a:pt x="17303" y="4381"/>
                </a:lnTo>
                <a:lnTo>
                  <a:pt x="16854" y="4381"/>
                </a:lnTo>
                <a:close/>
                <a:moveTo>
                  <a:pt x="16371" y="4381"/>
                </a:moveTo>
                <a:lnTo>
                  <a:pt x="16371" y="4830"/>
                </a:lnTo>
                <a:lnTo>
                  <a:pt x="16821" y="4830"/>
                </a:lnTo>
                <a:lnTo>
                  <a:pt x="16821" y="4381"/>
                </a:lnTo>
                <a:lnTo>
                  <a:pt x="16371" y="4381"/>
                </a:lnTo>
                <a:close/>
                <a:moveTo>
                  <a:pt x="15888" y="4381"/>
                </a:moveTo>
                <a:lnTo>
                  <a:pt x="15888" y="4830"/>
                </a:lnTo>
                <a:lnTo>
                  <a:pt x="16338" y="4830"/>
                </a:lnTo>
                <a:lnTo>
                  <a:pt x="16338" y="4381"/>
                </a:lnTo>
                <a:lnTo>
                  <a:pt x="15888" y="4381"/>
                </a:lnTo>
                <a:close/>
                <a:moveTo>
                  <a:pt x="15406" y="4381"/>
                </a:moveTo>
                <a:lnTo>
                  <a:pt x="15406" y="4830"/>
                </a:lnTo>
                <a:lnTo>
                  <a:pt x="15855" y="4830"/>
                </a:lnTo>
                <a:lnTo>
                  <a:pt x="15855" y="4381"/>
                </a:lnTo>
                <a:lnTo>
                  <a:pt x="15406" y="4381"/>
                </a:lnTo>
                <a:close/>
                <a:moveTo>
                  <a:pt x="14923" y="4381"/>
                </a:moveTo>
                <a:lnTo>
                  <a:pt x="14923" y="4830"/>
                </a:lnTo>
                <a:lnTo>
                  <a:pt x="15373" y="4830"/>
                </a:lnTo>
                <a:lnTo>
                  <a:pt x="15373" y="4381"/>
                </a:lnTo>
                <a:lnTo>
                  <a:pt x="14923" y="4381"/>
                </a:lnTo>
                <a:close/>
                <a:moveTo>
                  <a:pt x="14440" y="4381"/>
                </a:moveTo>
                <a:lnTo>
                  <a:pt x="14440" y="4830"/>
                </a:lnTo>
                <a:lnTo>
                  <a:pt x="14890" y="4830"/>
                </a:lnTo>
                <a:lnTo>
                  <a:pt x="14890" y="4381"/>
                </a:lnTo>
                <a:lnTo>
                  <a:pt x="14440" y="4381"/>
                </a:lnTo>
                <a:close/>
                <a:moveTo>
                  <a:pt x="13958" y="4381"/>
                </a:moveTo>
                <a:lnTo>
                  <a:pt x="13958" y="4830"/>
                </a:lnTo>
                <a:lnTo>
                  <a:pt x="14407" y="4830"/>
                </a:lnTo>
                <a:lnTo>
                  <a:pt x="14407" y="4381"/>
                </a:lnTo>
                <a:lnTo>
                  <a:pt x="13958" y="4381"/>
                </a:lnTo>
                <a:close/>
                <a:moveTo>
                  <a:pt x="13475" y="4381"/>
                </a:moveTo>
                <a:lnTo>
                  <a:pt x="13475" y="4830"/>
                </a:lnTo>
                <a:lnTo>
                  <a:pt x="13925" y="4830"/>
                </a:lnTo>
                <a:lnTo>
                  <a:pt x="13925" y="4381"/>
                </a:lnTo>
                <a:lnTo>
                  <a:pt x="13475" y="4381"/>
                </a:lnTo>
                <a:close/>
                <a:moveTo>
                  <a:pt x="12992" y="4381"/>
                </a:moveTo>
                <a:lnTo>
                  <a:pt x="12992" y="4830"/>
                </a:lnTo>
                <a:lnTo>
                  <a:pt x="13442" y="4830"/>
                </a:lnTo>
                <a:lnTo>
                  <a:pt x="13442" y="4381"/>
                </a:lnTo>
                <a:lnTo>
                  <a:pt x="12992" y="4381"/>
                </a:lnTo>
                <a:close/>
                <a:moveTo>
                  <a:pt x="12510" y="4381"/>
                </a:moveTo>
                <a:lnTo>
                  <a:pt x="12510" y="4830"/>
                </a:lnTo>
                <a:lnTo>
                  <a:pt x="12959" y="4830"/>
                </a:lnTo>
                <a:lnTo>
                  <a:pt x="12959" y="4381"/>
                </a:lnTo>
                <a:lnTo>
                  <a:pt x="12510" y="4381"/>
                </a:lnTo>
                <a:close/>
                <a:moveTo>
                  <a:pt x="12027" y="4381"/>
                </a:moveTo>
                <a:lnTo>
                  <a:pt x="12027" y="4830"/>
                </a:lnTo>
                <a:lnTo>
                  <a:pt x="12477" y="4830"/>
                </a:lnTo>
                <a:lnTo>
                  <a:pt x="12477" y="4381"/>
                </a:lnTo>
                <a:lnTo>
                  <a:pt x="12027" y="4381"/>
                </a:lnTo>
                <a:close/>
                <a:moveTo>
                  <a:pt x="11544" y="4381"/>
                </a:moveTo>
                <a:lnTo>
                  <a:pt x="11544" y="4830"/>
                </a:lnTo>
                <a:lnTo>
                  <a:pt x="11994" y="4830"/>
                </a:lnTo>
                <a:lnTo>
                  <a:pt x="11994" y="4381"/>
                </a:lnTo>
                <a:lnTo>
                  <a:pt x="11544" y="4381"/>
                </a:lnTo>
                <a:close/>
                <a:moveTo>
                  <a:pt x="11062" y="4381"/>
                </a:moveTo>
                <a:lnTo>
                  <a:pt x="11062" y="4830"/>
                </a:lnTo>
                <a:lnTo>
                  <a:pt x="11511" y="4830"/>
                </a:lnTo>
                <a:lnTo>
                  <a:pt x="11511" y="4381"/>
                </a:lnTo>
                <a:lnTo>
                  <a:pt x="11062" y="4381"/>
                </a:lnTo>
                <a:close/>
                <a:moveTo>
                  <a:pt x="10579" y="4381"/>
                </a:moveTo>
                <a:lnTo>
                  <a:pt x="10579" y="4830"/>
                </a:lnTo>
                <a:lnTo>
                  <a:pt x="11029" y="4830"/>
                </a:lnTo>
                <a:lnTo>
                  <a:pt x="11029" y="4381"/>
                </a:lnTo>
                <a:lnTo>
                  <a:pt x="10579" y="4381"/>
                </a:lnTo>
                <a:close/>
                <a:moveTo>
                  <a:pt x="10096" y="4381"/>
                </a:moveTo>
                <a:lnTo>
                  <a:pt x="10096" y="4830"/>
                </a:lnTo>
                <a:lnTo>
                  <a:pt x="10546" y="4830"/>
                </a:lnTo>
                <a:lnTo>
                  <a:pt x="10546" y="4381"/>
                </a:lnTo>
                <a:lnTo>
                  <a:pt x="10096" y="4381"/>
                </a:lnTo>
                <a:close/>
                <a:moveTo>
                  <a:pt x="9614" y="4381"/>
                </a:moveTo>
                <a:lnTo>
                  <a:pt x="9614" y="4830"/>
                </a:lnTo>
                <a:lnTo>
                  <a:pt x="10063" y="4830"/>
                </a:lnTo>
                <a:lnTo>
                  <a:pt x="10063" y="4381"/>
                </a:lnTo>
                <a:lnTo>
                  <a:pt x="9614" y="4381"/>
                </a:lnTo>
                <a:close/>
                <a:moveTo>
                  <a:pt x="9131" y="4381"/>
                </a:moveTo>
                <a:lnTo>
                  <a:pt x="9131" y="4830"/>
                </a:lnTo>
                <a:lnTo>
                  <a:pt x="9581" y="4830"/>
                </a:lnTo>
                <a:lnTo>
                  <a:pt x="9581" y="4381"/>
                </a:lnTo>
                <a:lnTo>
                  <a:pt x="9131" y="4381"/>
                </a:lnTo>
                <a:close/>
                <a:moveTo>
                  <a:pt x="8648" y="4381"/>
                </a:moveTo>
                <a:lnTo>
                  <a:pt x="8648" y="4830"/>
                </a:lnTo>
                <a:lnTo>
                  <a:pt x="9098" y="4830"/>
                </a:lnTo>
                <a:lnTo>
                  <a:pt x="9098" y="4381"/>
                </a:lnTo>
                <a:lnTo>
                  <a:pt x="8648" y="4381"/>
                </a:lnTo>
                <a:close/>
                <a:moveTo>
                  <a:pt x="8166" y="4381"/>
                </a:moveTo>
                <a:lnTo>
                  <a:pt x="8166" y="4830"/>
                </a:lnTo>
                <a:lnTo>
                  <a:pt x="8615" y="4830"/>
                </a:lnTo>
                <a:lnTo>
                  <a:pt x="8615" y="4381"/>
                </a:lnTo>
                <a:lnTo>
                  <a:pt x="8166" y="4381"/>
                </a:lnTo>
                <a:close/>
                <a:moveTo>
                  <a:pt x="7683" y="4381"/>
                </a:moveTo>
                <a:lnTo>
                  <a:pt x="7683" y="4830"/>
                </a:lnTo>
                <a:lnTo>
                  <a:pt x="8133" y="4830"/>
                </a:lnTo>
                <a:lnTo>
                  <a:pt x="8133" y="4381"/>
                </a:lnTo>
                <a:lnTo>
                  <a:pt x="7683" y="4381"/>
                </a:lnTo>
                <a:close/>
                <a:moveTo>
                  <a:pt x="7200" y="4381"/>
                </a:moveTo>
                <a:lnTo>
                  <a:pt x="7200" y="4830"/>
                </a:lnTo>
                <a:lnTo>
                  <a:pt x="7650" y="4830"/>
                </a:lnTo>
                <a:lnTo>
                  <a:pt x="7650" y="4381"/>
                </a:lnTo>
                <a:lnTo>
                  <a:pt x="7200" y="4381"/>
                </a:lnTo>
                <a:close/>
                <a:moveTo>
                  <a:pt x="6718" y="4381"/>
                </a:moveTo>
                <a:lnTo>
                  <a:pt x="6718" y="4830"/>
                </a:lnTo>
                <a:lnTo>
                  <a:pt x="7167" y="4830"/>
                </a:lnTo>
                <a:lnTo>
                  <a:pt x="7167" y="4381"/>
                </a:lnTo>
                <a:lnTo>
                  <a:pt x="6718" y="4381"/>
                </a:lnTo>
                <a:close/>
                <a:moveTo>
                  <a:pt x="6235" y="4381"/>
                </a:moveTo>
                <a:lnTo>
                  <a:pt x="6235" y="4830"/>
                </a:lnTo>
                <a:lnTo>
                  <a:pt x="6685" y="4830"/>
                </a:lnTo>
                <a:lnTo>
                  <a:pt x="6685" y="4381"/>
                </a:lnTo>
                <a:lnTo>
                  <a:pt x="6235" y="4381"/>
                </a:lnTo>
                <a:close/>
                <a:moveTo>
                  <a:pt x="5752" y="4381"/>
                </a:moveTo>
                <a:lnTo>
                  <a:pt x="5752" y="4830"/>
                </a:lnTo>
                <a:lnTo>
                  <a:pt x="6202" y="4830"/>
                </a:lnTo>
                <a:lnTo>
                  <a:pt x="6202" y="4381"/>
                </a:lnTo>
                <a:lnTo>
                  <a:pt x="5752" y="4381"/>
                </a:lnTo>
                <a:close/>
                <a:moveTo>
                  <a:pt x="5270" y="4381"/>
                </a:moveTo>
                <a:lnTo>
                  <a:pt x="5270" y="4830"/>
                </a:lnTo>
                <a:lnTo>
                  <a:pt x="5719" y="4830"/>
                </a:lnTo>
                <a:lnTo>
                  <a:pt x="5719" y="4381"/>
                </a:lnTo>
                <a:lnTo>
                  <a:pt x="5270" y="4381"/>
                </a:lnTo>
                <a:close/>
                <a:moveTo>
                  <a:pt x="4787" y="4381"/>
                </a:moveTo>
                <a:lnTo>
                  <a:pt x="4787" y="4830"/>
                </a:lnTo>
                <a:lnTo>
                  <a:pt x="5237" y="4830"/>
                </a:lnTo>
                <a:lnTo>
                  <a:pt x="5237" y="4381"/>
                </a:lnTo>
                <a:lnTo>
                  <a:pt x="4787" y="4381"/>
                </a:lnTo>
                <a:close/>
                <a:moveTo>
                  <a:pt x="4304" y="4381"/>
                </a:moveTo>
                <a:lnTo>
                  <a:pt x="4304" y="4830"/>
                </a:lnTo>
                <a:lnTo>
                  <a:pt x="4754" y="4830"/>
                </a:lnTo>
                <a:lnTo>
                  <a:pt x="4754" y="4381"/>
                </a:lnTo>
                <a:lnTo>
                  <a:pt x="4304" y="4381"/>
                </a:lnTo>
                <a:close/>
                <a:moveTo>
                  <a:pt x="3822" y="4381"/>
                </a:moveTo>
                <a:lnTo>
                  <a:pt x="3822" y="4830"/>
                </a:lnTo>
                <a:lnTo>
                  <a:pt x="4271" y="4830"/>
                </a:lnTo>
                <a:lnTo>
                  <a:pt x="4271" y="4381"/>
                </a:lnTo>
                <a:lnTo>
                  <a:pt x="3822" y="4381"/>
                </a:lnTo>
                <a:close/>
                <a:moveTo>
                  <a:pt x="3339" y="4381"/>
                </a:moveTo>
                <a:lnTo>
                  <a:pt x="3339" y="4830"/>
                </a:lnTo>
                <a:lnTo>
                  <a:pt x="3789" y="4830"/>
                </a:lnTo>
                <a:lnTo>
                  <a:pt x="3789" y="4381"/>
                </a:lnTo>
                <a:lnTo>
                  <a:pt x="3339" y="4381"/>
                </a:lnTo>
                <a:close/>
                <a:moveTo>
                  <a:pt x="2856" y="4381"/>
                </a:moveTo>
                <a:lnTo>
                  <a:pt x="2856" y="4830"/>
                </a:lnTo>
                <a:lnTo>
                  <a:pt x="3306" y="4830"/>
                </a:lnTo>
                <a:lnTo>
                  <a:pt x="3306" y="4381"/>
                </a:lnTo>
                <a:lnTo>
                  <a:pt x="2856" y="4381"/>
                </a:lnTo>
                <a:close/>
                <a:moveTo>
                  <a:pt x="2374" y="4381"/>
                </a:moveTo>
                <a:lnTo>
                  <a:pt x="2374" y="4830"/>
                </a:lnTo>
                <a:lnTo>
                  <a:pt x="2823" y="4830"/>
                </a:lnTo>
                <a:lnTo>
                  <a:pt x="2823" y="4381"/>
                </a:lnTo>
                <a:lnTo>
                  <a:pt x="2374" y="4381"/>
                </a:lnTo>
                <a:close/>
                <a:moveTo>
                  <a:pt x="1891" y="4381"/>
                </a:moveTo>
                <a:lnTo>
                  <a:pt x="1891" y="4830"/>
                </a:lnTo>
                <a:lnTo>
                  <a:pt x="2341" y="4830"/>
                </a:lnTo>
                <a:lnTo>
                  <a:pt x="2341" y="4381"/>
                </a:lnTo>
                <a:lnTo>
                  <a:pt x="1891" y="4381"/>
                </a:lnTo>
                <a:close/>
                <a:moveTo>
                  <a:pt x="1408" y="4381"/>
                </a:moveTo>
                <a:lnTo>
                  <a:pt x="1408" y="4830"/>
                </a:lnTo>
                <a:lnTo>
                  <a:pt x="1858" y="4830"/>
                </a:lnTo>
                <a:lnTo>
                  <a:pt x="1858" y="4381"/>
                </a:lnTo>
                <a:lnTo>
                  <a:pt x="1408" y="4381"/>
                </a:lnTo>
                <a:close/>
                <a:moveTo>
                  <a:pt x="926" y="4381"/>
                </a:moveTo>
                <a:lnTo>
                  <a:pt x="926" y="4830"/>
                </a:lnTo>
                <a:lnTo>
                  <a:pt x="1375" y="4830"/>
                </a:lnTo>
                <a:lnTo>
                  <a:pt x="1375" y="4381"/>
                </a:lnTo>
                <a:lnTo>
                  <a:pt x="926" y="4381"/>
                </a:lnTo>
                <a:close/>
                <a:moveTo>
                  <a:pt x="443" y="4381"/>
                </a:moveTo>
                <a:lnTo>
                  <a:pt x="443" y="4830"/>
                </a:lnTo>
                <a:lnTo>
                  <a:pt x="893" y="4830"/>
                </a:lnTo>
                <a:lnTo>
                  <a:pt x="893" y="4381"/>
                </a:lnTo>
                <a:lnTo>
                  <a:pt x="443" y="4381"/>
                </a:lnTo>
                <a:close/>
                <a:moveTo>
                  <a:pt x="18302" y="3898"/>
                </a:moveTo>
                <a:lnTo>
                  <a:pt x="18302" y="4348"/>
                </a:lnTo>
                <a:lnTo>
                  <a:pt x="18751" y="4348"/>
                </a:lnTo>
                <a:lnTo>
                  <a:pt x="18751" y="3898"/>
                </a:lnTo>
                <a:lnTo>
                  <a:pt x="18302" y="3898"/>
                </a:lnTo>
                <a:close/>
                <a:moveTo>
                  <a:pt x="17819" y="3898"/>
                </a:moveTo>
                <a:lnTo>
                  <a:pt x="17819" y="4348"/>
                </a:lnTo>
                <a:lnTo>
                  <a:pt x="18269" y="4348"/>
                </a:lnTo>
                <a:lnTo>
                  <a:pt x="18269" y="3898"/>
                </a:lnTo>
                <a:lnTo>
                  <a:pt x="17819" y="3898"/>
                </a:lnTo>
                <a:close/>
                <a:moveTo>
                  <a:pt x="17336" y="3898"/>
                </a:moveTo>
                <a:lnTo>
                  <a:pt x="17336" y="4348"/>
                </a:lnTo>
                <a:lnTo>
                  <a:pt x="17786" y="4348"/>
                </a:lnTo>
                <a:lnTo>
                  <a:pt x="17786" y="3898"/>
                </a:lnTo>
                <a:lnTo>
                  <a:pt x="17336" y="3898"/>
                </a:lnTo>
                <a:close/>
                <a:moveTo>
                  <a:pt x="16854" y="3898"/>
                </a:moveTo>
                <a:lnTo>
                  <a:pt x="16854" y="4348"/>
                </a:lnTo>
                <a:lnTo>
                  <a:pt x="17303" y="4348"/>
                </a:lnTo>
                <a:lnTo>
                  <a:pt x="17303" y="3898"/>
                </a:lnTo>
                <a:lnTo>
                  <a:pt x="16854" y="3898"/>
                </a:lnTo>
                <a:close/>
                <a:moveTo>
                  <a:pt x="16371" y="3898"/>
                </a:moveTo>
                <a:lnTo>
                  <a:pt x="16371" y="4348"/>
                </a:lnTo>
                <a:lnTo>
                  <a:pt x="16821" y="4348"/>
                </a:lnTo>
                <a:lnTo>
                  <a:pt x="16821" y="3898"/>
                </a:lnTo>
                <a:lnTo>
                  <a:pt x="16371" y="3898"/>
                </a:lnTo>
                <a:close/>
                <a:moveTo>
                  <a:pt x="15888" y="3898"/>
                </a:moveTo>
                <a:lnTo>
                  <a:pt x="15888" y="4348"/>
                </a:lnTo>
                <a:lnTo>
                  <a:pt x="16338" y="4348"/>
                </a:lnTo>
                <a:lnTo>
                  <a:pt x="16338" y="3898"/>
                </a:lnTo>
                <a:lnTo>
                  <a:pt x="15888" y="3898"/>
                </a:lnTo>
                <a:close/>
                <a:moveTo>
                  <a:pt x="15406" y="3898"/>
                </a:moveTo>
                <a:lnTo>
                  <a:pt x="15406" y="4348"/>
                </a:lnTo>
                <a:lnTo>
                  <a:pt x="15855" y="4348"/>
                </a:lnTo>
                <a:lnTo>
                  <a:pt x="15855" y="3898"/>
                </a:lnTo>
                <a:lnTo>
                  <a:pt x="15406" y="3898"/>
                </a:lnTo>
                <a:close/>
                <a:moveTo>
                  <a:pt x="14923" y="3898"/>
                </a:moveTo>
                <a:lnTo>
                  <a:pt x="14923" y="4348"/>
                </a:lnTo>
                <a:lnTo>
                  <a:pt x="15373" y="4348"/>
                </a:lnTo>
                <a:lnTo>
                  <a:pt x="15373" y="3898"/>
                </a:lnTo>
                <a:lnTo>
                  <a:pt x="14923" y="3898"/>
                </a:lnTo>
                <a:close/>
                <a:moveTo>
                  <a:pt x="14440" y="3898"/>
                </a:moveTo>
                <a:lnTo>
                  <a:pt x="14440" y="4348"/>
                </a:lnTo>
                <a:lnTo>
                  <a:pt x="14890" y="4348"/>
                </a:lnTo>
                <a:lnTo>
                  <a:pt x="14890" y="3898"/>
                </a:lnTo>
                <a:lnTo>
                  <a:pt x="14440" y="3898"/>
                </a:lnTo>
                <a:close/>
                <a:moveTo>
                  <a:pt x="13958" y="3898"/>
                </a:moveTo>
                <a:lnTo>
                  <a:pt x="13958" y="4348"/>
                </a:lnTo>
                <a:lnTo>
                  <a:pt x="14407" y="4348"/>
                </a:lnTo>
                <a:lnTo>
                  <a:pt x="14407" y="3898"/>
                </a:lnTo>
                <a:lnTo>
                  <a:pt x="13958" y="3898"/>
                </a:lnTo>
                <a:close/>
                <a:moveTo>
                  <a:pt x="13475" y="3898"/>
                </a:moveTo>
                <a:lnTo>
                  <a:pt x="13475" y="4348"/>
                </a:lnTo>
                <a:lnTo>
                  <a:pt x="13925" y="4348"/>
                </a:lnTo>
                <a:lnTo>
                  <a:pt x="13925" y="3898"/>
                </a:lnTo>
                <a:lnTo>
                  <a:pt x="13475" y="3898"/>
                </a:lnTo>
                <a:close/>
                <a:moveTo>
                  <a:pt x="12992" y="3898"/>
                </a:moveTo>
                <a:lnTo>
                  <a:pt x="12992" y="4348"/>
                </a:lnTo>
                <a:lnTo>
                  <a:pt x="13442" y="4348"/>
                </a:lnTo>
                <a:lnTo>
                  <a:pt x="13442" y="3898"/>
                </a:lnTo>
                <a:lnTo>
                  <a:pt x="12992" y="3898"/>
                </a:lnTo>
                <a:close/>
                <a:moveTo>
                  <a:pt x="12510" y="3898"/>
                </a:moveTo>
                <a:lnTo>
                  <a:pt x="12510" y="4348"/>
                </a:lnTo>
                <a:lnTo>
                  <a:pt x="12959" y="4348"/>
                </a:lnTo>
                <a:lnTo>
                  <a:pt x="12959" y="3898"/>
                </a:lnTo>
                <a:lnTo>
                  <a:pt x="12510" y="3898"/>
                </a:lnTo>
                <a:close/>
                <a:moveTo>
                  <a:pt x="12027" y="3898"/>
                </a:moveTo>
                <a:lnTo>
                  <a:pt x="12027" y="4348"/>
                </a:lnTo>
                <a:lnTo>
                  <a:pt x="12477" y="4348"/>
                </a:lnTo>
                <a:lnTo>
                  <a:pt x="12477" y="3898"/>
                </a:lnTo>
                <a:lnTo>
                  <a:pt x="12027" y="3898"/>
                </a:lnTo>
                <a:close/>
                <a:moveTo>
                  <a:pt x="11544" y="3898"/>
                </a:moveTo>
                <a:lnTo>
                  <a:pt x="11544" y="4348"/>
                </a:lnTo>
                <a:lnTo>
                  <a:pt x="11994" y="4348"/>
                </a:lnTo>
                <a:lnTo>
                  <a:pt x="11994" y="3898"/>
                </a:lnTo>
                <a:lnTo>
                  <a:pt x="11544" y="3898"/>
                </a:lnTo>
                <a:close/>
                <a:moveTo>
                  <a:pt x="11062" y="3898"/>
                </a:moveTo>
                <a:lnTo>
                  <a:pt x="11062" y="4348"/>
                </a:lnTo>
                <a:lnTo>
                  <a:pt x="11511" y="4348"/>
                </a:lnTo>
                <a:lnTo>
                  <a:pt x="11511" y="3898"/>
                </a:lnTo>
                <a:lnTo>
                  <a:pt x="11062" y="3898"/>
                </a:lnTo>
                <a:close/>
                <a:moveTo>
                  <a:pt x="10579" y="3898"/>
                </a:moveTo>
                <a:lnTo>
                  <a:pt x="10579" y="4348"/>
                </a:lnTo>
                <a:lnTo>
                  <a:pt x="11029" y="4348"/>
                </a:lnTo>
                <a:lnTo>
                  <a:pt x="11029" y="3898"/>
                </a:lnTo>
                <a:lnTo>
                  <a:pt x="10579" y="3898"/>
                </a:lnTo>
                <a:close/>
                <a:moveTo>
                  <a:pt x="10096" y="3898"/>
                </a:moveTo>
                <a:lnTo>
                  <a:pt x="10096" y="4348"/>
                </a:lnTo>
                <a:lnTo>
                  <a:pt x="10546" y="4348"/>
                </a:lnTo>
                <a:lnTo>
                  <a:pt x="10546" y="3898"/>
                </a:lnTo>
                <a:lnTo>
                  <a:pt x="10096" y="3898"/>
                </a:lnTo>
                <a:close/>
                <a:moveTo>
                  <a:pt x="9614" y="3898"/>
                </a:moveTo>
                <a:lnTo>
                  <a:pt x="9614" y="4348"/>
                </a:lnTo>
                <a:lnTo>
                  <a:pt x="10063" y="4348"/>
                </a:lnTo>
                <a:lnTo>
                  <a:pt x="10063" y="3898"/>
                </a:lnTo>
                <a:lnTo>
                  <a:pt x="9614" y="3898"/>
                </a:lnTo>
                <a:close/>
                <a:moveTo>
                  <a:pt x="9131" y="3898"/>
                </a:moveTo>
                <a:lnTo>
                  <a:pt x="9131" y="4348"/>
                </a:lnTo>
                <a:lnTo>
                  <a:pt x="9581" y="4348"/>
                </a:lnTo>
                <a:lnTo>
                  <a:pt x="9581" y="3898"/>
                </a:lnTo>
                <a:lnTo>
                  <a:pt x="9131" y="3898"/>
                </a:lnTo>
                <a:close/>
                <a:moveTo>
                  <a:pt x="8648" y="3898"/>
                </a:moveTo>
                <a:lnTo>
                  <a:pt x="8648" y="4348"/>
                </a:lnTo>
                <a:lnTo>
                  <a:pt x="9098" y="4348"/>
                </a:lnTo>
                <a:lnTo>
                  <a:pt x="9098" y="3898"/>
                </a:lnTo>
                <a:lnTo>
                  <a:pt x="8648" y="3898"/>
                </a:lnTo>
                <a:close/>
                <a:moveTo>
                  <a:pt x="8166" y="3898"/>
                </a:moveTo>
                <a:lnTo>
                  <a:pt x="8166" y="4348"/>
                </a:lnTo>
                <a:lnTo>
                  <a:pt x="8615" y="4348"/>
                </a:lnTo>
                <a:lnTo>
                  <a:pt x="8615" y="3898"/>
                </a:lnTo>
                <a:lnTo>
                  <a:pt x="8166" y="3898"/>
                </a:lnTo>
                <a:close/>
                <a:moveTo>
                  <a:pt x="7683" y="3898"/>
                </a:moveTo>
                <a:lnTo>
                  <a:pt x="7683" y="4348"/>
                </a:lnTo>
                <a:lnTo>
                  <a:pt x="8133" y="4348"/>
                </a:lnTo>
                <a:lnTo>
                  <a:pt x="8133" y="3898"/>
                </a:lnTo>
                <a:lnTo>
                  <a:pt x="7683" y="3898"/>
                </a:lnTo>
                <a:close/>
                <a:moveTo>
                  <a:pt x="7200" y="3898"/>
                </a:moveTo>
                <a:lnTo>
                  <a:pt x="7200" y="4348"/>
                </a:lnTo>
                <a:lnTo>
                  <a:pt x="7650" y="4348"/>
                </a:lnTo>
                <a:lnTo>
                  <a:pt x="7650" y="3898"/>
                </a:lnTo>
                <a:lnTo>
                  <a:pt x="7200" y="3898"/>
                </a:lnTo>
                <a:close/>
                <a:moveTo>
                  <a:pt x="6718" y="3898"/>
                </a:moveTo>
                <a:lnTo>
                  <a:pt x="6718" y="4348"/>
                </a:lnTo>
                <a:lnTo>
                  <a:pt x="7167" y="4348"/>
                </a:lnTo>
                <a:lnTo>
                  <a:pt x="7167" y="3898"/>
                </a:lnTo>
                <a:lnTo>
                  <a:pt x="6718" y="3898"/>
                </a:lnTo>
                <a:close/>
                <a:moveTo>
                  <a:pt x="6235" y="3898"/>
                </a:moveTo>
                <a:lnTo>
                  <a:pt x="6235" y="4348"/>
                </a:lnTo>
                <a:lnTo>
                  <a:pt x="6685" y="4348"/>
                </a:lnTo>
                <a:lnTo>
                  <a:pt x="6685" y="3898"/>
                </a:lnTo>
                <a:lnTo>
                  <a:pt x="6235" y="3898"/>
                </a:lnTo>
                <a:close/>
                <a:moveTo>
                  <a:pt x="5752" y="3898"/>
                </a:moveTo>
                <a:lnTo>
                  <a:pt x="5752" y="4348"/>
                </a:lnTo>
                <a:lnTo>
                  <a:pt x="6202" y="4348"/>
                </a:lnTo>
                <a:lnTo>
                  <a:pt x="6202" y="3898"/>
                </a:lnTo>
                <a:lnTo>
                  <a:pt x="5752" y="3898"/>
                </a:lnTo>
                <a:close/>
                <a:moveTo>
                  <a:pt x="5270" y="3898"/>
                </a:moveTo>
                <a:lnTo>
                  <a:pt x="5270" y="4348"/>
                </a:lnTo>
                <a:lnTo>
                  <a:pt x="5719" y="4348"/>
                </a:lnTo>
                <a:lnTo>
                  <a:pt x="5719" y="3898"/>
                </a:lnTo>
                <a:lnTo>
                  <a:pt x="5270" y="3898"/>
                </a:lnTo>
                <a:close/>
                <a:moveTo>
                  <a:pt x="4787" y="3898"/>
                </a:moveTo>
                <a:lnTo>
                  <a:pt x="4787" y="4348"/>
                </a:lnTo>
                <a:lnTo>
                  <a:pt x="5237" y="4348"/>
                </a:lnTo>
                <a:lnTo>
                  <a:pt x="5237" y="3898"/>
                </a:lnTo>
                <a:lnTo>
                  <a:pt x="4787" y="3898"/>
                </a:lnTo>
                <a:close/>
                <a:moveTo>
                  <a:pt x="4304" y="3898"/>
                </a:moveTo>
                <a:lnTo>
                  <a:pt x="4304" y="4348"/>
                </a:lnTo>
                <a:lnTo>
                  <a:pt x="4754" y="4348"/>
                </a:lnTo>
                <a:lnTo>
                  <a:pt x="4754" y="3898"/>
                </a:lnTo>
                <a:lnTo>
                  <a:pt x="4304" y="3898"/>
                </a:lnTo>
                <a:close/>
                <a:moveTo>
                  <a:pt x="3822" y="3898"/>
                </a:moveTo>
                <a:lnTo>
                  <a:pt x="3822" y="4348"/>
                </a:lnTo>
                <a:lnTo>
                  <a:pt x="4271" y="4348"/>
                </a:lnTo>
                <a:lnTo>
                  <a:pt x="4271" y="3898"/>
                </a:lnTo>
                <a:lnTo>
                  <a:pt x="3822" y="3898"/>
                </a:lnTo>
                <a:close/>
                <a:moveTo>
                  <a:pt x="3339" y="3898"/>
                </a:moveTo>
                <a:lnTo>
                  <a:pt x="3339" y="4348"/>
                </a:lnTo>
                <a:lnTo>
                  <a:pt x="3789" y="4348"/>
                </a:lnTo>
                <a:lnTo>
                  <a:pt x="3789" y="3898"/>
                </a:lnTo>
                <a:lnTo>
                  <a:pt x="3339" y="3898"/>
                </a:lnTo>
                <a:close/>
                <a:moveTo>
                  <a:pt x="2856" y="3898"/>
                </a:moveTo>
                <a:lnTo>
                  <a:pt x="2856" y="4348"/>
                </a:lnTo>
                <a:lnTo>
                  <a:pt x="3306" y="4348"/>
                </a:lnTo>
                <a:lnTo>
                  <a:pt x="3306" y="3898"/>
                </a:lnTo>
                <a:lnTo>
                  <a:pt x="2856" y="3898"/>
                </a:lnTo>
                <a:close/>
                <a:moveTo>
                  <a:pt x="2374" y="3898"/>
                </a:moveTo>
                <a:lnTo>
                  <a:pt x="2374" y="4348"/>
                </a:lnTo>
                <a:lnTo>
                  <a:pt x="2823" y="4348"/>
                </a:lnTo>
                <a:lnTo>
                  <a:pt x="2823" y="3898"/>
                </a:lnTo>
                <a:lnTo>
                  <a:pt x="2374" y="3898"/>
                </a:lnTo>
                <a:close/>
                <a:moveTo>
                  <a:pt x="1891" y="3898"/>
                </a:moveTo>
                <a:lnTo>
                  <a:pt x="1891" y="4348"/>
                </a:lnTo>
                <a:lnTo>
                  <a:pt x="2341" y="4348"/>
                </a:lnTo>
                <a:lnTo>
                  <a:pt x="2341" y="3898"/>
                </a:lnTo>
                <a:lnTo>
                  <a:pt x="1891" y="3898"/>
                </a:lnTo>
                <a:close/>
                <a:moveTo>
                  <a:pt x="1408" y="3898"/>
                </a:moveTo>
                <a:lnTo>
                  <a:pt x="1408" y="4348"/>
                </a:lnTo>
                <a:lnTo>
                  <a:pt x="1858" y="4348"/>
                </a:lnTo>
                <a:lnTo>
                  <a:pt x="1858" y="3898"/>
                </a:lnTo>
                <a:lnTo>
                  <a:pt x="1408" y="3898"/>
                </a:lnTo>
                <a:close/>
                <a:moveTo>
                  <a:pt x="926" y="3898"/>
                </a:moveTo>
                <a:lnTo>
                  <a:pt x="926" y="4348"/>
                </a:lnTo>
                <a:lnTo>
                  <a:pt x="1375" y="4348"/>
                </a:lnTo>
                <a:lnTo>
                  <a:pt x="1375" y="3898"/>
                </a:lnTo>
                <a:lnTo>
                  <a:pt x="926" y="3898"/>
                </a:lnTo>
                <a:close/>
                <a:moveTo>
                  <a:pt x="443" y="3898"/>
                </a:moveTo>
                <a:lnTo>
                  <a:pt x="443" y="4348"/>
                </a:lnTo>
                <a:lnTo>
                  <a:pt x="893" y="4348"/>
                </a:lnTo>
                <a:lnTo>
                  <a:pt x="893" y="3898"/>
                </a:lnTo>
                <a:lnTo>
                  <a:pt x="443" y="3898"/>
                </a:lnTo>
                <a:close/>
                <a:moveTo>
                  <a:pt x="18302" y="3415"/>
                </a:moveTo>
                <a:lnTo>
                  <a:pt x="18302" y="3865"/>
                </a:lnTo>
                <a:lnTo>
                  <a:pt x="18751" y="3865"/>
                </a:lnTo>
                <a:lnTo>
                  <a:pt x="18751" y="3415"/>
                </a:lnTo>
                <a:lnTo>
                  <a:pt x="18302" y="3415"/>
                </a:lnTo>
                <a:close/>
                <a:moveTo>
                  <a:pt x="17819" y="3415"/>
                </a:moveTo>
                <a:lnTo>
                  <a:pt x="17819" y="3865"/>
                </a:lnTo>
                <a:lnTo>
                  <a:pt x="18269" y="3865"/>
                </a:lnTo>
                <a:lnTo>
                  <a:pt x="18269" y="3415"/>
                </a:lnTo>
                <a:lnTo>
                  <a:pt x="17819" y="3415"/>
                </a:lnTo>
                <a:close/>
                <a:moveTo>
                  <a:pt x="17336" y="3415"/>
                </a:moveTo>
                <a:lnTo>
                  <a:pt x="17336" y="3865"/>
                </a:lnTo>
                <a:lnTo>
                  <a:pt x="17786" y="3865"/>
                </a:lnTo>
                <a:lnTo>
                  <a:pt x="17786" y="3415"/>
                </a:lnTo>
                <a:lnTo>
                  <a:pt x="17336" y="3415"/>
                </a:lnTo>
                <a:close/>
                <a:moveTo>
                  <a:pt x="16854" y="3415"/>
                </a:moveTo>
                <a:lnTo>
                  <a:pt x="16854" y="3865"/>
                </a:lnTo>
                <a:lnTo>
                  <a:pt x="17303" y="3865"/>
                </a:lnTo>
                <a:lnTo>
                  <a:pt x="17303" y="3415"/>
                </a:lnTo>
                <a:lnTo>
                  <a:pt x="16854" y="3415"/>
                </a:lnTo>
                <a:close/>
                <a:moveTo>
                  <a:pt x="16371" y="3415"/>
                </a:moveTo>
                <a:lnTo>
                  <a:pt x="16371" y="3865"/>
                </a:lnTo>
                <a:lnTo>
                  <a:pt x="16821" y="3865"/>
                </a:lnTo>
                <a:lnTo>
                  <a:pt x="16821" y="3415"/>
                </a:lnTo>
                <a:lnTo>
                  <a:pt x="16371" y="3415"/>
                </a:lnTo>
                <a:close/>
                <a:moveTo>
                  <a:pt x="15888" y="3415"/>
                </a:moveTo>
                <a:lnTo>
                  <a:pt x="15888" y="3865"/>
                </a:lnTo>
                <a:lnTo>
                  <a:pt x="16338" y="3865"/>
                </a:lnTo>
                <a:lnTo>
                  <a:pt x="16338" y="3415"/>
                </a:lnTo>
                <a:lnTo>
                  <a:pt x="15888" y="3415"/>
                </a:lnTo>
                <a:close/>
                <a:moveTo>
                  <a:pt x="15406" y="3415"/>
                </a:moveTo>
                <a:lnTo>
                  <a:pt x="15406" y="3865"/>
                </a:lnTo>
                <a:lnTo>
                  <a:pt x="15855" y="3865"/>
                </a:lnTo>
                <a:lnTo>
                  <a:pt x="15855" y="3415"/>
                </a:lnTo>
                <a:lnTo>
                  <a:pt x="15406" y="3415"/>
                </a:lnTo>
                <a:close/>
                <a:moveTo>
                  <a:pt x="14923" y="3415"/>
                </a:moveTo>
                <a:lnTo>
                  <a:pt x="14923" y="3865"/>
                </a:lnTo>
                <a:lnTo>
                  <a:pt x="15373" y="3865"/>
                </a:lnTo>
                <a:lnTo>
                  <a:pt x="15373" y="3415"/>
                </a:lnTo>
                <a:lnTo>
                  <a:pt x="14923" y="3415"/>
                </a:lnTo>
                <a:close/>
                <a:moveTo>
                  <a:pt x="14440" y="3415"/>
                </a:moveTo>
                <a:lnTo>
                  <a:pt x="14440" y="3865"/>
                </a:lnTo>
                <a:lnTo>
                  <a:pt x="14890" y="3865"/>
                </a:lnTo>
                <a:lnTo>
                  <a:pt x="14890" y="3415"/>
                </a:lnTo>
                <a:lnTo>
                  <a:pt x="14440" y="3415"/>
                </a:lnTo>
                <a:close/>
                <a:moveTo>
                  <a:pt x="13958" y="3415"/>
                </a:moveTo>
                <a:lnTo>
                  <a:pt x="13958" y="3865"/>
                </a:lnTo>
                <a:lnTo>
                  <a:pt x="14407" y="3865"/>
                </a:lnTo>
                <a:lnTo>
                  <a:pt x="14407" y="3415"/>
                </a:lnTo>
                <a:lnTo>
                  <a:pt x="13958" y="3415"/>
                </a:lnTo>
                <a:close/>
                <a:moveTo>
                  <a:pt x="13475" y="3415"/>
                </a:moveTo>
                <a:lnTo>
                  <a:pt x="13475" y="3865"/>
                </a:lnTo>
                <a:lnTo>
                  <a:pt x="13925" y="3865"/>
                </a:lnTo>
                <a:lnTo>
                  <a:pt x="13925" y="3415"/>
                </a:lnTo>
                <a:lnTo>
                  <a:pt x="13475" y="3415"/>
                </a:lnTo>
                <a:close/>
                <a:moveTo>
                  <a:pt x="12992" y="3415"/>
                </a:moveTo>
                <a:lnTo>
                  <a:pt x="12992" y="3865"/>
                </a:lnTo>
                <a:lnTo>
                  <a:pt x="13442" y="3865"/>
                </a:lnTo>
                <a:lnTo>
                  <a:pt x="13442" y="3415"/>
                </a:lnTo>
                <a:lnTo>
                  <a:pt x="12992" y="3415"/>
                </a:lnTo>
                <a:close/>
                <a:moveTo>
                  <a:pt x="12510" y="3415"/>
                </a:moveTo>
                <a:lnTo>
                  <a:pt x="12510" y="3865"/>
                </a:lnTo>
                <a:lnTo>
                  <a:pt x="12959" y="3865"/>
                </a:lnTo>
                <a:lnTo>
                  <a:pt x="12959" y="3415"/>
                </a:lnTo>
                <a:lnTo>
                  <a:pt x="12510" y="3415"/>
                </a:lnTo>
                <a:close/>
                <a:moveTo>
                  <a:pt x="12027" y="3415"/>
                </a:moveTo>
                <a:lnTo>
                  <a:pt x="12027" y="3865"/>
                </a:lnTo>
                <a:lnTo>
                  <a:pt x="12477" y="3865"/>
                </a:lnTo>
                <a:lnTo>
                  <a:pt x="12477" y="3415"/>
                </a:lnTo>
                <a:lnTo>
                  <a:pt x="12027" y="3415"/>
                </a:lnTo>
                <a:close/>
                <a:moveTo>
                  <a:pt x="11544" y="3415"/>
                </a:moveTo>
                <a:lnTo>
                  <a:pt x="11544" y="3865"/>
                </a:lnTo>
                <a:lnTo>
                  <a:pt x="11994" y="3865"/>
                </a:lnTo>
                <a:lnTo>
                  <a:pt x="11994" y="3415"/>
                </a:lnTo>
                <a:lnTo>
                  <a:pt x="11544" y="3415"/>
                </a:lnTo>
                <a:close/>
                <a:moveTo>
                  <a:pt x="11062" y="3415"/>
                </a:moveTo>
                <a:lnTo>
                  <a:pt x="11062" y="3865"/>
                </a:lnTo>
                <a:lnTo>
                  <a:pt x="11511" y="3865"/>
                </a:lnTo>
                <a:lnTo>
                  <a:pt x="11511" y="3415"/>
                </a:lnTo>
                <a:lnTo>
                  <a:pt x="11062" y="3415"/>
                </a:lnTo>
                <a:close/>
                <a:moveTo>
                  <a:pt x="10579" y="3415"/>
                </a:moveTo>
                <a:lnTo>
                  <a:pt x="10579" y="3865"/>
                </a:lnTo>
                <a:lnTo>
                  <a:pt x="11029" y="3865"/>
                </a:lnTo>
                <a:lnTo>
                  <a:pt x="11029" y="3415"/>
                </a:lnTo>
                <a:lnTo>
                  <a:pt x="10579" y="3415"/>
                </a:lnTo>
                <a:close/>
                <a:moveTo>
                  <a:pt x="10096" y="3415"/>
                </a:moveTo>
                <a:lnTo>
                  <a:pt x="10096" y="3865"/>
                </a:lnTo>
                <a:lnTo>
                  <a:pt x="10546" y="3865"/>
                </a:lnTo>
                <a:lnTo>
                  <a:pt x="10546" y="3415"/>
                </a:lnTo>
                <a:lnTo>
                  <a:pt x="10096" y="3415"/>
                </a:lnTo>
                <a:close/>
                <a:moveTo>
                  <a:pt x="9614" y="3415"/>
                </a:moveTo>
                <a:lnTo>
                  <a:pt x="9614" y="3865"/>
                </a:lnTo>
                <a:lnTo>
                  <a:pt x="10063" y="3865"/>
                </a:lnTo>
                <a:lnTo>
                  <a:pt x="10063" y="3415"/>
                </a:lnTo>
                <a:lnTo>
                  <a:pt x="9614" y="3415"/>
                </a:lnTo>
                <a:close/>
                <a:moveTo>
                  <a:pt x="9131" y="3415"/>
                </a:moveTo>
                <a:lnTo>
                  <a:pt x="9131" y="3865"/>
                </a:lnTo>
                <a:lnTo>
                  <a:pt x="9581" y="3865"/>
                </a:lnTo>
                <a:lnTo>
                  <a:pt x="9581" y="3415"/>
                </a:lnTo>
                <a:lnTo>
                  <a:pt x="9131" y="3415"/>
                </a:lnTo>
                <a:close/>
                <a:moveTo>
                  <a:pt x="8648" y="3415"/>
                </a:moveTo>
                <a:lnTo>
                  <a:pt x="8648" y="3865"/>
                </a:lnTo>
                <a:lnTo>
                  <a:pt x="9098" y="3865"/>
                </a:lnTo>
                <a:lnTo>
                  <a:pt x="9098" y="3415"/>
                </a:lnTo>
                <a:lnTo>
                  <a:pt x="8648" y="3415"/>
                </a:lnTo>
                <a:close/>
                <a:moveTo>
                  <a:pt x="8166" y="3415"/>
                </a:moveTo>
                <a:lnTo>
                  <a:pt x="8166" y="3865"/>
                </a:lnTo>
                <a:lnTo>
                  <a:pt x="8615" y="3865"/>
                </a:lnTo>
                <a:lnTo>
                  <a:pt x="8615" y="3415"/>
                </a:lnTo>
                <a:lnTo>
                  <a:pt x="8166" y="3415"/>
                </a:lnTo>
                <a:close/>
                <a:moveTo>
                  <a:pt x="7683" y="3415"/>
                </a:moveTo>
                <a:lnTo>
                  <a:pt x="7683" y="3865"/>
                </a:lnTo>
                <a:lnTo>
                  <a:pt x="8133" y="3865"/>
                </a:lnTo>
                <a:lnTo>
                  <a:pt x="8133" y="3415"/>
                </a:lnTo>
                <a:lnTo>
                  <a:pt x="7683" y="3415"/>
                </a:lnTo>
                <a:close/>
                <a:moveTo>
                  <a:pt x="7200" y="3415"/>
                </a:moveTo>
                <a:lnTo>
                  <a:pt x="7200" y="3865"/>
                </a:lnTo>
                <a:lnTo>
                  <a:pt x="7650" y="3865"/>
                </a:lnTo>
                <a:lnTo>
                  <a:pt x="7650" y="3415"/>
                </a:lnTo>
                <a:lnTo>
                  <a:pt x="7200" y="3415"/>
                </a:lnTo>
                <a:close/>
                <a:moveTo>
                  <a:pt x="6718" y="3415"/>
                </a:moveTo>
                <a:lnTo>
                  <a:pt x="6718" y="3865"/>
                </a:lnTo>
                <a:lnTo>
                  <a:pt x="7167" y="3865"/>
                </a:lnTo>
                <a:lnTo>
                  <a:pt x="7167" y="3415"/>
                </a:lnTo>
                <a:lnTo>
                  <a:pt x="6718" y="3415"/>
                </a:lnTo>
                <a:close/>
                <a:moveTo>
                  <a:pt x="6235" y="3415"/>
                </a:moveTo>
                <a:lnTo>
                  <a:pt x="6235" y="3865"/>
                </a:lnTo>
                <a:lnTo>
                  <a:pt x="6685" y="3865"/>
                </a:lnTo>
                <a:lnTo>
                  <a:pt x="6685" y="3415"/>
                </a:lnTo>
                <a:lnTo>
                  <a:pt x="6235" y="3415"/>
                </a:lnTo>
                <a:close/>
                <a:moveTo>
                  <a:pt x="5752" y="3415"/>
                </a:moveTo>
                <a:lnTo>
                  <a:pt x="5752" y="3865"/>
                </a:lnTo>
                <a:lnTo>
                  <a:pt x="6202" y="3865"/>
                </a:lnTo>
                <a:lnTo>
                  <a:pt x="6202" y="3415"/>
                </a:lnTo>
                <a:lnTo>
                  <a:pt x="5752" y="3415"/>
                </a:lnTo>
                <a:close/>
                <a:moveTo>
                  <a:pt x="5270" y="3415"/>
                </a:moveTo>
                <a:lnTo>
                  <a:pt x="5270" y="3865"/>
                </a:lnTo>
                <a:lnTo>
                  <a:pt x="5719" y="3865"/>
                </a:lnTo>
                <a:lnTo>
                  <a:pt x="5719" y="3415"/>
                </a:lnTo>
                <a:lnTo>
                  <a:pt x="5270" y="3415"/>
                </a:lnTo>
                <a:close/>
                <a:moveTo>
                  <a:pt x="4787" y="3415"/>
                </a:moveTo>
                <a:lnTo>
                  <a:pt x="4787" y="3865"/>
                </a:lnTo>
                <a:lnTo>
                  <a:pt x="5237" y="3865"/>
                </a:lnTo>
                <a:lnTo>
                  <a:pt x="5237" y="3415"/>
                </a:lnTo>
                <a:lnTo>
                  <a:pt x="4787" y="3415"/>
                </a:lnTo>
                <a:close/>
                <a:moveTo>
                  <a:pt x="4304" y="3415"/>
                </a:moveTo>
                <a:lnTo>
                  <a:pt x="4304" y="3865"/>
                </a:lnTo>
                <a:lnTo>
                  <a:pt x="4754" y="3865"/>
                </a:lnTo>
                <a:lnTo>
                  <a:pt x="4754" y="3415"/>
                </a:lnTo>
                <a:lnTo>
                  <a:pt x="4304" y="3415"/>
                </a:lnTo>
                <a:close/>
                <a:moveTo>
                  <a:pt x="3822" y="3415"/>
                </a:moveTo>
                <a:lnTo>
                  <a:pt x="3822" y="3865"/>
                </a:lnTo>
                <a:lnTo>
                  <a:pt x="4271" y="3865"/>
                </a:lnTo>
                <a:lnTo>
                  <a:pt x="4271" y="3415"/>
                </a:lnTo>
                <a:lnTo>
                  <a:pt x="3822" y="3415"/>
                </a:lnTo>
                <a:close/>
                <a:moveTo>
                  <a:pt x="3339" y="3415"/>
                </a:moveTo>
                <a:lnTo>
                  <a:pt x="3339" y="3865"/>
                </a:lnTo>
                <a:lnTo>
                  <a:pt x="3789" y="3865"/>
                </a:lnTo>
                <a:lnTo>
                  <a:pt x="3789" y="3415"/>
                </a:lnTo>
                <a:lnTo>
                  <a:pt x="3339" y="3415"/>
                </a:lnTo>
                <a:close/>
                <a:moveTo>
                  <a:pt x="2856" y="3415"/>
                </a:moveTo>
                <a:lnTo>
                  <a:pt x="2856" y="3865"/>
                </a:lnTo>
                <a:lnTo>
                  <a:pt x="3306" y="3865"/>
                </a:lnTo>
                <a:lnTo>
                  <a:pt x="3306" y="3415"/>
                </a:lnTo>
                <a:lnTo>
                  <a:pt x="2856" y="3415"/>
                </a:lnTo>
                <a:close/>
                <a:moveTo>
                  <a:pt x="2374" y="3415"/>
                </a:moveTo>
                <a:lnTo>
                  <a:pt x="2374" y="3865"/>
                </a:lnTo>
                <a:lnTo>
                  <a:pt x="2823" y="3865"/>
                </a:lnTo>
                <a:lnTo>
                  <a:pt x="2823" y="3415"/>
                </a:lnTo>
                <a:lnTo>
                  <a:pt x="2374" y="3415"/>
                </a:lnTo>
                <a:close/>
                <a:moveTo>
                  <a:pt x="1891" y="3415"/>
                </a:moveTo>
                <a:lnTo>
                  <a:pt x="1891" y="3865"/>
                </a:lnTo>
                <a:lnTo>
                  <a:pt x="2341" y="3865"/>
                </a:lnTo>
                <a:lnTo>
                  <a:pt x="2341" y="3415"/>
                </a:lnTo>
                <a:lnTo>
                  <a:pt x="1891" y="3415"/>
                </a:lnTo>
                <a:close/>
                <a:moveTo>
                  <a:pt x="1408" y="3415"/>
                </a:moveTo>
                <a:lnTo>
                  <a:pt x="1408" y="3865"/>
                </a:lnTo>
                <a:lnTo>
                  <a:pt x="1858" y="3865"/>
                </a:lnTo>
                <a:lnTo>
                  <a:pt x="1858" y="3415"/>
                </a:lnTo>
                <a:lnTo>
                  <a:pt x="1408" y="3415"/>
                </a:lnTo>
                <a:close/>
                <a:moveTo>
                  <a:pt x="926" y="3415"/>
                </a:moveTo>
                <a:lnTo>
                  <a:pt x="926" y="3865"/>
                </a:lnTo>
                <a:lnTo>
                  <a:pt x="1375" y="3865"/>
                </a:lnTo>
                <a:lnTo>
                  <a:pt x="1375" y="3415"/>
                </a:lnTo>
                <a:lnTo>
                  <a:pt x="926" y="3415"/>
                </a:lnTo>
                <a:close/>
                <a:moveTo>
                  <a:pt x="443" y="3415"/>
                </a:moveTo>
                <a:lnTo>
                  <a:pt x="443" y="3865"/>
                </a:lnTo>
                <a:lnTo>
                  <a:pt x="893" y="3865"/>
                </a:lnTo>
                <a:lnTo>
                  <a:pt x="893" y="3415"/>
                </a:lnTo>
                <a:lnTo>
                  <a:pt x="443" y="3415"/>
                </a:lnTo>
                <a:close/>
                <a:moveTo>
                  <a:pt x="18302" y="2933"/>
                </a:moveTo>
                <a:lnTo>
                  <a:pt x="18302" y="3382"/>
                </a:lnTo>
                <a:lnTo>
                  <a:pt x="18751" y="3382"/>
                </a:lnTo>
                <a:lnTo>
                  <a:pt x="18751" y="2933"/>
                </a:lnTo>
                <a:lnTo>
                  <a:pt x="18302" y="2933"/>
                </a:lnTo>
                <a:close/>
                <a:moveTo>
                  <a:pt x="17819" y="2933"/>
                </a:moveTo>
                <a:lnTo>
                  <a:pt x="17819" y="3382"/>
                </a:lnTo>
                <a:lnTo>
                  <a:pt x="18269" y="3382"/>
                </a:lnTo>
                <a:lnTo>
                  <a:pt x="18269" y="2933"/>
                </a:lnTo>
                <a:lnTo>
                  <a:pt x="17819" y="2933"/>
                </a:lnTo>
                <a:close/>
                <a:moveTo>
                  <a:pt x="17336" y="2933"/>
                </a:moveTo>
                <a:lnTo>
                  <a:pt x="17336" y="3382"/>
                </a:lnTo>
                <a:lnTo>
                  <a:pt x="17786" y="3382"/>
                </a:lnTo>
                <a:lnTo>
                  <a:pt x="17786" y="2933"/>
                </a:lnTo>
                <a:lnTo>
                  <a:pt x="17336" y="2933"/>
                </a:lnTo>
                <a:close/>
                <a:moveTo>
                  <a:pt x="16854" y="2933"/>
                </a:moveTo>
                <a:lnTo>
                  <a:pt x="16854" y="3382"/>
                </a:lnTo>
                <a:lnTo>
                  <a:pt x="17303" y="3382"/>
                </a:lnTo>
                <a:lnTo>
                  <a:pt x="17303" y="2933"/>
                </a:lnTo>
                <a:lnTo>
                  <a:pt x="16854" y="2933"/>
                </a:lnTo>
                <a:close/>
                <a:moveTo>
                  <a:pt x="16371" y="2933"/>
                </a:moveTo>
                <a:lnTo>
                  <a:pt x="16371" y="3382"/>
                </a:lnTo>
                <a:lnTo>
                  <a:pt x="16821" y="3382"/>
                </a:lnTo>
                <a:lnTo>
                  <a:pt x="16821" y="2933"/>
                </a:lnTo>
                <a:lnTo>
                  <a:pt x="16371" y="2933"/>
                </a:lnTo>
                <a:close/>
                <a:moveTo>
                  <a:pt x="15888" y="2933"/>
                </a:moveTo>
                <a:lnTo>
                  <a:pt x="15888" y="3382"/>
                </a:lnTo>
                <a:lnTo>
                  <a:pt x="16338" y="3382"/>
                </a:lnTo>
                <a:lnTo>
                  <a:pt x="16338" y="2933"/>
                </a:lnTo>
                <a:lnTo>
                  <a:pt x="15888" y="2933"/>
                </a:lnTo>
                <a:close/>
                <a:moveTo>
                  <a:pt x="15406" y="2933"/>
                </a:moveTo>
                <a:lnTo>
                  <a:pt x="15406" y="3382"/>
                </a:lnTo>
                <a:lnTo>
                  <a:pt x="15855" y="3382"/>
                </a:lnTo>
                <a:lnTo>
                  <a:pt x="15855" y="2933"/>
                </a:lnTo>
                <a:lnTo>
                  <a:pt x="15406" y="2933"/>
                </a:lnTo>
                <a:close/>
                <a:moveTo>
                  <a:pt x="14923" y="2933"/>
                </a:moveTo>
                <a:lnTo>
                  <a:pt x="14923" y="3382"/>
                </a:lnTo>
                <a:lnTo>
                  <a:pt x="15373" y="3382"/>
                </a:lnTo>
                <a:lnTo>
                  <a:pt x="15373" y="2933"/>
                </a:lnTo>
                <a:lnTo>
                  <a:pt x="14923" y="2933"/>
                </a:lnTo>
                <a:close/>
                <a:moveTo>
                  <a:pt x="14440" y="2933"/>
                </a:moveTo>
                <a:lnTo>
                  <a:pt x="14440" y="3382"/>
                </a:lnTo>
                <a:lnTo>
                  <a:pt x="14890" y="3382"/>
                </a:lnTo>
                <a:lnTo>
                  <a:pt x="14890" y="2933"/>
                </a:lnTo>
                <a:lnTo>
                  <a:pt x="14440" y="2933"/>
                </a:lnTo>
                <a:close/>
                <a:moveTo>
                  <a:pt x="13958" y="2933"/>
                </a:moveTo>
                <a:lnTo>
                  <a:pt x="13958" y="3382"/>
                </a:lnTo>
                <a:lnTo>
                  <a:pt x="14407" y="3382"/>
                </a:lnTo>
                <a:lnTo>
                  <a:pt x="14407" y="2933"/>
                </a:lnTo>
                <a:lnTo>
                  <a:pt x="13958" y="2933"/>
                </a:lnTo>
                <a:close/>
                <a:moveTo>
                  <a:pt x="13475" y="2933"/>
                </a:moveTo>
                <a:lnTo>
                  <a:pt x="13475" y="3382"/>
                </a:lnTo>
                <a:lnTo>
                  <a:pt x="13925" y="3382"/>
                </a:lnTo>
                <a:lnTo>
                  <a:pt x="13925" y="2933"/>
                </a:lnTo>
                <a:lnTo>
                  <a:pt x="13475" y="2933"/>
                </a:lnTo>
                <a:close/>
                <a:moveTo>
                  <a:pt x="12992" y="2933"/>
                </a:moveTo>
                <a:lnTo>
                  <a:pt x="12992" y="3382"/>
                </a:lnTo>
                <a:lnTo>
                  <a:pt x="13442" y="3382"/>
                </a:lnTo>
                <a:lnTo>
                  <a:pt x="13442" y="2933"/>
                </a:lnTo>
                <a:lnTo>
                  <a:pt x="12992" y="2933"/>
                </a:lnTo>
                <a:close/>
                <a:moveTo>
                  <a:pt x="12510" y="2933"/>
                </a:moveTo>
                <a:lnTo>
                  <a:pt x="12510" y="3382"/>
                </a:lnTo>
                <a:lnTo>
                  <a:pt x="12959" y="3382"/>
                </a:lnTo>
                <a:lnTo>
                  <a:pt x="12959" y="2933"/>
                </a:lnTo>
                <a:lnTo>
                  <a:pt x="12510" y="2933"/>
                </a:lnTo>
                <a:close/>
                <a:moveTo>
                  <a:pt x="12027" y="2933"/>
                </a:moveTo>
                <a:lnTo>
                  <a:pt x="12027" y="3382"/>
                </a:lnTo>
                <a:lnTo>
                  <a:pt x="12477" y="3382"/>
                </a:lnTo>
                <a:lnTo>
                  <a:pt x="12477" y="2933"/>
                </a:lnTo>
                <a:lnTo>
                  <a:pt x="12027" y="2933"/>
                </a:lnTo>
                <a:close/>
                <a:moveTo>
                  <a:pt x="11544" y="2933"/>
                </a:moveTo>
                <a:lnTo>
                  <a:pt x="11544" y="3382"/>
                </a:lnTo>
                <a:lnTo>
                  <a:pt x="11994" y="3382"/>
                </a:lnTo>
                <a:lnTo>
                  <a:pt x="11994" y="2933"/>
                </a:lnTo>
                <a:lnTo>
                  <a:pt x="11544" y="2933"/>
                </a:lnTo>
                <a:close/>
                <a:moveTo>
                  <a:pt x="11062" y="2933"/>
                </a:moveTo>
                <a:lnTo>
                  <a:pt x="11062" y="3382"/>
                </a:lnTo>
                <a:lnTo>
                  <a:pt x="11511" y="3382"/>
                </a:lnTo>
                <a:lnTo>
                  <a:pt x="11511" y="2933"/>
                </a:lnTo>
                <a:lnTo>
                  <a:pt x="11062" y="2933"/>
                </a:lnTo>
                <a:close/>
                <a:moveTo>
                  <a:pt x="10579" y="2933"/>
                </a:moveTo>
                <a:lnTo>
                  <a:pt x="10579" y="3382"/>
                </a:lnTo>
                <a:lnTo>
                  <a:pt x="11029" y="3382"/>
                </a:lnTo>
                <a:lnTo>
                  <a:pt x="11029" y="2933"/>
                </a:lnTo>
                <a:lnTo>
                  <a:pt x="10579" y="2933"/>
                </a:lnTo>
                <a:close/>
                <a:moveTo>
                  <a:pt x="10096" y="2933"/>
                </a:moveTo>
                <a:lnTo>
                  <a:pt x="10096" y="3382"/>
                </a:lnTo>
                <a:lnTo>
                  <a:pt x="10546" y="3382"/>
                </a:lnTo>
                <a:lnTo>
                  <a:pt x="10546" y="2933"/>
                </a:lnTo>
                <a:lnTo>
                  <a:pt x="10096" y="2933"/>
                </a:lnTo>
                <a:close/>
                <a:moveTo>
                  <a:pt x="9614" y="2933"/>
                </a:moveTo>
                <a:lnTo>
                  <a:pt x="9614" y="3382"/>
                </a:lnTo>
                <a:lnTo>
                  <a:pt x="10063" y="3382"/>
                </a:lnTo>
                <a:lnTo>
                  <a:pt x="10063" y="2933"/>
                </a:lnTo>
                <a:lnTo>
                  <a:pt x="9614" y="2933"/>
                </a:lnTo>
                <a:close/>
                <a:moveTo>
                  <a:pt x="9131" y="2933"/>
                </a:moveTo>
                <a:lnTo>
                  <a:pt x="9131" y="3382"/>
                </a:lnTo>
                <a:lnTo>
                  <a:pt x="9581" y="3382"/>
                </a:lnTo>
                <a:lnTo>
                  <a:pt x="9581" y="2933"/>
                </a:lnTo>
                <a:lnTo>
                  <a:pt x="9131" y="2933"/>
                </a:lnTo>
                <a:close/>
                <a:moveTo>
                  <a:pt x="8648" y="2933"/>
                </a:moveTo>
                <a:lnTo>
                  <a:pt x="8648" y="3382"/>
                </a:lnTo>
                <a:lnTo>
                  <a:pt x="9098" y="3382"/>
                </a:lnTo>
                <a:lnTo>
                  <a:pt x="9098" y="2933"/>
                </a:lnTo>
                <a:lnTo>
                  <a:pt x="8648" y="2933"/>
                </a:lnTo>
                <a:close/>
                <a:moveTo>
                  <a:pt x="8166" y="2933"/>
                </a:moveTo>
                <a:lnTo>
                  <a:pt x="8166" y="3382"/>
                </a:lnTo>
                <a:lnTo>
                  <a:pt x="8615" y="3382"/>
                </a:lnTo>
                <a:lnTo>
                  <a:pt x="8615" y="2933"/>
                </a:lnTo>
                <a:lnTo>
                  <a:pt x="8166" y="2933"/>
                </a:lnTo>
                <a:close/>
                <a:moveTo>
                  <a:pt x="7683" y="2933"/>
                </a:moveTo>
                <a:lnTo>
                  <a:pt x="7683" y="3382"/>
                </a:lnTo>
                <a:lnTo>
                  <a:pt x="8133" y="3382"/>
                </a:lnTo>
                <a:lnTo>
                  <a:pt x="8133" y="2933"/>
                </a:lnTo>
                <a:lnTo>
                  <a:pt x="7683" y="2933"/>
                </a:lnTo>
                <a:close/>
                <a:moveTo>
                  <a:pt x="7200" y="2933"/>
                </a:moveTo>
                <a:lnTo>
                  <a:pt x="7200" y="3382"/>
                </a:lnTo>
                <a:lnTo>
                  <a:pt x="7650" y="3382"/>
                </a:lnTo>
                <a:lnTo>
                  <a:pt x="7650" y="2933"/>
                </a:lnTo>
                <a:lnTo>
                  <a:pt x="7200" y="2933"/>
                </a:lnTo>
                <a:close/>
                <a:moveTo>
                  <a:pt x="6718" y="2933"/>
                </a:moveTo>
                <a:lnTo>
                  <a:pt x="6718" y="3382"/>
                </a:lnTo>
                <a:lnTo>
                  <a:pt x="7167" y="3382"/>
                </a:lnTo>
                <a:lnTo>
                  <a:pt x="7167" y="2933"/>
                </a:lnTo>
                <a:lnTo>
                  <a:pt x="6718" y="2933"/>
                </a:lnTo>
                <a:close/>
                <a:moveTo>
                  <a:pt x="6235" y="2933"/>
                </a:moveTo>
                <a:lnTo>
                  <a:pt x="6235" y="3382"/>
                </a:lnTo>
                <a:lnTo>
                  <a:pt x="6685" y="3382"/>
                </a:lnTo>
                <a:lnTo>
                  <a:pt x="6685" y="2933"/>
                </a:lnTo>
                <a:lnTo>
                  <a:pt x="6235" y="2933"/>
                </a:lnTo>
                <a:close/>
                <a:moveTo>
                  <a:pt x="5752" y="2933"/>
                </a:moveTo>
                <a:lnTo>
                  <a:pt x="5752" y="3382"/>
                </a:lnTo>
                <a:lnTo>
                  <a:pt x="6202" y="3382"/>
                </a:lnTo>
                <a:lnTo>
                  <a:pt x="6202" y="2933"/>
                </a:lnTo>
                <a:lnTo>
                  <a:pt x="5752" y="2933"/>
                </a:lnTo>
                <a:close/>
                <a:moveTo>
                  <a:pt x="5270" y="2933"/>
                </a:moveTo>
                <a:lnTo>
                  <a:pt x="5270" y="3382"/>
                </a:lnTo>
                <a:lnTo>
                  <a:pt x="5719" y="3382"/>
                </a:lnTo>
                <a:lnTo>
                  <a:pt x="5719" y="2933"/>
                </a:lnTo>
                <a:lnTo>
                  <a:pt x="5270" y="2933"/>
                </a:lnTo>
                <a:close/>
                <a:moveTo>
                  <a:pt x="4787" y="2933"/>
                </a:moveTo>
                <a:lnTo>
                  <a:pt x="4787" y="3382"/>
                </a:lnTo>
                <a:lnTo>
                  <a:pt x="5237" y="3382"/>
                </a:lnTo>
                <a:lnTo>
                  <a:pt x="5237" y="2933"/>
                </a:lnTo>
                <a:lnTo>
                  <a:pt x="4787" y="2933"/>
                </a:lnTo>
                <a:close/>
                <a:moveTo>
                  <a:pt x="4304" y="2933"/>
                </a:moveTo>
                <a:lnTo>
                  <a:pt x="4304" y="3382"/>
                </a:lnTo>
                <a:lnTo>
                  <a:pt x="4754" y="3382"/>
                </a:lnTo>
                <a:lnTo>
                  <a:pt x="4754" y="2933"/>
                </a:lnTo>
                <a:lnTo>
                  <a:pt x="4304" y="2933"/>
                </a:lnTo>
                <a:close/>
                <a:moveTo>
                  <a:pt x="3822" y="2933"/>
                </a:moveTo>
                <a:lnTo>
                  <a:pt x="3822" y="3382"/>
                </a:lnTo>
                <a:lnTo>
                  <a:pt x="4271" y="3382"/>
                </a:lnTo>
                <a:lnTo>
                  <a:pt x="4271" y="2933"/>
                </a:lnTo>
                <a:lnTo>
                  <a:pt x="3822" y="2933"/>
                </a:lnTo>
                <a:close/>
                <a:moveTo>
                  <a:pt x="3339" y="2933"/>
                </a:moveTo>
                <a:lnTo>
                  <a:pt x="3339" y="3382"/>
                </a:lnTo>
                <a:lnTo>
                  <a:pt x="3789" y="3382"/>
                </a:lnTo>
                <a:lnTo>
                  <a:pt x="3789" y="2933"/>
                </a:lnTo>
                <a:lnTo>
                  <a:pt x="3339" y="2933"/>
                </a:lnTo>
                <a:close/>
                <a:moveTo>
                  <a:pt x="2856" y="2933"/>
                </a:moveTo>
                <a:lnTo>
                  <a:pt x="2856" y="3382"/>
                </a:lnTo>
                <a:lnTo>
                  <a:pt x="3306" y="3382"/>
                </a:lnTo>
                <a:lnTo>
                  <a:pt x="3306" y="2933"/>
                </a:lnTo>
                <a:lnTo>
                  <a:pt x="2856" y="2933"/>
                </a:lnTo>
                <a:close/>
                <a:moveTo>
                  <a:pt x="2374" y="2933"/>
                </a:moveTo>
                <a:lnTo>
                  <a:pt x="2374" y="3382"/>
                </a:lnTo>
                <a:lnTo>
                  <a:pt x="2823" y="3382"/>
                </a:lnTo>
                <a:lnTo>
                  <a:pt x="2823" y="2933"/>
                </a:lnTo>
                <a:lnTo>
                  <a:pt x="2374" y="2933"/>
                </a:lnTo>
                <a:close/>
                <a:moveTo>
                  <a:pt x="1891" y="2933"/>
                </a:moveTo>
                <a:lnTo>
                  <a:pt x="1891" y="3382"/>
                </a:lnTo>
                <a:lnTo>
                  <a:pt x="2341" y="3382"/>
                </a:lnTo>
                <a:lnTo>
                  <a:pt x="2341" y="2933"/>
                </a:lnTo>
                <a:lnTo>
                  <a:pt x="1891" y="2933"/>
                </a:lnTo>
                <a:close/>
                <a:moveTo>
                  <a:pt x="1408" y="2933"/>
                </a:moveTo>
                <a:lnTo>
                  <a:pt x="1408" y="3382"/>
                </a:lnTo>
                <a:lnTo>
                  <a:pt x="1858" y="3382"/>
                </a:lnTo>
                <a:lnTo>
                  <a:pt x="1858" y="2933"/>
                </a:lnTo>
                <a:lnTo>
                  <a:pt x="1408" y="2933"/>
                </a:lnTo>
                <a:close/>
                <a:moveTo>
                  <a:pt x="926" y="2933"/>
                </a:moveTo>
                <a:lnTo>
                  <a:pt x="926" y="3382"/>
                </a:lnTo>
                <a:lnTo>
                  <a:pt x="1375" y="3382"/>
                </a:lnTo>
                <a:lnTo>
                  <a:pt x="1375" y="2933"/>
                </a:lnTo>
                <a:lnTo>
                  <a:pt x="926" y="2933"/>
                </a:lnTo>
                <a:close/>
                <a:moveTo>
                  <a:pt x="443" y="2933"/>
                </a:moveTo>
                <a:lnTo>
                  <a:pt x="443" y="3382"/>
                </a:lnTo>
                <a:lnTo>
                  <a:pt x="893" y="3382"/>
                </a:lnTo>
                <a:lnTo>
                  <a:pt x="893" y="2933"/>
                </a:lnTo>
                <a:lnTo>
                  <a:pt x="443" y="2933"/>
                </a:lnTo>
                <a:close/>
                <a:moveTo>
                  <a:pt x="18302" y="2450"/>
                </a:moveTo>
                <a:lnTo>
                  <a:pt x="18302" y="2900"/>
                </a:lnTo>
                <a:lnTo>
                  <a:pt x="18751" y="2900"/>
                </a:lnTo>
                <a:lnTo>
                  <a:pt x="18751" y="2450"/>
                </a:lnTo>
                <a:lnTo>
                  <a:pt x="18302" y="2450"/>
                </a:lnTo>
                <a:close/>
                <a:moveTo>
                  <a:pt x="17819" y="2450"/>
                </a:moveTo>
                <a:lnTo>
                  <a:pt x="17819" y="2900"/>
                </a:lnTo>
                <a:lnTo>
                  <a:pt x="18269" y="2900"/>
                </a:lnTo>
                <a:lnTo>
                  <a:pt x="18269" y="2450"/>
                </a:lnTo>
                <a:lnTo>
                  <a:pt x="17819" y="2450"/>
                </a:lnTo>
                <a:close/>
                <a:moveTo>
                  <a:pt x="17336" y="2450"/>
                </a:moveTo>
                <a:lnTo>
                  <a:pt x="17336" y="2900"/>
                </a:lnTo>
                <a:lnTo>
                  <a:pt x="17786" y="2900"/>
                </a:lnTo>
                <a:lnTo>
                  <a:pt x="17786" y="2450"/>
                </a:lnTo>
                <a:lnTo>
                  <a:pt x="17336" y="2450"/>
                </a:lnTo>
                <a:close/>
                <a:moveTo>
                  <a:pt x="16854" y="2450"/>
                </a:moveTo>
                <a:lnTo>
                  <a:pt x="16854" y="2900"/>
                </a:lnTo>
                <a:lnTo>
                  <a:pt x="17303" y="2900"/>
                </a:lnTo>
                <a:lnTo>
                  <a:pt x="17303" y="2450"/>
                </a:lnTo>
                <a:lnTo>
                  <a:pt x="16854" y="2450"/>
                </a:lnTo>
                <a:close/>
                <a:moveTo>
                  <a:pt x="16371" y="2450"/>
                </a:moveTo>
                <a:lnTo>
                  <a:pt x="16371" y="2900"/>
                </a:lnTo>
                <a:lnTo>
                  <a:pt x="16821" y="2900"/>
                </a:lnTo>
                <a:lnTo>
                  <a:pt x="16821" y="2450"/>
                </a:lnTo>
                <a:lnTo>
                  <a:pt x="16371" y="2450"/>
                </a:lnTo>
                <a:close/>
                <a:moveTo>
                  <a:pt x="15888" y="2450"/>
                </a:moveTo>
                <a:lnTo>
                  <a:pt x="15888" y="2900"/>
                </a:lnTo>
                <a:lnTo>
                  <a:pt x="16338" y="2900"/>
                </a:lnTo>
                <a:lnTo>
                  <a:pt x="16338" y="2450"/>
                </a:lnTo>
                <a:lnTo>
                  <a:pt x="15888" y="2450"/>
                </a:lnTo>
                <a:close/>
                <a:moveTo>
                  <a:pt x="15406" y="2450"/>
                </a:moveTo>
                <a:lnTo>
                  <a:pt x="15406" y="2900"/>
                </a:lnTo>
                <a:lnTo>
                  <a:pt x="15855" y="2900"/>
                </a:lnTo>
                <a:lnTo>
                  <a:pt x="15855" y="2450"/>
                </a:lnTo>
                <a:lnTo>
                  <a:pt x="15406" y="2450"/>
                </a:lnTo>
                <a:close/>
                <a:moveTo>
                  <a:pt x="14923" y="2450"/>
                </a:moveTo>
                <a:lnTo>
                  <a:pt x="14923" y="2900"/>
                </a:lnTo>
                <a:lnTo>
                  <a:pt x="15373" y="2900"/>
                </a:lnTo>
                <a:lnTo>
                  <a:pt x="15373" y="2450"/>
                </a:lnTo>
                <a:lnTo>
                  <a:pt x="14923" y="2450"/>
                </a:lnTo>
                <a:close/>
                <a:moveTo>
                  <a:pt x="14440" y="2450"/>
                </a:moveTo>
                <a:lnTo>
                  <a:pt x="14440" y="2900"/>
                </a:lnTo>
                <a:lnTo>
                  <a:pt x="14890" y="2900"/>
                </a:lnTo>
                <a:lnTo>
                  <a:pt x="14890" y="2450"/>
                </a:lnTo>
                <a:lnTo>
                  <a:pt x="14440" y="2450"/>
                </a:lnTo>
                <a:close/>
                <a:moveTo>
                  <a:pt x="13958" y="2450"/>
                </a:moveTo>
                <a:lnTo>
                  <a:pt x="13958" y="2900"/>
                </a:lnTo>
                <a:lnTo>
                  <a:pt x="14407" y="2900"/>
                </a:lnTo>
                <a:lnTo>
                  <a:pt x="14407" y="2450"/>
                </a:lnTo>
                <a:lnTo>
                  <a:pt x="13958" y="2450"/>
                </a:lnTo>
                <a:close/>
                <a:moveTo>
                  <a:pt x="13475" y="2450"/>
                </a:moveTo>
                <a:lnTo>
                  <a:pt x="13475" y="2900"/>
                </a:lnTo>
                <a:lnTo>
                  <a:pt x="13925" y="2900"/>
                </a:lnTo>
                <a:lnTo>
                  <a:pt x="13925" y="2450"/>
                </a:lnTo>
                <a:lnTo>
                  <a:pt x="13475" y="2450"/>
                </a:lnTo>
                <a:close/>
                <a:moveTo>
                  <a:pt x="12992" y="2450"/>
                </a:moveTo>
                <a:lnTo>
                  <a:pt x="12992" y="2900"/>
                </a:lnTo>
                <a:lnTo>
                  <a:pt x="13442" y="2900"/>
                </a:lnTo>
                <a:lnTo>
                  <a:pt x="13442" y="2450"/>
                </a:lnTo>
                <a:lnTo>
                  <a:pt x="12992" y="2450"/>
                </a:lnTo>
                <a:close/>
                <a:moveTo>
                  <a:pt x="12510" y="2450"/>
                </a:moveTo>
                <a:lnTo>
                  <a:pt x="12510" y="2900"/>
                </a:lnTo>
                <a:lnTo>
                  <a:pt x="12959" y="2900"/>
                </a:lnTo>
                <a:lnTo>
                  <a:pt x="12959" y="2450"/>
                </a:lnTo>
                <a:lnTo>
                  <a:pt x="12510" y="2450"/>
                </a:lnTo>
                <a:close/>
                <a:moveTo>
                  <a:pt x="12027" y="2450"/>
                </a:moveTo>
                <a:lnTo>
                  <a:pt x="12027" y="2900"/>
                </a:lnTo>
                <a:lnTo>
                  <a:pt x="12477" y="2900"/>
                </a:lnTo>
                <a:lnTo>
                  <a:pt x="12477" y="2450"/>
                </a:lnTo>
                <a:lnTo>
                  <a:pt x="12027" y="2450"/>
                </a:lnTo>
                <a:close/>
                <a:moveTo>
                  <a:pt x="11544" y="2450"/>
                </a:moveTo>
                <a:lnTo>
                  <a:pt x="11544" y="2900"/>
                </a:lnTo>
                <a:lnTo>
                  <a:pt x="11994" y="2900"/>
                </a:lnTo>
                <a:lnTo>
                  <a:pt x="11994" y="2450"/>
                </a:lnTo>
                <a:lnTo>
                  <a:pt x="11544" y="2450"/>
                </a:lnTo>
                <a:close/>
                <a:moveTo>
                  <a:pt x="11062" y="2450"/>
                </a:moveTo>
                <a:lnTo>
                  <a:pt x="11062" y="2900"/>
                </a:lnTo>
                <a:lnTo>
                  <a:pt x="11511" y="2900"/>
                </a:lnTo>
                <a:lnTo>
                  <a:pt x="11511" y="2450"/>
                </a:lnTo>
                <a:lnTo>
                  <a:pt x="11062" y="2450"/>
                </a:lnTo>
                <a:close/>
                <a:moveTo>
                  <a:pt x="10579" y="2450"/>
                </a:moveTo>
                <a:lnTo>
                  <a:pt x="10579" y="2900"/>
                </a:lnTo>
                <a:lnTo>
                  <a:pt x="11029" y="2900"/>
                </a:lnTo>
                <a:lnTo>
                  <a:pt x="11029" y="2450"/>
                </a:lnTo>
                <a:lnTo>
                  <a:pt x="10579" y="2450"/>
                </a:lnTo>
                <a:close/>
                <a:moveTo>
                  <a:pt x="10096" y="2450"/>
                </a:moveTo>
                <a:lnTo>
                  <a:pt x="10096" y="2900"/>
                </a:lnTo>
                <a:lnTo>
                  <a:pt x="10546" y="2900"/>
                </a:lnTo>
                <a:lnTo>
                  <a:pt x="10546" y="2450"/>
                </a:lnTo>
                <a:lnTo>
                  <a:pt x="10096" y="2450"/>
                </a:lnTo>
                <a:close/>
                <a:moveTo>
                  <a:pt x="9614" y="2450"/>
                </a:moveTo>
                <a:lnTo>
                  <a:pt x="9614" y="2900"/>
                </a:lnTo>
                <a:lnTo>
                  <a:pt x="10063" y="2900"/>
                </a:lnTo>
                <a:lnTo>
                  <a:pt x="10063" y="2450"/>
                </a:lnTo>
                <a:lnTo>
                  <a:pt x="9614" y="2450"/>
                </a:lnTo>
                <a:close/>
                <a:moveTo>
                  <a:pt x="9131" y="2450"/>
                </a:moveTo>
                <a:lnTo>
                  <a:pt x="9131" y="2900"/>
                </a:lnTo>
                <a:lnTo>
                  <a:pt x="9581" y="2900"/>
                </a:lnTo>
                <a:lnTo>
                  <a:pt x="9581" y="2450"/>
                </a:lnTo>
                <a:lnTo>
                  <a:pt x="9131" y="2450"/>
                </a:lnTo>
                <a:close/>
                <a:moveTo>
                  <a:pt x="8648" y="2450"/>
                </a:moveTo>
                <a:lnTo>
                  <a:pt x="8648" y="2900"/>
                </a:lnTo>
                <a:lnTo>
                  <a:pt x="9098" y="2900"/>
                </a:lnTo>
                <a:lnTo>
                  <a:pt x="9098" y="2450"/>
                </a:lnTo>
                <a:lnTo>
                  <a:pt x="8648" y="2450"/>
                </a:lnTo>
                <a:close/>
                <a:moveTo>
                  <a:pt x="8166" y="2450"/>
                </a:moveTo>
                <a:lnTo>
                  <a:pt x="8166" y="2900"/>
                </a:lnTo>
                <a:lnTo>
                  <a:pt x="8615" y="2900"/>
                </a:lnTo>
                <a:lnTo>
                  <a:pt x="8615" y="2450"/>
                </a:lnTo>
                <a:lnTo>
                  <a:pt x="8166" y="2450"/>
                </a:lnTo>
                <a:close/>
                <a:moveTo>
                  <a:pt x="7683" y="2450"/>
                </a:moveTo>
                <a:lnTo>
                  <a:pt x="7683" y="2900"/>
                </a:lnTo>
                <a:lnTo>
                  <a:pt x="8133" y="2900"/>
                </a:lnTo>
                <a:lnTo>
                  <a:pt x="8133" y="2450"/>
                </a:lnTo>
                <a:lnTo>
                  <a:pt x="7683" y="2450"/>
                </a:lnTo>
                <a:close/>
                <a:moveTo>
                  <a:pt x="7200" y="2450"/>
                </a:moveTo>
                <a:lnTo>
                  <a:pt x="7200" y="2900"/>
                </a:lnTo>
                <a:lnTo>
                  <a:pt x="7650" y="2900"/>
                </a:lnTo>
                <a:lnTo>
                  <a:pt x="7650" y="2450"/>
                </a:lnTo>
                <a:lnTo>
                  <a:pt x="7200" y="2450"/>
                </a:lnTo>
                <a:close/>
                <a:moveTo>
                  <a:pt x="6718" y="2450"/>
                </a:moveTo>
                <a:lnTo>
                  <a:pt x="6718" y="2900"/>
                </a:lnTo>
                <a:lnTo>
                  <a:pt x="7167" y="2900"/>
                </a:lnTo>
                <a:lnTo>
                  <a:pt x="7167" y="2450"/>
                </a:lnTo>
                <a:lnTo>
                  <a:pt x="6718" y="2450"/>
                </a:lnTo>
                <a:close/>
                <a:moveTo>
                  <a:pt x="6235" y="2450"/>
                </a:moveTo>
                <a:lnTo>
                  <a:pt x="6235" y="2900"/>
                </a:lnTo>
                <a:lnTo>
                  <a:pt x="6685" y="2900"/>
                </a:lnTo>
                <a:lnTo>
                  <a:pt x="6685" y="2450"/>
                </a:lnTo>
                <a:lnTo>
                  <a:pt x="6235" y="2450"/>
                </a:lnTo>
                <a:close/>
                <a:moveTo>
                  <a:pt x="5752" y="2450"/>
                </a:moveTo>
                <a:lnTo>
                  <a:pt x="5752" y="2900"/>
                </a:lnTo>
                <a:lnTo>
                  <a:pt x="6202" y="2900"/>
                </a:lnTo>
                <a:lnTo>
                  <a:pt x="6202" y="2450"/>
                </a:lnTo>
                <a:lnTo>
                  <a:pt x="5752" y="2450"/>
                </a:lnTo>
                <a:close/>
                <a:moveTo>
                  <a:pt x="5270" y="2450"/>
                </a:moveTo>
                <a:lnTo>
                  <a:pt x="5270" y="2900"/>
                </a:lnTo>
                <a:lnTo>
                  <a:pt x="5719" y="2900"/>
                </a:lnTo>
                <a:lnTo>
                  <a:pt x="5719" y="2450"/>
                </a:lnTo>
                <a:lnTo>
                  <a:pt x="5270" y="2450"/>
                </a:lnTo>
                <a:close/>
                <a:moveTo>
                  <a:pt x="4787" y="2450"/>
                </a:moveTo>
                <a:lnTo>
                  <a:pt x="4787" y="2900"/>
                </a:lnTo>
                <a:lnTo>
                  <a:pt x="5237" y="2900"/>
                </a:lnTo>
                <a:lnTo>
                  <a:pt x="5237" y="2450"/>
                </a:lnTo>
                <a:lnTo>
                  <a:pt x="4787" y="2450"/>
                </a:lnTo>
                <a:close/>
                <a:moveTo>
                  <a:pt x="4304" y="2450"/>
                </a:moveTo>
                <a:lnTo>
                  <a:pt x="4304" y="2900"/>
                </a:lnTo>
                <a:lnTo>
                  <a:pt x="4754" y="2900"/>
                </a:lnTo>
                <a:lnTo>
                  <a:pt x="4754" y="2450"/>
                </a:lnTo>
                <a:lnTo>
                  <a:pt x="4304" y="2450"/>
                </a:lnTo>
                <a:close/>
                <a:moveTo>
                  <a:pt x="3822" y="2450"/>
                </a:moveTo>
                <a:lnTo>
                  <a:pt x="3822" y="2900"/>
                </a:lnTo>
                <a:lnTo>
                  <a:pt x="4271" y="2900"/>
                </a:lnTo>
                <a:lnTo>
                  <a:pt x="4271" y="2450"/>
                </a:lnTo>
                <a:lnTo>
                  <a:pt x="3822" y="2450"/>
                </a:lnTo>
                <a:close/>
                <a:moveTo>
                  <a:pt x="3339" y="2450"/>
                </a:moveTo>
                <a:lnTo>
                  <a:pt x="3339" y="2900"/>
                </a:lnTo>
                <a:lnTo>
                  <a:pt x="3789" y="2900"/>
                </a:lnTo>
                <a:lnTo>
                  <a:pt x="3789" y="2450"/>
                </a:lnTo>
                <a:lnTo>
                  <a:pt x="3339" y="2450"/>
                </a:lnTo>
                <a:close/>
                <a:moveTo>
                  <a:pt x="2856" y="2450"/>
                </a:moveTo>
                <a:lnTo>
                  <a:pt x="2856" y="2900"/>
                </a:lnTo>
                <a:lnTo>
                  <a:pt x="3306" y="2900"/>
                </a:lnTo>
                <a:lnTo>
                  <a:pt x="3306" y="2450"/>
                </a:lnTo>
                <a:lnTo>
                  <a:pt x="2856" y="2450"/>
                </a:lnTo>
                <a:close/>
                <a:moveTo>
                  <a:pt x="2374" y="2450"/>
                </a:moveTo>
                <a:lnTo>
                  <a:pt x="2374" y="2900"/>
                </a:lnTo>
                <a:lnTo>
                  <a:pt x="2823" y="2900"/>
                </a:lnTo>
                <a:lnTo>
                  <a:pt x="2823" y="2450"/>
                </a:lnTo>
                <a:lnTo>
                  <a:pt x="2374" y="2450"/>
                </a:lnTo>
                <a:close/>
                <a:moveTo>
                  <a:pt x="1891" y="2450"/>
                </a:moveTo>
                <a:lnTo>
                  <a:pt x="1891" y="2900"/>
                </a:lnTo>
                <a:lnTo>
                  <a:pt x="2341" y="2900"/>
                </a:lnTo>
                <a:lnTo>
                  <a:pt x="2341" y="2450"/>
                </a:lnTo>
                <a:lnTo>
                  <a:pt x="1891" y="2450"/>
                </a:lnTo>
                <a:close/>
                <a:moveTo>
                  <a:pt x="1408" y="2450"/>
                </a:moveTo>
                <a:lnTo>
                  <a:pt x="1408" y="2900"/>
                </a:lnTo>
                <a:lnTo>
                  <a:pt x="1858" y="2900"/>
                </a:lnTo>
                <a:lnTo>
                  <a:pt x="1858" y="2450"/>
                </a:lnTo>
                <a:lnTo>
                  <a:pt x="1408" y="2450"/>
                </a:lnTo>
                <a:close/>
                <a:moveTo>
                  <a:pt x="926" y="2450"/>
                </a:moveTo>
                <a:lnTo>
                  <a:pt x="926" y="2900"/>
                </a:lnTo>
                <a:lnTo>
                  <a:pt x="1375" y="2900"/>
                </a:lnTo>
                <a:lnTo>
                  <a:pt x="1375" y="2450"/>
                </a:lnTo>
                <a:lnTo>
                  <a:pt x="926" y="2450"/>
                </a:lnTo>
                <a:close/>
                <a:moveTo>
                  <a:pt x="443" y="2450"/>
                </a:moveTo>
                <a:lnTo>
                  <a:pt x="443" y="2900"/>
                </a:lnTo>
                <a:lnTo>
                  <a:pt x="893" y="2900"/>
                </a:lnTo>
                <a:lnTo>
                  <a:pt x="893" y="2450"/>
                </a:lnTo>
                <a:lnTo>
                  <a:pt x="443" y="2450"/>
                </a:lnTo>
                <a:close/>
                <a:moveTo>
                  <a:pt x="18302" y="1967"/>
                </a:moveTo>
                <a:lnTo>
                  <a:pt x="18302" y="2417"/>
                </a:lnTo>
                <a:lnTo>
                  <a:pt x="18751" y="2417"/>
                </a:lnTo>
                <a:lnTo>
                  <a:pt x="18751" y="1967"/>
                </a:lnTo>
                <a:lnTo>
                  <a:pt x="18302" y="1967"/>
                </a:lnTo>
                <a:close/>
                <a:moveTo>
                  <a:pt x="17819" y="1967"/>
                </a:moveTo>
                <a:lnTo>
                  <a:pt x="17819" y="2417"/>
                </a:lnTo>
                <a:lnTo>
                  <a:pt x="18269" y="2417"/>
                </a:lnTo>
                <a:lnTo>
                  <a:pt x="18269" y="1967"/>
                </a:lnTo>
                <a:lnTo>
                  <a:pt x="17819" y="1967"/>
                </a:lnTo>
                <a:close/>
                <a:moveTo>
                  <a:pt x="17336" y="1967"/>
                </a:moveTo>
                <a:lnTo>
                  <a:pt x="17336" y="2417"/>
                </a:lnTo>
                <a:lnTo>
                  <a:pt x="17786" y="2417"/>
                </a:lnTo>
                <a:lnTo>
                  <a:pt x="17786" y="1967"/>
                </a:lnTo>
                <a:lnTo>
                  <a:pt x="17336" y="1967"/>
                </a:lnTo>
                <a:close/>
                <a:moveTo>
                  <a:pt x="16854" y="1967"/>
                </a:moveTo>
                <a:lnTo>
                  <a:pt x="16854" y="2417"/>
                </a:lnTo>
                <a:lnTo>
                  <a:pt x="17303" y="2417"/>
                </a:lnTo>
                <a:lnTo>
                  <a:pt x="17303" y="1967"/>
                </a:lnTo>
                <a:lnTo>
                  <a:pt x="16854" y="1967"/>
                </a:lnTo>
                <a:close/>
                <a:moveTo>
                  <a:pt x="16371" y="1967"/>
                </a:moveTo>
                <a:lnTo>
                  <a:pt x="16371" y="2417"/>
                </a:lnTo>
                <a:lnTo>
                  <a:pt x="16821" y="2417"/>
                </a:lnTo>
                <a:lnTo>
                  <a:pt x="16821" y="1967"/>
                </a:lnTo>
                <a:lnTo>
                  <a:pt x="16371" y="1967"/>
                </a:lnTo>
                <a:close/>
                <a:moveTo>
                  <a:pt x="15888" y="1967"/>
                </a:moveTo>
                <a:lnTo>
                  <a:pt x="15888" y="2417"/>
                </a:lnTo>
                <a:lnTo>
                  <a:pt x="16338" y="2417"/>
                </a:lnTo>
                <a:lnTo>
                  <a:pt x="16338" y="1967"/>
                </a:lnTo>
                <a:lnTo>
                  <a:pt x="15888" y="1967"/>
                </a:lnTo>
                <a:close/>
                <a:moveTo>
                  <a:pt x="15406" y="1967"/>
                </a:moveTo>
                <a:lnTo>
                  <a:pt x="15406" y="2417"/>
                </a:lnTo>
                <a:lnTo>
                  <a:pt x="15855" y="2417"/>
                </a:lnTo>
                <a:lnTo>
                  <a:pt x="15855" y="1967"/>
                </a:lnTo>
                <a:lnTo>
                  <a:pt x="15406" y="1967"/>
                </a:lnTo>
                <a:close/>
                <a:moveTo>
                  <a:pt x="14923" y="1967"/>
                </a:moveTo>
                <a:lnTo>
                  <a:pt x="14923" y="2417"/>
                </a:lnTo>
                <a:lnTo>
                  <a:pt x="15373" y="2417"/>
                </a:lnTo>
                <a:lnTo>
                  <a:pt x="15373" y="1967"/>
                </a:lnTo>
                <a:lnTo>
                  <a:pt x="14923" y="1967"/>
                </a:lnTo>
                <a:close/>
                <a:moveTo>
                  <a:pt x="14440" y="1967"/>
                </a:moveTo>
                <a:lnTo>
                  <a:pt x="14440" y="2417"/>
                </a:lnTo>
                <a:lnTo>
                  <a:pt x="14890" y="2417"/>
                </a:lnTo>
                <a:lnTo>
                  <a:pt x="14890" y="1967"/>
                </a:lnTo>
                <a:lnTo>
                  <a:pt x="14440" y="1967"/>
                </a:lnTo>
                <a:close/>
                <a:moveTo>
                  <a:pt x="13958" y="1967"/>
                </a:moveTo>
                <a:lnTo>
                  <a:pt x="13958" y="2417"/>
                </a:lnTo>
                <a:lnTo>
                  <a:pt x="14407" y="2417"/>
                </a:lnTo>
                <a:lnTo>
                  <a:pt x="14407" y="1967"/>
                </a:lnTo>
                <a:lnTo>
                  <a:pt x="13958" y="1967"/>
                </a:lnTo>
                <a:close/>
                <a:moveTo>
                  <a:pt x="13475" y="1967"/>
                </a:moveTo>
                <a:lnTo>
                  <a:pt x="13475" y="2417"/>
                </a:lnTo>
                <a:lnTo>
                  <a:pt x="13925" y="2417"/>
                </a:lnTo>
                <a:lnTo>
                  <a:pt x="13925" y="1967"/>
                </a:lnTo>
                <a:lnTo>
                  <a:pt x="13475" y="1967"/>
                </a:lnTo>
                <a:close/>
                <a:moveTo>
                  <a:pt x="12992" y="1967"/>
                </a:moveTo>
                <a:lnTo>
                  <a:pt x="12992" y="2417"/>
                </a:lnTo>
                <a:lnTo>
                  <a:pt x="13442" y="2417"/>
                </a:lnTo>
                <a:lnTo>
                  <a:pt x="13442" y="1967"/>
                </a:lnTo>
                <a:lnTo>
                  <a:pt x="12992" y="1967"/>
                </a:lnTo>
                <a:close/>
                <a:moveTo>
                  <a:pt x="12510" y="1967"/>
                </a:moveTo>
                <a:lnTo>
                  <a:pt x="12510" y="2417"/>
                </a:lnTo>
                <a:lnTo>
                  <a:pt x="12959" y="2417"/>
                </a:lnTo>
                <a:lnTo>
                  <a:pt x="12959" y="1967"/>
                </a:lnTo>
                <a:lnTo>
                  <a:pt x="12510" y="1967"/>
                </a:lnTo>
                <a:close/>
                <a:moveTo>
                  <a:pt x="12027" y="1967"/>
                </a:moveTo>
                <a:lnTo>
                  <a:pt x="12027" y="2417"/>
                </a:lnTo>
                <a:lnTo>
                  <a:pt x="12477" y="2417"/>
                </a:lnTo>
                <a:lnTo>
                  <a:pt x="12477" y="1967"/>
                </a:lnTo>
                <a:lnTo>
                  <a:pt x="12027" y="1967"/>
                </a:lnTo>
                <a:close/>
                <a:moveTo>
                  <a:pt x="11544" y="1967"/>
                </a:moveTo>
                <a:lnTo>
                  <a:pt x="11544" y="2417"/>
                </a:lnTo>
                <a:lnTo>
                  <a:pt x="11994" y="2417"/>
                </a:lnTo>
                <a:lnTo>
                  <a:pt x="11994" y="1967"/>
                </a:lnTo>
                <a:lnTo>
                  <a:pt x="11544" y="1967"/>
                </a:lnTo>
                <a:close/>
                <a:moveTo>
                  <a:pt x="11062" y="1967"/>
                </a:moveTo>
                <a:lnTo>
                  <a:pt x="11062" y="2417"/>
                </a:lnTo>
                <a:lnTo>
                  <a:pt x="11511" y="2417"/>
                </a:lnTo>
                <a:lnTo>
                  <a:pt x="11511" y="1967"/>
                </a:lnTo>
                <a:lnTo>
                  <a:pt x="11062" y="1967"/>
                </a:lnTo>
                <a:close/>
                <a:moveTo>
                  <a:pt x="10579" y="1967"/>
                </a:moveTo>
                <a:lnTo>
                  <a:pt x="10579" y="2417"/>
                </a:lnTo>
                <a:lnTo>
                  <a:pt x="11029" y="2417"/>
                </a:lnTo>
                <a:lnTo>
                  <a:pt x="11029" y="1967"/>
                </a:lnTo>
                <a:lnTo>
                  <a:pt x="10579" y="1967"/>
                </a:lnTo>
                <a:close/>
                <a:moveTo>
                  <a:pt x="10096" y="1967"/>
                </a:moveTo>
                <a:lnTo>
                  <a:pt x="10096" y="2417"/>
                </a:lnTo>
                <a:lnTo>
                  <a:pt x="10546" y="2417"/>
                </a:lnTo>
                <a:lnTo>
                  <a:pt x="10546" y="1967"/>
                </a:lnTo>
                <a:lnTo>
                  <a:pt x="10096" y="1967"/>
                </a:lnTo>
                <a:close/>
                <a:moveTo>
                  <a:pt x="9614" y="1967"/>
                </a:moveTo>
                <a:lnTo>
                  <a:pt x="9614" y="2417"/>
                </a:lnTo>
                <a:lnTo>
                  <a:pt x="10063" y="2417"/>
                </a:lnTo>
                <a:lnTo>
                  <a:pt x="10063" y="1967"/>
                </a:lnTo>
                <a:lnTo>
                  <a:pt x="9614" y="1967"/>
                </a:lnTo>
                <a:close/>
                <a:moveTo>
                  <a:pt x="9131" y="1967"/>
                </a:moveTo>
                <a:lnTo>
                  <a:pt x="9131" y="2417"/>
                </a:lnTo>
                <a:lnTo>
                  <a:pt x="9581" y="2417"/>
                </a:lnTo>
                <a:lnTo>
                  <a:pt x="9581" y="1967"/>
                </a:lnTo>
                <a:lnTo>
                  <a:pt x="9131" y="1967"/>
                </a:lnTo>
                <a:close/>
                <a:moveTo>
                  <a:pt x="8648" y="1967"/>
                </a:moveTo>
                <a:lnTo>
                  <a:pt x="8648" y="2417"/>
                </a:lnTo>
                <a:lnTo>
                  <a:pt x="9098" y="2417"/>
                </a:lnTo>
                <a:lnTo>
                  <a:pt x="9098" y="1967"/>
                </a:lnTo>
                <a:lnTo>
                  <a:pt x="8648" y="1967"/>
                </a:lnTo>
                <a:close/>
                <a:moveTo>
                  <a:pt x="8166" y="1967"/>
                </a:moveTo>
                <a:lnTo>
                  <a:pt x="8166" y="2417"/>
                </a:lnTo>
                <a:lnTo>
                  <a:pt x="8615" y="2417"/>
                </a:lnTo>
                <a:lnTo>
                  <a:pt x="8615" y="1967"/>
                </a:lnTo>
                <a:lnTo>
                  <a:pt x="8166" y="1967"/>
                </a:lnTo>
                <a:close/>
                <a:moveTo>
                  <a:pt x="7683" y="1967"/>
                </a:moveTo>
                <a:lnTo>
                  <a:pt x="7683" y="2417"/>
                </a:lnTo>
                <a:lnTo>
                  <a:pt x="8133" y="2417"/>
                </a:lnTo>
                <a:lnTo>
                  <a:pt x="8133" y="1967"/>
                </a:lnTo>
                <a:lnTo>
                  <a:pt x="7683" y="1967"/>
                </a:lnTo>
                <a:close/>
                <a:moveTo>
                  <a:pt x="7200" y="1967"/>
                </a:moveTo>
                <a:lnTo>
                  <a:pt x="7200" y="2417"/>
                </a:lnTo>
                <a:lnTo>
                  <a:pt x="7650" y="2417"/>
                </a:lnTo>
                <a:lnTo>
                  <a:pt x="7650" y="1967"/>
                </a:lnTo>
                <a:lnTo>
                  <a:pt x="7200" y="1967"/>
                </a:lnTo>
                <a:close/>
                <a:moveTo>
                  <a:pt x="6718" y="1967"/>
                </a:moveTo>
                <a:lnTo>
                  <a:pt x="6718" y="2417"/>
                </a:lnTo>
                <a:lnTo>
                  <a:pt x="7167" y="2417"/>
                </a:lnTo>
                <a:lnTo>
                  <a:pt x="7167" y="1967"/>
                </a:lnTo>
                <a:lnTo>
                  <a:pt x="6718" y="1967"/>
                </a:lnTo>
                <a:close/>
                <a:moveTo>
                  <a:pt x="6235" y="1967"/>
                </a:moveTo>
                <a:lnTo>
                  <a:pt x="6235" y="2417"/>
                </a:lnTo>
                <a:lnTo>
                  <a:pt x="6685" y="2417"/>
                </a:lnTo>
                <a:lnTo>
                  <a:pt x="6685" y="1967"/>
                </a:lnTo>
                <a:lnTo>
                  <a:pt x="6235" y="1967"/>
                </a:lnTo>
                <a:close/>
                <a:moveTo>
                  <a:pt x="5752" y="1967"/>
                </a:moveTo>
                <a:lnTo>
                  <a:pt x="5752" y="2417"/>
                </a:lnTo>
                <a:lnTo>
                  <a:pt x="6202" y="2417"/>
                </a:lnTo>
                <a:lnTo>
                  <a:pt x="6202" y="1967"/>
                </a:lnTo>
                <a:lnTo>
                  <a:pt x="5752" y="1967"/>
                </a:lnTo>
                <a:close/>
                <a:moveTo>
                  <a:pt x="5270" y="1967"/>
                </a:moveTo>
                <a:lnTo>
                  <a:pt x="5270" y="2417"/>
                </a:lnTo>
                <a:lnTo>
                  <a:pt x="5719" y="2417"/>
                </a:lnTo>
                <a:lnTo>
                  <a:pt x="5719" y="1967"/>
                </a:lnTo>
                <a:lnTo>
                  <a:pt x="5270" y="1967"/>
                </a:lnTo>
                <a:close/>
                <a:moveTo>
                  <a:pt x="4787" y="1967"/>
                </a:moveTo>
                <a:lnTo>
                  <a:pt x="4787" y="2417"/>
                </a:lnTo>
                <a:lnTo>
                  <a:pt x="5237" y="2417"/>
                </a:lnTo>
                <a:lnTo>
                  <a:pt x="5237" y="1967"/>
                </a:lnTo>
                <a:lnTo>
                  <a:pt x="4787" y="1967"/>
                </a:lnTo>
                <a:close/>
                <a:moveTo>
                  <a:pt x="4304" y="1967"/>
                </a:moveTo>
                <a:lnTo>
                  <a:pt x="4304" y="2417"/>
                </a:lnTo>
                <a:lnTo>
                  <a:pt x="4754" y="2417"/>
                </a:lnTo>
                <a:lnTo>
                  <a:pt x="4754" y="1967"/>
                </a:lnTo>
                <a:lnTo>
                  <a:pt x="4304" y="1967"/>
                </a:lnTo>
                <a:close/>
                <a:moveTo>
                  <a:pt x="3822" y="1967"/>
                </a:moveTo>
                <a:lnTo>
                  <a:pt x="3822" y="2417"/>
                </a:lnTo>
                <a:lnTo>
                  <a:pt x="4271" y="2417"/>
                </a:lnTo>
                <a:lnTo>
                  <a:pt x="4271" y="1967"/>
                </a:lnTo>
                <a:lnTo>
                  <a:pt x="3822" y="1967"/>
                </a:lnTo>
                <a:close/>
                <a:moveTo>
                  <a:pt x="3339" y="1967"/>
                </a:moveTo>
                <a:lnTo>
                  <a:pt x="3339" y="2417"/>
                </a:lnTo>
                <a:lnTo>
                  <a:pt x="3789" y="2417"/>
                </a:lnTo>
                <a:lnTo>
                  <a:pt x="3789" y="1967"/>
                </a:lnTo>
                <a:lnTo>
                  <a:pt x="3339" y="1967"/>
                </a:lnTo>
                <a:close/>
                <a:moveTo>
                  <a:pt x="2856" y="1967"/>
                </a:moveTo>
                <a:lnTo>
                  <a:pt x="2856" y="2417"/>
                </a:lnTo>
                <a:lnTo>
                  <a:pt x="3306" y="2417"/>
                </a:lnTo>
                <a:lnTo>
                  <a:pt x="3306" y="1967"/>
                </a:lnTo>
                <a:lnTo>
                  <a:pt x="2856" y="1967"/>
                </a:lnTo>
                <a:close/>
                <a:moveTo>
                  <a:pt x="2374" y="1967"/>
                </a:moveTo>
                <a:lnTo>
                  <a:pt x="2374" y="2417"/>
                </a:lnTo>
                <a:lnTo>
                  <a:pt x="2823" y="2417"/>
                </a:lnTo>
                <a:lnTo>
                  <a:pt x="2823" y="1967"/>
                </a:lnTo>
                <a:lnTo>
                  <a:pt x="2374" y="1967"/>
                </a:lnTo>
                <a:close/>
                <a:moveTo>
                  <a:pt x="1891" y="1967"/>
                </a:moveTo>
                <a:lnTo>
                  <a:pt x="1891" y="2417"/>
                </a:lnTo>
                <a:lnTo>
                  <a:pt x="2341" y="2417"/>
                </a:lnTo>
                <a:lnTo>
                  <a:pt x="2341" y="1967"/>
                </a:lnTo>
                <a:lnTo>
                  <a:pt x="1891" y="1967"/>
                </a:lnTo>
                <a:close/>
                <a:moveTo>
                  <a:pt x="1408" y="1967"/>
                </a:moveTo>
                <a:lnTo>
                  <a:pt x="1408" y="2417"/>
                </a:lnTo>
                <a:lnTo>
                  <a:pt x="1858" y="2417"/>
                </a:lnTo>
                <a:lnTo>
                  <a:pt x="1858" y="1967"/>
                </a:lnTo>
                <a:lnTo>
                  <a:pt x="1408" y="1967"/>
                </a:lnTo>
                <a:close/>
                <a:moveTo>
                  <a:pt x="926" y="1967"/>
                </a:moveTo>
                <a:lnTo>
                  <a:pt x="926" y="2417"/>
                </a:lnTo>
                <a:lnTo>
                  <a:pt x="1375" y="2417"/>
                </a:lnTo>
                <a:lnTo>
                  <a:pt x="1375" y="1967"/>
                </a:lnTo>
                <a:lnTo>
                  <a:pt x="926" y="1967"/>
                </a:lnTo>
                <a:close/>
                <a:moveTo>
                  <a:pt x="443" y="1967"/>
                </a:moveTo>
                <a:lnTo>
                  <a:pt x="443" y="2417"/>
                </a:lnTo>
                <a:lnTo>
                  <a:pt x="893" y="2417"/>
                </a:lnTo>
                <a:lnTo>
                  <a:pt x="893" y="1967"/>
                </a:lnTo>
                <a:lnTo>
                  <a:pt x="443" y="1967"/>
                </a:lnTo>
                <a:close/>
                <a:moveTo>
                  <a:pt x="18302" y="1484"/>
                </a:moveTo>
                <a:lnTo>
                  <a:pt x="18302" y="1934"/>
                </a:lnTo>
                <a:lnTo>
                  <a:pt x="18751" y="1934"/>
                </a:lnTo>
                <a:lnTo>
                  <a:pt x="18751" y="1484"/>
                </a:lnTo>
                <a:lnTo>
                  <a:pt x="18302" y="1484"/>
                </a:lnTo>
                <a:close/>
                <a:moveTo>
                  <a:pt x="17819" y="1484"/>
                </a:moveTo>
                <a:lnTo>
                  <a:pt x="17819" y="1934"/>
                </a:lnTo>
                <a:lnTo>
                  <a:pt x="18269" y="1934"/>
                </a:lnTo>
                <a:lnTo>
                  <a:pt x="18269" y="1484"/>
                </a:lnTo>
                <a:lnTo>
                  <a:pt x="17819" y="1484"/>
                </a:lnTo>
                <a:close/>
                <a:moveTo>
                  <a:pt x="17336" y="1484"/>
                </a:moveTo>
                <a:lnTo>
                  <a:pt x="17336" y="1934"/>
                </a:lnTo>
                <a:lnTo>
                  <a:pt x="17786" y="1934"/>
                </a:lnTo>
                <a:lnTo>
                  <a:pt x="17786" y="1484"/>
                </a:lnTo>
                <a:lnTo>
                  <a:pt x="17336" y="1484"/>
                </a:lnTo>
                <a:close/>
                <a:moveTo>
                  <a:pt x="16854" y="1484"/>
                </a:moveTo>
                <a:lnTo>
                  <a:pt x="16854" y="1934"/>
                </a:lnTo>
                <a:lnTo>
                  <a:pt x="17303" y="1934"/>
                </a:lnTo>
                <a:lnTo>
                  <a:pt x="17303" y="1484"/>
                </a:lnTo>
                <a:lnTo>
                  <a:pt x="16854" y="1484"/>
                </a:lnTo>
                <a:close/>
                <a:moveTo>
                  <a:pt x="16371" y="1484"/>
                </a:moveTo>
                <a:lnTo>
                  <a:pt x="16371" y="1934"/>
                </a:lnTo>
                <a:lnTo>
                  <a:pt x="16821" y="1934"/>
                </a:lnTo>
                <a:lnTo>
                  <a:pt x="16821" y="1484"/>
                </a:lnTo>
                <a:lnTo>
                  <a:pt x="16371" y="1484"/>
                </a:lnTo>
                <a:close/>
                <a:moveTo>
                  <a:pt x="15888" y="1484"/>
                </a:moveTo>
                <a:lnTo>
                  <a:pt x="15888" y="1934"/>
                </a:lnTo>
                <a:lnTo>
                  <a:pt x="16338" y="1934"/>
                </a:lnTo>
                <a:lnTo>
                  <a:pt x="16338" y="1484"/>
                </a:lnTo>
                <a:lnTo>
                  <a:pt x="15888" y="1484"/>
                </a:lnTo>
                <a:close/>
                <a:moveTo>
                  <a:pt x="15406" y="1484"/>
                </a:moveTo>
                <a:lnTo>
                  <a:pt x="15406" y="1934"/>
                </a:lnTo>
                <a:lnTo>
                  <a:pt x="15855" y="1934"/>
                </a:lnTo>
                <a:lnTo>
                  <a:pt x="15855" y="1484"/>
                </a:lnTo>
                <a:lnTo>
                  <a:pt x="15406" y="1484"/>
                </a:lnTo>
                <a:close/>
                <a:moveTo>
                  <a:pt x="14923" y="1484"/>
                </a:moveTo>
                <a:lnTo>
                  <a:pt x="14923" y="1934"/>
                </a:lnTo>
                <a:lnTo>
                  <a:pt x="15373" y="1934"/>
                </a:lnTo>
                <a:lnTo>
                  <a:pt x="15373" y="1484"/>
                </a:lnTo>
                <a:lnTo>
                  <a:pt x="14923" y="1484"/>
                </a:lnTo>
                <a:close/>
                <a:moveTo>
                  <a:pt x="14440" y="1484"/>
                </a:moveTo>
                <a:lnTo>
                  <a:pt x="14440" y="1934"/>
                </a:lnTo>
                <a:lnTo>
                  <a:pt x="14890" y="1934"/>
                </a:lnTo>
                <a:lnTo>
                  <a:pt x="14890" y="1484"/>
                </a:lnTo>
                <a:lnTo>
                  <a:pt x="14440" y="1484"/>
                </a:lnTo>
                <a:close/>
                <a:moveTo>
                  <a:pt x="13958" y="1484"/>
                </a:moveTo>
                <a:lnTo>
                  <a:pt x="13958" y="1934"/>
                </a:lnTo>
                <a:lnTo>
                  <a:pt x="14407" y="1934"/>
                </a:lnTo>
                <a:lnTo>
                  <a:pt x="14407" y="1484"/>
                </a:lnTo>
                <a:lnTo>
                  <a:pt x="13958" y="1484"/>
                </a:lnTo>
                <a:close/>
                <a:moveTo>
                  <a:pt x="13475" y="1484"/>
                </a:moveTo>
                <a:lnTo>
                  <a:pt x="13475" y="1934"/>
                </a:lnTo>
                <a:lnTo>
                  <a:pt x="13925" y="1934"/>
                </a:lnTo>
                <a:lnTo>
                  <a:pt x="13925" y="1484"/>
                </a:lnTo>
                <a:lnTo>
                  <a:pt x="13475" y="1484"/>
                </a:lnTo>
                <a:close/>
                <a:moveTo>
                  <a:pt x="12992" y="1484"/>
                </a:moveTo>
                <a:lnTo>
                  <a:pt x="12992" y="1934"/>
                </a:lnTo>
                <a:lnTo>
                  <a:pt x="13442" y="1934"/>
                </a:lnTo>
                <a:lnTo>
                  <a:pt x="13442" y="1484"/>
                </a:lnTo>
                <a:lnTo>
                  <a:pt x="12992" y="1484"/>
                </a:lnTo>
                <a:close/>
                <a:moveTo>
                  <a:pt x="12510" y="1484"/>
                </a:moveTo>
                <a:lnTo>
                  <a:pt x="12510" y="1934"/>
                </a:lnTo>
                <a:lnTo>
                  <a:pt x="12959" y="1934"/>
                </a:lnTo>
                <a:lnTo>
                  <a:pt x="12959" y="1484"/>
                </a:lnTo>
                <a:lnTo>
                  <a:pt x="12510" y="1484"/>
                </a:lnTo>
                <a:close/>
                <a:moveTo>
                  <a:pt x="12027" y="1484"/>
                </a:moveTo>
                <a:lnTo>
                  <a:pt x="12027" y="1934"/>
                </a:lnTo>
                <a:lnTo>
                  <a:pt x="12477" y="1934"/>
                </a:lnTo>
                <a:lnTo>
                  <a:pt x="12477" y="1484"/>
                </a:lnTo>
                <a:lnTo>
                  <a:pt x="12027" y="1484"/>
                </a:lnTo>
                <a:close/>
                <a:moveTo>
                  <a:pt x="11544" y="1484"/>
                </a:moveTo>
                <a:lnTo>
                  <a:pt x="11544" y="1934"/>
                </a:lnTo>
                <a:lnTo>
                  <a:pt x="11994" y="1934"/>
                </a:lnTo>
                <a:lnTo>
                  <a:pt x="11994" y="1484"/>
                </a:lnTo>
                <a:lnTo>
                  <a:pt x="11544" y="1484"/>
                </a:lnTo>
                <a:close/>
                <a:moveTo>
                  <a:pt x="11062" y="1484"/>
                </a:moveTo>
                <a:lnTo>
                  <a:pt x="11062" y="1934"/>
                </a:lnTo>
                <a:lnTo>
                  <a:pt x="11511" y="1934"/>
                </a:lnTo>
                <a:lnTo>
                  <a:pt x="11511" y="1484"/>
                </a:lnTo>
                <a:lnTo>
                  <a:pt x="11062" y="1484"/>
                </a:lnTo>
                <a:close/>
                <a:moveTo>
                  <a:pt x="10579" y="1484"/>
                </a:moveTo>
                <a:lnTo>
                  <a:pt x="10579" y="1934"/>
                </a:lnTo>
                <a:lnTo>
                  <a:pt x="11029" y="1934"/>
                </a:lnTo>
                <a:lnTo>
                  <a:pt x="11029" y="1484"/>
                </a:lnTo>
                <a:lnTo>
                  <a:pt x="10579" y="1484"/>
                </a:lnTo>
                <a:close/>
                <a:moveTo>
                  <a:pt x="10096" y="1484"/>
                </a:moveTo>
                <a:lnTo>
                  <a:pt x="10096" y="1934"/>
                </a:lnTo>
                <a:lnTo>
                  <a:pt x="10546" y="1934"/>
                </a:lnTo>
                <a:lnTo>
                  <a:pt x="10546" y="1484"/>
                </a:lnTo>
                <a:lnTo>
                  <a:pt x="10096" y="1484"/>
                </a:lnTo>
                <a:close/>
                <a:moveTo>
                  <a:pt x="9614" y="1484"/>
                </a:moveTo>
                <a:lnTo>
                  <a:pt x="9614" y="1934"/>
                </a:lnTo>
                <a:lnTo>
                  <a:pt x="10063" y="1934"/>
                </a:lnTo>
                <a:lnTo>
                  <a:pt x="10063" y="1484"/>
                </a:lnTo>
                <a:lnTo>
                  <a:pt x="9614" y="1484"/>
                </a:lnTo>
                <a:close/>
                <a:moveTo>
                  <a:pt x="9131" y="1484"/>
                </a:moveTo>
                <a:lnTo>
                  <a:pt x="9131" y="1934"/>
                </a:lnTo>
                <a:lnTo>
                  <a:pt x="9581" y="1934"/>
                </a:lnTo>
                <a:lnTo>
                  <a:pt x="9581" y="1484"/>
                </a:lnTo>
                <a:lnTo>
                  <a:pt x="9131" y="1484"/>
                </a:lnTo>
                <a:close/>
                <a:moveTo>
                  <a:pt x="8648" y="1484"/>
                </a:moveTo>
                <a:lnTo>
                  <a:pt x="8648" y="1934"/>
                </a:lnTo>
                <a:lnTo>
                  <a:pt x="9098" y="1934"/>
                </a:lnTo>
                <a:lnTo>
                  <a:pt x="9098" y="1484"/>
                </a:lnTo>
                <a:lnTo>
                  <a:pt x="8648" y="1484"/>
                </a:lnTo>
                <a:close/>
                <a:moveTo>
                  <a:pt x="8166" y="1484"/>
                </a:moveTo>
                <a:lnTo>
                  <a:pt x="8166" y="1934"/>
                </a:lnTo>
                <a:lnTo>
                  <a:pt x="8615" y="1934"/>
                </a:lnTo>
                <a:lnTo>
                  <a:pt x="8615" y="1484"/>
                </a:lnTo>
                <a:lnTo>
                  <a:pt x="8166" y="1484"/>
                </a:lnTo>
                <a:close/>
                <a:moveTo>
                  <a:pt x="7683" y="1484"/>
                </a:moveTo>
                <a:lnTo>
                  <a:pt x="7683" y="1934"/>
                </a:lnTo>
                <a:lnTo>
                  <a:pt x="8133" y="1934"/>
                </a:lnTo>
                <a:lnTo>
                  <a:pt x="8133" y="1484"/>
                </a:lnTo>
                <a:lnTo>
                  <a:pt x="7683" y="1484"/>
                </a:lnTo>
                <a:close/>
                <a:moveTo>
                  <a:pt x="7200" y="1484"/>
                </a:moveTo>
                <a:lnTo>
                  <a:pt x="7200" y="1934"/>
                </a:lnTo>
                <a:lnTo>
                  <a:pt x="7650" y="1934"/>
                </a:lnTo>
                <a:lnTo>
                  <a:pt x="7650" y="1484"/>
                </a:lnTo>
                <a:lnTo>
                  <a:pt x="7200" y="1484"/>
                </a:lnTo>
                <a:close/>
                <a:moveTo>
                  <a:pt x="6718" y="1484"/>
                </a:moveTo>
                <a:lnTo>
                  <a:pt x="6718" y="1934"/>
                </a:lnTo>
                <a:lnTo>
                  <a:pt x="7167" y="1934"/>
                </a:lnTo>
                <a:lnTo>
                  <a:pt x="7167" y="1484"/>
                </a:lnTo>
                <a:lnTo>
                  <a:pt x="6718" y="1484"/>
                </a:lnTo>
                <a:close/>
                <a:moveTo>
                  <a:pt x="6235" y="1484"/>
                </a:moveTo>
                <a:lnTo>
                  <a:pt x="6235" y="1934"/>
                </a:lnTo>
                <a:lnTo>
                  <a:pt x="6685" y="1934"/>
                </a:lnTo>
                <a:lnTo>
                  <a:pt x="6685" y="1484"/>
                </a:lnTo>
                <a:lnTo>
                  <a:pt x="6235" y="1484"/>
                </a:lnTo>
                <a:close/>
                <a:moveTo>
                  <a:pt x="5752" y="1484"/>
                </a:moveTo>
                <a:lnTo>
                  <a:pt x="5752" y="1934"/>
                </a:lnTo>
                <a:lnTo>
                  <a:pt x="6202" y="1934"/>
                </a:lnTo>
                <a:lnTo>
                  <a:pt x="6202" y="1484"/>
                </a:lnTo>
                <a:lnTo>
                  <a:pt x="5752" y="1484"/>
                </a:lnTo>
                <a:close/>
                <a:moveTo>
                  <a:pt x="5270" y="1484"/>
                </a:moveTo>
                <a:lnTo>
                  <a:pt x="5270" y="1934"/>
                </a:lnTo>
                <a:lnTo>
                  <a:pt x="5719" y="1934"/>
                </a:lnTo>
                <a:lnTo>
                  <a:pt x="5719" y="1484"/>
                </a:lnTo>
                <a:lnTo>
                  <a:pt x="5270" y="1484"/>
                </a:lnTo>
                <a:close/>
                <a:moveTo>
                  <a:pt x="4787" y="1484"/>
                </a:moveTo>
                <a:lnTo>
                  <a:pt x="4787" y="1934"/>
                </a:lnTo>
                <a:lnTo>
                  <a:pt x="5237" y="1934"/>
                </a:lnTo>
                <a:lnTo>
                  <a:pt x="5237" y="1484"/>
                </a:lnTo>
                <a:lnTo>
                  <a:pt x="4787" y="1484"/>
                </a:lnTo>
                <a:close/>
                <a:moveTo>
                  <a:pt x="4304" y="1484"/>
                </a:moveTo>
                <a:lnTo>
                  <a:pt x="4304" y="1934"/>
                </a:lnTo>
                <a:lnTo>
                  <a:pt x="4754" y="1934"/>
                </a:lnTo>
                <a:lnTo>
                  <a:pt x="4754" y="1484"/>
                </a:lnTo>
                <a:lnTo>
                  <a:pt x="4304" y="1484"/>
                </a:lnTo>
                <a:close/>
                <a:moveTo>
                  <a:pt x="3822" y="1484"/>
                </a:moveTo>
                <a:lnTo>
                  <a:pt x="3822" y="1934"/>
                </a:lnTo>
                <a:lnTo>
                  <a:pt x="4271" y="1934"/>
                </a:lnTo>
                <a:lnTo>
                  <a:pt x="4271" y="1484"/>
                </a:lnTo>
                <a:lnTo>
                  <a:pt x="3822" y="1484"/>
                </a:lnTo>
                <a:close/>
                <a:moveTo>
                  <a:pt x="3339" y="1484"/>
                </a:moveTo>
                <a:lnTo>
                  <a:pt x="3339" y="1934"/>
                </a:lnTo>
                <a:lnTo>
                  <a:pt x="3789" y="1934"/>
                </a:lnTo>
                <a:lnTo>
                  <a:pt x="3789" y="1484"/>
                </a:lnTo>
                <a:lnTo>
                  <a:pt x="3339" y="1484"/>
                </a:lnTo>
                <a:close/>
                <a:moveTo>
                  <a:pt x="2856" y="1484"/>
                </a:moveTo>
                <a:lnTo>
                  <a:pt x="2856" y="1934"/>
                </a:lnTo>
                <a:lnTo>
                  <a:pt x="3306" y="1934"/>
                </a:lnTo>
                <a:lnTo>
                  <a:pt x="3306" y="1484"/>
                </a:lnTo>
                <a:lnTo>
                  <a:pt x="2856" y="1484"/>
                </a:lnTo>
                <a:close/>
                <a:moveTo>
                  <a:pt x="2374" y="1484"/>
                </a:moveTo>
                <a:lnTo>
                  <a:pt x="2374" y="1934"/>
                </a:lnTo>
                <a:lnTo>
                  <a:pt x="2823" y="1934"/>
                </a:lnTo>
                <a:lnTo>
                  <a:pt x="2823" y="1484"/>
                </a:lnTo>
                <a:lnTo>
                  <a:pt x="2374" y="1484"/>
                </a:lnTo>
                <a:close/>
                <a:moveTo>
                  <a:pt x="1891" y="1484"/>
                </a:moveTo>
                <a:lnTo>
                  <a:pt x="1891" y="1934"/>
                </a:lnTo>
                <a:lnTo>
                  <a:pt x="2341" y="1934"/>
                </a:lnTo>
                <a:lnTo>
                  <a:pt x="2341" y="1484"/>
                </a:lnTo>
                <a:lnTo>
                  <a:pt x="1891" y="1484"/>
                </a:lnTo>
                <a:close/>
                <a:moveTo>
                  <a:pt x="1408" y="1484"/>
                </a:moveTo>
                <a:lnTo>
                  <a:pt x="1408" y="1934"/>
                </a:lnTo>
                <a:lnTo>
                  <a:pt x="1858" y="1934"/>
                </a:lnTo>
                <a:lnTo>
                  <a:pt x="1858" y="1484"/>
                </a:lnTo>
                <a:lnTo>
                  <a:pt x="1408" y="1484"/>
                </a:lnTo>
                <a:close/>
                <a:moveTo>
                  <a:pt x="926" y="1484"/>
                </a:moveTo>
                <a:lnTo>
                  <a:pt x="926" y="1934"/>
                </a:lnTo>
                <a:lnTo>
                  <a:pt x="1375" y="1934"/>
                </a:lnTo>
                <a:lnTo>
                  <a:pt x="1375" y="1484"/>
                </a:lnTo>
                <a:lnTo>
                  <a:pt x="926" y="1484"/>
                </a:lnTo>
                <a:close/>
                <a:moveTo>
                  <a:pt x="443" y="1484"/>
                </a:moveTo>
                <a:lnTo>
                  <a:pt x="443" y="1934"/>
                </a:lnTo>
                <a:lnTo>
                  <a:pt x="893" y="1934"/>
                </a:lnTo>
                <a:lnTo>
                  <a:pt x="893" y="1484"/>
                </a:lnTo>
                <a:lnTo>
                  <a:pt x="443" y="1484"/>
                </a:lnTo>
                <a:close/>
                <a:moveTo>
                  <a:pt x="18302" y="1002"/>
                </a:moveTo>
                <a:lnTo>
                  <a:pt x="18302" y="1451"/>
                </a:lnTo>
                <a:lnTo>
                  <a:pt x="18751" y="1451"/>
                </a:lnTo>
                <a:lnTo>
                  <a:pt x="18751" y="1002"/>
                </a:lnTo>
                <a:lnTo>
                  <a:pt x="18302" y="1002"/>
                </a:lnTo>
                <a:close/>
                <a:moveTo>
                  <a:pt x="17819" y="1002"/>
                </a:moveTo>
                <a:lnTo>
                  <a:pt x="17819" y="1451"/>
                </a:lnTo>
                <a:lnTo>
                  <a:pt x="18269" y="1451"/>
                </a:lnTo>
                <a:lnTo>
                  <a:pt x="18269" y="1002"/>
                </a:lnTo>
                <a:lnTo>
                  <a:pt x="17819" y="1002"/>
                </a:lnTo>
                <a:close/>
                <a:moveTo>
                  <a:pt x="17336" y="1002"/>
                </a:moveTo>
                <a:lnTo>
                  <a:pt x="17336" y="1451"/>
                </a:lnTo>
                <a:lnTo>
                  <a:pt x="17786" y="1451"/>
                </a:lnTo>
                <a:lnTo>
                  <a:pt x="17786" y="1002"/>
                </a:lnTo>
                <a:lnTo>
                  <a:pt x="17336" y="1002"/>
                </a:lnTo>
                <a:close/>
                <a:moveTo>
                  <a:pt x="16854" y="1002"/>
                </a:moveTo>
                <a:lnTo>
                  <a:pt x="16854" y="1451"/>
                </a:lnTo>
                <a:lnTo>
                  <a:pt x="17303" y="1451"/>
                </a:lnTo>
                <a:lnTo>
                  <a:pt x="17303" y="1002"/>
                </a:lnTo>
                <a:lnTo>
                  <a:pt x="16854" y="1002"/>
                </a:lnTo>
                <a:close/>
                <a:moveTo>
                  <a:pt x="16371" y="1002"/>
                </a:moveTo>
                <a:lnTo>
                  <a:pt x="16371" y="1451"/>
                </a:lnTo>
                <a:lnTo>
                  <a:pt x="16821" y="1451"/>
                </a:lnTo>
                <a:lnTo>
                  <a:pt x="16821" y="1002"/>
                </a:lnTo>
                <a:lnTo>
                  <a:pt x="16371" y="1002"/>
                </a:lnTo>
                <a:close/>
                <a:moveTo>
                  <a:pt x="15888" y="1002"/>
                </a:moveTo>
                <a:lnTo>
                  <a:pt x="15888" y="1451"/>
                </a:lnTo>
                <a:lnTo>
                  <a:pt x="16338" y="1451"/>
                </a:lnTo>
                <a:lnTo>
                  <a:pt x="16338" y="1002"/>
                </a:lnTo>
                <a:lnTo>
                  <a:pt x="15888" y="1002"/>
                </a:lnTo>
                <a:close/>
                <a:moveTo>
                  <a:pt x="15406" y="1002"/>
                </a:moveTo>
                <a:lnTo>
                  <a:pt x="15406" y="1451"/>
                </a:lnTo>
                <a:lnTo>
                  <a:pt x="15855" y="1451"/>
                </a:lnTo>
                <a:lnTo>
                  <a:pt x="15855" y="1002"/>
                </a:lnTo>
                <a:lnTo>
                  <a:pt x="15406" y="1002"/>
                </a:lnTo>
                <a:close/>
                <a:moveTo>
                  <a:pt x="14923" y="1002"/>
                </a:moveTo>
                <a:lnTo>
                  <a:pt x="14923" y="1451"/>
                </a:lnTo>
                <a:lnTo>
                  <a:pt x="15373" y="1451"/>
                </a:lnTo>
                <a:lnTo>
                  <a:pt x="15373" y="1002"/>
                </a:lnTo>
                <a:lnTo>
                  <a:pt x="14923" y="1002"/>
                </a:lnTo>
                <a:close/>
                <a:moveTo>
                  <a:pt x="14440" y="1002"/>
                </a:moveTo>
                <a:lnTo>
                  <a:pt x="14440" y="1451"/>
                </a:lnTo>
                <a:lnTo>
                  <a:pt x="14890" y="1451"/>
                </a:lnTo>
                <a:lnTo>
                  <a:pt x="14890" y="1002"/>
                </a:lnTo>
                <a:lnTo>
                  <a:pt x="14440" y="1002"/>
                </a:lnTo>
                <a:close/>
                <a:moveTo>
                  <a:pt x="13958" y="1002"/>
                </a:moveTo>
                <a:lnTo>
                  <a:pt x="13958" y="1451"/>
                </a:lnTo>
                <a:lnTo>
                  <a:pt x="14407" y="1451"/>
                </a:lnTo>
                <a:lnTo>
                  <a:pt x="14407" y="1002"/>
                </a:lnTo>
                <a:lnTo>
                  <a:pt x="13958" y="1002"/>
                </a:lnTo>
                <a:close/>
                <a:moveTo>
                  <a:pt x="13475" y="1002"/>
                </a:moveTo>
                <a:lnTo>
                  <a:pt x="13475" y="1451"/>
                </a:lnTo>
                <a:lnTo>
                  <a:pt x="13925" y="1451"/>
                </a:lnTo>
                <a:lnTo>
                  <a:pt x="13925" y="1002"/>
                </a:lnTo>
                <a:lnTo>
                  <a:pt x="13475" y="1002"/>
                </a:lnTo>
                <a:close/>
                <a:moveTo>
                  <a:pt x="12992" y="1002"/>
                </a:moveTo>
                <a:lnTo>
                  <a:pt x="12992" y="1451"/>
                </a:lnTo>
                <a:lnTo>
                  <a:pt x="13442" y="1451"/>
                </a:lnTo>
                <a:lnTo>
                  <a:pt x="13442" y="1002"/>
                </a:lnTo>
                <a:lnTo>
                  <a:pt x="12992" y="1002"/>
                </a:lnTo>
                <a:close/>
                <a:moveTo>
                  <a:pt x="12510" y="1002"/>
                </a:moveTo>
                <a:lnTo>
                  <a:pt x="12510" y="1451"/>
                </a:lnTo>
                <a:lnTo>
                  <a:pt x="12959" y="1451"/>
                </a:lnTo>
                <a:lnTo>
                  <a:pt x="12959" y="1002"/>
                </a:lnTo>
                <a:lnTo>
                  <a:pt x="12510" y="1002"/>
                </a:lnTo>
                <a:close/>
                <a:moveTo>
                  <a:pt x="12027" y="1002"/>
                </a:moveTo>
                <a:lnTo>
                  <a:pt x="12027" y="1451"/>
                </a:lnTo>
                <a:lnTo>
                  <a:pt x="12477" y="1451"/>
                </a:lnTo>
                <a:lnTo>
                  <a:pt x="12477" y="1002"/>
                </a:lnTo>
                <a:lnTo>
                  <a:pt x="12027" y="1002"/>
                </a:lnTo>
                <a:close/>
                <a:moveTo>
                  <a:pt x="11544" y="1002"/>
                </a:moveTo>
                <a:lnTo>
                  <a:pt x="11544" y="1451"/>
                </a:lnTo>
                <a:lnTo>
                  <a:pt x="11994" y="1451"/>
                </a:lnTo>
                <a:lnTo>
                  <a:pt x="11994" y="1002"/>
                </a:lnTo>
                <a:lnTo>
                  <a:pt x="11544" y="1002"/>
                </a:lnTo>
                <a:close/>
                <a:moveTo>
                  <a:pt x="11062" y="1002"/>
                </a:moveTo>
                <a:lnTo>
                  <a:pt x="11062" y="1451"/>
                </a:lnTo>
                <a:lnTo>
                  <a:pt x="11511" y="1451"/>
                </a:lnTo>
                <a:lnTo>
                  <a:pt x="11511" y="1002"/>
                </a:lnTo>
                <a:lnTo>
                  <a:pt x="11062" y="1002"/>
                </a:lnTo>
                <a:close/>
                <a:moveTo>
                  <a:pt x="10579" y="1002"/>
                </a:moveTo>
                <a:lnTo>
                  <a:pt x="10579" y="1451"/>
                </a:lnTo>
                <a:lnTo>
                  <a:pt x="11029" y="1451"/>
                </a:lnTo>
                <a:lnTo>
                  <a:pt x="11029" y="1002"/>
                </a:lnTo>
                <a:lnTo>
                  <a:pt x="10579" y="1002"/>
                </a:lnTo>
                <a:close/>
                <a:moveTo>
                  <a:pt x="10096" y="1002"/>
                </a:moveTo>
                <a:lnTo>
                  <a:pt x="10096" y="1451"/>
                </a:lnTo>
                <a:lnTo>
                  <a:pt x="10546" y="1451"/>
                </a:lnTo>
                <a:lnTo>
                  <a:pt x="10546" y="1002"/>
                </a:lnTo>
                <a:lnTo>
                  <a:pt x="10096" y="1002"/>
                </a:lnTo>
                <a:close/>
                <a:moveTo>
                  <a:pt x="9614" y="1002"/>
                </a:moveTo>
                <a:lnTo>
                  <a:pt x="9614" y="1451"/>
                </a:lnTo>
                <a:lnTo>
                  <a:pt x="10063" y="1451"/>
                </a:lnTo>
                <a:lnTo>
                  <a:pt x="10063" y="1002"/>
                </a:lnTo>
                <a:lnTo>
                  <a:pt x="9614" y="1002"/>
                </a:lnTo>
                <a:close/>
                <a:moveTo>
                  <a:pt x="9131" y="1002"/>
                </a:moveTo>
                <a:lnTo>
                  <a:pt x="9131" y="1451"/>
                </a:lnTo>
                <a:lnTo>
                  <a:pt x="9581" y="1451"/>
                </a:lnTo>
                <a:lnTo>
                  <a:pt x="9581" y="1002"/>
                </a:lnTo>
                <a:lnTo>
                  <a:pt x="9131" y="1002"/>
                </a:lnTo>
                <a:close/>
                <a:moveTo>
                  <a:pt x="8648" y="1002"/>
                </a:moveTo>
                <a:lnTo>
                  <a:pt x="8648" y="1451"/>
                </a:lnTo>
                <a:lnTo>
                  <a:pt x="9098" y="1451"/>
                </a:lnTo>
                <a:lnTo>
                  <a:pt x="9098" y="1002"/>
                </a:lnTo>
                <a:lnTo>
                  <a:pt x="8648" y="1002"/>
                </a:lnTo>
                <a:close/>
                <a:moveTo>
                  <a:pt x="8166" y="1002"/>
                </a:moveTo>
                <a:lnTo>
                  <a:pt x="8166" y="1451"/>
                </a:lnTo>
                <a:lnTo>
                  <a:pt x="8615" y="1451"/>
                </a:lnTo>
                <a:lnTo>
                  <a:pt x="8615" y="1002"/>
                </a:lnTo>
                <a:lnTo>
                  <a:pt x="8166" y="1002"/>
                </a:lnTo>
                <a:close/>
                <a:moveTo>
                  <a:pt x="7683" y="1002"/>
                </a:moveTo>
                <a:lnTo>
                  <a:pt x="7683" y="1451"/>
                </a:lnTo>
                <a:lnTo>
                  <a:pt x="8133" y="1451"/>
                </a:lnTo>
                <a:lnTo>
                  <a:pt x="8133" y="1002"/>
                </a:lnTo>
                <a:lnTo>
                  <a:pt x="7683" y="1002"/>
                </a:lnTo>
                <a:close/>
                <a:moveTo>
                  <a:pt x="7200" y="1002"/>
                </a:moveTo>
                <a:lnTo>
                  <a:pt x="7200" y="1451"/>
                </a:lnTo>
                <a:lnTo>
                  <a:pt x="7650" y="1451"/>
                </a:lnTo>
                <a:lnTo>
                  <a:pt x="7650" y="1002"/>
                </a:lnTo>
                <a:lnTo>
                  <a:pt x="7200" y="1002"/>
                </a:lnTo>
                <a:close/>
                <a:moveTo>
                  <a:pt x="6718" y="1002"/>
                </a:moveTo>
                <a:lnTo>
                  <a:pt x="6718" y="1451"/>
                </a:lnTo>
                <a:lnTo>
                  <a:pt x="7167" y="1451"/>
                </a:lnTo>
                <a:lnTo>
                  <a:pt x="7167" y="1002"/>
                </a:lnTo>
                <a:lnTo>
                  <a:pt x="6718" y="1002"/>
                </a:lnTo>
                <a:close/>
                <a:moveTo>
                  <a:pt x="6235" y="1002"/>
                </a:moveTo>
                <a:lnTo>
                  <a:pt x="6235" y="1451"/>
                </a:lnTo>
                <a:lnTo>
                  <a:pt x="6685" y="1451"/>
                </a:lnTo>
                <a:lnTo>
                  <a:pt x="6685" y="1002"/>
                </a:lnTo>
                <a:lnTo>
                  <a:pt x="6235" y="1002"/>
                </a:lnTo>
                <a:close/>
                <a:moveTo>
                  <a:pt x="5752" y="1002"/>
                </a:moveTo>
                <a:lnTo>
                  <a:pt x="5752" y="1451"/>
                </a:lnTo>
                <a:lnTo>
                  <a:pt x="6202" y="1451"/>
                </a:lnTo>
                <a:lnTo>
                  <a:pt x="6202" y="1002"/>
                </a:lnTo>
                <a:lnTo>
                  <a:pt x="5752" y="1002"/>
                </a:lnTo>
                <a:close/>
                <a:moveTo>
                  <a:pt x="5270" y="1002"/>
                </a:moveTo>
                <a:lnTo>
                  <a:pt x="5270" y="1451"/>
                </a:lnTo>
                <a:lnTo>
                  <a:pt x="5719" y="1451"/>
                </a:lnTo>
                <a:lnTo>
                  <a:pt x="5719" y="1002"/>
                </a:lnTo>
                <a:lnTo>
                  <a:pt x="5270" y="1002"/>
                </a:lnTo>
                <a:close/>
                <a:moveTo>
                  <a:pt x="4787" y="1002"/>
                </a:moveTo>
                <a:lnTo>
                  <a:pt x="4787" y="1451"/>
                </a:lnTo>
                <a:lnTo>
                  <a:pt x="5237" y="1451"/>
                </a:lnTo>
                <a:lnTo>
                  <a:pt x="5237" y="1002"/>
                </a:lnTo>
                <a:lnTo>
                  <a:pt x="4787" y="1002"/>
                </a:lnTo>
                <a:close/>
                <a:moveTo>
                  <a:pt x="4304" y="1002"/>
                </a:moveTo>
                <a:lnTo>
                  <a:pt x="4304" y="1451"/>
                </a:lnTo>
                <a:lnTo>
                  <a:pt x="4754" y="1451"/>
                </a:lnTo>
                <a:lnTo>
                  <a:pt x="4754" y="1002"/>
                </a:lnTo>
                <a:lnTo>
                  <a:pt x="4304" y="1002"/>
                </a:lnTo>
                <a:close/>
                <a:moveTo>
                  <a:pt x="3822" y="1002"/>
                </a:moveTo>
                <a:lnTo>
                  <a:pt x="3822" y="1451"/>
                </a:lnTo>
                <a:lnTo>
                  <a:pt x="4271" y="1451"/>
                </a:lnTo>
                <a:lnTo>
                  <a:pt x="4271" y="1002"/>
                </a:lnTo>
                <a:lnTo>
                  <a:pt x="3822" y="1002"/>
                </a:lnTo>
                <a:close/>
                <a:moveTo>
                  <a:pt x="3339" y="1002"/>
                </a:moveTo>
                <a:lnTo>
                  <a:pt x="3339" y="1451"/>
                </a:lnTo>
                <a:lnTo>
                  <a:pt x="3789" y="1451"/>
                </a:lnTo>
                <a:lnTo>
                  <a:pt x="3789" y="1002"/>
                </a:lnTo>
                <a:lnTo>
                  <a:pt x="3339" y="1002"/>
                </a:lnTo>
                <a:close/>
                <a:moveTo>
                  <a:pt x="2856" y="1002"/>
                </a:moveTo>
                <a:lnTo>
                  <a:pt x="2856" y="1451"/>
                </a:lnTo>
                <a:lnTo>
                  <a:pt x="3306" y="1451"/>
                </a:lnTo>
                <a:lnTo>
                  <a:pt x="3306" y="1002"/>
                </a:lnTo>
                <a:lnTo>
                  <a:pt x="2856" y="1002"/>
                </a:lnTo>
                <a:close/>
                <a:moveTo>
                  <a:pt x="2374" y="1002"/>
                </a:moveTo>
                <a:lnTo>
                  <a:pt x="2374" y="1451"/>
                </a:lnTo>
                <a:lnTo>
                  <a:pt x="2823" y="1451"/>
                </a:lnTo>
                <a:lnTo>
                  <a:pt x="2823" y="1002"/>
                </a:lnTo>
                <a:lnTo>
                  <a:pt x="2374" y="1002"/>
                </a:lnTo>
                <a:close/>
                <a:moveTo>
                  <a:pt x="1891" y="1002"/>
                </a:moveTo>
                <a:lnTo>
                  <a:pt x="1891" y="1451"/>
                </a:lnTo>
                <a:lnTo>
                  <a:pt x="2341" y="1451"/>
                </a:lnTo>
                <a:lnTo>
                  <a:pt x="2341" y="1002"/>
                </a:lnTo>
                <a:lnTo>
                  <a:pt x="1891" y="1002"/>
                </a:lnTo>
                <a:close/>
                <a:moveTo>
                  <a:pt x="1408" y="1002"/>
                </a:moveTo>
                <a:lnTo>
                  <a:pt x="1408" y="1451"/>
                </a:lnTo>
                <a:lnTo>
                  <a:pt x="1858" y="1451"/>
                </a:lnTo>
                <a:lnTo>
                  <a:pt x="1858" y="1002"/>
                </a:lnTo>
                <a:lnTo>
                  <a:pt x="1408" y="1002"/>
                </a:lnTo>
                <a:close/>
                <a:moveTo>
                  <a:pt x="926" y="1002"/>
                </a:moveTo>
                <a:lnTo>
                  <a:pt x="926" y="1451"/>
                </a:lnTo>
                <a:lnTo>
                  <a:pt x="1375" y="1451"/>
                </a:lnTo>
                <a:lnTo>
                  <a:pt x="1375" y="1002"/>
                </a:lnTo>
                <a:lnTo>
                  <a:pt x="926" y="1002"/>
                </a:lnTo>
                <a:close/>
                <a:moveTo>
                  <a:pt x="443" y="1002"/>
                </a:moveTo>
                <a:lnTo>
                  <a:pt x="443" y="1451"/>
                </a:lnTo>
                <a:lnTo>
                  <a:pt x="893" y="1451"/>
                </a:lnTo>
                <a:lnTo>
                  <a:pt x="893" y="1002"/>
                </a:lnTo>
                <a:lnTo>
                  <a:pt x="443" y="1002"/>
                </a:lnTo>
                <a:close/>
                <a:moveTo>
                  <a:pt x="18302" y="519"/>
                </a:moveTo>
                <a:lnTo>
                  <a:pt x="18302" y="969"/>
                </a:lnTo>
                <a:lnTo>
                  <a:pt x="18751" y="969"/>
                </a:lnTo>
                <a:lnTo>
                  <a:pt x="18751" y="519"/>
                </a:lnTo>
                <a:lnTo>
                  <a:pt x="18302" y="519"/>
                </a:lnTo>
                <a:close/>
                <a:moveTo>
                  <a:pt x="17819" y="519"/>
                </a:moveTo>
                <a:lnTo>
                  <a:pt x="17819" y="969"/>
                </a:lnTo>
                <a:lnTo>
                  <a:pt x="18269" y="969"/>
                </a:lnTo>
                <a:lnTo>
                  <a:pt x="18269" y="519"/>
                </a:lnTo>
                <a:lnTo>
                  <a:pt x="17819" y="519"/>
                </a:lnTo>
                <a:close/>
                <a:moveTo>
                  <a:pt x="17336" y="519"/>
                </a:moveTo>
                <a:lnTo>
                  <a:pt x="17336" y="969"/>
                </a:lnTo>
                <a:lnTo>
                  <a:pt x="17786" y="969"/>
                </a:lnTo>
                <a:lnTo>
                  <a:pt x="17786" y="519"/>
                </a:lnTo>
                <a:lnTo>
                  <a:pt x="17336" y="519"/>
                </a:lnTo>
                <a:close/>
                <a:moveTo>
                  <a:pt x="16854" y="519"/>
                </a:moveTo>
                <a:lnTo>
                  <a:pt x="16854" y="969"/>
                </a:lnTo>
                <a:lnTo>
                  <a:pt x="17303" y="969"/>
                </a:lnTo>
                <a:lnTo>
                  <a:pt x="17303" y="519"/>
                </a:lnTo>
                <a:lnTo>
                  <a:pt x="16854" y="519"/>
                </a:lnTo>
                <a:close/>
                <a:moveTo>
                  <a:pt x="16371" y="519"/>
                </a:moveTo>
                <a:lnTo>
                  <a:pt x="16371" y="969"/>
                </a:lnTo>
                <a:lnTo>
                  <a:pt x="16821" y="969"/>
                </a:lnTo>
                <a:lnTo>
                  <a:pt x="16821" y="519"/>
                </a:lnTo>
                <a:lnTo>
                  <a:pt x="16371" y="519"/>
                </a:lnTo>
                <a:close/>
                <a:moveTo>
                  <a:pt x="15888" y="519"/>
                </a:moveTo>
                <a:lnTo>
                  <a:pt x="15888" y="969"/>
                </a:lnTo>
                <a:lnTo>
                  <a:pt x="16338" y="969"/>
                </a:lnTo>
                <a:lnTo>
                  <a:pt x="16338" y="519"/>
                </a:lnTo>
                <a:lnTo>
                  <a:pt x="15888" y="519"/>
                </a:lnTo>
                <a:close/>
                <a:moveTo>
                  <a:pt x="15406" y="519"/>
                </a:moveTo>
                <a:lnTo>
                  <a:pt x="15406" y="969"/>
                </a:lnTo>
                <a:lnTo>
                  <a:pt x="15855" y="969"/>
                </a:lnTo>
                <a:lnTo>
                  <a:pt x="15855" y="519"/>
                </a:lnTo>
                <a:lnTo>
                  <a:pt x="15406" y="519"/>
                </a:lnTo>
                <a:close/>
                <a:moveTo>
                  <a:pt x="14923" y="519"/>
                </a:moveTo>
                <a:lnTo>
                  <a:pt x="14923" y="969"/>
                </a:lnTo>
                <a:lnTo>
                  <a:pt x="15373" y="969"/>
                </a:lnTo>
                <a:lnTo>
                  <a:pt x="15373" y="519"/>
                </a:lnTo>
                <a:lnTo>
                  <a:pt x="14923" y="519"/>
                </a:lnTo>
                <a:close/>
                <a:moveTo>
                  <a:pt x="14440" y="519"/>
                </a:moveTo>
                <a:lnTo>
                  <a:pt x="14440" y="969"/>
                </a:lnTo>
                <a:lnTo>
                  <a:pt x="14890" y="969"/>
                </a:lnTo>
                <a:lnTo>
                  <a:pt x="14890" y="519"/>
                </a:lnTo>
                <a:lnTo>
                  <a:pt x="14440" y="519"/>
                </a:lnTo>
                <a:close/>
                <a:moveTo>
                  <a:pt x="13958" y="519"/>
                </a:moveTo>
                <a:lnTo>
                  <a:pt x="13958" y="969"/>
                </a:lnTo>
                <a:lnTo>
                  <a:pt x="14407" y="969"/>
                </a:lnTo>
                <a:lnTo>
                  <a:pt x="14407" y="519"/>
                </a:lnTo>
                <a:lnTo>
                  <a:pt x="13958" y="519"/>
                </a:lnTo>
                <a:close/>
                <a:moveTo>
                  <a:pt x="13475" y="519"/>
                </a:moveTo>
                <a:lnTo>
                  <a:pt x="13475" y="969"/>
                </a:lnTo>
                <a:lnTo>
                  <a:pt x="13925" y="969"/>
                </a:lnTo>
                <a:lnTo>
                  <a:pt x="13925" y="519"/>
                </a:lnTo>
                <a:lnTo>
                  <a:pt x="13475" y="519"/>
                </a:lnTo>
                <a:close/>
                <a:moveTo>
                  <a:pt x="12992" y="519"/>
                </a:moveTo>
                <a:lnTo>
                  <a:pt x="12992" y="969"/>
                </a:lnTo>
                <a:lnTo>
                  <a:pt x="13442" y="969"/>
                </a:lnTo>
                <a:lnTo>
                  <a:pt x="13442" y="519"/>
                </a:lnTo>
                <a:lnTo>
                  <a:pt x="12992" y="519"/>
                </a:lnTo>
                <a:close/>
                <a:moveTo>
                  <a:pt x="12510" y="519"/>
                </a:moveTo>
                <a:lnTo>
                  <a:pt x="12510" y="969"/>
                </a:lnTo>
                <a:lnTo>
                  <a:pt x="12959" y="969"/>
                </a:lnTo>
                <a:lnTo>
                  <a:pt x="12959" y="519"/>
                </a:lnTo>
                <a:lnTo>
                  <a:pt x="12510" y="519"/>
                </a:lnTo>
                <a:close/>
                <a:moveTo>
                  <a:pt x="12027" y="519"/>
                </a:moveTo>
                <a:lnTo>
                  <a:pt x="12027" y="969"/>
                </a:lnTo>
                <a:lnTo>
                  <a:pt x="12477" y="969"/>
                </a:lnTo>
                <a:lnTo>
                  <a:pt x="12477" y="519"/>
                </a:lnTo>
                <a:lnTo>
                  <a:pt x="12027" y="519"/>
                </a:lnTo>
                <a:close/>
                <a:moveTo>
                  <a:pt x="11544" y="519"/>
                </a:moveTo>
                <a:lnTo>
                  <a:pt x="11544" y="969"/>
                </a:lnTo>
                <a:lnTo>
                  <a:pt x="11994" y="969"/>
                </a:lnTo>
                <a:lnTo>
                  <a:pt x="11994" y="519"/>
                </a:lnTo>
                <a:lnTo>
                  <a:pt x="11544" y="519"/>
                </a:lnTo>
                <a:close/>
                <a:moveTo>
                  <a:pt x="11062" y="519"/>
                </a:moveTo>
                <a:lnTo>
                  <a:pt x="11062" y="969"/>
                </a:lnTo>
                <a:lnTo>
                  <a:pt x="11511" y="969"/>
                </a:lnTo>
                <a:lnTo>
                  <a:pt x="11511" y="519"/>
                </a:lnTo>
                <a:lnTo>
                  <a:pt x="11062" y="519"/>
                </a:lnTo>
                <a:close/>
                <a:moveTo>
                  <a:pt x="10579" y="519"/>
                </a:moveTo>
                <a:lnTo>
                  <a:pt x="10579" y="969"/>
                </a:lnTo>
                <a:lnTo>
                  <a:pt x="11029" y="969"/>
                </a:lnTo>
                <a:lnTo>
                  <a:pt x="11029" y="519"/>
                </a:lnTo>
                <a:lnTo>
                  <a:pt x="10579" y="519"/>
                </a:lnTo>
                <a:close/>
                <a:moveTo>
                  <a:pt x="10096" y="519"/>
                </a:moveTo>
                <a:lnTo>
                  <a:pt x="10096" y="969"/>
                </a:lnTo>
                <a:lnTo>
                  <a:pt x="10546" y="969"/>
                </a:lnTo>
                <a:lnTo>
                  <a:pt x="10546" y="519"/>
                </a:lnTo>
                <a:lnTo>
                  <a:pt x="10096" y="519"/>
                </a:lnTo>
                <a:close/>
                <a:moveTo>
                  <a:pt x="9614" y="519"/>
                </a:moveTo>
                <a:lnTo>
                  <a:pt x="9614" y="969"/>
                </a:lnTo>
                <a:lnTo>
                  <a:pt x="10063" y="969"/>
                </a:lnTo>
                <a:lnTo>
                  <a:pt x="10063" y="519"/>
                </a:lnTo>
                <a:lnTo>
                  <a:pt x="9614" y="519"/>
                </a:lnTo>
                <a:close/>
                <a:moveTo>
                  <a:pt x="9131" y="519"/>
                </a:moveTo>
                <a:lnTo>
                  <a:pt x="9131" y="969"/>
                </a:lnTo>
                <a:lnTo>
                  <a:pt x="9581" y="969"/>
                </a:lnTo>
                <a:lnTo>
                  <a:pt x="9581" y="519"/>
                </a:lnTo>
                <a:lnTo>
                  <a:pt x="9131" y="519"/>
                </a:lnTo>
                <a:close/>
                <a:moveTo>
                  <a:pt x="8648" y="519"/>
                </a:moveTo>
                <a:lnTo>
                  <a:pt x="8648" y="969"/>
                </a:lnTo>
                <a:lnTo>
                  <a:pt x="9098" y="969"/>
                </a:lnTo>
                <a:lnTo>
                  <a:pt x="9098" y="519"/>
                </a:lnTo>
                <a:lnTo>
                  <a:pt x="8648" y="519"/>
                </a:lnTo>
                <a:close/>
                <a:moveTo>
                  <a:pt x="8166" y="519"/>
                </a:moveTo>
                <a:lnTo>
                  <a:pt x="8166" y="969"/>
                </a:lnTo>
                <a:lnTo>
                  <a:pt x="8615" y="969"/>
                </a:lnTo>
                <a:lnTo>
                  <a:pt x="8615" y="519"/>
                </a:lnTo>
                <a:lnTo>
                  <a:pt x="8166" y="519"/>
                </a:lnTo>
                <a:close/>
                <a:moveTo>
                  <a:pt x="7683" y="519"/>
                </a:moveTo>
                <a:lnTo>
                  <a:pt x="7683" y="969"/>
                </a:lnTo>
                <a:lnTo>
                  <a:pt x="8133" y="969"/>
                </a:lnTo>
                <a:lnTo>
                  <a:pt x="8133" y="519"/>
                </a:lnTo>
                <a:lnTo>
                  <a:pt x="7683" y="519"/>
                </a:lnTo>
                <a:close/>
                <a:moveTo>
                  <a:pt x="7200" y="519"/>
                </a:moveTo>
                <a:lnTo>
                  <a:pt x="7200" y="969"/>
                </a:lnTo>
                <a:lnTo>
                  <a:pt x="7650" y="969"/>
                </a:lnTo>
                <a:lnTo>
                  <a:pt x="7650" y="519"/>
                </a:lnTo>
                <a:lnTo>
                  <a:pt x="7200" y="519"/>
                </a:lnTo>
                <a:close/>
                <a:moveTo>
                  <a:pt x="6718" y="519"/>
                </a:moveTo>
                <a:lnTo>
                  <a:pt x="6718" y="969"/>
                </a:lnTo>
                <a:lnTo>
                  <a:pt x="7167" y="969"/>
                </a:lnTo>
                <a:lnTo>
                  <a:pt x="7167" y="519"/>
                </a:lnTo>
                <a:lnTo>
                  <a:pt x="6718" y="519"/>
                </a:lnTo>
                <a:close/>
                <a:moveTo>
                  <a:pt x="6235" y="519"/>
                </a:moveTo>
                <a:lnTo>
                  <a:pt x="6235" y="969"/>
                </a:lnTo>
                <a:lnTo>
                  <a:pt x="6685" y="969"/>
                </a:lnTo>
                <a:lnTo>
                  <a:pt x="6685" y="519"/>
                </a:lnTo>
                <a:lnTo>
                  <a:pt x="6235" y="519"/>
                </a:lnTo>
                <a:close/>
                <a:moveTo>
                  <a:pt x="5752" y="519"/>
                </a:moveTo>
                <a:lnTo>
                  <a:pt x="5752" y="969"/>
                </a:lnTo>
                <a:lnTo>
                  <a:pt x="6202" y="969"/>
                </a:lnTo>
                <a:lnTo>
                  <a:pt x="6202" y="519"/>
                </a:lnTo>
                <a:lnTo>
                  <a:pt x="5752" y="519"/>
                </a:lnTo>
                <a:close/>
                <a:moveTo>
                  <a:pt x="5270" y="519"/>
                </a:moveTo>
                <a:lnTo>
                  <a:pt x="5270" y="969"/>
                </a:lnTo>
                <a:lnTo>
                  <a:pt x="5719" y="969"/>
                </a:lnTo>
                <a:lnTo>
                  <a:pt x="5719" y="519"/>
                </a:lnTo>
                <a:lnTo>
                  <a:pt x="5270" y="519"/>
                </a:lnTo>
                <a:close/>
                <a:moveTo>
                  <a:pt x="4787" y="519"/>
                </a:moveTo>
                <a:lnTo>
                  <a:pt x="4787" y="969"/>
                </a:lnTo>
                <a:lnTo>
                  <a:pt x="5237" y="969"/>
                </a:lnTo>
                <a:lnTo>
                  <a:pt x="5237" y="519"/>
                </a:lnTo>
                <a:lnTo>
                  <a:pt x="4787" y="519"/>
                </a:lnTo>
                <a:close/>
                <a:moveTo>
                  <a:pt x="4304" y="519"/>
                </a:moveTo>
                <a:lnTo>
                  <a:pt x="4304" y="969"/>
                </a:lnTo>
                <a:lnTo>
                  <a:pt x="4754" y="969"/>
                </a:lnTo>
                <a:lnTo>
                  <a:pt x="4754" y="519"/>
                </a:lnTo>
                <a:lnTo>
                  <a:pt x="4304" y="519"/>
                </a:lnTo>
                <a:close/>
                <a:moveTo>
                  <a:pt x="3822" y="519"/>
                </a:moveTo>
                <a:lnTo>
                  <a:pt x="3822" y="969"/>
                </a:lnTo>
                <a:lnTo>
                  <a:pt x="4271" y="969"/>
                </a:lnTo>
                <a:lnTo>
                  <a:pt x="4271" y="519"/>
                </a:lnTo>
                <a:lnTo>
                  <a:pt x="3822" y="519"/>
                </a:lnTo>
                <a:close/>
                <a:moveTo>
                  <a:pt x="3339" y="519"/>
                </a:moveTo>
                <a:lnTo>
                  <a:pt x="3339" y="969"/>
                </a:lnTo>
                <a:lnTo>
                  <a:pt x="3789" y="969"/>
                </a:lnTo>
                <a:lnTo>
                  <a:pt x="3789" y="519"/>
                </a:lnTo>
                <a:lnTo>
                  <a:pt x="3339" y="519"/>
                </a:lnTo>
                <a:close/>
                <a:moveTo>
                  <a:pt x="2856" y="519"/>
                </a:moveTo>
                <a:lnTo>
                  <a:pt x="2856" y="969"/>
                </a:lnTo>
                <a:lnTo>
                  <a:pt x="3306" y="969"/>
                </a:lnTo>
                <a:lnTo>
                  <a:pt x="3306" y="519"/>
                </a:lnTo>
                <a:lnTo>
                  <a:pt x="2856" y="519"/>
                </a:lnTo>
                <a:close/>
                <a:moveTo>
                  <a:pt x="2374" y="519"/>
                </a:moveTo>
                <a:lnTo>
                  <a:pt x="2374" y="969"/>
                </a:lnTo>
                <a:lnTo>
                  <a:pt x="2823" y="969"/>
                </a:lnTo>
                <a:lnTo>
                  <a:pt x="2823" y="519"/>
                </a:lnTo>
                <a:lnTo>
                  <a:pt x="2374" y="519"/>
                </a:lnTo>
                <a:close/>
                <a:moveTo>
                  <a:pt x="1891" y="519"/>
                </a:moveTo>
                <a:lnTo>
                  <a:pt x="1891" y="969"/>
                </a:lnTo>
                <a:lnTo>
                  <a:pt x="2341" y="969"/>
                </a:lnTo>
                <a:lnTo>
                  <a:pt x="2341" y="519"/>
                </a:lnTo>
                <a:lnTo>
                  <a:pt x="1891" y="519"/>
                </a:lnTo>
                <a:close/>
                <a:moveTo>
                  <a:pt x="1408" y="519"/>
                </a:moveTo>
                <a:lnTo>
                  <a:pt x="1408" y="969"/>
                </a:lnTo>
                <a:lnTo>
                  <a:pt x="1858" y="969"/>
                </a:lnTo>
                <a:lnTo>
                  <a:pt x="1858" y="519"/>
                </a:lnTo>
                <a:lnTo>
                  <a:pt x="1408" y="519"/>
                </a:lnTo>
                <a:close/>
                <a:moveTo>
                  <a:pt x="926" y="519"/>
                </a:moveTo>
                <a:lnTo>
                  <a:pt x="926" y="969"/>
                </a:lnTo>
                <a:lnTo>
                  <a:pt x="1375" y="969"/>
                </a:lnTo>
                <a:lnTo>
                  <a:pt x="1375" y="519"/>
                </a:lnTo>
                <a:lnTo>
                  <a:pt x="926" y="519"/>
                </a:lnTo>
                <a:close/>
                <a:moveTo>
                  <a:pt x="443" y="519"/>
                </a:moveTo>
                <a:lnTo>
                  <a:pt x="443" y="969"/>
                </a:lnTo>
                <a:lnTo>
                  <a:pt x="893" y="969"/>
                </a:lnTo>
                <a:lnTo>
                  <a:pt x="893" y="519"/>
                </a:lnTo>
                <a:lnTo>
                  <a:pt x="443" y="519"/>
                </a:lnTo>
                <a:close/>
                <a:moveTo>
                  <a:pt x="410" y="0"/>
                </a:moveTo>
                <a:lnTo>
                  <a:pt x="443" y="0"/>
                </a:lnTo>
                <a:lnTo>
                  <a:pt x="443" y="486"/>
                </a:lnTo>
                <a:lnTo>
                  <a:pt x="893" y="486"/>
                </a:lnTo>
                <a:lnTo>
                  <a:pt x="893" y="0"/>
                </a:lnTo>
                <a:lnTo>
                  <a:pt x="926" y="0"/>
                </a:lnTo>
                <a:lnTo>
                  <a:pt x="926" y="486"/>
                </a:lnTo>
                <a:lnTo>
                  <a:pt x="1375" y="486"/>
                </a:lnTo>
                <a:lnTo>
                  <a:pt x="1375" y="0"/>
                </a:lnTo>
                <a:lnTo>
                  <a:pt x="1408" y="0"/>
                </a:lnTo>
                <a:lnTo>
                  <a:pt x="1408" y="486"/>
                </a:lnTo>
                <a:lnTo>
                  <a:pt x="1858" y="486"/>
                </a:lnTo>
                <a:lnTo>
                  <a:pt x="1858" y="0"/>
                </a:lnTo>
                <a:lnTo>
                  <a:pt x="1891" y="0"/>
                </a:lnTo>
                <a:lnTo>
                  <a:pt x="1891" y="486"/>
                </a:lnTo>
                <a:lnTo>
                  <a:pt x="2341" y="486"/>
                </a:lnTo>
                <a:lnTo>
                  <a:pt x="2341" y="0"/>
                </a:lnTo>
                <a:lnTo>
                  <a:pt x="2374" y="0"/>
                </a:lnTo>
                <a:lnTo>
                  <a:pt x="2374" y="486"/>
                </a:lnTo>
                <a:lnTo>
                  <a:pt x="2823" y="486"/>
                </a:lnTo>
                <a:lnTo>
                  <a:pt x="2823" y="0"/>
                </a:lnTo>
                <a:lnTo>
                  <a:pt x="2856" y="0"/>
                </a:lnTo>
                <a:lnTo>
                  <a:pt x="2856" y="486"/>
                </a:lnTo>
                <a:lnTo>
                  <a:pt x="3306" y="486"/>
                </a:lnTo>
                <a:lnTo>
                  <a:pt x="3306" y="0"/>
                </a:lnTo>
                <a:lnTo>
                  <a:pt x="3339" y="0"/>
                </a:lnTo>
                <a:lnTo>
                  <a:pt x="3339" y="486"/>
                </a:lnTo>
                <a:lnTo>
                  <a:pt x="3789" y="486"/>
                </a:lnTo>
                <a:lnTo>
                  <a:pt x="3789" y="0"/>
                </a:lnTo>
                <a:lnTo>
                  <a:pt x="3822" y="0"/>
                </a:lnTo>
                <a:lnTo>
                  <a:pt x="3822" y="486"/>
                </a:lnTo>
                <a:lnTo>
                  <a:pt x="4271" y="486"/>
                </a:lnTo>
                <a:lnTo>
                  <a:pt x="4271" y="0"/>
                </a:lnTo>
                <a:lnTo>
                  <a:pt x="4304" y="0"/>
                </a:lnTo>
                <a:lnTo>
                  <a:pt x="4304" y="486"/>
                </a:lnTo>
                <a:lnTo>
                  <a:pt x="4754" y="486"/>
                </a:lnTo>
                <a:lnTo>
                  <a:pt x="4754" y="0"/>
                </a:lnTo>
                <a:lnTo>
                  <a:pt x="4787" y="0"/>
                </a:lnTo>
                <a:lnTo>
                  <a:pt x="4787" y="486"/>
                </a:lnTo>
                <a:lnTo>
                  <a:pt x="5237" y="486"/>
                </a:lnTo>
                <a:lnTo>
                  <a:pt x="5237" y="0"/>
                </a:lnTo>
                <a:lnTo>
                  <a:pt x="5270" y="0"/>
                </a:lnTo>
                <a:lnTo>
                  <a:pt x="5270" y="486"/>
                </a:lnTo>
                <a:lnTo>
                  <a:pt x="5719" y="486"/>
                </a:lnTo>
                <a:lnTo>
                  <a:pt x="5719" y="0"/>
                </a:lnTo>
                <a:lnTo>
                  <a:pt x="5752" y="0"/>
                </a:lnTo>
                <a:lnTo>
                  <a:pt x="5752" y="486"/>
                </a:lnTo>
                <a:lnTo>
                  <a:pt x="6202" y="486"/>
                </a:lnTo>
                <a:lnTo>
                  <a:pt x="6202" y="0"/>
                </a:lnTo>
                <a:lnTo>
                  <a:pt x="6235" y="0"/>
                </a:lnTo>
                <a:lnTo>
                  <a:pt x="6235" y="486"/>
                </a:lnTo>
                <a:lnTo>
                  <a:pt x="6685" y="486"/>
                </a:lnTo>
                <a:lnTo>
                  <a:pt x="6685" y="0"/>
                </a:lnTo>
                <a:lnTo>
                  <a:pt x="6718" y="0"/>
                </a:lnTo>
                <a:lnTo>
                  <a:pt x="6718" y="486"/>
                </a:lnTo>
                <a:lnTo>
                  <a:pt x="7167" y="486"/>
                </a:lnTo>
                <a:lnTo>
                  <a:pt x="7167" y="0"/>
                </a:lnTo>
                <a:lnTo>
                  <a:pt x="7200" y="0"/>
                </a:lnTo>
                <a:lnTo>
                  <a:pt x="7200" y="486"/>
                </a:lnTo>
                <a:lnTo>
                  <a:pt x="7650" y="486"/>
                </a:lnTo>
                <a:lnTo>
                  <a:pt x="7650" y="0"/>
                </a:lnTo>
                <a:lnTo>
                  <a:pt x="7683" y="0"/>
                </a:lnTo>
                <a:lnTo>
                  <a:pt x="7683" y="486"/>
                </a:lnTo>
                <a:lnTo>
                  <a:pt x="8133" y="486"/>
                </a:lnTo>
                <a:lnTo>
                  <a:pt x="8133" y="0"/>
                </a:lnTo>
                <a:lnTo>
                  <a:pt x="8166" y="0"/>
                </a:lnTo>
                <a:lnTo>
                  <a:pt x="8166" y="486"/>
                </a:lnTo>
                <a:lnTo>
                  <a:pt x="8615" y="486"/>
                </a:lnTo>
                <a:lnTo>
                  <a:pt x="8615" y="0"/>
                </a:lnTo>
                <a:lnTo>
                  <a:pt x="8648" y="0"/>
                </a:lnTo>
                <a:lnTo>
                  <a:pt x="8648" y="486"/>
                </a:lnTo>
                <a:lnTo>
                  <a:pt x="9098" y="486"/>
                </a:lnTo>
                <a:lnTo>
                  <a:pt x="9098" y="0"/>
                </a:lnTo>
                <a:lnTo>
                  <a:pt x="9131" y="0"/>
                </a:lnTo>
                <a:lnTo>
                  <a:pt x="9131" y="486"/>
                </a:lnTo>
                <a:lnTo>
                  <a:pt x="9581" y="486"/>
                </a:lnTo>
                <a:lnTo>
                  <a:pt x="9581" y="0"/>
                </a:lnTo>
                <a:lnTo>
                  <a:pt x="9614" y="0"/>
                </a:lnTo>
                <a:lnTo>
                  <a:pt x="9614" y="486"/>
                </a:lnTo>
                <a:lnTo>
                  <a:pt x="10063" y="486"/>
                </a:lnTo>
                <a:lnTo>
                  <a:pt x="10063" y="0"/>
                </a:lnTo>
                <a:lnTo>
                  <a:pt x="10096" y="0"/>
                </a:lnTo>
                <a:lnTo>
                  <a:pt x="10096" y="486"/>
                </a:lnTo>
                <a:lnTo>
                  <a:pt x="10546" y="486"/>
                </a:lnTo>
                <a:lnTo>
                  <a:pt x="10546" y="0"/>
                </a:lnTo>
                <a:lnTo>
                  <a:pt x="10579" y="0"/>
                </a:lnTo>
                <a:lnTo>
                  <a:pt x="10579" y="486"/>
                </a:lnTo>
                <a:lnTo>
                  <a:pt x="11029" y="486"/>
                </a:lnTo>
                <a:lnTo>
                  <a:pt x="11029" y="0"/>
                </a:lnTo>
                <a:lnTo>
                  <a:pt x="11062" y="0"/>
                </a:lnTo>
                <a:lnTo>
                  <a:pt x="11062" y="486"/>
                </a:lnTo>
                <a:lnTo>
                  <a:pt x="11511" y="486"/>
                </a:lnTo>
                <a:lnTo>
                  <a:pt x="11511" y="0"/>
                </a:lnTo>
                <a:lnTo>
                  <a:pt x="11544" y="0"/>
                </a:lnTo>
                <a:lnTo>
                  <a:pt x="11544" y="486"/>
                </a:lnTo>
                <a:lnTo>
                  <a:pt x="11994" y="486"/>
                </a:lnTo>
                <a:lnTo>
                  <a:pt x="11994" y="0"/>
                </a:lnTo>
                <a:lnTo>
                  <a:pt x="12027" y="0"/>
                </a:lnTo>
                <a:lnTo>
                  <a:pt x="12027" y="486"/>
                </a:lnTo>
                <a:lnTo>
                  <a:pt x="12477" y="486"/>
                </a:lnTo>
                <a:lnTo>
                  <a:pt x="12477" y="0"/>
                </a:lnTo>
                <a:lnTo>
                  <a:pt x="12510" y="0"/>
                </a:lnTo>
                <a:lnTo>
                  <a:pt x="12510" y="486"/>
                </a:lnTo>
                <a:lnTo>
                  <a:pt x="12959" y="486"/>
                </a:lnTo>
                <a:lnTo>
                  <a:pt x="12959" y="0"/>
                </a:lnTo>
                <a:lnTo>
                  <a:pt x="12992" y="0"/>
                </a:lnTo>
                <a:lnTo>
                  <a:pt x="12992" y="486"/>
                </a:lnTo>
                <a:lnTo>
                  <a:pt x="13442" y="486"/>
                </a:lnTo>
                <a:lnTo>
                  <a:pt x="13442" y="0"/>
                </a:lnTo>
                <a:lnTo>
                  <a:pt x="13475" y="0"/>
                </a:lnTo>
                <a:lnTo>
                  <a:pt x="13475" y="486"/>
                </a:lnTo>
                <a:lnTo>
                  <a:pt x="13925" y="486"/>
                </a:lnTo>
                <a:lnTo>
                  <a:pt x="13925" y="0"/>
                </a:lnTo>
                <a:lnTo>
                  <a:pt x="13958" y="0"/>
                </a:lnTo>
                <a:lnTo>
                  <a:pt x="13958" y="486"/>
                </a:lnTo>
                <a:lnTo>
                  <a:pt x="14407" y="486"/>
                </a:lnTo>
                <a:lnTo>
                  <a:pt x="14407" y="0"/>
                </a:lnTo>
                <a:lnTo>
                  <a:pt x="14440" y="0"/>
                </a:lnTo>
                <a:lnTo>
                  <a:pt x="14440" y="486"/>
                </a:lnTo>
                <a:lnTo>
                  <a:pt x="14890" y="486"/>
                </a:lnTo>
                <a:lnTo>
                  <a:pt x="14890" y="0"/>
                </a:lnTo>
                <a:lnTo>
                  <a:pt x="14923" y="0"/>
                </a:lnTo>
                <a:lnTo>
                  <a:pt x="14923" y="486"/>
                </a:lnTo>
                <a:lnTo>
                  <a:pt x="15373" y="486"/>
                </a:lnTo>
                <a:lnTo>
                  <a:pt x="15373" y="0"/>
                </a:lnTo>
                <a:lnTo>
                  <a:pt x="15406" y="0"/>
                </a:lnTo>
                <a:lnTo>
                  <a:pt x="15406" y="486"/>
                </a:lnTo>
                <a:lnTo>
                  <a:pt x="15855" y="486"/>
                </a:lnTo>
                <a:lnTo>
                  <a:pt x="15855" y="0"/>
                </a:lnTo>
                <a:lnTo>
                  <a:pt x="15888" y="0"/>
                </a:lnTo>
                <a:lnTo>
                  <a:pt x="15888" y="486"/>
                </a:lnTo>
                <a:lnTo>
                  <a:pt x="16338" y="486"/>
                </a:lnTo>
                <a:lnTo>
                  <a:pt x="16338" y="0"/>
                </a:lnTo>
                <a:lnTo>
                  <a:pt x="16371" y="0"/>
                </a:lnTo>
                <a:lnTo>
                  <a:pt x="16371" y="486"/>
                </a:lnTo>
                <a:lnTo>
                  <a:pt x="16821" y="486"/>
                </a:lnTo>
                <a:lnTo>
                  <a:pt x="16821" y="0"/>
                </a:lnTo>
                <a:lnTo>
                  <a:pt x="16854" y="0"/>
                </a:lnTo>
                <a:lnTo>
                  <a:pt x="16854" y="486"/>
                </a:lnTo>
                <a:lnTo>
                  <a:pt x="17303" y="486"/>
                </a:lnTo>
                <a:lnTo>
                  <a:pt x="17303" y="0"/>
                </a:lnTo>
                <a:lnTo>
                  <a:pt x="17336" y="0"/>
                </a:lnTo>
                <a:lnTo>
                  <a:pt x="17336" y="486"/>
                </a:lnTo>
                <a:lnTo>
                  <a:pt x="17786" y="486"/>
                </a:lnTo>
                <a:lnTo>
                  <a:pt x="17786" y="0"/>
                </a:lnTo>
                <a:lnTo>
                  <a:pt x="17819" y="0"/>
                </a:lnTo>
                <a:lnTo>
                  <a:pt x="17819" y="486"/>
                </a:lnTo>
                <a:lnTo>
                  <a:pt x="18269" y="486"/>
                </a:lnTo>
                <a:lnTo>
                  <a:pt x="18269" y="0"/>
                </a:lnTo>
                <a:lnTo>
                  <a:pt x="18302" y="0"/>
                </a:lnTo>
                <a:lnTo>
                  <a:pt x="18302" y="486"/>
                </a:lnTo>
                <a:lnTo>
                  <a:pt x="18751" y="486"/>
                </a:lnTo>
                <a:lnTo>
                  <a:pt x="18751" y="0"/>
                </a:lnTo>
                <a:lnTo>
                  <a:pt x="18784" y="0"/>
                </a:lnTo>
                <a:lnTo>
                  <a:pt x="18784" y="486"/>
                </a:lnTo>
                <a:lnTo>
                  <a:pt x="19200" y="486"/>
                </a:lnTo>
                <a:lnTo>
                  <a:pt x="19200" y="519"/>
                </a:lnTo>
                <a:lnTo>
                  <a:pt x="18784" y="519"/>
                </a:lnTo>
                <a:lnTo>
                  <a:pt x="18784" y="969"/>
                </a:lnTo>
                <a:lnTo>
                  <a:pt x="19200" y="969"/>
                </a:lnTo>
                <a:lnTo>
                  <a:pt x="19200" y="1002"/>
                </a:lnTo>
                <a:lnTo>
                  <a:pt x="18784" y="1002"/>
                </a:lnTo>
                <a:lnTo>
                  <a:pt x="18784" y="1451"/>
                </a:lnTo>
                <a:lnTo>
                  <a:pt x="19200" y="1451"/>
                </a:lnTo>
                <a:lnTo>
                  <a:pt x="19200" y="1484"/>
                </a:lnTo>
                <a:lnTo>
                  <a:pt x="18784" y="1484"/>
                </a:lnTo>
                <a:lnTo>
                  <a:pt x="18784" y="1934"/>
                </a:lnTo>
                <a:lnTo>
                  <a:pt x="19200" y="1934"/>
                </a:lnTo>
                <a:lnTo>
                  <a:pt x="19200" y="1967"/>
                </a:lnTo>
                <a:lnTo>
                  <a:pt x="18784" y="1967"/>
                </a:lnTo>
                <a:lnTo>
                  <a:pt x="18784" y="2417"/>
                </a:lnTo>
                <a:lnTo>
                  <a:pt x="19200" y="2417"/>
                </a:lnTo>
                <a:lnTo>
                  <a:pt x="19200" y="2450"/>
                </a:lnTo>
                <a:lnTo>
                  <a:pt x="18784" y="2450"/>
                </a:lnTo>
                <a:lnTo>
                  <a:pt x="18784" y="2900"/>
                </a:lnTo>
                <a:lnTo>
                  <a:pt x="19200" y="2900"/>
                </a:lnTo>
                <a:lnTo>
                  <a:pt x="19200" y="2933"/>
                </a:lnTo>
                <a:lnTo>
                  <a:pt x="18784" y="2933"/>
                </a:lnTo>
                <a:lnTo>
                  <a:pt x="18784" y="3382"/>
                </a:lnTo>
                <a:lnTo>
                  <a:pt x="19200" y="3382"/>
                </a:lnTo>
                <a:lnTo>
                  <a:pt x="19200" y="3415"/>
                </a:lnTo>
                <a:lnTo>
                  <a:pt x="18784" y="3415"/>
                </a:lnTo>
                <a:lnTo>
                  <a:pt x="18784" y="3865"/>
                </a:lnTo>
                <a:lnTo>
                  <a:pt x="19200" y="3865"/>
                </a:lnTo>
                <a:lnTo>
                  <a:pt x="19200" y="3898"/>
                </a:lnTo>
                <a:lnTo>
                  <a:pt x="18784" y="3898"/>
                </a:lnTo>
                <a:lnTo>
                  <a:pt x="18784" y="4348"/>
                </a:lnTo>
                <a:lnTo>
                  <a:pt x="19200" y="4348"/>
                </a:lnTo>
                <a:lnTo>
                  <a:pt x="19200" y="4381"/>
                </a:lnTo>
                <a:lnTo>
                  <a:pt x="18784" y="4381"/>
                </a:lnTo>
                <a:lnTo>
                  <a:pt x="18784" y="4830"/>
                </a:lnTo>
                <a:lnTo>
                  <a:pt x="19200" y="4830"/>
                </a:lnTo>
                <a:lnTo>
                  <a:pt x="19200" y="4863"/>
                </a:lnTo>
                <a:lnTo>
                  <a:pt x="18784" y="4863"/>
                </a:lnTo>
                <a:lnTo>
                  <a:pt x="18784" y="5313"/>
                </a:lnTo>
                <a:lnTo>
                  <a:pt x="19200" y="5313"/>
                </a:lnTo>
                <a:lnTo>
                  <a:pt x="19200" y="5346"/>
                </a:lnTo>
                <a:lnTo>
                  <a:pt x="18784" y="5346"/>
                </a:lnTo>
                <a:lnTo>
                  <a:pt x="18784" y="5358"/>
                </a:lnTo>
                <a:lnTo>
                  <a:pt x="18784" y="5812"/>
                </a:lnTo>
                <a:lnTo>
                  <a:pt x="18784" y="5844"/>
                </a:lnTo>
                <a:lnTo>
                  <a:pt x="19200" y="5844"/>
                </a:lnTo>
                <a:lnTo>
                  <a:pt x="19200" y="5877"/>
                </a:lnTo>
                <a:lnTo>
                  <a:pt x="18784" y="5877"/>
                </a:lnTo>
                <a:lnTo>
                  <a:pt x="18784" y="6327"/>
                </a:lnTo>
                <a:lnTo>
                  <a:pt x="19200" y="6327"/>
                </a:lnTo>
                <a:lnTo>
                  <a:pt x="19200" y="6360"/>
                </a:lnTo>
                <a:lnTo>
                  <a:pt x="18784" y="6360"/>
                </a:lnTo>
                <a:lnTo>
                  <a:pt x="18784" y="6809"/>
                </a:lnTo>
                <a:lnTo>
                  <a:pt x="19200" y="6809"/>
                </a:lnTo>
                <a:lnTo>
                  <a:pt x="19200" y="6842"/>
                </a:lnTo>
                <a:lnTo>
                  <a:pt x="18784" y="6842"/>
                </a:lnTo>
                <a:lnTo>
                  <a:pt x="18784" y="7292"/>
                </a:lnTo>
                <a:lnTo>
                  <a:pt x="19200" y="7292"/>
                </a:lnTo>
                <a:lnTo>
                  <a:pt x="19200" y="7325"/>
                </a:lnTo>
                <a:lnTo>
                  <a:pt x="18784" y="7325"/>
                </a:lnTo>
                <a:lnTo>
                  <a:pt x="18784" y="7775"/>
                </a:lnTo>
                <a:lnTo>
                  <a:pt x="19200" y="7775"/>
                </a:lnTo>
                <a:lnTo>
                  <a:pt x="19200" y="7808"/>
                </a:lnTo>
                <a:lnTo>
                  <a:pt x="18784" y="7808"/>
                </a:lnTo>
                <a:lnTo>
                  <a:pt x="18784" y="8257"/>
                </a:lnTo>
                <a:lnTo>
                  <a:pt x="19200" y="8257"/>
                </a:lnTo>
                <a:lnTo>
                  <a:pt x="19200" y="8290"/>
                </a:lnTo>
                <a:lnTo>
                  <a:pt x="18784" y="8290"/>
                </a:lnTo>
                <a:lnTo>
                  <a:pt x="18784" y="8740"/>
                </a:lnTo>
                <a:lnTo>
                  <a:pt x="19200" y="8740"/>
                </a:lnTo>
                <a:lnTo>
                  <a:pt x="19200" y="8773"/>
                </a:lnTo>
                <a:lnTo>
                  <a:pt x="18784" y="8773"/>
                </a:lnTo>
                <a:lnTo>
                  <a:pt x="18784" y="9223"/>
                </a:lnTo>
                <a:lnTo>
                  <a:pt x="19200" y="9223"/>
                </a:lnTo>
                <a:lnTo>
                  <a:pt x="19200" y="9256"/>
                </a:lnTo>
                <a:lnTo>
                  <a:pt x="18784" y="9256"/>
                </a:lnTo>
                <a:lnTo>
                  <a:pt x="18784" y="9705"/>
                </a:lnTo>
                <a:lnTo>
                  <a:pt x="19200" y="9705"/>
                </a:lnTo>
                <a:lnTo>
                  <a:pt x="19200" y="9738"/>
                </a:lnTo>
                <a:lnTo>
                  <a:pt x="18784" y="9738"/>
                </a:lnTo>
                <a:lnTo>
                  <a:pt x="18784" y="10188"/>
                </a:lnTo>
                <a:lnTo>
                  <a:pt x="19200" y="10188"/>
                </a:lnTo>
                <a:lnTo>
                  <a:pt x="19200" y="10221"/>
                </a:lnTo>
                <a:lnTo>
                  <a:pt x="18784" y="10221"/>
                </a:lnTo>
                <a:lnTo>
                  <a:pt x="18784" y="10778"/>
                </a:lnTo>
                <a:lnTo>
                  <a:pt x="18751" y="10778"/>
                </a:lnTo>
                <a:lnTo>
                  <a:pt x="18751" y="10221"/>
                </a:lnTo>
                <a:lnTo>
                  <a:pt x="18302" y="10221"/>
                </a:lnTo>
                <a:lnTo>
                  <a:pt x="18302" y="10778"/>
                </a:lnTo>
                <a:lnTo>
                  <a:pt x="18269" y="10778"/>
                </a:lnTo>
                <a:lnTo>
                  <a:pt x="18269" y="10221"/>
                </a:lnTo>
                <a:lnTo>
                  <a:pt x="17819" y="10221"/>
                </a:lnTo>
                <a:lnTo>
                  <a:pt x="17819" y="10778"/>
                </a:lnTo>
                <a:lnTo>
                  <a:pt x="17786" y="10778"/>
                </a:lnTo>
                <a:lnTo>
                  <a:pt x="17786" y="10221"/>
                </a:lnTo>
                <a:lnTo>
                  <a:pt x="17336" y="10221"/>
                </a:lnTo>
                <a:lnTo>
                  <a:pt x="17336" y="10778"/>
                </a:lnTo>
                <a:lnTo>
                  <a:pt x="17303" y="10778"/>
                </a:lnTo>
                <a:lnTo>
                  <a:pt x="17303" y="10221"/>
                </a:lnTo>
                <a:lnTo>
                  <a:pt x="16854" y="10221"/>
                </a:lnTo>
                <a:lnTo>
                  <a:pt x="16854" y="10778"/>
                </a:lnTo>
                <a:lnTo>
                  <a:pt x="16821" y="10778"/>
                </a:lnTo>
                <a:lnTo>
                  <a:pt x="16821" y="10221"/>
                </a:lnTo>
                <a:lnTo>
                  <a:pt x="16371" y="10221"/>
                </a:lnTo>
                <a:lnTo>
                  <a:pt x="16371" y="10778"/>
                </a:lnTo>
                <a:lnTo>
                  <a:pt x="16338" y="10778"/>
                </a:lnTo>
                <a:lnTo>
                  <a:pt x="16338" y="10221"/>
                </a:lnTo>
                <a:lnTo>
                  <a:pt x="15888" y="10221"/>
                </a:lnTo>
                <a:lnTo>
                  <a:pt x="15888" y="10778"/>
                </a:lnTo>
                <a:lnTo>
                  <a:pt x="15855" y="10778"/>
                </a:lnTo>
                <a:lnTo>
                  <a:pt x="15855" y="10221"/>
                </a:lnTo>
                <a:lnTo>
                  <a:pt x="15406" y="10221"/>
                </a:lnTo>
                <a:lnTo>
                  <a:pt x="15406" y="10778"/>
                </a:lnTo>
                <a:lnTo>
                  <a:pt x="15373" y="10778"/>
                </a:lnTo>
                <a:lnTo>
                  <a:pt x="15373" y="10221"/>
                </a:lnTo>
                <a:lnTo>
                  <a:pt x="14923" y="10221"/>
                </a:lnTo>
                <a:lnTo>
                  <a:pt x="14923" y="10778"/>
                </a:lnTo>
                <a:lnTo>
                  <a:pt x="14890" y="10778"/>
                </a:lnTo>
                <a:lnTo>
                  <a:pt x="14890" y="10221"/>
                </a:lnTo>
                <a:lnTo>
                  <a:pt x="14440" y="10221"/>
                </a:lnTo>
                <a:lnTo>
                  <a:pt x="14440" y="10778"/>
                </a:lnTo>
                <a:lnTo>
                  <a:pt x="14407" y="10778"/>
                </a:lnTo>
                <a:lnTo>
                  <a:pt x="14407" y="10221"/>
                </a:lnTo>
                <a:lnTo>
                  <a:pt x="13958" y="10221"/>
                </a:lnTo>
                <a:lnTo>
                  <a:pt x="13958" y="10778"/>
                </a:lnTo>
                <a:lnTo>
                  <a:pt x="13925" y="10778"/>
                </a:lnTo>
                <a:lnTo>
                  <a:pt x="13925" y="10221"/>
                </a:lnTo>
                <a:lnTo>
                  <a:pt x="13475" y="10221"/>
                </a:lnTo>
                <a:lnTo>
                  <a:pt x="13475" y="10778"/>
                </a:lnTo>
                <a:lnTo>
                  <a:pt x="13442" y="10778"/>
                </a:lnTo>
                <a:lnTo>
                  <a:pt x="13442" y="10221"/>
                </a:lnTo>
                <a:lnTo>
                  <a:pt x="12992" y="10221"/>
                </a:lnTo>
                <a:lnTo>
                  <a:pt x="12992" y="10778"/>
                </a:lnTo>
                <a:lnTo>
                  <a:pt x="12959" y="10778"/>
                </a:lnTo>
                <a:lnTo>
                  <a:pt x="12959" y="10221"/>
                </a:lnTo>
                <a:lnTo>
                  <a:pt x="12510" y="10221"/>
                </a:lnTo>
                <a:lnTo>
                  <a:pt x="12510" y="10778"/>
                </a:lnTo>
                <a:lnTo>
                  <a:pt x="12477" y="10778"/>
                </a:lnTo>
                <a:lnTo>
                  <a:pt x="12477" y="10221"/>
                </a:lnTo>
                <a:lnTo>
                  <a:pt x="12027" y="10221"/>
                </a:lnTo>
                <a:lnTo>
                  <a:pt x="12027" y="10778"/>
                </a:lnTo>
                <a:lnTo>
                  <a:pt x="11994" y="10778"/>
                </a:lnTo>
                <a:lnTo>
                  <a:pt x="11994" y="10221"/>
                </a:lnTo>
                <a:lnTo>
                  <a:pt x="11544" y="10221"/>
                </a:lnTo>
                <a:lnTo>
                  <a:pt x="11544" y="10778"/>
                </a:lnTo>
                <a:lnTo>
                  <a:pt x="11511" y="10778"/>
                </a:lnTo>
                <a:lnTo>
                  <a:pt x="11511" y="10221"/>
                </a:lnTo>
                <a:lnTo>
                  <a:pt x="11062" y="10221"/>
                </a:lnTo>
                <a:lnTo>
                  <a:pt x="11062" y="10778"/>
                </a:lnTo>
                <a:lnTo>
                  <a:pt x="11029" y="10778"/>
                </a:lnTo>
                <a:lnTo>
                  <a:pt x="11029" y="10221"/>
                </a:lnTo>
                <a:lnTo>
                  <a:pt x="10579" y="10221"/>
                </a:lnTo>
                <a:lnTo>
                  <a:pt x="10579" y="10778"/>
                </a:lnTo>
                <a:lnTo>
                  <a:pt x="10546" y="10778"/>
                </a:lnTo>
                <a:lnTo>
                  <a:pt x="10546" y="10221"/>
                </a:lnTo>
                <a:lnTo>
                  <a:pt x="10096" y="10221"/>
                </a:lnTo>
                <a:lnTo>
                  <a:pt x="10096" y="10778"/>
                </a:lnTo>
                <a:lnTo>
                  <a:pt x="10063" y="10778"/>
                </a:lnTo>
                <a:lnTo>
                  <a:pt x="10063" y="10221"/>
                </a:lnTo>
                <a:lnTo>
                  <a:pt x="9614" y="10221"/>
                </a:lnTo>
                <a:lnTo>
                  <a:pt x="9614" y="10778"/>
                </a:lnTo>
                <a:lnTo>
                  <a:pt x="9581" y="10778"/>
                </a:lnTo>
                <a:lnTo>
                  <a:pt x="9581" y="10221"/>
                </a:lnTo>
                <a:lnTo>
                  <a:pt x="9131" y="10221"/>
                </a:lnTo>
                <a:lnTo>
                  <a:pt x="9131" y="10778"/>
                </a:lnTo>
                <a:lnTo>
                  <a:pt x="9098" y="10778"/>
                </a:lnTo>
                <a:lnTo>
                  <a:pt x="9098" y="10221"/>
                </a:lnTo>
                <a:lnTo>
                  <a:pt x="8648" y="10221"/>
                </a:lnTo>
                <a:lnTo>
                  <a:pt x="8648" y="10778"/>
                </a:lnTo>
                <a:lnTo>
                  <a:pt x="8615" y="10778"/>
                </a:lnTo>
                <a:lnTo>
                  <a:pt x="8615" y="10221"/>
                </a:lnTo>
                <a:lnTo>
                  <a:pt x="8166" y="10221"/>
                </a:lnTo>
                <a:lnTo>
                  <a:pt x="8166" y="10778"/>
                </a:lnTo>
                <a:lnTo>
                  <a:pt x="8133" y="10778"/>
                </a:lnTo>
                <a:lnTo>
                  <a:pt x="8133" y="10221"/>
                </a:lnTo>
                <a:lnTo>
                  <a:pt x="7683" y="10221"/>
                </a:lnTo>
                <a:lnTo>
                  <a:pt x="7683" y="10778"/>
                </a:lnTo>
                <a:lnTo>
                  <a:pt x="7650" y="10778"/>
                </a:lnTo>
                <a:lnTo>
                  <a:pt x="7650" y="10221"/>
                </a:lnTo>
                <a:lnTo>
                  <a:pt x="7200" y="10221"/>
                </a:lnTo>
                <a:lnTo>
                  <a:pt x="7200" y="10778"/>
                </a:lnTo>
                <a:lnTo>
                  <a:pt x="7167" y="10778"/>
                </a:lnTo>
                <a:lnTo>
                  <a:pt x="7167" y="10221"/>
                </a:lnTo>
                <a:lnTo>
                  <a:pt x="6718" y="10221"/>
                </a:lnTo>
                <a:lnTo>
                  <a:pt x="6718" y="10778"/>
                </a:lnTo>
                <a:lnTo>
                  <a:pt x="6685" y="10778"/>
                </a:lnTo>
                <a:lnTo>
                  <a:pt x="6685" y="10221"/>
                </a:lnTo>
                <a:lnTo>
                  <a:pt x="6235" y="10221"/>
                </a:lnTo>
                <a:lnTo>
                  <a:pt x="6235" y="10778"/>
                </a:lnTo>
                <a:lnTo>
                  <a:pt x="6202" y="10778"/>
                </a:lnTo>
                <a:lnTo>
                  <a:pt x="6202" y="10221"/>
                </a:lnTo>
                <a:lnTo>
                  <a:pt x="5752" y="10221"/>
                </a:lnTo>
                <a:lnTo>
                  <a:pt x="5752" y="10778"/>
                </a:lnTo>
                <a:lnTo>
                  <a:pt x="5719" y="10778"/>
                </a:lnTo>
                <a:lnTo>
                  <a:pt x="5719" y="10221"/>
                </a:lnTo>
                <a:lnTo>
                  <a:pt x="5270" y="10221"/>
                </a:lnTo>
                <a:lnTo>
                  <a:pt x="5270" y="10778"/>
                </a:lnTo>
                <a:lnTo>
                  <a:pt x="5237" y="10778"/>
                </a:lnTo>
                <a:lnTo>
                  <a:pt x="5237" y="10221"/>
                </a:lnTo>
                <a:lnTo>
                  <a:pt x="4787" y="10221"/>
                </a:lnTo>
                <a:lnTo>
                  <a:pt x="4787" y="10778"/>
                </a:lnTo>
                <a:lnTo>
                  <a:pt x="4754" y="10778"/>
                </a:lnTo>
                <a:lnTo>
                  <a:pt x="4754" y="10221"/>
                </a:lnTo>
                <a:lnTo>
                  <a:pt x="4304" y="10221"/>
                </a:lnTo>
                <a:lnTo>
                  <a:pt x="4304" y="10778"/>
                </a:lnTo>
                <a:lnTo>
                  <a:pt x="4271" y="10778"/>
                </a:lnTo>
                <a:lnTo>
                  <a:pt x="4271" y="10221"/>
                </a:lnTo>
                <a:lnTo>
                  <a:pt x="3822" y="10221"/>
                </a:lnTo>
                <a:lnTo>
                  <a:pt x="3822" y="10778"/>
                </a:lnTo>
                <a:lnTo>
                  <a:pt x="3789" y="10778"/>
                </a:lnTo>
                <a:lnTo>
                  <a:pt x="3789" y="10221"/>
                </a:lnTo>
                <a:lnTo>
                  <a:pt x="3339" y="10221"/>
                </a:lnTo>
                <a:lnTo>
                  <a:pt x="3339" y="10778"/>
                </a:lnTo>
                <a:lnTo>
                  <a:pt x="3306" y="10778"/>
                </a:lnTo>
                <a:lnTo>
                  <a:pt x="3306" y="10221"/>
                </a:lnTo>
                <a:lnTo>
                  <a:pt x="2856" y="10221"/>
                </a:lnTo>
                <a:lnTo>
                  <a:pt x="2856" y="10778"/>
                </a:lnTo>
                <a:lnTo>
                  <a:pt x="2823" y="10778"/>
                </a:lnTo>
                <a:lnTo>
                  <a:pt x="2823" y="10221"/>
                </a:lnTo>
                <a:lnTo>
                  <a:pt x="2374" y="10221"/>
                </a:lnTo>
                <a:lnTo>
                  <a:pt x="2374" y="10778"/>
                </a:lnTo>
                <a:lnTo>
                  <a:pt x="2341" y="10778"/>
                </a:lnTo>
                <a:lnTo>
                  <a:pt x="2341" y="10221"/>
                </a:lnTo>
                <a:lnTo>
                  <a:pt x="1891" y="10221"/>
                </a:lnTo>
                <a:lnTo>
                  <a:pt x="1891" y="10778"/>
                </a:lnTo>
                <a:lnTo>
                  <a:pt x="1858" y="10778"/>
                </a:lnTo>
                <a:lnTo>
                  <a:pt x="1858" y="10221"/>
                </a:lnTo>
                <a:lnTo>
                  <a:pt x="1408" y="10221"/>
                </a:lnTo>
                <a:lnTo>
                  <a:pt x="1408" y="10778"/>
                </a:lnTo>
                <a:lnTo>
                  <a:pt x="1375" y="10778"/>
                </a:lnTo>
                <a:lnTo>
                  <a:pt x="1375" y="10221"/>
                </a:lnTo>
                <a:lnTo>
                  <a:pt x="926" y="10221"/>
                </a:lnTo>
                <a:lnTo>
                  <a:pt x="926" y="10778"/>
                </a:lnTo>
                <a:lnTo>
                  <a:pt x="893" y="10778"/>
                </a:lnTo>
                <a:lnTo>
                  <a:pt x="893" y="10221"/>
                </a:lnTo>
                <a:lnTo>
                  <a:pt x="443" y="10221"/>
                </a:lnTo>
                <a:lnTo>
                  <a:pt x="443" y="10778"/>
                </a:lnTo>
                <a:lnTo>
                  <a:pt x="410" y="10778"/>
                </a:lnTo>
                <a:lnTo>
                  <a:pt x="410" y="10221"/>
                </a:lnTo>
                <a:lnTo>
                  <a:pt x="0" y="10221"/>
                </a:lnTo>
                <a:lnTo>
                  <a:pt x="0" y="10188"/>
                </a:lnTo>
                <a:lnTo>
                  <a:pt x="410" y="10188"/>
                </a:lnTo>
                <a:lnTo>
                  <a:pt x="410" y="9738"/>
                </a:lnTo>
                <a:lnTo>
                  <a:pt x="0" y="9738"/>
                </a:lnTo>
                <a:lnTo>
                  <a:pt x="0" y="9705"/>
                </a:lnTo>
                <a:lnTo>
                  <a:pt x="410" y="9705"/>
                </a:lnTo>
                <a:lnTo>
                  <a:pt x="410" y="9256"/>
                </a:lnTo>
                <a:lnTo>
                  <a:pt x="0" y="9256"/>
                </a:lnTo>
                <a:lnTo>
                  <a:pt x="0" y="9223"/>
                </a:lnTo>
                <a:lnTo>
                  <a:pt x="410" y="9223"/>
                </a:lnTo>
                <a:lnTo>
                  <a:pt x="410" y="8773"/>
                </a:lnTo>
                <a:lnTo>
                  <a:pt x="0" y="8773"/>
                </a:lnTo>
                <a:lnTo>
                  <a:pt x="0" y="8740"/>
                </a:lnTo>
                <a:lnTo>
                  <a:pt x="410" y="8740"/>
                </a:lnTo>
                <a:lnTo>
                  <a:pt x="410" y="8290"/>
                </a:lnTo>
                <a:lnTo>
                  <a:pt x="0" y="8290"/>
                </a:lnTo>
                <a:lnTo>
                  <a:pt x="0" y="8257"/>
                </a:lnTo>
                <a:lnTo>
                  <a:pt x="410" y="8257"/>
                </a:lnTo>
                <a:lnTo>
                  <a:pt x="410" y="7808"/>
                </a:lnTo>
                <a:lnTo>
                  <a:pt x="0" y="7808"/>
                </a:lnTo>
                <a:lnTo>
                  <a:pt x="0" y="7775"/>
                </a:lnTo>
                <a:lnTo>
                  <a:pt x="410" y="7775"/>
                </a:lnTo>
                <a:lnTo>
                  <a:pt x="410" y="7325"/>
                </a:lnTo>
                <a:lnTo>
                  <a:pt x="0" y="7325"/>
                </a:lnTo>
                <a:lnTo>
                  <a:pt x="0" y="7292"/>
                </a:lnTo>
                <a:lnTo>
                  <a:pt x="410" y="7292"/>
                </a:lnTo>
                <a:lnTo>
                  <a:pt x="410" y="6842"/>
                </a:lnTo>
                <a:lnTo>
                  <a:pt x="0" y="6842"/>
                </a:lnTo>
                <a:lnTo>
                  <a:pt x="0" y="6809"/>
                </a:lnTo>
                <a:lnTo>
                  <a:pt x="410" y="6809"/>
                </a:lnTo>
                <a:lnTo>
                  <a:pt x="410" y="6360"/>
                </a:lnTo>
                <a:lnTo>
                  <a:pt x="0" y="6360"/>
                </a:lnTo>
                <a:lnTo>
                  <a:pt x="0" y="6327"/>
                </a:lnTo>
                <a:lnTo>
                  <a:pt x="410" y="6327"/>
                </a:lnTo>
                <a:lnTo>
                  <a:pt x="410" y="5877"/>
                </a:lnTo>
                <a:lnTo>
                  <a:pt x="0" y="5877"/>
                </a:lnTo>
                <a:lnTo>
                  <a:pt x="0" y="5844"/>
                </a:lnTo>
                <a:lnTo>
                  <a:pt x="410" y="5844"/>
                </a:lnTo>
                <a:lnTo>
                  <a:pt x="410" y="5812"/>
                </a:lnTo>
                <a:lnTo>
                  <a:pt x="410" y="5358"/>
                </a:lnTo>
                <a:lnTo>
                  <a:pt x="410" y="5346"/>
                </a:lnTo>
                <a:lnTo>
                  <a:pt x="0" y="5346"/>
                </a:lnTo>
                <a:lnTo>
                  <a:pt x="0" y="5313"/>
                </a:lnTo>
                <a:lnTo>
                  <a:pt x="410" y="5313"/>
                </a:lnTo>
                <a:lnTo>
                  <a:pt x="410" y="4863"/>
                </a:lnTo>
                <a:lnTo>
                  <a:pt x="0" y="4863"/>
                </a:lnTo>
                <a:lnTo>
                  <a:pt x="0" y="4830"/>
                </a:lnTo>
                <a:lnTo>
                  <a:pt x="410" y="4830"/>
                </a:lnTo>
                <a:lnTo>
                  <a:pt x="410" y="4381"/>
                </a:lnTo>
                <a:lnTo>
                  <a:pt x="0" y="4381"/>
                </a:lnTo>
                <a:lnTo>
                  <a:pt x="0" y="4348"/>
                </a:lnTo>
                <a:lnTo>
                  <a:pt x="410" y="4348"/>
                </a:lnTo>
                <a:lnTo>
                  <a:pt x="410" y="3898"/>
                </a:lnTo>
                <a:lnTo>
                  <a:pt x="0" y="3898"/>
                </a:lnTo>
                <a:lnTo>
                  <a:pt x="0" y="3865"/>
                </a:lnTo>
                <a:lnTo>
                  <a:pt x="410" y="3865"/>
                </a:lnTo>
                <a:lnTo>
                  <a:pt x="410" y="3415"/>
                </a:lnTo>
                <a:lnTo>
                  <a:pt x="0" y="3415"/>
                </a:lnTo>
                <a:lnTo>
                  <a:pt x="0" y="3382"/>
                </a:lnTo>
                <a:lnTo>
                  <a:pt x="410" y="3382"/>
                </a:lnTo>
                <a:lnTo>
                  <a:pt x="410" y="2933"/>
                </a:lnTo>
                <a:lnTo>
                  <a:pt x="0" y="2933"/>
                </a:lnTo>
                <a:lnTo>
                  <a:pt x="0" y="2900"/>
                </a:lnTo>
                <a:lnTo>
                  <a:pt x="410" y="2900"/>
                </a:lnTo>
                <a:lnTo>
                  <a:pt x="410" y="2450"/>
                </a:lnTo>
                <a:lnTo>
                  <a:pt x="0" y="2450"/>
                </a:lnTo>
                <a:lnTo>
                  <a:pt x="0" y="2417"/>
                </a:lnTo>
                <a:lnTo>
                  <a:pt x="410" y="2417"/>
                </a:lnTo>
                <a:lnTo>
                  <a:pt x="410" y="1967"/>
                </a:lnTo>
                <a:lnTo>
                  <a:pt x="0" y="1967"/>
                </a:lnTo>
                <a:lnTo>
                  <a:pt x="0" y="1934"/>
                </a:lnTo>
                <a:lnTo>
                  <a:pt x="410" y="1934"/>
                </a:lnTo>
                <a:lnTo>
                  <a:pt x="410" y="1484"/>
                </a:lnTo>
                <a:lnTo>
                  <a:pt x="0" y="1484"/>
                </a:lnTo>
                <a:lnTo>
                  <a:pt x="0" y="1451"/>
                </a:lnTo>
                <a:lnTo>
                  <a:pt x="410" y="1451"/>
                </a:lnTo>
                <a:lnTo>
                  <a:pt x="410" y="1002"/>
                </a:lnTo>
                <a:lnTo>
                  <a:pt x="0" y="1002"/>
                </a:lnTo>
                <a:lnTo>
                  <a:pt x="0" y="969"/>
                </a:lnTo>
                <a:lnTo>
                  <a:pt x="410" y="969"/>
                </a:lnTo>
                <a:lnTo>
                  <a:pt x="410" y="519"/>
                </a:lnTo>
                <a:lnTo>
                  <a:pt x="0" y="519"/>
                </a:lnTo>
                <a:lnTo>
                  <a:pt x="0" y="486"/>
                </a:lnTo>
                <a:lnTo>
                  <a:pt x="410" y="486"/>
                </a:lnTo>
                <a:lnTo>
                  <a:pt x="410" y="0"/>
                </a:lnTo>
                <a:close/>
              </a:path>
            </a:pathLst>
          </a:custGeom>
          <a:solidFill>
            <a:schemeClr val="accent1">
              <a:alpha val="7000"/>
            </a:schemeClr>
          </a:solidFill>
          <a:ln w="6393" cap="flat">
            <a:noFill/>
            <a:prstDash val="solid"/>
            <a:miter/>
          </a:ln>
        </p:spPr>
        <p:txBody>
          <a:bodyPr wrap="square" rtlCol="0" anchor="ctr">
            <a:noAutofit/>
          </a:bodyPr>
          <a:lstStyle/>
          <a:p>
            <a:endParaRPr lang="zh-CN" altLang="en-US"/>
          </a:p>
        </p:txBody>
      </p:sp>
      <p:sp useBgFill="1">
        <p:nvSpPr>
          <p:cNvPr id="10" name="任意多边形: 形状 9"/>
          <p:cNvSpPr/>
          <p:nvPr>
            <p:custDataLst>
              <p:tags r:id="rId3"/>
            </p:custDataLst>
          </p:nvPr>
        </p:nvSpPr>
        <p:spPr>
          <a:xfrm>
            <a:off x="770890" y="1574800"/>
            <a:ext cx="10650220" cy="4893310"/>
          </a:xfrm>
          <a:custGeom>
            <a:avLst/>
            <a:gdLst>
              <a:gd name="connsiteX0" fmla="*/ 701456 w 1559468"/>
              <a:gd name="connsiteY0" fmla="*/ 1067 h 1089653"/>
              <a:gd name="connsiteX1" fmla="*/ 767285 w 1559468"/>
              <a:gd name="connsiteY1" fmla="*/ 12091 h 1089653"/>
              <a:gd name="connsiteX2" fmla="*/ 832341 w 1559468"/>
              <a:gd name="connsiteY2" fmla="*/ 14758 h 1089653"/>
              <a:gd name="connsiteX3" fmla="*/ 995409 w 1559468"/>
              <a:gd name="connsiteY3" fmla="*/ 23616 h 1089653"/>
              <a:gd name="connsiteX4" fmla="*/ 1049987 w 1559468"/>
              <a:gd name="connsiteY4" fmla="*/ 21044 h 1089653"/>
              <a:gd name="connsiteX5" fmla="*/ 1169526 w 1559468"/>
              <a:gd name="connsiteY5" fmla="*/ 27045 h 1089653"/>
              <a:gd name="connsiteX6" fmla="*/ 1225152 w 1559468"/>
              <a:gd name="connsiteY6" fmla="*/ 26854 h 1089653"/>
              <a:gd name="connsiteX7" fmla="*/ 1382410 w 1559468"/>
              <a:gd name="connsiteY7" fmla="*/ 16663 h 1089653"/>
              <a:gd name="connsiteX8" fmla="*/ 1413842 w 1559468"/>
              <a:gd name="connsiteY8" fmla="*/ 19901 h 1089653"/>
              <a:gd name="connsiteX9" fmla="*/ 1534905 w 1559468"/>
              <a:gd name="connsiteY9" fmla="*/ 87529 h 1089653"/>
              <a:gd name="connsiteX10" fmla="*/ 1557194 w 1559468"/>
              <a:gd name="connsiteY10" fmla="*/ 186684 h 1089653"/>
              <a:gd name="connsiteX11" fmla="*/ 1551406 w 1559468"/>
              <a:gd name="connsiteY11" fmla="*/ 241276 h 1089653"/>
              <a:gd name="connsiteX12" fmla="*/ 1550241 w 1559468"/>
              <a:gd name="connsiteY12" fmla="*/ 264457 h 1089653"/>
              <a:gd name="connsiteX13" fmla="*/ 1550241 w 1559468"/>
              <a:gd name="connsiteY13" fmla="*/ 1006786 h 1089653"/>
              <a:gd name="connsiteX14" fmla="*/ 1467373 w 1559468"/>
              <a:gd name="connsiteY14" fmla="*/ 1089653 h 1089653"/>
              <a:gd name="connsiteX15" fmla="*/ 92916 w 1559468"/>
              <a:gd name="connsiteY15" fmla="*/ 1089653 h 1089653"/>
              <a:gd name="connsiteX16" fmla="*/ 9953 w 1559468"/>
              <a:gd name="connsiteY16" fmla="*/ 1006691 h 1089653"/>
              <a:gd name="connsiteX17" fmla="*/ 9953 w 1559468"/>
              <a:gd name="connsiteY17" fmla="*/ 369038 h 1089653"/>
              <a:gd name="connsiteX18" fmla="*/ 8646 w 1559468"/>
              <a:gd name="connsiteY18" fmla="*/ 362716 h 1089653"/>
              <a:gd name="connsiteX19" fmla="*/ 5190 w 1559468"/>
              <a:gd name="connsiteY19" fmla="*/ 255359 h 1089653"/>
              <a:gd name="connsiteX20" fmla="*/ 4238 w 1559468"/>
              <a:gd name="connsiteY20" fmla="*/ 154585 h 1089653"/>
              <a:gd name="connsiteX21" fmla="*/ 8619 w 1559468"/>
              <a:gd name="connsiteY21" fmla="*/ 123438 h 1089653"/>
              <a:gd name="connsiteX22" fmla="*/ 122538 w 1559468"/>
              <a:gd name="connsiteY22" fmla="*/ 45809 h 1089653"/>
              <a:gd name="connsiteX23" fmla="*/ 171878 w 1559468"/>
              <a:gd name="connsiteY23" fmla="*/ 32284 h 1089653"/>
              <a:gd name="connsiteX24" fmla="*/ 296560 w 1559468"/>
              <a:gd name="connsiteY24" fmla="*/ 16758 h 1089653"/>
              <a:gd name="connsiteX25" fmla="*/ 355329 w 1559468"/>
              <a:gd name="connsiteY25" fmla="*/ 16091 h 1089653"/>
              <a:gd name="connsiteX26" fmla="*/ 477440 w 1559468"/>
              <a:gd name="connsiteY26" fmla="*/ 16282 h 1089653"/>
              <a:gd name="connsiteX27" fmla="*/ 552401 w 1559468"/>
              <a:gd name="connsiteY27" fmla="*/ 19806 h 1089653"/>
              <a:gd name="connsiteX28" fmla="*/ 701456 w 1559468"/>
              <a:gd name="connsiteY28" fmla="*/ 1067 h 1089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59468" h="1089653">
                <a:moveTo>
                  <a:pt x="701456" y="1067"/>
                </a:moveTo>
                <a:cubicBezTo>
                  <a:pt x="722357" y="2655"/>
                  <a:pt x="744402" y="6114"/>
                  <a:pt x="767285" y="12091"/>
                </a:cubicBezTo>
                <a:cubicBezTo>
                  <a:pt x="788526" y="17615"/>
                  <a:pt x="810719" y="18472"/>
                  <a:pt x="832341" y="14758"/>
                </a:cubicBezTo>
                <a:cubicBezTo>
                  <a:pt x="871394" y="7995"/>
                  <a:pt x="938259" y="1804"/>
                  <a:pt x="995409" y="23616"/>
                </a:cubicBezTo>
                <a:cubicBezTo>
                  <a:pt x="1013126" y="30379"/>
                  <a:pt x="1032747" y="28950"/>
                  <a:pt x="1049987" y="21044"/>
                </a:cubicBezTo>
                <a:cubicBezTo>
                  <a:pt x="1075895" y="9233"/>
                  <a:pt x="1118758" y="-387"/>
                  <a:pt x="1169526" y="27045"/>
                </a:cubicBezTo>
                <a:cubicBezTo>
                  <a:pt x="1186957" y="36475"/>
                  <a:pt x="1207817" y="36379"/>
                  <a:pt x="1225152" y="26854"/>
                </a:cubicBezTo>
                <a:cubicBezTo>
                  <a:pt x="1256489" y="9519"/>
                  <a:pt x="1312687" y="-9722"/>
                  <a:pt x="1382410" y="16663"/>
                </a:cubicBezTo>
                <a:cubicBezTo>
                  <a:pt x="1392411" y="20473"/>
                  <a:pt x="1403270" y="21616"/>
                  <a:pt x="1413842" y="19901"/>
                </a:cubicBezTo>
                <a:cubicBezTo>
                  <a:pt x="1443942" y="14948"/>
                  <a:pt x="1509473" y="13424"/>
                  <a:pt x="1534905" y="87529"/>
                </a:cubicBezTo>
                <a:cubicBezTo>
                  <a:pt x="1534905" y="87529"/>
                  <a:pt x="1568338" y="101626"/>
                  <a:pt x="1557194" y="186684"/>
                </a:cubicBezTo>
                <a:cubicBezTo>
                  <a:pt x="1554408" y="207949"/>
                  <a:pt x="1552581" y="226064"/>
                  <a:pt x="1551406" y="241276"/>
                </a:cubicBezTo>
                <a:lnTo>
                  <a:pt x="1550241" y="264457"/>
                </a:lnTo>
                <a:lnTo>
                  <a:pt x="1550241" y="1006786"/>
                </a:lnTo>
                <a:cubicBezTo>
                  <a:pt x="1550241" y="1052315"/>
                  <a:pt x="1512998" y="1089653"/>
                  <a:pt x="1467373" y="1089653"/>
                </a:cubicBezTo>
                <a:lnTo>
                  <a:pt x="92916" y="1089653"/>
                </a:lnTo>
                <a:cubicBezTo>
                  <a:pt x="47291" y="1089653"/>
                  <a:pt x="9953" y="1052315"/>
                  <a:pt x="9953" y="1006691"/>
                </a:cubicBezTo>
                <a:lnTo>
                  <a:pt x="9953" y="369038"/>
                </a:lnTo>
                <a:lnTo>
                  <a:pt x="8646" y="362716"/>
                </a:lnTo>
                <a:cubicBezTo>
                  <a:pt x="4923" y="342816"/>
                  <a:pt x="-1668" y="297721"/>
                  <a:pt x="5190" y="255359"/>
                </a:cubicBezTo>
                <a:cubicBezTo>
                  <a:pt x="8238" y="236214"/>
                  <a:pt x="-7097" y="175635"/>
                  <a:pt x="4238" y="154585"/>
                </a:cubicBezTo>
                <a:cubicBezTo>
                  <a:pt x="9286" y="145250"/>
                  <a:pt x="9476" y="134011"/>
                  <a:pt x="8619" y="123438"/>
                </a:cubicBezTo>
                <a:cubicBezTo>
                  <a:pt x="6143" y="93434"/>
                  <a:pt x="13858" y="31712"/>
                  <a:pt x="122538" y="45809"/>
                </a:cubicBezTo>
                <a:cubicBezTo>
                  <a:pt x="140255" y="48095"/>
                  <a:pt x="157971" y="43428"/>
                  <a:pt x="171878" y="32284"/>
                </a:cubicBezTo>
                <a:cubicBezTo>
                  <a:pt x="194928" y="13805"/>
                  <a:pt x="237981" y="-8102"/>
                  <a:pt x="296560" y="16758"/>
                </a:cubicBezTo>
                <a:cubicBezTo>
                  <a:pt x="315515" y="24759"/>
                  <a:pt x="336660" y="24664"/>
                  <a:pt x="355329" y="16091"/>
                </a:cubicBezTo>
                <a:cubicBezTo>
                  <a:pt x="382666" y="3423"/>
                  <a:pt x="427243" y="-7721"/>
                  <a:pt x="477440" y="16282"/>
                </a:cubicBezTo>
                <a:cubicBezTo>
                  <a:pt x="500871" y="27521"/>
                  <a:pt x="527827" y="28093"/>
                  <a:pt x="552401" y="19806"/>
                </a:cubicBezTo>
                <a:cubicBezTo>
                  <a:pt x="586334" y="8376"/>
                  <a:pt x="638752" y="-3697"/>
                  <a:pt x="701456" y="1067"/>
                </a:cubicBezTo>
                <a:close/>
              </a:path>
            </a:pathLst>
          </a:custGeom>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useBgFill="1">
        <p:nvSpPr>
          <p:cNvPr id="3" name="任意多边形: 形状 9"/>
          <p:cNvSpPr/>
          <p:nvPr>
            <p:custDataLst>
              <p:tags r:id="rId4"/>
            </p:custDataLst>
          </p:nvPr>
        </p:nvSpPr>
        <p:spPr>
          <a:xfrm>
            <a:off x="770890" y="1574800"/>
            <a:ext cx="10650220" cy="4893310"/>
          </a:xfrm>
          <a:custGeom>
            <a:avLst/>
            <a:gdLst>
              <a:gd name="connsiteX0" fmla="*/ 701456 w 1559468"/>
              <a:gd name="connsiteY0" fmla="*/ 1067 h 1089653"/>
              <a:gd name="connsiteX1" fmla="*/ 767285 w 1559468"/>
              <a:gd name="connsiteY1" fmla="*/ 12091 h 1089653"/>
              <a:gd name="connsiteX2" fmla="*/ 832341 w 1559468"/>
              <a:gd name="connsiteY2" fmla="*/ 14758 h 1089653"/>
              <a:gd name="connsiteX3" fmla="*/ 995409 w 1559468"/>
              <a:gd name="connsiteY3" fmla="*/ 23616 h 1089653"/>
              <a:gd name="connsiteX4" fmla="*/ 1049987 w 1559468"/>
              <a:gd name="connsiteY4" fmla="*/ 21044 h 1089653"/>
              <a:gd name="connsiteX5" fmla="*/ 1169526 w 1559468"/>
              <a:gd name="connsiteY5" fmla="*/ 27045 h 1089653"/>
              <a:gd name="connsiteX6" fmla="*/ 1225152 w 1559468"/>
              <a:gd name="connsiteY6" fmla="*/ 26854 h 1089653"/>
              <a:gd name="connsiteX7" fmla="*/ 1382410 w 1559468"/>
              <a:gd name="connsiteY7" fmla="*/ 16663 h 1089653"/>
              <a:gd name="connsiteX8" fmla="*/ 1413842 w 1559468"/>
              <a:gd name="connsiteY8" fmla="*/ 19901 h 1089653"/>
              <a:gd name="connsiteX9" fmla="*/ 1534905 w 1559468"/>
              <a:gd name="connsiteY9" fmla="*/ 87529 h 1089653"/>
              <a:gd name="connsiteX10" fmla="*/ 1557194 w 1559468"/>
              <a:gd name="connsiteY10" fmla="*/ 186684 h 1089653"/>
              <a:gd name="connsiteX11" fmla="*/ 1551406 w 1559468"/>
              <a:gd name="connsiteY11" fmla="*/ 241276 h 1089653"/>
              <a:gd name="connsiteX12" fmla="*/ 1550241 w 1559468"/>
              <a:gd name="connsiteY12" fmla="*/ 264457 h 1089653"/>
              <a:gd name="connsiteX13" fmla="*/ 1550241 w 1559468"/>
              <a:gd name="connsiteY13" fmla="*/ 1006786 h 1089653"/>
              <a:gd name="connsiteX14" fmla="*/ 1467373 w 1559468"/>
              <a:gd name="connsiteY14" fmla="*/ 1089653 h 1089653"/>
              <a:gd name="connsiteX15" fmla="*/ 92916 w 1559468"/>
              <a:gd name="connsiteY15" fmla="*/ 1089653 h 1089653"/>
              <a:gd name="connsiteX16" fmla="*/ 9953 w 1559468"/>
              <a:gd name="connsiteY16" fmla="*/ 1006691 h 1089653"/>
              <a:gd name="connsiteX17" fmla="*/ 9953 w 1559468"/>
              <a:gd name="connsiteY17" fmla="*/ 369038 h 1089653"/>
              <a:gd name="connsiteX18" fmla="*/ 8646 w 1559468"/>
              <a:gd name="connsiteY18" fmla="*/ 362716 h 1089653"/>
              <a:gd name="connsiteX19" fmla="*/ 5190 w 1559468"/>
              <a:gd name="connsiteY19" fmla="*/ 255359 h 1089653"/>
              <a:gd name="connsiteX20" fmla="*/ 4238 w 1559468"/>
              <a:gd name="connsiteY20" fmla="*/ 154585 h 1089653"/>
              <a:gd name="connsiteX21" fmla="*/ 8619 w 1559468"/>
              <a:gd name="connsiteY21" fmla="*/ 123438 h 1089653"/>
              <a:gd name="connsiteX22" fmla="*/ 122538 w 1559468"/>
              <a:gd name="connsiteY22" fmla="*/ 45809 h 1089653"/>
              <a:gd name="connsiteX23" fmla="*/ 171878 w 1559468"/>
              <a:gd name="connsiteY23" fmla="*/ 32284 h 1089653"/>
              <a:gd name="connsiteX24" fmla="*/ 296560 w 1559468"/>
              <a:gd name="connsiteY24" fmla="*/ 16758 h 1089653"/>
              <a:gd name="connsiteX25" fmla="*/ 355329 w 1559468"/>
              <a:gd name="connsiteY25" fmla="*/ 16091 h 1089653"/>
              <a:gd name="connsiteX26" fmla="*/ 477440 w 1559468"/>
              <a:gd name="connsiteY26" fmla="*/ 16282 h 1089653"/>
              <a:gd name="connsiteX27" fmla="*/ 552401 w 1559468"/>
              <a:gd name="connsiteY27" fmla="*/ 19806 h 1089653"/>
              <a:gd name="connsiteX28" fmla="*/ 701456 w 1559468"/>
              <a:gd name="connsiteY28" fmla="*/ 1067 h 1089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59468" h="1089653">
                <a:moveTo>
                  <a:pt x="701456" y="1067"/>
                </a:moveTo>
                <a:cubicBezTo>
                  <a:pt x="722357" y="2655"/>
                  <a:pt x="744402" y="6114"/>
                  <a:pt x="767285" y="12091"/>
                </a:cubicBezTo>
                <a:cubicBezTo>
                  <a:pt x="788526" y="17615"/>
                  <a:pt x="810719" y="18472"/>
                  <a:pt x="832341" y="14758"/>
                </a:cubicBezTo>
                <a:cubicBezTo>
                  <a:pt x="871394" y="7995"/>
                  <a:pt x="938259" y="1804"/>
                  <a:pt x="995409" y="23616"/>
                </a:cubicBezTo>
                <a:cubicBezTo>
                  <a:pt x="1013126" y="30379"/>
                  <a:pt x="1032747" y="28950"/>
                  <a:pt x="1049987" y="21044"/>
                </a:cubicBezTo>
                <a:cubicBezTo>
                  <a:pt x="1075895" y="9233"/>
                  <a:pt x="1118758" y="-387"/>
                  <a:pt x="1169526" y="27045"/>
                </a:cubicBezTo>
                <a:cubicBezTo>
                  <a:pt x="1186957" y="36475"/>
                  <a:pt x="1207817" y="36379"/>
                  <a:pt x="1225152" y="26854"/>
                </a:cubicBezTo>
                <a:cubicBezTo>
                  <a:pt x="1256489" y="9519"/>
                  <a:pt x="1312687" y="-9722"/>
                  <a:pt x="1382410" y="16663"/>
                </a:cubicBezTo>
                <a:cubicBezTo>
                  <a:pt x="1392411" y="20473"/>
                  <a:pt x="1403270" y="21616"/>
                  <a:pt x="1413842" y="19901"/>
                </a:cubicBezTo>
                <a:cubicBezTo>
                  <a:pt x="1443942" y="14948"/>
                  <a:pt x="1509473" y="13424"/>
                  <a:pt x="1534905" y="87529"/>
                </a:cubicBezTo>
                <a:cubicBezTo>
                  <a:pt x="1534905" y="87529"/>
                  <a:pt x="1568338" y="101626"/>
                  <a:pt x="1557194" y="186684"/>
                </a:cubicBezTo>
                <a:cubicBezTo>
                  <a:pt x="1554408" y="207949"/>
                  <a:pt x="1552581" y="226064"/>
                  <a:pt x="1551406" y="241276"/>
                </a:cubicBezTo>
                <a:lnTo>
                  <a:pt x="1550241" y="264457"/>
                </a:lnTo>
                <a:lnTo>
                  <a:pt x="1550241" y="1006786"/>
                </a:lnTo>
                <a:cubicBezTo>
                  <a:pt x="1550241" y="1052315"/>
                  <a:pt x="1512998" y="1089653"/>
                  <a:pt x="1467373" y="1089653"/>
                </a:cubicBezTo>
                <a:lnTo>
                  <a:pt x="92916" y="1089653"/>
                </a:lnTo>
                <a:cubicBezTo>
                  <a:pt x="47291" y="1089653"/>
                  <a:pt x="9953" y="1052315"/>
                  <a:pt x="9953" y="1006691"/>
                </a:cubicBezTo>
                <a:lnTo>
                  <a:pt x="9953" y="369038"/>
                </a:lnTo>
                <a:lnTo>
                  <a:pt x="8646" y="362716"/>
                </a:lnTo>
                <a:cubicBezTo>
                  <a:pt x="4923" y="342816"/>
                  <a:pt x="-1668" y="297721"/>
                  <a:pt x="5190" y="255359"/>
                </a:cubicBezTo>
                <a:cubicBezTo>
                  <a:pt x="8238" y="236214"/>
                  <a:pt x="-7097" y="175635"/>
                  <a:pt x="4238" y="154585"/>
                </a:cubicBezTo>
                <a:cubicBezTo>
                  <a:pt x="9286" y="145250"/>
                  <a:pt x="9476" y="134011"/>
                  <a:pt x="8619" y="123438"/>
                </a:cubicBezTo>
                <a:cubicBezTo>
                  <a:pt x="6143" y="93434"/>
                  <a:pt x="13858" y="31712"/>
                  <a:pt x="122538" y="45809"/>
                </a:cubicBezTo>
                <a:cubicBezTo>
                  <a:pt x="140255" y="48095"/>
                  <a:pt x="157971" y="43428"/>
                  <a:pt x="171878" y="32284"/>
                </a:cubicBezTo>
                <a:cubicBezTo>
                  <a:pt x="194928" y="13805"/>
                  <a:pt x="237981" y="-8102"/>
                  <a:pt x="296560" y="16758"/>
                </a:cubicBezTo>
                <a:cubicBezTo>
                  <a:pt x="315515" y="24759"/>
                  <a:pt x="336660" y="24664"/>
                  <a:pt x="355329" y="16091"/>
                </a:cubicBezTo>
                <a:cubicBezTo>
                  <a:pt x="382666" y="3423"/>
                  <a:pt x="427243" y="-7721"/>
                  <a:pt x="477440" y="16282"/>
                </a:cubicBezTo>
                <a:cubicBezTo>
                  <a:pt x="500871" y="27521"/>
                  <a:pt x="527827" y="28093"/>
                  <a:pt x="552401" y="19806"/>
                </a:cubicBezTo>
                <a:cubicBezTo>
                  <a:pt x="586334" y="8376"/>
                  <a:pt x="638752" y="-3697"/>
                  <a:pt x="701456" y="1067"/>
                </a:cubicBezTo>
                <a:close/>
              </a:path>
            </a:pathLst>
          </a:custGeom>
          <a:solidFill>
            <a:schemeClr val="lt1">
              <a:lumMod val="100000"/>
              <a:alpha val="20000"/>
            </a:schemeClr>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2" name="标题 1"/>
          <p:cNvSpPr>
            <a:spLocks noGrp="1"/>
          </p:cNvSpPr>
          <p:nvPr>
            <p:ph type="title"/>
            <p:custDataLst>
              <p:tags r:id="rId5"/>
            </p:custDataLst>
          </p:nvPr>
        </p:nvSpPr>
        <p:spPr>
          <a:xfrm>
            <a:off x="2346643" y="608330"/>
            <a:ext cx="7498715" cy="763270"/>
          </a:xfrm>
        </p:spPr>
        <p:txBody>
          <a:bodyPr>
            <a:normAutofit fontScale="90000"/>
          </a:bodyPr>
          <a:lstStyle/>
          <a:p>
            <a:pPr algn="ctr"/>
            <a:r>
              <a:rPr lang="zh-CN" altLang="en-US"/>
              <a:t>（一）宪法解释机关和宪法解释体制</a:t>
            </a:r>
            <a:endParaRPr lang="zh-CN" altLang="en-US"/>
          </a:p>
        </p:txBody>
      </p:sp>
      <p:pic>
        <p:nvPicPr>
          <p:cNvPr id="9" name="图片 8" descr="12"/>
          <p:cNvPicPr>
            <a:picLocks noChangeAspect="1"/>
          </p:cNvPicPr>
          <p:nvPr>
            <p:custDataLst>
              <p:tags r:id="rId6"/>
            </p:custDataLst>
          </p:nvPr>
        </p:nvPicPr>
        <p:blipFill>
          <a:blip r:embed="rId7" cstate="print"/>
          <a:srcRect/>
          <a:stretch>
            <a:fillRect/>
          </a:stretch>
        </p:blipFill>
        <p:spPr>
          <a:xfrm rot="20640000">
            <a:off x="11044555" y="4511675"/>
            <a:ext cx="909955" cy="624840"/>
          </a:xfrm>
          <a:prstGeom prst="rect">
            <a:avLst/>
          </a:prstGeom>
        </p:spPr>
      </p:pic>
      <p:pic>
        <p:nvPicPr>
          <p:cNvPr id="13" name="图片 12" descr="7"/>
          <p:cNvPicPr>
            <a:picLocks noChangeAspect="1"/>
          </p:cNvPicPr>
          <p:nvPr>
            <p:custDataLst>
              <p:tags r:id="rId8"/>
            </p:custDataLst>
          </p:nvPr>
        </p:nvPicPr>
        <p:blipFill>
          <a:blip r:embed="rId9" cstate="print"/>
          <a:srcRect/>
          <a:stretch>
            <a:fillRect/>
          </a:stretch>
        </p:blipFill>
        <p:spPr>
          <a:xfrm>
            <a:off x="527050" y="2263775"/>
            <a:ext cx="658495" cy="763270"/>
          </a:xfrm>
          <a:prstGeom prst="rect">
            <a:avLst/>
          </a:prstGeom>
        </p:spPr>
      </p:pic>
      <p:pic>
        <p:nvPicPr>
          <p:cNvPr id="8" name="图片 7" descr="4"/>
          <p:cNvPicPr>
            <a:picLocks noChangeAspect="1"/>
          </p:cNvPicPr>
          <p:nvPr>
            <p:custDataLst>
              <p:tags r:id="rId10"/>
            </p:custDataLst>
          </p:nvPr>
        </p:nvPicPr>
        <p:blipFill>
          <a:blip r:embed="rId11" cstate="print"/>
          <a:srcRect/>
          <a:stretch>
            <a:fillRect/>
          </a:stretch>
        </p:blipFill>
        <p:spPr>
          <a:xfrm>
            <a:off x="10605770" y="5250180"/>
            <a:ext cx="1386840" cy="1333500"/>
          </a:xfrm>
          <a:prstGeom prst="rect">
            <a:avLst/>
          </a:prstGeom>
        </p:spPr>
      </p:pic>
      <p:pic>
        <p:nvPicPr>
          <p:cNvPr id="12" name="图片 11" descr="5"/>
          <p:cNvPicPr>
            <a:picLocks noChangeAspect="1"/>
          </p:cNvPicPr>
          <p:nvPr>
            <p:custDataLst>
              <p:tags r:id="rId12"/>
            </p:custDataLst>
          </p:nvPr>
        </p:nvPicPr>
        <p:blipFill>
          <a:blip r:embed="rId13" cstate="print"/>
          <a:srcRect/>
          <a:stretch>
            <a:fillRect/>
          </a:stretch>
        </p:blipFill>
        <p:spPr>
          <a:xfrm rot="20700000">
            <a:off x="577215" y="1069975"/>
            <a:ext cx="1651000" cy="1136015"/>
          </a:xfrm>
          <a:prstGeom prst="rect">
            <a:avLst/>
          </a:prstGeom>
        </p:spPr>
      </p:pic>
      <p:pic>
        <p:nvPicPr>
          <p:cNvPr id="20" name="图片 19" descr="11"/>
          <p:cNvPicPr>
            <a:picLocks noChangeAspect="1"/>
          </p:cNvPicPr>
          <p:nvPr>
            <p:custDataLst>
              <p:tags r:id="rId14"/>
            </p:custDataLst>
          </p:nvPr>
        </p:nvPicPr>
        <p:blipFill>
          <a:blip r:embed="rId15" cstate="print"/>
          <a:srcRect/>
          <a:stretch>
            <a:fillRect/>
          </a:stretch>
        </p:blipFill>
        <p:spPr>
          <a:xfrm rot="18780000">
            <a:off x="641350" y="4432300"/>
            <a:ext cx="663575" cy="684530"/>
          </a:xfrm>
          <a:prstGeom prst="rect">
            <a:avLst/>
          </a:prstGeom>
        </p:spPr>
      </p:pic>
      <p:pic>
        <p:nvPicPr>
          <p:cNvPr id="21" name="图片 20" descr="6"/>
          <p:cNvPicPr>
            <a:picLocks noChangeAspect="1"/>
          </p:cNvPicPr>
          <p:nvPr>
            <p:custDataLst>
              <p:tags r:id="rId16"/>
            </p:custDataLst>
          </p:nvPr>
        </p:nvPicPr>
        <p:blipFill>
          <a:blip r:embed="rId17" cstate="print"/>
          <a:srcRect l="4192" t="26618" r="14738" b="36912"/>
          <a:stretch>
            <a:fillRect/>
          </a:stretch>
        </p:blipFill>
        <p:spPr>
          <a:xfrm>
            <a:off x="9458325" y="1146175"/>
            <a:ext cx="2084070" cy="983615"/>
          </a:xfrm>
          <a:prstGeom prst="rect">
            <a:avLst/>
          </a:prstGeom>
        </p:spPr>
      </p:pic>
      <p:pic>
        <p:nvPicPr>
          <p:cNvPr id="22" name="图片 21" descr="7"/>
          <p:cNvPicPr>
            <a:picLocks noChangeAspect="1"/>
          </p:cNvPicPr>
          <p:nvPr>
            <p:custDataLst>
              <p:tags r:id="rId18"/>
            </p:custDataLst>
          </p:nvPr>
        </p:nvPicPr>
        <p:blipFill>
          <a:blip r:embed="rId19" cstate="print"/>
          <a:srcRect/>
          <a:stretch>
            <a:fillRect/>
          </a:stretch>
        </p:blipFill>
        <p:spPr>
          <a:xfrm rot="1500000">
            <a:off x="7882890" y="1334135"/>
            <a:ext cx="489585" cy="567690"/>
          </a:xfrm>
          <a:prstGeom prst="rect">
            <a:avLst/>
          </a:prstGeom>
        </p:spPr>
      </p:pic>
      <p:pic>
        <p:nvPicPr>
          <p:cNvPr id="23" name="图片 22" descr="9"/>
          <p:cNvPicPr>
            <a:picLocks noChangeAspect="1"/>
          </p:cNvPicPr>
          <p:nvPr>
            <p:custDataLst>
              <p:tags r:id="rId20"/>
            </p:custDataLst>
          </p:nvPr>
        </p:nvPicPr>
        <p:blipFill>
          <a:blip r:embed="rId21" cstate="print"/>
          <a:srcRect/>
          <a:stretch>
            <a:fillRect/>
          </a:stretch>
        </p:blipFill>
        <p:spPr>
          <a:xfrm rot="19320000">
            <a:off x="8723630" y="1162685"/>
            <a:ext cx="674370" cy="737235"/>
          </a:xfrm>
          <a:prstGeom prst="rect">
            <a:avLst/>
          </a:prstGeom>
        </p:spPr>
      </p:pic>
      <p:graphicFrame>
        <p:nvGraphicFramePr>
          <p:cNvPr id="5" name="表格 2"/>
          <p:cNvGraphicFramePr/>
          <p:nvPr>
            <p:custDataLst>
              <p:tags r:id="rId22"/>
            </p:custDataLst>
          </p:nvPr>
        </p:nvGraphicFramePr>
        <p:xfrm>
          <a:off x="1257300" y="2029460"/>
          <a:ext cx="9677400" cy="4140200"/>
        </p:xfrm>
        <a:graphic>
          <a:graphicData uri="http://schemas.openxmlformats.org/drawingml/2006/table">
            <a:tbl>
              <a:tblPr firstRow="1" bandRow="1">
                <a:tableStyleId>{5C22544A-7EE6-4342-B048-85BDC9FD1C3A}</a:tableStyleId>
              </a:tblPr>
              <a:tblGrid>
                <a:gridCol w="2213610"/>
                <a:gridCol w="2598420"/>
                <a:gridCol w="4865370"/>
              </a:tblGrid>
              <a:tr h="693420">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类型</a:t>
                      </a:r>
                      <a:endParaRPr lang="zh-CN" altLang="en-US" sz="24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解释机关</a:t>
                      </a:r>
                      <a:endParaRPr lang="zh-CN" altLang="en-US" sz="24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400" b="1">
                          <a:latin typeface="微软雅黑" panose="020B0503020204020204" charset="-122"/>
                          <a:ea typeface="微软雅黑" panose="020B0503020204020204" charset="-122"/>
                        </a:rPr>
                        <a:t>解释方式</a:t>
                      </a:r>
                      <a:endParaRPr lang="zh-CN" altLang="en-US" sz="2400" b="1">
                        <a:latin typeface="微软雅黑" panose="020B0503020204020204" charset="-122"/>
                        <a:ea typeface="微软雅黑" panose="020B0503020204020204" charset="-122"/>
                      </a:endParaRPr>
                    </a:p>
                  </a:txBody>
                  <a:tcPr marL="215900" marR="215900" marT="133350" marB="133350" anchor="ctr" anchorCtr="0"/>
                </a:tc>
              </a:tr>
              <a:tr h="102552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最高权力机关 </a:t>
                      </a:r>
                      <a:r>
                        <a:rPr lang="en-US" altLang="zh-CN" sz="2000" b="0" spc="130">
                          <a:latin typeface="微软雅黑" panose="020B0503020204020204" charset="-122"/>
                          <a:ea typeface="微软雅黑" panose="020B0503020204020204" charset="-122"/>
                          <a:cs typeface="微软雅黑" panose="020B0503020204020204" charset="-122"/>
                        </a:rPr>
                        <a:t>/ </a:t>
                      </a:r>
                      <a:r>
                        <a:rPr lang="zh-CN" altLang="en-US" sz="2000" b="0" spc="130">
                          <a:latin typeface="微软雅黑" panose="020B0503020204020204" charset="-122"/>
                          <a:ea typeface="微软雅黑" panose="020B0503020204020204" charset="-122"/>
                          <a:cs typeface="微软雅黑" panose="020B0503020204020204" charset="-122"/>
                        </a:rPr>
                        <a:t>立法机关制</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最高权力机关或其常设机关</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可脱离具体案件抽象解释宪法，解释具有普遍约束力。</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r>
              <a:tr h="1395730">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普通法院制</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普通法院</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结合具体案件解释宪法，与司法审查结合，遵循</a:t>
                      </a:r>
                      <a:r>
                        <a:rPr lang="en-US" altLang="zh-CN" sz="2000" b="0" spc="130">
                          <a:latin typeface="微软雅黑" panose="020B0503020204020204" charset="-122"/>
                          <a:ea typeface="微软雅黑" panose="020B0503020204020204" charset="-122"/>
                          <a:cs typeface="微软雅黑" panose="020B0503020204020204" charset="-122"/>
                        </a:rPr>
                        <a:t> “</a:t>
                      </a:r>
                      <a:r>
                        <a:rPr lang="zh-CN" altLang="en-US" sz="2000" b="0" spc="130">
                          <a:latin typeface="微软雅黑" panose="020B0503020204020204" charset="-122"/>
                          <a:ea typeface="微软雅黑" panose="020B0503020204020204" charset="-122"/>
                          <a:cs typeface="微软雅黑" panose="020B0503020204020204" charset="-122"/>
                        </a:rPr>
                        <a:t>先例原则</a:t>
                      </a:r>
                      <a:r>
                        <a:rPr lang="en-US" altLang="zh-CN" sz="2000" b="0" spc="130">
                          <a:latin typeface="微软雅黑" panose="020B0503020204020204" charset="-122"/>
                          <a:ea typeface="微软雅黑" panose="020B0503020204020204" charset="-122"/>
                          <a:cs typeface="微软雅黑" panose="020B0503020204020204" charset="-122"/>
                        </a:rPr>
                        <a:t>”</a:t>
                      </a:r>
                      <a:r>
                        <a:rPr lang="zh-CN" altLang="en-US" sz="2000" b="0" spc="130">
                          <a:latin typeface="微软雅黑" panose="020B0503020204020204" charset="-122"/>
                          <a:ea typeface="微软雅黑" panose="020B0503020204020204" charset="-122"/>
                          <a:cs typeface="微软雅黑" panose="020B0503020204020204" charset="-122"/>
                        </a:rPr>
                        <a:t>，无权抽象解释。</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1025525">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宪法法院 </a:t>
                      </a:r>
                      <a:r>
                        <a:rPr lang="en-US" altLang="zh-CN" sz="2000" b="0" spc="130">
                          <a:latin typeface="微软雅黑" panose="020B0503020204020204" charset="-122"/>
                          <a:ea typeface="微软雅黑" panose="020B0503020204020204" charset="-122"/>
                          <a:cs typeface="微软雅黑" panose="020B0503020204020204" charset="-122"/>
                        </a:rPr>
                        <a:t>/ </a:t>
                      </a:r>
                      <a:r>
                        <a:rPr lang="zh-CN" altLang="en-US" sz="2000" b="0" spc="130">
                          <a:latin typeface="微软雅黑" panose="020B0503020204020204" charset="-122"/>
                          <a:ea typeface="微软雅黑" panose="020B0503020204020204" charset="-122"/>
                          <a:cs typeface="微软雅黑" panose="020B0503020204020204" charset="-122"/>
                        </a:rPr>
                        <a:t>委员会制</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宪法法院或宪法委员会</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专门解决宪法争议，解释具有普遍约束力，可主动解释宪法。</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r>
            </a:tbl>
          </a:graphicData>
        </a:graphic>
      </p:graphicFrame>
    </p:spTree>
    <p:custDataLst>
      <p:tags r:id="rId23"/>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（二）宪法解释的分类</a:t>
            </a:r>
            <a:endParaRPr lang="zh-CN" altLang="en-US"/>
          </a:p>
        </p:txBody>
      </p:sp>
      <p:sp>
        <p:nvSpPr>
          <p:cNvPr id="11" name="圆角矩形 2"/>
          <p:cNvSpPr/>
          <p:nvPr>
            <p:custDataLst>
              <p:tags r:id="rId2"/>
            </p:custDataLst>
          </p:nvPr>
        </p:nvSpPr>
        <p:spPr>
          <a:xfrm rot="238948">
            <a:off x="6351562" y="1460217"/>
            <a:ext cx="5206528" cy="4653142"/>
          </a:xfrm>
          <a:prstGeom prst="roundRect">
            <a:avLst>
              <a:gd name="adj" fmla="val 3030"/>
            </a:avLst>
          </a:prstGeom>
          <a:gradFill>
            <a:gsLst>
              <a:gs pos="0">
                <a:schemeClr val="accent2">
                  <a:lumMod val="45000"/>
                  <a:lumOff val="55000"/>
                  <a:alpha val="20000"/>
                </a:schemeClr>
              </a:gs>
              <a:gs pos="100000">
                <a:schemeClr val="accent2">
                  <a:alpha val="3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tIns="45720" rIns="91440" numCol="1" spcCol="0" rtlCol="0" fromWordArt="0" anchor="ctr" anchorCtr="0" forceAA="0" compatLnSpc="1">
            <a:noAutofit/>
          </a:bodyPr>
          <a:p>
            <a:pPr algn="ctr"/>
            <a:endParaRPr lang="zh-CN" altLang="en-US" dirty="0">
              <a:solidFill>
                <a:schemeClr val="lt1"/>
              </a:solidFill>
            </a:endParaRPr>
          </a:p>
        </p:txBody>
      </p:sp>
      <p:sp>
        <p:nvSpPr>
          <p:cNvPr id="9" name="圆角矩形 2"/>
          <p:cNvSpPr/>
          <p:nvPr>
            <p:custDataLst>
              <p:tags r:id="rId3"/>
            </p:custDataLst>
          </p:nvPr>
        </p:nvSpPr>
        <p:spPr>
          <a:xfrm rot="238948">
            <a:off x="661227" y="1460217"/>
            <a:ext cx="5206528" cy="4653142"/>
          </a:xfrm>
          <a:prstGeom prst="roundRect">
            <a:avLst>
              <a:gd name="adj" fmla="val 2979"/>
            </a:avLst>
          </a:prstGeom>
          <a:gradFill>
            <a:gsLst>
              <a:gs pos="0">
                <a:schemeClr val="accent1">
                  <a:lumMod val="45000"/>
                  <a:lumOff val="55000"/>
                  <a:alpha val="20000"/>
                </a:schemeClr>
              </a:gs>
              <a:gs pos="100000">
                <a:schemeClr val="accent1">
                  <a:alpha val="3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tIns="45720" rIns="91440" numCol="1" spcCol="0" rtlCol="0" fromWordArt="0" anchor="ctr" anchorCtr="0" forceAA="0" compatLnSpc="1">
            <a:noAutofit/>
          </a:bodyPr>
          <a:p>
            <a:pPr algn="ctr"/>
            <a:endParaRPr lang="zh-CN" altLang="en-US" dirty="0">
              <a:solidFill>
                <a:schemeClr val="lt1"/>
              </a:solidFill>
            </a:endParaRPr>
          </a:p>
        </p:txBody>
      </p:sp>
      <p:sp useBgFill="1">
        <p:nvSpPr>
          <p:cNvPr id="5" name="圆角矩形 3"/>
          <p:cNvSpPr/>
          <p:nvPr>
            <p:custDataLst>
              <p:tags r:id="rId4"/>
            </p:custDataLst>
          </p:nvPr>
        </p:nvSpPr>
        <p:spPr>
          <a:xfrm>
            <a:off x="661227" y="1557619"/>
            <a:ext cx="5206528" cy="4732975"/>
          </a:xfrm>
          <a:prstGeom prst="roundRect">
            <a:avLst>
              <a:gd name="adj" fmla="val 2979"/>
            </a:avLst>
          </a:prstGeom>
          <a:ln>
            <a:noFill/>
          </a:ln>
          <a:effectLst>
            <a:outerShdw blurRad="152400" sx="102000" sy="102000" algn="ctr" rotWithShape="0">
              <a:schemeClr val="accent1">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lIns="360045" rIns="360045" rtlCol="0" anchor="ctr"/>
          <a:p>
            <a:pPr indent="0" algn="just" fontAlgn="auto">
              <a:lnSpc>
                <a:spcPct val="130000"/>
              </a:lnSpc>
            </a:pPr>
            <a:endParaRPr lang="zh-CN" altLang="en-US">
              <a:solidFill>
                <a:schemeClr val="tx1">
                  <a:lumMod val="85000"/>
                  <a:lumOff val="15000"/>
                </a:schemeClr>
              </a:solidFill>
            </a:endParaRPr>
          </a:p>
        </p:txBody>
      </p:sp>
      <p:sp useBgFill="1">
        <p:nvSpPr>
          <p:cNvPr id="10" name="圆角矩形 5"/>
          <p:cNvSpPr/>
          <p:nvPr>
            <p:custDataLst>
              <p:tags r:id="rId5"/>
            </p:custDataLst>
          </p:nvPr>
        </p:nvSpPr>
        <p:spPr>
          <a:xfrm>
            <a:off x="6353484" y="1557619"/>
            <a:ext cx="5206528" cy="4732975"/>
          </a:xfrm>
          <a:prstGeom prst="roundRect">
            <a:avLst>
              <a:gd name="adj" fmla="val 2979"/>
            </a:avLst>
          </a:prstGeom>
          <a:ln>
            <a:noFill/>
          </a:ln>
          <a:effectLst>
            <a:outerShdw blurRad="152400" sx="102000" sy="102000" algn="ctr" rotWithShape="0">
              <a:schemeClr val="accent2">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0045" rIns="360045" numCol="1" spcCol="0" rtlCol="0" fromWordArt="0" anchor="ctr" anchorCtr="0" forceAA="0" compatLnSpc="1">
            <a:noAutofit/>
          </a:bodyPr>
          <a:p>
            <a:pPr lvl="0" algn="just">
              <a:lnSpc>
                <a:spcPct val="130000"/>
              </a:lnSpc>
              <a:buClrTx/>
              <a:buSzTx/>
              <a:buFontTx/>
            </a:pPr>
            <a:endParaRPr lang="zh-CN" altLang="en-US">
              <a:solidFill>
                <a:schemeClr val="tx1">
                  <a:lumMod val="85000"/>
                  <a:lumOff val="15000"/>
                </a:schemeClr>
              </a:solidFill>
              <a:sym typeface="+mn-ea"/>
            </a:endParaRPr>
          </a:p>
        </p:txBody>
      </p:sp>
      <p:sp>
        <p:nvSpPr>
          <p:cNvPr id="12" name="圆角矩形 2"/>
          <p:cNvSpPr/>
          <p:nvPr>
            <p:custDataLst>
              <p:tags r:id="rId6"/>
            </p:custDataLst>
          </p:nvPr>
        </p:nvSpPr>
        <p:spPr>
          <a:xfrm>
            <a:off x="658663" y="1557619"/>
            <a:ext cx="5206528" cy="4732975"/>
          </a:xfrm>
          <a:prstGeom prst="roundRect">
            <a:avLst>
              <a:gd name="adj" fmla="val 2979"/>
            </a:avLst>
          </a:prstGeom>
          <a:solidFill>
            <a:srgbClr val="FFFFFF">
              <a:alpha val="20000"/>
            </a:srgbClr>
          </a:solidFill>
          <a:ln>
            <a:solidFill>
              <a:srgbClr val="FFFFFF">
                <a:alpha val="20000"/>
              </a:srgbClr>
            </a:solidFill>
          </a:ln>
          <a:effectLst/>
        </p:spPr>
        <p:style>
          <a:lnRef idx="2">
            <a:schemeClr val="accent1">
              <a:lumMod val="75000"/>
            </a:schemeClr>
          </a:lnRef>
          <a:fillRef idx="1">
            <a:schemeClr val="accent1"/>
          </a:fillRef>
          <a:effectRef idx="0">
            <a:srgbClr val="FFFFFF"/>
          </a:effectRef>
          <a:fontRef idx="minor">
            <a:schemeClr val="lt1"/>
          </a:fontRef>
        </p:style>
        <p:txBody>
          <a:bodyPr lIns="360045" tIns="46990" rIns="360045" rtlCol="0" anchor="ctr" anchorCtr="0">
            <a:noAutofit/>
          </a:bodyPr>
          <a:p>
            <a:pPr lvl="0" algn="just">
              <a:lnSpc>
                <a:spcPct val="130000"/>
              </a:lnSpc>
              <a:buClrTx/>
              <a:buSzTx/>
              <a:buFontTx/>
            </a:pPr>
            <a:endParaRPr lang="en-US" altLang="zh-CN" sz="2400" b="1" dirty="0">
              <a:solidFill>
                <a:srgbClr val="FF0000"/>
              </a:solidFill>
              <a:latin typeface="微软雅黑" panose="020B0503020204020204" charset="-122"/>
              <a:ea typeface="微软雅黑" panose="020B0503020204020204" charset="-122"/>
              <a:cs typeface="微软雅黑" panose="020B0503020204020204" charset="-122"/>
            </a:endParaRPr>
          </a:p>
          <a:p>
            <a:pPr lvl="0" algn="just">
              <a:lnSpc>
                <a:spcPct val="130000"/>
              </a:lnSpc>
              <a:buClrTx/>
              <a:buSzTx/>
              <a:buFontTx/>
            </a:pPr>
            <a:r>
              <a:rPr lang="en-US" altLang="zh-CN" sz="3200" b="1" dirty="0">
                <a:solidFill>
                  <a:srgbClr val="FF0000"/>
                </a:solidFill>
                <a:latin typeface="微软雅黑" panose="020B0503020204020204" charset="-122"/>
                <a:ea typeface="微软雅黑" panose="020B0503020204020204" charset="-122"/>
                <a:cs typeface="微软雅黑" panose="020B0503020204020204" charset="-122"/>
              </a:rPr>
              <a:t>1. </a:t>
            </a:r>
            <a:r>
              <a:rPr lang="zh-CN" altLang="en-US" sz="3200" b="1" dirty="0">
                <a:solidFill>
                  <a:srgbClr val="FF0000"/>
                </a:solidFill>
                <a:latin typeface="微软雅黑" panose="020B0503020204020204" charset="-122"/>
                <a:ea typeface="微软雅黑" panose="020B0503020204020204" charset="-122"/>
                <a:cs typeface="微软雅黑" panose="020B0503020204020204" charset="-122"/>
              </a:rPr>
              <a:t>按效力划分</a:t>
            </a:r>
            <a:r>
              <a:rPr lang="en-US" altLang="zh-CN" sz="3200" b="1" dirty="0">
                <a:solidFill>
                  <a:srgbClr val="FF0000"/>
                </a:solidFill>
                <a:latin typeface="微软雅黑" panose="020B0503020204020204" charset="-122"/>
                <a:ea typeface="微软雅黑" panose="020B0503020204020204" charset="-122"/>
                <a:cs typeface="微软雅黑" panose="020B0503020204020204" charset="-122"/>
              </a:rPr>
              <a:t>:</a:t>
            </a:r>
            <a:endParaRPr lang="en-US" altLang="zh-CN" sz="3200" b="1" dirty="0">
              <a:solidFill>
                <a:srgbClr val="FF0000"/>
              </a:solidFill>
              <a:latin typeface="微软雅黑" panose="020B0503020204020204" charset="-122"/>
              <a:ea typeface="微软雅黑" panose="020B0503020204020204" charset="-122"/>
              <a:cs typeface="微软雅黑" panose="020B0503020204020204" charset="-122"/>
            </a:endParaRPr>
          </a:p>
          <a:p>
            <a:pPr lvl="0" algn="just">
              <a:lnSpc>
                <a:spcPct val="130000"/>
              </a:lnSpc>
              <a:buClrTx/>
              <a:buSzTx/>
              <a:buFontTx/>
            </a:pPr>
            <a:endPar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lvl="0" algn="just">
              <a:lnSpc>
                <a:spcPct val="130000"/>
              </a:lnSpc>
              <a:buClrTx/>
              <a:buSzTx/>
              <a:buFontTx/>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有权解释</a:t>
            </a:r>
            <a:r>
              <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正式解释</a:t>
            </a:r>
            <a:r>
              <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宪法规定的解释机关作出</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与宪法效力等同。</a:t>
            </a:r>
            <a:endPar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lvl="0" algn="just">
              <a:lnSpc>
                <a:spcPct val="130000"/>
              </a:lnSpc>
              <a:buClrTx/>
              <a:buSzTx/>
              <a:buFontTx/>
            </a:pPr>
            <a:endPar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lvl="0" algn="just">
              <a:lnSpc>
                <a:spcPct val="130000"/>
              </a:lnSpc>
              <a:buClrTx/>
              <a:buSzTx/>
              <a:buFontTx/>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学理解释</a:t>
            </a:r>
            <a:r>
              <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非正式解释</a:t>
            </a:r>
            <a:r>
              <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非法定机关作出</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无法律效力</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反映宪法意识。</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p:nvPr>
            <p:custDataLst>
              <p:tags r:id="rId7"/>
            </p:custDataLst>
          </p:nvPr>
        </p:nvSpPr>
        <p:spPr>
          <a:xfrm>
            <a:off x="6353484" y="1557619"/>
            <a:ext cx="5206528" cy="4732975"/>
          </a:xfrm>
          <a:prstGeom prst="roundRect">
            <a:avLst>
              <a:gd name="adj" fmla="val 2979"/>
            </a:avLst>
          </a:prstGeom>
          <a:solidFill>
            <a:srgbClr val="FFFFFF">
              <a:alpha val="20000"/>
            </a:srgbClr>
          </a:solidFill>
          <a:ln>
            <a:solidFill>
              <a:srgbClr val="FFFFFF">
                <a:alpha val="20000"/>
              </a:srgb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0045" tIns="46990" rIns="360045" numCol="1" spcCol="0" rtlCol="0" fromWordArt="0" anchor="ctr" anchorCtr="0" forceAA="0" compatLnSpc="1">
            <a:noAutofit/>
          </a:bodyPr>
          <a:p>
            <a:pPr algn="just">
              <a:lnSpc>
                <a:spcPct val="130000"/>
              </a:lnSpc>
            </a:pPr>
            <a:r>
              <a:rPr lang="en-US" altLang="zh-CN" sz="3200" b="1" dirty="0">
                <a:solidFill>
                  <a:srgbClr val="FF0000"/>
                </a:solidFill>
                <a:latin typeface="微软雅黑" panose="020B0503020204020204" charset="-122"/>
                <a:ea typeface="微软雅黑" panose="020B0503020204020204" charset="-122"/>
                <a:cs typeface="微软雅黑" panose="020B0503020204020204" charset="-122"/>
                <a:sym typeface="+mn-ea"/>
              </a:rPr>
              <a:t>2. </a:t>
            </a:r>
            <a:r>
              <a:rPr lang="zh-CN" altLang="en-US" sz="3200" b="1" dirty="0">
                <a:solidFill>
                  <a:srgbClr val="FF0000"/>
                </a:solidFill>
                <a:latin typeface="微软雅黑" panose="020B0503020204020204" charset="-122"/>
                <a:ea typeface="微软雅黑" panose="020B0503020204020204" charset="-122"/>
                <a:cs typeface="微软雅黑" panose="020B0503020204020204" charset="-122"/>
                <a:sym typeface="+mn-ea"/>
              </a:rPr>
              <a:t>按目的划分</a:t>
            </a:r>
            <a:r>
              <a:rPr lang="en-US" altLang="zh-CN" sz="3200" b="1" dirty="0">
                <a:solidFill>
                  <a:srgbClr val="FF0000"/>
                </a:solidFill>
                <a:latin typeface="微软雅黑" panose="020B0503020204020204" charset="-122"/>
                <a:ea typeface="微软雅黑" panose="020B0503020204020204" charset="-122"/>
                <a:cs typeface="微软雅黑" panose="020B0503020204020204" charset="-122"/>
                <a:sym typeface="+mn-ea"/>
              </a:rPr>
              <a:t>:</a:t>
            </a:r>
            <a:endParaRPr lang="en-US" altLang="zh-CN" sz="3200" b="1" dirty="0">
              <a:solidFill>
                <a:srgbClr val="FF0000"/>
              </a:solidFill>
              <a:latin typeface="微软雅黑" panose="020B0503020204020204" charset="-122"/>
              <a:ea typeface="微软雅黑" panose="020B0503020204020204" charset="-122"/>
              <a:cs typeface="微软雅黑" panose="020B0503020204020204" charset="-122"/>
              <a:sym typeface="+mn-ea"/>
            </a:endParaRPr>
          </a:p>
          <a:p>
            <a:pPr algn="just">
              <a:lnSpc>
                <a:spcPct val="130000"/>
              </a:lnSpc>
            </a:pPr>
            <a:endParaRPr lang="en-US" altLang="zh-CN" sz="2400" b="1" dirty="0">
              <a:solidFill>
                <a:srgbClr val="FF0000"/>
              </a:solidFill>
              <a:latin typeface="微软雅黑" panose="020B0503020204020204" charset="-122"/>
              <a:ea typeface="微软雅黑" panose="020B0503020204020204" charset="-122"/>
              <a:cs typeface="微软雅黑" panose="020B0503020204020204" charset="-122"/>
              <a:sym typeface="+mn-ea"/>
            </a:endParaRPr>
          </a:p>
          <a:p>
            <a:pPr algn="just">
              <a:lnSpc>
                <a:spcPct val="130000"/>
              </a:lnSpc>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合宪解释</a:t>
            </a:r>
            <a:r>
              <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审查规范性文件时</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优先作出符合宪法的解释。</a:t>
            </a:r>
            <a:endPar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gn="just">
              <a:lnSpc>
                <a:spcPct val="130000"/>
              </a:lnSpc>
            </a:pPr>
            <a:endPar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gn="just">
              <a:lnSpc>
                <a:spcPct val="130000"/>
              </a:lnSpc>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补充解释</a:t>
            </a:r>
            <a:r>
              <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弥补宪法规范缺漏</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适应社会实际需要。</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8"/>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标题 31"/>
          <p:cNvSpPr>
            <a:spLocks noGrp="1"/>
          </p:cNvSpPr>
          <p:nvPr>
            <p:ph type="title"/>
            <p:custDataLst>
              <p:tags r:id="rId1"/>
            </p:custDataLst>
          </p:nvPr>
        </p:nvSpPr>
        <p:spPr/>
        <p:txBody>
          <a:bodyPr/>
          <a:lstStyle/>
          <a:p>
            <a:r>
              <a:rPr lang="en-US" altLang="en-US">
                <a:solidFill>
                  <a:srgbClr val="FF0000"/>
                </a:solidFill>
              </a:rPr>
              <a:t>3. </a:t>
            </a:r>
            <a:r>
              <a:rPr lang="zh-CN" altLang="en-US">
                <a:solidFill>
                  <a:srgbClr val="FF0000"/>
                </a:solidFill>
              </a:rPr>
              <a:t>按方法划分</a:t>
            </a:r>
            <a:endParaRPr lang="zh-CN" altLang="en-US">
              <a:solidFill>
                <a:srgbClr val="FF0000"/>
              </a:solidFill>
            </a:endParaRPr>
          </a:p>
        </p:txBody>
      </p:sp>
      <p:sp>
        <p:nvSpPr>
          <p:cNvPr id="6" name="矩形 1"/>
          <p:cNvSpPr/>
          <p:nvPr>
            <p:custDataLst>
              <p:tags r:id="rId2"/>
            </p:custDataLst>
          </p:nvPr>
        </p:nvSpPr>
        <p:spPr>
          <a:xfrm>
            <a:off x="606425" y="4787900"/>
            <a:ext cx="1940560" cy="1790700"/>
          </a:xfrm>
          <a:prstGeom prst="rect">
            <a:avLst/>
          </a:prstGeom>
          <a:noFill/>
        </p:spPr>
        <p:txBody>
          <a:bodyPr wrap="square" lIns="0" tIns="0" rIns="0" bIns="0" rtlCol="0" anchor="t" anchorCtr="0">
            <a:noAutofit/>
          </a:bodyPr>
          <a:p>
            <a:pPr indent="0" algn="ctr" fontAlgn="auto">
              <a:lnSpc>
                <a:spcPct val="140000"/>
              </a:lnSpc>
              <a:spcBef>
                <a:spcPct val="0"/>
              </a:spcBef>
              <a:spcAft>
                <a:spcPct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mn-ea"/>
              </a:rPr>
              <a:t>依据语法规则分析宪法条文结构、文字含义</a:t>
            </a:r>
            <a:endParaRPr lang="zh-CN" altLang="en-US" sz="2000">
              <a:solidFill>
                <a:schemeClr val="tx1">
                  <a:lumMod val="65000"/>
                  <a:lumOff val="35000"/>
                </a:schemeClr>
              </a:solidFill>
              <a:latin typeface="微软雅黑" panose="020B0503020204020204" charset="-122"/>
              <a:ea typeface="微软雅黑" panose="020B0503020204020204" charset="-122"/>
              <a:cs typeface="+mn-ea"/>
            </a:endParaRPr>
          </a:p>
        </p:txBody>
      </p:sp>
      <p:sp>
        <p:nvSpPr>
          <p:cNvPr id="8" name="矩形 2"/>
          <p:cNvSpPr/>
          <p:nvPr>
            <p:custDataLst>
              <p:tags r:id="rId3"/>
            </p:custDataLst>
          </p:nvPr>
        </p:nvSpPr>
        <p:spPr>
          <a:xfrm>
            <a:off x="606425" y="4297680"/>
            <a:ext cx="1940560" cy="426085"/>
          </a:xfrm>
          <a:prstGeom prst="rect">
            <a:avLst/>
          </a:prstGeom>
          <a:noFill/>
        </p:spPr>
        <p:txBody>
          <a:bodyPr wrap="square" lIns="0" tIns="0" rIns="0" bIns="0" rtlCol="0" anchor="b">
            <a:noAutofit/>
          </a:bodyPr>
          <a:p>
            <a:pPr algn="ctr">
              <a:spcBef>
                <a:spcPct val="0"/>
              </a:spcBef>
              <a:spcAft>
                <a:spcPct val="0"/>
              </a:spcAft>
            </a:pPr>
            <a:r>
              <a:rPr lang="zh-CN" altLang="en-US" sz="2400" b="1">
                <a:solidFill>
                  <a:schemeClr val="accent1"/>
                </a:solidFill>
                <a:latin typeface="微软雅黑" panose="020B0503020204020204" charset="-122"/>
                <a:ea typeface="微软雅黑" panose="020B0503020204020204" charset="-122"/>
                <a:cs typeface="+mn-ea"/>
              </a:rPr>
              <a:t>语法解释</a:t>
            </a:r>
            <a:endParaRPr lang="zh-CN" altLang="en-US" sz="2400" b="1">
              <a:solidFill>
                <a:schemeClr val="accent1"/>
              </a:solidFill>
              <a:latin typeface="微软雅黑" panose="020B0503020204020204" charset="-122"/>
              <a:ea typeface="微软雅黑" panose="020B0503020204020204" charset="-122"/>
              <a:cs typeface="+mn-ea"/>
            </a:endParaRPr>
          </a:p>
        </p:txBody>
      </p:sp>
      <p:sp>
        <p:nvSpPr>
          <p:cNvPr id="10" name="大线"/>
          <p:cNvSpPr/>
          <p:nvPr>
            <p:custDataLst>
              <p:tags r:id="rId4"/>
            </p:custDataLst>
          </p:nvPr>
        </p:nvSpPr>
        <p:spPr bwMode="auto">
          <a:xfrm>
            <a:off x="1108710" y="3162935"/>
            <a:ext cx="938530" cy="62992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1">
                <a:lumMod val="75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5" name="小线"/>
          <p:cNvSpPr/>
          <p:nvPr>
            <p:custDataLst>
              <p:tags r:id="rId5"/>
            </p:custDataLst>
          </p:nvPr>
        </p:nvSpPr>
        <p:spPr bwMode="auto">
          <a:xfrm>
            <a:off x="691515" y="2875280"/>
            <a:ext cx="1771015" cy="118872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1">
                <a:lumMod val="40000"/>
                <a:lumOff val="6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7" name="下"/>
          <p:cNvSpPr/>
          <p:nvPr>
            <p:custDataLst>
              <p:tags r:id="rId6"/>
            </p:custDataLst>
          </p:nvPr>
        </p:nvSpPr>
        <p:spPr bwMode="auto">
          <a:xfrm>
            <a:off x="924560" y="2736850"/>
            <a:ext cx="1302385" cy="872490"/>
          </a:xfrm>
          <a:custGeom>
            <a:avLst/>
            <a:gdLst/>
            <a:ahLst/>
            <a:cxnLst>
              <a:cxn ang="0">
                <a:pos x="645" y="997"/>
              </a:cxn>
              <a:cxn ang="0">
                <a:pos x="1293" y="498"/>
              </a:cxn>
              <a:cxn ang="0">
                <a:pos x="645" y="0"/>
              </a:cxn>
              <a:cxn ang="0">
                <a:pos x="0" y="498"/>
              </a:cxn>
              <a:cxn ang="0">
                <a:pos x="645" y="997"/>
              </a:cxn>
              <a:cxn ang="0">
                <a:pos x="645" y="997"/>
              </a:cxn>
            </a:cxnLst>
            <a:rect l="0" t="0" r="r" b="b"/>
            <a:pathLst>
              <a:path w="3235" h="2166">
                <a:moveTo>
                  <a:pt x="1613" y="0"/>
                </a:moveTo>
                <a:lnTo>
                  <a:pt x="3141" y="1021"/>
                </a:lnTo>
                <a:lnTo>
                  <a:pt x="3235" y="1021"/>
                </a:lnTo>
                <a:lnTo>
                  <a:pt x="3235" y="1080"/>
                </a:lnTo>
                <a:lnTo>
                  <a:pt x="3229" y="1080"/>
                </a:lnTo>
                <a:lnTo>
                  <a:pt x="3233" y="1082"/>
                </a:lnTo>
                <a:lnTo>
                  <a:pt x="1613" y="2166"/>
                </a:lnTo>
                <a:lnTo>
                  <a:pt x="0" y="1082"/>
                </a:lnTo>
                <a:lnTo>
                  <a:pt x="6" y="1078"/>
                </a:lnTo>
                <a:lnTo>
                  <a:pt x="6" y="1021"/>
                </a:lnTo>
                <a:lnTo>
                  <a:pt x="92" y="1021"/>
                </a:lnTo>
                <a:lnTo>
                  <a:pt x="1613" y="0"/>
                </a:lnTo>
                <a:close/>
              </a:path>
            </a:pathLst>
          </a:custGeom>
          <a:solidFill>
            <a:schemeClr val="accent1">
              <a:lumMod val="75000"/>
            </a:schemeClr>
          </a:solidFill>
          <a:ln w="9525">
            <a:noFill/>
            <a:round/>
          </a:ln>
          <a:effectLst>
            <a:outerShdw blurRad="317500" dist="127000" dir="5400000" algn="t" rotWithShape="0">
              <a:schemeClr val="accent1">
                <a:alpha val="38000"/>
              </a:schemeClr>
            </a:outerShdw>
          </a:effectLst>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27" name="下"/>
          <p:cNvSpPr/>
          <p:nvPr>
            <p:custDataLst>
              <p:tags r:id="rId7"/>
            </p:custDataLst>
          </p:nvPr>
        </p:nvSpPr>
        <p:spPr bwMode="auto">
          <a:xfrm>
            <a:off x="924560" y="2711450"/>
            <a:ext cx="1301750" cy="87249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gradFill>
            <a:gsLst>
              <a:gs pos="0">
                <a:schemeClr val="accent1">
                  <a:lumMod val="90000"/>
                  <a:lumOff val="10000"/>
                  <a:alpha val="100000"/>
                </a:schemeClr>
              </a:gs>
              <a:gs pos="70000">
                <a:schemeClr val="accent1">
                  <a:alpha val="100000"/>
                </a:schemeClr>
              </a:gs>
            </a:gsLst>
            <a:lin ang="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28" name="右"/>
          <p:cNvSpPr/>
          <p:nvPr>
            <p:custDataLst>
              <p:tags r:id="rId8"/>
            </p:custDataLst>
          </p:nvPr>
        </p:nvSpPr>
        <p:spPr bwMode="auto">
          <a:xfrm>
            <a:off x="1575435" y="2028825"/>
            <a:ext cx="652780" cy="1119505"/>
          </a:xfrm>
          <a:custGeom>
            <a:avLst/>
            <a:gdLst/>
            <a:ahLst/>
            <a:cxnLst>
              <a:cxn ang="0">
                <a:pos x="648" y="498"/>
              </a:cxn>
              <a:cxn ang="0">
                <a:pos x="648" y="1278"/>
              </a:cxn>
              <a:cxn ang="0">
                <a:pos x="3" y="784"/>
              </a:cxn>
              <a:cxn ang="0">
                <a:pos x="0" y="0"/>
              </a:cxn>
              <a:cxn ang="0">
                <a:pos x="648" y="498"/>
              </a:cxn>
              <a:cxn ang="0">
                <a:pos x="648" y="498"/>
              </a:cxn>
            </a:cxnLst>
            <a:rect l="0" t="0" r="r" b="b"/>
            <a:pathLst>
              <a:path w="648" h="1278">
                <a:moveTo>
                  <a:pt x="648" y="498"/>
                </a:moveTo>
                <a:lnTo>
                  <a:pt x="648" y="1278"/>
                </a:lnTo>
                <a:lnTo>
                  <a:pt x="3" y="784"/>
                </a:lnTo>
                <a:lnTo>
                  <a:pt x="0" y="0"/>
                </a:lnTo>
                <a:lnTo>
                  <a:pt x="648" y="498"/>
                </a:lnTo>
                <a:lnTo>
                  <a:pt x="648" y="498"/>
                </a:lnTo>
                <a:close/>
              </a:path>
            </a:pathLst>
          </a:custGeom>
          <a:gradFill>
            <a:gsLst>
              <a:gs pos="0">
                <a:schemeClr val="accent1">
                  <a:lumMod val="60000"/>
                  <a:lumOff val="40000"/>
                  <a:alpha val="100000"/>
                </a:schemeClr>
              </a:gs>
              <a:gs pos="70000">
                <a:schemeClr val="accent1">
                  <a:lumMod val="80000"/>
                  <a:lumOff val="20000"/>
                  <a:alpha val="100000"/>
                </a:schemeClr>
              </a:gs>
            </a:gsLst>
            <a:lin ang="13500000" scaled="0"/>
          </a:gradFill>
          <a:ln w="12700" cmpd="sng">
            <a:noFill/>
            <a:prstDash val="solid"/>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31" name="左"/>
          <p:cNvSpPr/>
          <p:nvPr>
            <p:custDataLst>
              <p:tags r:id="rId9"/>
            </p:custDataLst>
          </p:nvPr>
        </p:nvSpPr>
        <p:spPr bwMode="auto">
          <a:xfrm>
            <a:off x="927735" y="2030095"/>
            <a:ext cx="647700" cy="1119505"/>
          </a:xfrm>
          <a:custGeom>
            <a:avLst/>
            <a:gdLst/>
            <a:ahLst/>
            <a:cxnLst>
              <a:cxn ang="0">
                <a:pos x="0" y="496"/>
              </a:cxn>
              <a:cxn ang="0">
                <a:pos x="0" y="1278"/>
              </a:cxn>
              <a:cxn ang="0">
                <a:pos x="642" y="784"/>
              </a:cxn>
              <a:cxn ang="0">
                <a:pos x="644" y="0"/>
              </a:cxn>
              <a:cxn ang="0">
                <a:pos x="0" y="496"/>
              </a:cxn>
              <a:cxn ang="0">
                <a:pos x="0" y="496"/>
              </a:cxn>
            </a:cxnLst>
            <a:rect l="0" t="0" r="r" b="b"/>
            <a:pathLst>
              <a:path w="644" h="1278">
                <a:moveTo>
                  <a:pt x="0" y="496"/>
                </a:moveTo>
                <a:lnTo>
                  <a:pt x="0" y="1278"/>
                </a:lnTo>
                <a:lnTo>
                  <a:pt x="642" y="784"/>
                </a:lnTo>
                <a:lnTo>
                  <a:pt x="644" y="0"/>
                </a:lnTo>
                <a:lnTo>
                  <a:pt x="0" y="496"/>
                </a:lnTo>
                <a:lnTo>
                  <a:pt x="0" y="496"/>
                </a:lnTo>
                <a:close/>
              </a:path>
            </a:pathLst>
          </a:custGeom>
          <a:gradFill>
            <a:gsLst>
              <a:gs pos="0">
                <a:schemeClr val="accent1">
                  <a:lumMod val="60000"/>
                  <a:lumOff val="40000"/>
                  <a:alpha val="100000"/>
                </a:schemeClr>
              </a:gs>
              <a:gs pos="70000">
                <a:schemeClr val="accent1">
                  <a:lumMod val="80000"/>
                  <a:lumOff val="20000"/>
                  <a:alpha val="100000"/>
                </a:schemeClr>
              </a:gs>
            </a:gsLst>
            <a:lin ang="1890000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39" name="前左"/>
          <p:cNvSpPr/>
          <p:nvPr>
            <p:custDataLst>
              <p:tags r:id="rId10"/>
            </p:custDataLst>
          </p:nvPr>
        </p:nvSpPr>
        <p:spPr bwMode="auto">
          <a:xfrm>
            <a:off x="924560" y="2452370"/>
            <a:ext cx="652780" cy="1125220"/>
          </a:xfrm>
          <a:custGeom>
            <a:avLst/>
            <a:gdLst/>
            <a:ahLst/>
            <a:cxnLst>
              <a:cxn ang="0">
                <a:pos x="645" y="1278"/>
              </a:cxn>
              <a:cxn ang="0">
                <a:pos x="645" y="499"/>
              </a:cxn>
              <a:cxn ang="0">
                <a:pos x="0" y="0"/>
              </a:cxn>
              <a:cxn ang="0">
                <a:pos x="3" y="780"/>
              </a:cxn>
              <a:cxn ang="0">
                <a:pos x="645" y="1278"/>
              </a:cxn>
              <a:cxn ang="0">
                <a:pos x="645" y="1278"/>
              </a:cxn>
            </a:cxnLst>
            <a:rect l="0" t="0" r="r" b="b"/>
            <a:pathLst>
              <a:path w="645" h="1278">
                <a:moveTo>
                  <a:pt x="645" y="1278"/>
                </a:moveTo>
                <a:lnTo>
                  <a:pt x="645" y="499"/>
                </a:lnTo>
                <a:lnTo>
                  <a:pt x="0" y="0"/>
                </a:lnTo>
                <a:lnTo>
                  <a:pt x="3" y="780"/>
                </a:lnTo>
                <a:lnTo>
                  <a:pt x="645" y="1278"/>
                </a:lnTo>
                <a:lnTo>
                  <a:pt x="645" y="1278"/>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40" name="前右"/>
          <p:cNvSpPr/>
          <p:nvPr>
            <p:custDataLst>
              <p:tags r:id="rId11"/>
            </p:custDataLst>
          </p:nvPr>
        </p:nvSpPr>
        <p:spPr bwMode="auto">
          <a:xfrm>
            <a:off x="1577340" y="2452370"/>
            <a:ext cx="655955" cy="1125220"/>
          </a:xfrm>
          <a:custGeom>
            <a:avLst/>
            <a:gdLst/>
            <a:ahLst/>
            <a:cxnLst>
              <a:cxn ang="0">
                <a:pos x="648" y="0"/>
              </a:cxn>
              <a:cxn ang="0">
                <a:pos x="648" y="780"/>
              </a:cxn>
              <a:cxn ang="0">
                <a:pos x="0" y="1278"/>
              </a:cxn>
              <a:cxn ang="0">
                <a:pos x="0" y="499"/>
              </a:cxn>
              <a:cxn ang="0">
                <a:pos x="648" y="0"/>
              </a:cxn>
              <a:cxn ang="0">
                <a:pos x="648" y="0"/>
              </a:cxn>
            </a:cxnLst>
            <a:rect l="0" t="0" r="r" b="b"/>
            <a:pathLst>
              <a:path w="648" h="1278">
                <a:moveTo>
                  <a:pt x="648" y="0"/>
                </a:moveTo>
                <a:lnTo>
                  <a:pt x="648" y="780"/>
                </a:lnTo>
                <a:lnTo>
                  <a:pt x="0" y="1278"/>
                </a:lnTo>
                <a:lnTo>
                  <a:pt x="0" y="499"/>
                </a:lnTo>
                <a:lnTo>
                  <a:pt x="648" y="0"/>
                </a:lnTo>
                <a:lnTo>
                  <a:pt x="648" y="0"/>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41" name="上"/>
          <p:cNvSpPr/>
          <p:nvPr>
            <p:custDataLst>
              <p:tags r:id="rId12"/>
            </p:custDataLst>
          </p:nvPr>
        </p:nvSpPr>
        <p:spPr bwMode="auto">
          <a:xfrm>
            <a:off x="924560" y="2013585"/>
            <a:ext cx="1308735" cy="87820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p>
            <a:endParaRPr lang="zh-CN" altLang="en-US">
              <a:solidFill>
                <a:schemeClr val="tx1"/>
              </a:solidFill>
            </a:endParaRPr>
          </a:p>
        </p:txBody>
      </p:sp>
      <p:sp>
        <p:nvSpPr>
          <p:cNvPr id="48" name="矩形 3"/>
          <p:cNvSpPr/>
          <p:nvPr>
            <p:custDataLst>
              <p:tags r:id="rId13"/>
            </p:custDataLst>
          </p:nvPr>
        </p:nvSpPr>
        <p:spPr>
          <a:xfrm>
            <a:off x="2867660" y="4283710"/>
            <a:ext cx="1940560" cy="426085"/>
          </a:xfrm>
          <a:prstGeom prst="rect">
            <a:avLst/>
          </a:prstGeom>
          <a:noFill/>
        </p:spPr>
        <p:txBody>
          <a:bodyPr wrap="square" lIns="0" tIns="0" rIns="0" bIns="0" rtlCol="0" anchor="b">
            <a:noAutofit/>
          </a:bodyPr>
          <a:p>
            <a:pPr algn="ctr">
              <a:spcBef>
                <a:spcPct val="0"/>
              </a:spcBef>
              <a:spcAft>
                <a:spcPct val="0"/>
              </a:spcAft>
            </a:pPr>
            <a:r>
              <a:rPr lang="zh-CN" altLang="en-US" sz="2400" b="1">
                <a:solidFill>
                  <a:schemeClr val="accent2"/>
                </a:solidFill>
                <a:latin typeface="微软雅黑" panose="020B0503020204020204" charset="-122"/>
                <a:ea typeface="微软雅黑" panose="020B0503020204020204" charset="-122"/>
                <a:cs typeface="+mn-ea"/>
              </a:rPr>
              <a:t>逻辑解释</a:t>
            </a:r>
            <a:endParaRPr lang="zh-CN" altLang="en-US" sz="2400" b="1">
              <a:solidFill>
                <a:schemeClr val="accent2"/>
              </a:solidFill>
              <a:latin typeface="微软雅黑" panose="020B0503020204020204" charset="-122"/>
              <a:ea typeface="微软雅黑" panose="020B0503020204020204" charset="-122"/>
              <a:cs typeface="+mn-ea"/>
            </a:endParaRPr>
          </a:p>
        </p:txBody>
      </p:sp>
      <p:sp>
        <p:nvSpPr>
          <p:cNvPr id="49" name="矩形 4"/>
          <p:cNvSpPr/>
          <p:nvPr>
            <p:custDataLst>
              <p:tags r:id="rId14"/>
            </p:custDataLst>
          </p:nvPr>
        </p:nvSpPr>
        <p:spPr>
          <a:xfrm>
            <a:off x="2867660" y="4787900"/>
            <a:ext cx="1940560" cy="1790700"/>
          </a:xfrm>
          <a:prstGeom prst="rect">
            <a:avLst/>
          </a:prstGeom>
          <a:noFill/>
        </p:spPr>
        <p:txBody>
          <a:bodyPr wrap="square" lIns="0" tIns="0" rIns="0" bIns="0" rtlCol="0" anchor="t" anchorCtr="0">
            <a:noAutofit/>
          </a:bodyPr>
          <a:p>
            <a:pPr indent="0" algn="ctr" fontAlgn="auto">
              <a:lnSpc>
                <a:spcPct val="140000"/>
              </a:lnSpc>
              <a:spcBef>
                <a:spcPct val="0"/>
              </a:spcBef>
              <a:spcAft>
                <a:spcPct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mn-ea"/>
              </a:rPr>
              <a:t>运用形式逻辑分析宪法规范的内在联系</a:t>
            </a:r>
            <a:endParaRPr lang="zh-CN" altLang="en-US" sz="2000">
              <a:solidFill>
                <a:schemeClr val="tx1">
                  <a:lumMod val="65000"/>
                  <a:lumOff val="35000"/>
                </a:schemeClr>
              </a:solidFill>
              <a:latin typeface="微软雅黑" panose="020B0503020204020204" charset="-122"/>
              <a:ea typeface="微软雅黑" panose="020B0503020204020204" charset="-122"/>
              <a:cs typeface="+mn-ea"/>
            </a:endParaRPr>
          </a:p>
        </p:txBody>
      </p:sp>
      <p:sp>
        <p:nvSpPr>
          <p:cNvPr id="50" name="大线"/>
          <p:cNvSpPr/>
          <p:nvPr>
            <p:custDataLst>
              <p:tags r:id="rId15"/>
            </p:custDataLst>
          </p:nvPr>
        </p:nvSpPr>
        <p:spPr bwMode="auto">
          <a:xfrm>
            <a:off x="3369945" y="3163570"/>
            <a:ext cx="939165" cy="62992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2">
                <a:lumMod val="75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51" name="小线"/>
          <p:cNvSpPr/>
          <p:nvPr>
            <p:custDataLst>
              <p:tags r:id="rId16"/>
            </p:custDataLst>
          </p:nvPr>
        </p:nvSpPr>
        <p:spPr bwMode="auto">
          <a:xfrm>
            <a:off x="2952750" y="2875915"/>
            <a:ext cx="1771015" cy="118872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2">
                <a:lumMod val="40000"/>
                <a:lumOff val="6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53" name="下"/>
          <p:cNvSpPr/>
          <p:nvPr>
            <p:custDataLst>
              <p:tags r:id="rId17"/>
            </p:custDataLst>
          </p:nvPr>
        </p:nvSpPr>
        <p:spPr bwMode="auto">
          <a:xfrm>
            <a:off x="3192780" y="2736215"/>
            <a:ext cx="1302385" cy="873125"/>
          </a:xfrm>
          <a:custGeom>
            <a:avLst/>
            <a:gdLst/>
            <a:ahLst/>
            <a:cxnLst>
              <a:cxn ang="0">
                <a:pos x="645" y="997"/>
              </a:cxn>
              <a:cxn ang="0">
                <a:pos x="1293" y="498"/>
              </a:cxn>
              <a:cxn ang="0">
                <a:pos x="645" y="0"/>
              </a:cxn>
              <a:cxn ang="0">
                <a:pos x="0" y="498"/>
              </a:cxn>
              <a:cxn ang="0">
                <a:pos x="645" y="997"/>
              </a:cxn>
              <a:cxn ang="0">
                <a:pos x="645" y="997"/>
              </a:cxn>
            </a:cxnLst>
            <a:rect l="0" t="0" r="r" b="b"/>
            <a:pathLst>
              <a:path w="3235" h="2166">
                <a:moveTo>
                  <a:pt x="1613" y="0"/>
                </a:moveTo>
                <a:lnTo>
                  <a:pt x="3141" y="1021"/>
                </a:lnTo>
                <a:lnTo>
                  <a:pt x="3235" y="1021"/>
                </a:lnTo>
                <a:lnTo>
                  <a:pt x="3235" y="1080"/>
                </a:lnTo>
                <a:lnTo>
                  <a:pt x="3229" y="1080"/>
                </a:lnTo>
                <a:lnTo>
                  <a:pt x="3233" y="1082"/>
                </a:lnTo>
                <a:lnTo>
                  <a:pt x="1613" y="2166"/>
                </a:lnTo>
                <a:lnTo>
                  <a:pt x="0" y="1082"/>
                </a:lnTo>
                <a:lnTo>
                  <a:pt x="6" y="1078"/>
                </a:lnTo>
                <a:lnTo>
                  <a:pt x="6" y="1021"/>
                </a:lnTo>
                <a:lnTo>
                  <a:pt x="92" y="1021"/>
                </a:lnTo>
                <a:lnTo>
                  <a:pt x="1613" y="0"/>
                </a:lnTo>
                <a:close/>
              </a:path>
            </a:pathLst>
          </a:custGeom>
          <a:solidFill>
            <a:schemeClr val="accent2">
              <a:lumMod val="75000"/>
            </a:schemeClr>
          </a:solidFill>
          <a:ln w="9525">
            <a:noFill/>
            <a:round/>
          </a:ln>
          <a:effectLst>
            <a:outerShdw blurRad="317500" dist="127000" dir="5400000" algn="t" rotWithShape="0">
              <a:schemeClr val="accent2">
                <a:alpha val="38000"/>
              </a:schemeClr>
            </a:outerShdw>
          </a:effectLst>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61" name="下"/>
          <p:cNvSpPr/>
          <p:nvPr>
            <p:custDataLst>
              <p:tags r:id="rId18"/>
            </p:custDataLst>
          </p:nvPr>
        </p:nvSpPr>
        <p:spPr bwMode="auto">
          <a:xfrm>
            <a:off x="3192780" y="2712085"/>
            <a:ext cx="1302385" cy="87312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gradFill>
            <a:gsLst>
              <a:gs pos="0">
                <a:schemeClr val="accent2">
                  <a:lumMod val="90000"/>
                  <a:lumOff val="10000"/>
                  <a:alpha val="100000"/>
                </a:schemeClr>
              </a:gs>
              <a:gs pos="70000">
                <a:schemeClr val="accent2">
                  <a:alpha val="100000"/>
                </a:schemeClr>
              </a:gs>
            </a:gsLst>
            <a:lin ang="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62" name="右"/>
          <p:cNvSpPr/>
          <p:nvPr>
            <p:custDataLst>
              <p:tags r:id="rId19"/>
            </p:custDataLst>
          </p:nvPr>
        </p:nvSpPr>
        <p:spPr bwMode="auto">
          <a:xfrm>
            <a:off x="3843020" y="2028825"/>
            <a:ext cx="652780" cy="1119505"/>
          </a:xfrm>
          <a:custGeom>
            <a:avLst/>
            <a:gdLst/>
            <a:ahLst/>
            <a:cxnLst>
              <a:cxn ang="0">
                <a:pos x="648" y="498"/>
              </a:cxn>
              <a:cxn ang="0">
                <a:pos x="648" y="1278"/>
              </a:cxn>
              <a:cxn ang="0">
                <a:pos x="3" y="784"/>
              </a:cxn>
              <a:cxn ang="0">
                <a:pos x="0" y="0"/>
              </a:cxn>
              <a:cxn ang="0">
                <a:pos x="648" y="498"/>
              </a:cxn>
              <a:cxn ang="0">
                <a:pos x="648" y="498"/>
              </a:cxn>
            </a:cxnLst>
            <a:rect l="0" t="0" r="r" b="b"/>
            <a:pathLst>
              <a:path w="648" h="1278">
                <a:moveTo>
                  <a:pt x="648" y="498"/>
                </a:moveTo>
                <a:lnTo>
                  <a:pt x="648" y="1278"/>
                </a:lnTo>
                <a:lnTo>
                  <a:pt x="3" y="784"/>
                </a:lnTo>
                <a:lnTo>
                  <a:pt x="0" y="0"/>
                </a:lnTo>
                <a:lnTo>
                  <a:pt x="648" y="498"/>
                </a:lnTo>
                <a:lnTo>
                  <a:pt x="648" y="498"/>
                </a:lnTo>
                <a:close/>
              </a:path>
            </a:pathLst>
          </a:custGeom>
          <a:gradFill>
            <a:gsLst>
              <a:gs pos="0">
                <a:schemeClr val="accent2">
                  <a:lumMod val="60000"/>
                  <a:lumOff val="40000"/>
                  <a:alpha val="100000"/>
                </a:schemeClr>
              </a:gs>
              <a:gs pos="70000">
                <a:schemeClr val="accent2">
                  <a:lumMod val="80000"/>
                  <a:lumOff val="20000"/>
                  <a:alpha val="100000"/>
                </a:schemeClr>
              </a:gs>
            </a:gsLst>
            <a:lin ang="1350000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64" name="左"/>
          <p:cNvSpPr/>
          <p:nvPr>
            <p:custDataLst>
              <p:tags r:id="rId20"/>
            </p:custDataLst>
          </p:nvPr>
        </p:nvSpPr>
        <p:spPr bwMode="auto">
          <a:xfrm>
            <a:off x="3195320" y="2030095"/>
            <a:ext cx="647700" cy="1119505"/>
          </a:xfrm>
          <a:custGeom>
            <a:avLst/>
            <a:gdLst/>
            <a:ahLst/>
            <a:cxnLst>
              <a:cxn ang="0">
                <a:pos x="0" y="496"/>
              </a:cxn>
              <a:cxn ang="0">
                <a:pos x="0" y="1278"/>
              </a:cxn>
              <a:cxn ang="0">
                <a:pos x="642" y="784"/>
              </a:cxn>
              <a:cxn ang="0">
                <a:pos x="644" y="0"/>
              </a:cxn>
              <a:cxn ang="0">
                <a:pos x="0" y="496"/>
              </a:cxn>
              <a:cxn ang="0">
                <a:pos x="0" y="496"/>
              </a:cxn>
            </a:cxnLst>
            <a:rect l="0" t="0" r="r" b="b"/>
            <a:pathLst>
              <a:path w="644" h="1278">
                <a:moveTo>
                  <a:pt x="0" y="496"/>
                </a:moveTo>
                <a:lnTo>
                  <a:pt x="0" y="1278"/>
                </a:lnTo>
                <a:lnTo>
                  <a:pt x="642" y="784"/>
                </a:lnTo>
                <a:lnTo>
                  <a:pt x="644" y="0"/>
                </a:lnTo>
                <a:lnTo>
                  <a:pt x="0" y="496"/>
                </a:lnTo>
                <a:lnTo>
                  <a:pt x="0" y="496"/>
                </a:lnTo>
                <a:close/>
              </a:path>
            </a:pathLst>
          </a:custGeom>
          <a:gradFill>
            <a:gsLst>
              <a:gs pos="0">
                <a:schemeClr val="accent2">
                  <a:lumMod val="60000"/>
                  <a:lumOff val="40000"/>
                  <a:alpha val="100000"/>
                </a:schemeClr>
              </a:gs>
              <a:gs pos="70000">
                <a:schemeClr val="accent2">
                  <a:lumMod val="80000"/>
                  <a:lumOff val="20000"/>
                  <a:alpha val="100000"/>
                </a:schemeClr>
              </a:gs>
            </a:gsLst>
            <a:lin ang="1890000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65" name="前左"/>
          <p:cNvSpPr/>
          <p:nvPr>
            <p:custDataLst>
              <p:tags r:id="rId21"/>
            </p:custDataLst>
          </p:nvPr>
        </p:nvSpPr>
        <p:spPr bwMode="auto">
          <a:xfrm>
            <a:off x="3185795" y="2451735"/>
            <a:ext cx="652780" cy="1125855"/>
          </a:xfrm>
          <a:custGeom>
            <a:avLst/>
            <a:gdLst/>
            <a:ahLst/>
            <a:cxnLst>
              <a:cxn ang="0">
                <a:pos x="645" y="1278"/>
              </a:cxn>
              <a:cxn ang="0">
                <a:pos x="645" y="499"/>
              </a:cxn>
              <a:cxn ang="0">
                <a:pos x="0" y="0"/>
              </a:cxn>
              <a:cxn ang="0">
                <a:pos x="3" y="780"/>
              </a:cxn>
              <a:cxn ang="0">
                <a:pos x="645" y="1278"/>
              </a:cxn>
              <a:cxn ang="0">
                <a:pos x="645" y="1278"/>
              </a:cxn>
            </a:cxnLst>
            <a:rect l="0" t="0" r="r" b="b"/>
            <a:pathLst>
              <a:path w="645" h="1278">
                <a:moveTo>
                  <a:pt x="645" y="1278"/>
                </a:moveTo>
                <a:lnTo>
                  <a:pt x="645" y="499"/>
                </a:lnTo>
                <a:lnTo>
                  <a:pt x="0" y="0"/>
                </a:lnTo>
                <a:lnTo>
                  <a:pt x="3" y="780"/>
                </a:lnTo>
                <a:lnTo>
                  <a:pt x="645" y="1278"/>
                </a:lnTo>
                <a:lnTo>
                  <a:pt x="645" y="1278"/>
                </a:lnTo>
                <a:close/>
              </a:path>
            </a:pathLst>
          </a:custGeom>
          <a:noFill/>
          <a:ln w="1270">
            <a:solidFill>
              <a:schemeClr val="accent2">
                <a:lumMod val="20000"/>
                <a:lumOff val="80000"/>
                <a:alpha val="4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73" name="前右"/>
          <p:cNvSpPr/>
          <p:nvPr>
            <p:custDataLst>
              <p:tags r:id="rId22"/>
            </p:custDataLst>
          </p:nvPr>
        </p:nvSpPr>
        <p:spPr bwMode="auto">
          <a:xfrm>
            <a:off x="3838575" y="2451735"/>
            <a:ext cx="656590" cy="1125855"/>
          </a:xfrm>
          <a:custGeom>
            <a:avLst/>
            <a:gdLst/>
            <a:ahLst/>
            <a:cxnLst>
              <a:cxn ang="0">
                <a:pos x="648" y="0"/>
              </a:cxn>
              <a:cxn ang="0">
                <a:pos x="648" y="780"/>
              </a:cxn>
              <a:cxn ang="0">
                <a:pos x="0" y="1278"/>
              </a:cxn>
              <a:cxn ang="0">
                <a:pos x="0" y="499"/>
              </a:cxn>
              <a:cxn ang="0">
                <a:pos x="648" y="0"/>
              </a:cxn>
              <a:cxn ang="0">
                <a:pos x="648" y="0"/>
              </a:cxn>
            </a:cxnLst>
            <a:rect l="0" t="0" r="r" b="b"/>
            <a:pathLst>
              <a:path w="648" h="1278">
                <a:moveTo>
                  <a:pt x="648" y="0"/>
                </a:moveTo>
                <a:lnTo>
                  <a:pt x="648" y="780"/>
                </a:lnTo>
                <a:lnTo>
                  <a:pt x="0" y="1278"/>
                </a:lnTo>
                <a:lnTo>
                  <a:pt x="0" y="499"/>
                </a:lnTo>
                <a:lnTo>
                  <a:pt x="648" y="0"/>
                </a:lnTo>
                <a:lnTo>
                  <a:pt x="648" y="0"/>
                </a:lnTo>
                <a:close/>
              </a:path>
            </a:pathLst>
          </a:custGeom>
          <a:noFill/>
          <a:ln w="1270">
            <a:solidFill>
              <a:schemeClr val="accent2">
                <a:lumMod val="20000"/>
                <a:lumOff val="80000"/>
                <a:alpha val="4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74" name="上"/>
          <p:cNvSpPr/>
          <p:nvPr>
            <p:custDataLst>
              <p:tags r:id="rId23"/>
            </p:custDataLst>
          </p:nvPr>
        </p:nvSpPr>
        <p:spPr bwMode="auto">
          <a:xfrm>
            <a:off x="3185795" y="2013585"/>
            <a:ext cx="1309370" cy="87820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1270">
            <a:solidFill>
              <a:schemeClr val="accent2">
                <a:lumMod val="20000"/>
                <a:lumOff val="80000"/>
                <a:alpha val="40000"/>
              </a:schemeClr>
            </a:solidFill>
            <a:round/>
          </a:ln>
        </p:spPr>
        <p:txBody>
          <a:bodyPr vert="horz" wrap="square" lIns="91440" tIns="45720" rIns="91440" bIns="45720" numCol="1" anchor="t" anchorCtr="0" compatLnSpc="1"/>
          <a:p>
            <a:endParaRPr lang="zh-CN" altLang="en-US">
              <a:solidFill>
                <a:schemeClr val="tx1"/>
              </a:solidFill>
            </a:endParaRPr>
          </a:p>
        </p:txBody>
      </p:sp>
      <p:sp>
        <p:nvSpPr>
          <p:cNvPr id="86" name="矩形 6"/>
          <p:cNvSpPr/>
          <p:nvPr>
            <p:custDataLst>
              <p:tags r:id="rId24"/>
            </p:custDataLst>
          </p:nvPr>
        </p:nvSpPr>
        <p:spPr>
          <a:xfrm>
            <a:off x="7386320" y="4283710"/>
            <a:ext cx="1940560" cy="426085"/>
          </a:xfrm>
          <a:prstGeom prst="rect">
            <a:avLst/>
          </a:prstGeom>
          <a:noFill/>
        </p:spPr>
        <p:txBody>
          <a:bodyPr wrap="square" lIns="0" tIns="0" rIns="0" bIns="0" rtlCol="0" anchor="b">
            <a:noAutofit/>
          </a:bodyPr>
          <a:p>
            <a:pPr algn="ctr">
              <a:spcBef>
                <a:spcPct val="0"/>
              </a:spcBef>
              <a:spcAft>
                <a:spcPct val="0"/>
              </a:spcAft>
            </a:pPr>
            <a:r>
              <a:rPr lang="zh-CN" altLang="en-US" sz="2400" b="1">
                <a:solidFill>
                  <a:schemeClr val="accent4"/>
                </a:solidFill>
                <a:latin typeface="微软雅黑" panose="020B0503020204020204" charset="-122"/>
                <a:ea typeface="微软雅黑" panose="020B0503020204020204" charset="-122"/>
                <a:cs typeface="+mn-ea"/>
              </a:rPr>
              <a:t>系统解释</a:t>
            </a:r>
            <a:endParaRPr lang="zh-CN" altLang="en-US" sz="2400" b="1">
              <a:solidFill>
                <a:schemeClr val="accent4"/>
              </a:solidFill>
              <a:latin typeface="微软雅黑" panose="020B0503020204020204" charset="-122"/>
              <a:ea typeface="微软雅黑" panose="020B0503020204020204" charset="-122"/>
              <a:cs typeface="+mn-ea"/>
            </a:endParaRPr>
          </a:p>
        </p:txBody>
      </p:sp>
      <p:sp>
        <p:nvSpPr>
          <p:cNvPr id="87" name="矩形 8"/>
          <p:cNvSpPr/>
          <p:nvPr>
            <p:custDataLst>
              <p:tags r:id="rId25"/>
            </p:custDataLst>
          </p:nvPr>
        </p:nvSpPr>
        <p:spPr>
          <a:xfrm>
            <a:off x="7386320" y="4787900"/>
            <a:ext cx="1940560" cy="1790700"/>
          </a:xfrm>
          <a:prstGeom prst="rect">
            <a:avLst/>
          </a:prstGeom>
          <a:noFill/>
        </p:spPr>
        <p:txBody>
          <a:bodyPr wrap="square" lIns="0" tIns="0" rIns="0" bIns="0" rtlCol="0" anchor="t" anchorCtr="0">
            <a:noAutofit/>
          </a:bodyPr>
          <a:p>
            <a:pPr indent="0" algn="ctr" fontAlgn="auto">
              <a:lnSpc>
                <a:spcPct val="140000"/>
              </a:lnSpc>
              <a:spcBef>
                <a:spcPct val="0"/>
              </a:spcBef>
              <a:spcAft>
                <a:spcPct val="0"/>
              </a:spcAft>
            </a:pPr>
            <a:r>
              <a:rPr lang="zh-CN" altLang="en-US" sz="2400">
                <a:solidFill>
                  <a:schemeClr val="tx1">
                    <a:lumMod val="65000"/>
                    <a:lumOff val="35000"/>
                  </a:schemeClr>
                </a:solidFill>
                <a:latin typeface="微软雅黑" panose="020B0503020204020204" charset="-122"/>
                <a:ea typeface="微软雅黑" panose="020B0503020204020204" charset="-122"/>
                <a:cs typeface="+mn-ea"/>
              </a:rPr>
              <a:t>结合其他宪法规范分析特定规范的意义</a:t>
            </a:r>
            <a:endParaRPr lang="zh-CN" altLang="en-US" sz="2400">
              <a:solidFill>
                <a:schemeClr val="tx1">
                  <a:lumMod val="65000"/>
                  <a:lumOff val="35000"/>
                </a:schemeClr>
              </a:solidFill>
              <a:latin typeface="微软雅黑" panose="020B0503020204020204" charset="-122"/>
              <a:ea typeface="微软雅黑" panose="020B0503020204020204" charset="-122"/>
              <a:cs typeface="+mn-ea"/>
            </a:endParaRPr>
          </a:p>
        </p:txBody>
      </p:sp>
      <p:sp>
        <p:nvSpPr>
          <p:cNvPr id="88" name="大线"/>
          <p:cNvSpPr/>
          <p:nvPr>
            <p:custDataLst>
              <p:tags r:id="rId26"/>
            </p:custDataLst>
          </p:nvPr>
        </p:nvSpPr>
        <p:spPr bwMode="auto">
          <a:xfrm>
            <a:off x="7888605" y="3163570"/>
            <a:ext cx="939165" cy="62992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4">
                <a:lumMod val="75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89" name="小线"/>
          <p:cNvSpPr/>
          <p:nvPr>
            <p:custDataLst>
              <p:tags r:id="rId27"/>
            </p:custDataLst>
          </p:nvPr>
        </p:nvSpPr>
        <p:spPr bwMode="auto">
          <a:xfrm>
            <a:off x="7471410" y="2875915"/>
            <a:ext cx="1771015" cy="118872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4">
                <a:lumMod val="40000"/>
                <a:lumOff val="6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90" name="下"/>
          <p:cNvSpPr/>
          <p:nvPr>
            <p:custDataLst>
              <p:tags r:id="rId28"/>
            </p:custDataLst>
          </p:nvPr>
        </p:nvSpPr>
        <p:spPr bwMode="auto">
          <a:xfrm>
            <a:off x="7704455" y="2736215"/>
            <a:ext cx="1302385" cy="873125"/>
          </a:xfrm>
          <a:custGeom>
            <a:avLst/>
            <a:gdLst/>
            <a:ahLst/>
            <a:cxnLst>
              <a:cxn ang="0">
                <a:pos x="645" y="997"/>
              </a:cxn>
              <a:cxn ang="0">
                <a:pos x="1293" y="498"/>
              </a:cxn>
              <a:cxn ang="0">
                <a:pos x="645" y="0"/>
              </a:cxn>
              <a:cxn ang="0">
                <a:pos x="0" y="498"/>
              </a:cxn>
              <a:cxn ang="0">
                <a:pos x="645" y="997"/>
              </a:cxn>
              <a:cxn ang="0">
                <a:pos x="645" y="997"/>
              </a:cxn>
            </a:cxnLst>
            <a:rect l="0" t="0" r="r" b="b"/>
            <a:pathLst>
              <a:path w="3235" h="2166">
                <a:moveTo>
                  <a:pt x="1613" y="0"/>
                </a:moveTo>
                <a:lnTo>
                  <a:pt x="3141" y="1021"/>
                </a:lnTo>
                <a:lnTo>
                  <a:pt x="3235" y="1021"/>
                </a:lnTo>
                <a:lnTo>
                  <a:pt x="3235" y="1080"/>
                </a:lnTo>
                <a:lnTo>
                  <a:pt x="3229" y="1080"/>
                </a:lnTo>
                <a:lnTo>
                  <a:pt x="3233" y="1082"/>
                </a:lnTo>
                <a:lnTo>
                  <a:pt x="1613" y="2166"/>
                </a:lnTo>
                <a:lnTo>
                  <a:pt x="0" y="1082"/>
                </a:lnTo>
                <a:lnTo>
                  <a:pt x="6" y="1078"/>
                </a:lnTo>
                <a:lnTo>
                  <a:pt x="6" y="1021"/>
                </a:lnTo>
                <a:lnTo>
                  <a:pt x="92" y="1021"/>
                </a:lnTo>
                <a:lnTo>
                  <a:pt x="1613" y="0"/>
                </a:lnTo>
                <a:close/>
              </a:path>
            </a:pathLst>
          </a:custGeom>
          <a:solidFill>
            <a:schemeClr val="accent4">
              <a:lumMod val="75000"/>
            </a:schemeClr>
          </a:solidFill>
          <a:ln w="9525">
            <a:noFill/>
            <a:round/>
          </a:ln>
          <a:effectLst>
            <a:outerShdw blurRad="317500" dist="127000" dir="5400000" algn="t" rotWithShape="0">
              <a:schemeClr val="accent4">
                <a:alpha val="38000"/>
              </a:schemeClr>
            </a:outerShdw>
          </a:effectLst>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91" name="下"/>
          <p:cNvSpPr/>
          <p:nvPr>
            <p:custDataLst>
              <p:tags r:id="rId29"/>
            </p:custDataLst>
          </p:nvPr>
        </p:nvSpPr>
        <p:spPr bwMode="auto">
          <a:xfrm>
            <a:off x="7704455" y="2712085"/>
            <a:ext cx="1302385" cy="87312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gradFill>
            <a:gsLst>
              <a:gs pos="0">
                <a:schemeClr val="accent4">
                  <a:lumMod val="90000"/>
                  <a:lumOff val="10000"/>
                  <a:alpha val="100000"/>
                </a:schemeClr>
              </a:gs>
              <a:gs pos="70000">
                <a:schemeClr val="accent4">
                  <a:alpha val="100000"/>
                </a:schemeClr>
              </a:gs>
            </a:gsLst>
            <a:lin ang="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92" name="右"/>
          <p:cNvSpPr/>
          <p:nvPr>
            <p:custDataLst>
              <p:tags r:id="rId30"/>
            </p:custDataLst>
          </p:nvPr>
        </p:nvSpPr>
        <p:spPr bwMode="auto">
          <a:xfrm>
            <a:off x="8355330" y="2028825"/>
            <a:ext cx="652780" cy="1119505"/>
          </a:xfrm>
          <a:custGeom>
            <a:avLst/>
            <a:gdLst/>
            <a:ahLst/>
            <a:cxnLst>
              <a:cxn ang="0">
                <a:pos x="648" y="498"/>
              </a:cxn>
              <a:cxn ang="0">
                <a:pos x="648" y="1278"/>
              </a:cxn>
              <a:cxn ang="0">
                <a:pos x="3" y="784"/>
              </a:cxn>
              <a:cxn ang="0">
                <a:pos x="0" y="0"/>
              </a:cxn>
              <a:cxn ang="0">
                <a:pos x="648" y="498"/>
              </a:cxn>
              <a:cxn ang="0">
                <a:pos x="648" y="498"/>
              </a:cxn>
            </a:cxnLst>
            <a:rect l="0" t="0" r="r" b="b"/>
            <a:pathLst>
              <a:path w="648" h="1278">
                <a:moveTo>
                  <a:pt x="648" y="498"/>
                </a:moveTo>
                <a:lnTo>
                  <a:pt x="648" y="1278"/>
                </a:lnTo>
                <a:lnTo>
                  <a:pt x="3" y="784"/>
                </a:lnTo>
                <a:lnTo>
                  <a:pt x="0" y="0"/>
                </a:lnTo>
                <a:lnTo>
                  <a:pt x="648" y="498"/>
                </a:lnTo>
                <a:lnTo>
                  <a:pt x="648" y="498"/>
                </a:lnTo>
                <a:close/>
              </a:path>
            </a:pathLst>
          </a:custGeom>
          <a:gradFill>
            <a:gsLst>
              <a:gs pos="0">
                <a:schemeClr val="accent4">
                  <a:lumMod val="60000"/>
                  <a:lumOff val="40000"/>
                  <a:alpha val="100000"/>
                </a:schemeClr>
              </a:gs>
              <a:gs pos="70000">
                <a:schemeClr val="accent4">
                  <a:lumMod val="80000"/>
                  <a:lumOff val="20000"/>
                  <a:alpha val="100000"/>
                </a:schemeClr>
              </a:gs>
            </a:gsLst>
            <a:lin ang="1350000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93" name="左"/>
          <p:cNvSpPr/>
          <p:nvPr>
            <p:custDataLst>
              <p:tags r:id="rId31"/>
            </p:custDataLst>
          </p:nvPr>
        </p:nvSpPr>
        <p:spPr bwMode="auto">
          <a:xfrm>
            <a:off x="7707630" y="2030095"/>
            <a:ext cx="647700" cy="1119505"/>
          </a:xfrm>
          <a:custGeom>
            <a:avLst/>
            <a:gdLst/>
            <a:ahLst/>
            <a:cxnLst>
              <a:cxn ang="0">
                <a:pos x="0" y="496"/>
              </a:cxn>
              <a:cxn ang="0">
                <a:pos x="0" y="1278"/>
              </a:cxn>
              <a:cxn ang="0">
                <a:pos x="642" y="784"/>
              </a:cxn>
              <a:cxn ang="0">
                <a:pos x="644" y="0"/>
              </a:cxn>
              <a:cxn ang="0">
                <a:pos x="0" y="496"/>
              </a:cxn>
              <a:cxn ang="0">
                <a:pos x="0" y="496"/>
              </a:cxn>
            </a:cxnLst>
            <a:rect l="0" t="0" r="r" b="b"/>
            <a:pathLst>
              <a:path w="644" h="1278">
                <a:moveTo>
                  <a:pt x="0" y="496"/>
                </a:moveTo>
                <a:lnTo>
                  <a:pt x="0" y="1278"/>
                </a:lnTo>
                <a:lnTo>
                  <a:pt x="642" y="784"/>
                </a:lnTo>
                <a:lnTo>
                  <a:pt x="644" y="0"/>
                </a:lnTo>
                <a:lnTo>
                  <a:pt x="0" y="496"/>
                </a:lnTo>
                <a:lnTo>
                  <a:pt x="0" y="496"/>
                </a:lnTo>
                <a:close/>
              </a:path>
            </a:pathLst>
          </a:custGeom>
          <a:gradFill>
            <a:gsLst>
              <a:gs pos="0">
                <a:schemeClr val="accent4">
                  <a:lumMod val="60000"/>
                  <a:lumOff val="40000"/>
                  <a:alpha val="100000"/>
                </a:schemeClr>
              </a:gs>
              <a:gs pos="70000">
                <a:schemeClr val="accent4">
                  <a:lumMod val="80000"/>
                  <a:lumOff val="20000"/>
                  <a:alpha val="100000"/>
                </a:schemeClr>
              </a:gs>
            </a:gsLst>
            <a:lin ang="1890000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94" name="前左"/>
          <p:cNvSpPr/>
          <p:nvPr>
            <p:custDataLst>
              <p:tags r:id="rId32"/>
            </p:custDataLst>
          </p:nvPr>
        </p:nvSpPr>
        <p:spPr bwMode="auto">
          <a:xfrm>
            <a:off x="7707630" y="2451735"/>
            <a:ext cx="652780" cy="1125855"/>
          </a:xfrm>
          <a:custGeom>
            <a:avLst/>
            <a:gdLst/>
            <a:ahLst/>
            <a:cxnLst>
              <a:cxn ang="0">
                <a:pos x="645" y="1278"/>
              </a:cxn>
              <a:cxn ang="0">
                <a:pos x="645" y="499"/>
              </a:cxn>
              <a:cxn ang="0">
                <a:pos x="0" y="0"/>
              </a:cxn>
              <a:cxn ang="0">
                <a:pos x="3" y="780"/>
              </a:cxn>
              <a:cxn ang="0">
                <a:pos x="645" y="1278"/>
              </a:cxn>
              <a:cxn ang="0">
                <a:pos x="645" y="1278"/>
              </a:cxn>
            </a:cxnLst>
            <a:rect l="0" t="0" r="r" b="b"/>
            <a:pathLst>
              <a:path w="645" h="1278">
                <a:moveTo>
                  <a:pt x="645" y="1278"/>
                </a:moveTo>
                <a:lnTo>
                  <a:pt x="645" y="499"/>
                </a:lnTo>
                <a:lnTo>
                  <a:pt x="0" y="0"/>
                </a:lnTo>
                <a:lnTo>
                  <a:pt x="3" y="780"/>
                </a:lnTo>
                <a:lnTo>
                  <a:pt x="645" y="1278"/>
                </a:lnTo>
                <a:lnTo>
                  <a:pt x="645" y="1278"/>
                </a:lnTo>
                <a:close/>
              </a:path>
            </a:pathLst>
          </a:custGeom>
          <a:noFill/>
          <a:ln w="1270">
            <a:solidFill>
              <a:schemeClr val="accent4">
                <a:lumMod val="20000"/>
                <a:lumOff val="80000"/>
                <a:alpha val="4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95" name="前右"/>
          <p:cNvSpPr/>
          <p:nvPr>
            <p:custDataLst>
              <p:tags r:id="rId33"/>
            </p:custDataLst>
          </p:nvPr>
        </p:nvSpPr>
        <p:spPr bwMode="auto">
          <a:xfrm>
            <a:off x="8360410" y="2451735"/>
            <a:ext cx="656590" cy="1125855"/>
          </a:xfrm>
          <a:custGeom>
            <a:avLst/>
            <a:gdLst/>
            <a:ahLst/>
            <a:cxnLst>
              <a:cxn ang="0">
                <a:pos x="648" y="0"/>
              </a:cxn>
              <a:cxn ang="0">
                <a:pos x="648" y="780"/>
              </a:cxn>
              <a:cxn ang="0">
                <a:pos x="0" y="1278"/>
              </a:cxn>
              <a:cxn ang="0">
                <a:pos x="0" y="499"/>
              </a:cxn>
              <a:cxn ang="0">
                <a:pos x="648" y="0"/>
              </a:cxn>
              <a:cxn ang="0">
                <a:pos x="648" y="0"/>
              </a:cxn>
            </a:cxnLst>
            <a:rect l="0" t="0" r="r" b="b"/>
            <a:pathLst>
              <a:path w="648" h="1278">
                <a:moveTo>
                  <a:pt x="648" y="0"/>
                </a:moveTo>
                <a:lnTo>
                  <a:pt x="648" y="780"/>
                </a:lnTo>
                <a:lnTo>
                  <a:pt x="0" y="1278"/>
                </a:lnTo>
                <a:lnTo>
                  <a:pt x="0" y="499"/>
                </a:lnTo>
                <a:lnTo>
                  <a:pt x="648" y="0"/>
                </a:lnTo>
                <a:lnTo>
                  <a:pt x="648" y="0"/>
                </a:lnTo>
                <a:close/>
              </a:path>
            </a:pathLst>
          </a:custGeom>
          <a:noFill/>
          <a:ln w="1270">
            <a:solidFill>
              <a:schemeClr val="accent4">
                <a:lumMod val="20000"/>
                <a:lumOff val="80000"/>
                <a:alpha val="4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96" name="上"/>
          <p:cNvSpPr/>
          <p:nvPr>
            <p:custDataLst>
              <p:tags r:id="rId34"/>
            </p:custDataLst>
          </p:nvPr>
        </p:nvSpPr>
        <p:spPr bwMode="auto">
          <a:xfrm>
            <a:off x="7707630" y="2013585"/>
            <a:ext cx="1309370" cy="87820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1270">
            <a:solidFill>
              <a:schemeClr val="accent4">
                <a:lumMod val="20000"/>
                <a:lumOff val="80000"/>
                <a:alpha val="40000"/>
              </a:schemeClr>
            </a:solidFill>
            <a:round/>
          </a:ln>
        </p:spPr>
        <p:txBody>
          <a:bodyPr vert="horz" wrap="square" lIns="91440" tIns="45720" rIns="91440" bIns="45720" numCol="1" anchor="t" anchorCtr="0" compatLnSpc="1"/>
          <a:p>
            <a:endParaRPr lang="zh-CN" altLang="en-US">
              <a:solidFill>
                <a:schemeClr val="tx1"/>
              </a:solidFill>
            </a:endParaRPr>
          </a:p>
        </p:txBody>
      </p:sp>
      <p:sp>
        <p:nvSpPr>
          <p:cNvPr id="97" name="矩形 13"/>
          <p:cNvSpPr/>
          <p:nvPr>
            <p:custDataLst>
              <p:tags r:id="rId35"/>
            </p:custDataLst>
          </p:nvPr>
        </p:nvSpPr>
        <p:spPr>
          <a:xfrm>
            <a:off x="5126990" y="4281170"/>
            <a:ext cx="1940560" cy="426085"/>
          </a:xfrm>
          <a:prstGeom prst="rect">
            <a:avLst/>
          </a:prstGeom>
          <a:noFill/>
        </p:spPr>
        <p:txBody>
          <a:bodyPr wrap="square" lIns="0" tIns="0" rIns="0" bIns="0" rtlCol="0" anchor="b">
            <a:noAutofit/>
          </a:bodyPr>
          <a:p>
            <a:pPr algn="ctr">
              <a:spcBef>
                <a:spcPct val="0"/>
              </a:spcBef>
              <a:spcAft>
                <a:spcPct val="0"/>
              </a:spcAft>
            </a:pPr>
            <a:r>
              <a:rPr lang="zh-CN" altLang="en-US" sz="2400" b="1">
                <a:solidFill>
                  <a:schemeClr val="accent3"/>
                </a:solidFill>
                <a:latin typeface="微软雅黑" panose="020B0503020204020204" charset="-122"/>
                <a:ea typeface="微软雅黑" panose="020B0503020204020204" charset="-122"/>
                <a:cs typeface="+mn-ea"/>
              </a:rPr>
              <a:t>历史解释</a:t>
            </a:r>
            <a:endParaRPr lang="zh-CN" altLang="en-US" sz="2400" b="1">
              <a:solidFill>
                <a:schemeClr val="accent3"/>
              </a:solidFill>
              <a:latin typeface="微软雅黑" panose="020B0503020204020204" charset="-122"/>
              <a:ea typeface="微软雅黑" panose="020B0503020204020204" charset="-122"/>
              <a:cs typeface="+mn-ea"/>
            </a:endParaRPr>
          </a:p>
        </p:txBody>
      </p:sp>
      <p:sp>
        <p:nvSpPr>
          <p:cNvPr id="107" name="矩形 17"/>
          <p:cNvSpPr/>
          <p:nvPr>
            <p:custDataLst>
              <p:tags r:id="rId36"/>
            </p:custDataLst>
          </p:nvPr>
        </p:nvSpPr>
        <p:spPr>
          <a:xfrm>
            <a:off x="5126990" y="4787900"/>
            <a:ext cx="1940560" cy="1790700"/>
          </a:xfrm>
          <a:prstGeom prst="rect">
            <a:avLst/>
          </a:prstGeom>
          <a:noFill/>
        </p:spPr>
        <p:txBody>
          <a:bodyPr wrap="square" lIns="0" tIns="0" rIns="0" bIns="0" rtlCol="0" anchor="t" anchorCtr="0">
            <a:noAutofit/>
          </a:bodyPr>
          <a:p>
            <a:pPr indent="0" algn="ctr" fontAlgn="auto">
              <a:lnSpc>
                <a:spcPct val="140000"/>
              </a:lnSpc>
              <a:spcBef>
                <a:spcPct val="0"/>
              </a:spcBef>
              <a:spcAft>
                <a:spcPct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mn-ea"/>
              </a:rPr>
              <a:t>结合宪法制定的历史背景解读含义</a:t>
            </a:r>
            <a:endParaRPr lang="zh-CN" altLang="en-US" sz="2000">
              <a:solidFill>
                <a:schemeClr val="tx1">
                  <a:lumMod val="65000"/>
                  <a:lumOff val="35000"/>
                </a:schemeClr>
              </a:solidFill>
              <a:latin typeface="微软雅黑" panose="020B0503020204020204" charset="-122"/>
              <a:ea typeface="微软雅黑" panose="020B0503020204020204" charset="-122"/>
              <a:cs typeface="+mn-ea"/>
            </a:endParaRPr>
          </a:p>
        </p:txBody>
      </p:sp>
      <p:sp>
        <p:nvSpPr>
          <p:cNvPr id="108" name="大线"/>
          <p:cNvSpPr/>
          <p:nvPr>
            <p:custDataLst>
              <p:tags r:id="rId37"/>
            </p:custDataLst>
          </p:nvPr>
        </p:nvSpPr>
        <p:spPr bwMode="auto">
          <a:xfrm>
            <a:off x="5629910" y="3169920"/>
            <a:ext cx="938530" cy="62992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3">
                <a:lumMod val="75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09" name="小线"/>
          <p:cNvSpPr/>
          <p:nvPr>
            <p:custDataLst>
              <p:tags r:id="rId38"/>
            </p:custDataLst>
          </p:nvPr>
        </p:nvSpPr>
        <p:spPr bwMode="auto">
          <a:xfrm>
            <a:off x="5212080" y="2882265"/>
            <a:ext cx="1771015" cy="118872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3">
                <a:lumMod val="40000"/>
                <a:lumOff val="6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10" name="下"/>
          <p:cNvSpPr/>
          <p:nvPr>
            <p:custDataLst>
              <p:tags r:id="rId39"/>
            </p:custDataLst>
          </p:nvPr>
        </p:nvSpPr>
        <p:spPr bwMode="auto">
          <a:xfrm>
            <a:off x="5454015" y="2743200"/>
            <a:ext cx="1302385" cy="872490"/>
          </a:xfrm>
          <a:custGeom>
            <a:avLst/>
            <a:gdLst/>
            <a:ahLst/>
            <a:cxnLst>
              <a:cxn ang="0">
                <a:pos x="645" y="997"/>
              </a:cxn>
              <a:cxn ang="0">
                <a:pos x="1293" y="498"/>
              </a:cxn>
              <a:cxn ang="0">
                <a:pos x="645" y="0"/>
              </a:cxn>
              <a:cxn ang="0">
                <a:pos x="0" y="498"/>
              </a:cxn>
              <a:cxn ang="0">
                <a:pos x="645" y="997"/>
              </a:cxn>
              <a:cxn ang="0">
                <a:pos x="645" y="997"/>
              </a:cxn>
            </a:cxnLst>
            <a:rect l="0" t="0" r="r" b="b"/>
            <a:pathLst>
              <a:path w="3235" h="2166">
                <a:moveTo>
                  <a:pt x="1613" y="0"/>
                </a:moveTo>
                <a:lnTo>
                  <a:pt x="3141" y="1021"/>
                </a:lnTo>
                <a:lnTo>
                  <a:pt x="3235" y="1021"/>
                </a:lnTo>
                <a:lnTo>
                  <a:pt x="3235" y="1080"/>
                </a:lnTo>
                <a:lnTo>
                  <a:pt x="3229" y="1080"/>
                </a:lnTo>
                <a:lnTo>
                  <a:pt x="3233" y="1082"/>
                </a:lnTo>
                <a:lnTo>
                  <a:pt x="1613" y="2166"/>
                </a:lnTo>
                <a:lnTo>
                  <a:pt x="0" y="1082"/>
                </a:lnTo>
                <a:lnTo>
                  <a:pt x="6" y="1078"/>
                </a:lnTo>
                <a:lnTo>
                  <a:pt x="6" y="1021"/>
                </a:lnTo>
                <a:lnTo>
                  <a:pt x="92" y="1021"/>
                </a:lnTo>
                <a:lnTo>
                  <a:pt x="1613" y="0"/>
                </a:lnTo>
                <a:close/>
              </a:path>
            </a:pathLst>
          </a:custGeom>
          <a:solidFill>
            <a:schemeClr val="accent3">
              <a:lumMod val="75000"/>
            </a:schemeClr>
          </a:solidFill>
          <a:ln w="9525">
            <a:noFill/>
            <a:round/>
          </a:ln>
          <a:effectLst>
            <a:outerShdw blurRad="317500" dist="127000" dir="5400000" algn="t" rotWithShape="0">
              <a:schemeClr val="accent3">
                <a:alpha val="38000"/>
              </a:schemeClr>
            </a:outerShdw>
          </a:effectLst>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11" name="下"/>
          <p:cNvSpPr/>
          <p:nvPr>
            <p:custDataLst>
              <p:tags r:id="rId40"/>
            </p:custDataLst>
          </p:nvPr>
        </p:nvSpPr>
        <p:spPr bwMode="auto">
          <a:xfrm>
            <a:off x="5454015" y="2718435"/>
            <a:ext cx="1301750" cy="87249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gradFill>
            <a:gsLst>
              <a:gs pos="0">
                <a:schemeClr val="accent3">
                  <a:lumMod val="90000"/>
                  <a:lumOff val="10000"/>
                  <a:alpha val="100000"/>
                </a:schemeClr>
              </a:gs>
              <a:gs pos="70000">
                <a:schemeClr val="accent3">
                  <a:alpha val="100000"/>
                </a:schemeClr>
              </a:gs>
            </a:gsLst>
            <a:lin ang="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12" name="右"/>
          <p:cNvSpPr/>
          <p:nvPr>
            <p:custDataLst>
              <p:tags r:id="rId41"/>
            </p:custDataLst>
          </p:nvPr>
        </p:nvSpPr>
        <p:spPr bwMode="auto">
          <a:xfrm>
            <a:off x="6104890" y="2035175"/>
            <a:ext cx="652780" cy="1119505"/>
          </a:xfrm>
          <a:custGeom>
            <a:avLst/>
            <a:gdLst/>
            <a:ahLst/>
            <a:cxnLst>
              <a:cxn ang="0">
                <a:pos x="648" y="498"/>
              </a:cxn>
              <a:cxn ang="0">
                <a:pos x="648" y="1278"/>
              </a:cxn>
              <a:cxn ang="0">
                <a:pos x="3" y="784"/>
              </a:cxn>
              <a:cxn ang="0">
                <a:pos x="0" y="0"/>
              </a:cxn>
              <a:cxn ang="0">
                <a:pos x="648" y="498"/>
              </a:cxn>
              <a:cxn ang="0">
                <a:pos x="648" y="498"/>
              </a:cxn>
            </a:cxnLst>
            <a:rect l="0" t="0" r="r" b="b"/>
            <a:pathLst>
              <a:path w="648" h="1278">
                <a:moveTo>
                  <a:pt x="648" y="498"/>
                </a:moveTo>
                <a:lnTo>
                  <a:pt x="648" y="1278"/>
                </a:lnTo>
                <a:lnTo>
                  <a:pt x="3" y="784"/>
                </a:lnTo>
                <a:lnTo>
                  <a:pt x="0" y="0"/>
                </a:lnTo>
                <a:lnTo>
                  <a:pt x="648" y="498"/>
                </a:lnTo>
                <a:lnTo>
                  <a:pt x="648" y="498"/>
                </a:lnTo>
                <a:close/>
              </a:path>
            </a:pathLst>
          </a:custGeom>
          <a:gradFill>
            <a:gsLst>
              <a:gs pos="0">
                <a:schemeClr val="accent3">
                  <a:lumMod val="60000"/>
                  <a:lumOff val="40000"/>
                  <a:alpha val="100000"/>
                </a:schemeClr>
              </a:gs>
              <a:gs pos="70000">
                <a:schemeClr val="accent3">
                  <a:lumMod val="80000"/>
                  <a:lumOff val="20000"/>
                  <a:alpha val="100000"/>
                </a:schemeClr>
              </a:gs>
            </a:gsLst>
            <a:lin ang="1350000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13" name="左"/>
          <p:cNvSpPr/>
          <p:nvPr>
            <p:custDataLst>
              <p:tags r:id="rId42"/>
            </p:custDataLst>
          </p:nvPr>
        </p:nvSpPr>
        <p:spPr bwMode="auto">
          <a:xfrm>
            <a:off x="5457190" y="2036445"/>
            <a:ext cx="647700" cy="1119505"/>
          </a:xfrm>
          <a:custGeom>
            <a:avLst/>
            <a:gdLst/>
            <a:ahLst/>
            <a:cxnLst>
              <a:cxn ang="0">
                <a:pos x="0" y="496"/>
              </a:cxn>
              <a:cxn ang="0">
                <a:pos x="0" y="1278"/>
              </a:cxn>
              <a:cxn ang="0">
                <a:pos x="642" y="784"/>
              </a:cxn>
              <a:cxn ang="0">
                <a:pos x="644" y="0"/>
              </a:cxn>
              <a:cxn ang="0">
                <a:pos x="0" y="496"/>
              </a:cxn>
              <a:cxn ang="0">
                <a:pos x="0" y="496"/>
              </a:cxn>
            </a:cxnLst>
            <a:rect l="0" t="0" r="r" b="b"/>
            <a:pathLst>
              <a:path w="644" h="1278">
                <a:moveTo>
                  <a:pt x="0" y="496"/>
                </a:moveTo>
                <a:lnTo>
                  <a:pt x="0" y="1278"/>
                </a:lnTo>
                <a:lnTo>
                  <a:pt x="642" y="784"/>
                </a:lnTo>
                <a:lnTo>
                  <a:pt x="644" y="0"/>
                </a:lnTo>
                <a:lnTo>
                  <a:pt x="0" y="496"/>
                </a:lnTo>
                <a:lnTo>
                  <a:pt x="0" y="496"/>
                </a:lnTo>
                <a:close/>
              </a:path>
            </a:pathLst>
          </a:custGeom>
          <a:gradFill>
            <a:gsLst>
              <a:gs pos="0">
                <a:schemeClr val="accent3">
                  <a:lumMod val="60000"/>
                  <a:lumOff val="40000"/>
                  <a:alpha val="100000"/>
                </a:schemeClr>
              </a:gs>
              <a:gs pos="70000">
                <a:schemeClr val="accent3">
                  <a:lumMod val="80000"/>
                  <a:lumOff val="20000"/>
                  <a:alpha val="100000"/>
                </a:schemeClr>
              </a:gs>
            </a:gsLst>
            <a:lin ang="1890000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14" name="前左"/>
          <p:cNvSpPr/>
          <p:nvPr>
            <p:custDataLst>
              <p:tags r:id="rId43"/>
            </p:custDataLst>
          </p:nvPr>
        </p:nvSpPr>
        <p:spPr bwMode="auto">
          <a:xfrm>
            <a:off x="5447030" y="2451735"/>
            <a:ext cx="652780" cy="1125855"/>
          </a:xfrm>
          <a:custGeom>
            <a:avLst/>
            <a:gdLst/>
            <a:ahLst/>
            <a:cxnLst>
              <a:cxn ang="0">
                <a:pos x="645" y="1278"/>
              </a:cxn>
              <a:cxn ang="0">
                <a:pos x="645" y="499"/>
              </a:cxn>
              <a:cxn ang="0">
                <a:pos x="0" y="0"/>
              </a:cxn>
              <a:cxn ang="0">
                <a:pos x="3" y="780"/>
              </a:cxn>
              <a:cxn ang="0">
                <a:pos x="645" y="1278"/>
              </a:cxn>
              <a:cxn ang="0">
                <a:pos x="645" y="1278"/>
              </a:cxn>
            </a:cxnLst>
            <a:rect l="0" t="0" r="r" b="b"/>
            <a:pathLst>
              <a:path w="645" h="1278">
                <a:moveTo>
                  <a:pt x="645" y="1278"/>
                </a:moveTo>
                <a:lnTo>
                  <a:pt x="645" y="499"/>
                </a:lnTo>
                <a:lnTo>
                  <a:pt x="0" y="0"/>
                </a:lnTo>
                <a:lnTo>
                  <a:pt x="3" y="780"/>
                </a:lnTo>
                <a:lnTo>
                  <a:pt x="645" y="1278"/>
                </a:lnTo>
                <a:lnTo>
                  <a:pt x="645" y="1278"/>
                </a:lnTo>
                <a:close/>
              </a:path>
            </a:pathLst>
          </a:custGeom>
          <a:noFill/>
          <a:ln w="1270">
            <a:solidFill>
              <a:schemeClr val="accent3">
                <a:lumMod val="20000"/>
                <a:lumOff val="80000"/>
                <a:alpha val="4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15" name="前右"/>
          <p:cNvSpPr/>
          <p:nvPr>
            <p:custDataLst>
              <p:tags r:id="rId44"/>
            </p:custDataLst>
          </p:nvPr>
        </p:nvSpPr>
        <p:spPr bwMode="auto">
          <a:xfrm>
            <a:off x="6099810" y="2451735"/>
            <a:ext cx="655955" cy="1125855"/>
          </a:xfrm>
          <a:custGeom>
            <a:avLst/>
            <a:gdLst/>
            <a:ahLst/>
            <a:cxnLst>
              <a:cxn ang="0">
                <a:pos x="648" y="0"/>
              </a:cxn>
              <a:cxn ang="0">
                <a:pos x="648" y="780"/>
              </a:cxn>
              <a:cxn ang="0">
                <a:pos x="0" y="1278"/>
              </a:cxn>
              <a:cxn ang="0">
                <a:pos x="0" y="499"/>
              </a:cxn>
              <a:cxn ang="0">
                <a:pos x="648" y="0"/>
              </a:cxn>
              <a:cxn ang="0">
                <a:pos x="648" y="0"/>
              </a:cxn>
            </a:cxnLst>
            <a:rect l="0" t="0" r="r" b="b"/>
            <a:pathLst>
              <a:path w="648" h="1278">
                <a:moveTo>
                  <a:pt x="648" y="0"/>
                </a:moveTo>
                <a:lnTo>
                  <a:pt x="648" y="780"/>
                </a:lnTo>
                <a:lnTo>
                  <a:pt x="0" y="1278"/>
                </a:lnTo>
                <a:lnTo>
                  <a:pt x="0" y="499"/>
                </a:lnTo>
                <a:lnTo>
                  <a:pt x="648" y="0"/>
                </a:lnTo>
                <a:lnTo>
                  <a:pt x="648" y="0"/>
                </a:lnTo>
                <a:close/>
              </a:path>
            </a:pathLst>
          </a:custGeom>
          <a:noFill/>
          <a:ln w="1270">
            <a:solidFill>
              <a:schemeClr val="accent3">
                <a:lumMod val="20000"/>
                <a:lumOff val="80000"/>
                <a:alpha val="4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16" name="上"/>
          <p:cNvSpPr/>
          <p:nvPr>
            <p:custDataLst>
              <p:tags r:id="rId45"/>
            </p:custDataLst>
          </p:nvPr>
        </p:nvSpPr>
        <p:spPr bwMode="auto">
          <a:xfrm>
            <a:off x="5447030" y="2013585"/>
            <a:ext cx="1308735" cy="87820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1270">
            <a:solidFill>
              <a:schemeClr val="accent3">
                <a:lumMod val="20000"/>
                <a:lumOff val="80000"/>
                <a:alpha val="40000"/>
              </a:schemeClr>
            </a:solidFill>
            <a:round/>
          </a:ln>
        </p:spPr>
        <p:txBody>
          <a:bodyPr vert="horz" wrap="square" lIns="91440" tIns="45720" rIns="91440" bIns="45720" numCol="1" anchor="t" anchorCtr="0" compatLnSpc="1"/>
          <a:p>
            <a:endParaRPr lang="zh-CN" altLang="en-US">
              <a:solidFill>
                <a:schemeClr val="tx1"/>
              </a:solidFill>
            </a:endParaRPr>
          </a:p>
        </p:txBody>
      </p:sp>
      <p:sp>
        <p:nvSpPr>
          <p:cNvPr id="117" name="矩形 25"/>
          <p:cNvSpPr/>
          <p:nvPr>
            <p:custDataLst>
              <p:tags r:id="rId46"/>
            </p:custDataLst>
          </p:nvPr>
        </p:nvSpPr>
        <p:spPr>
          <a:xfrm>
            <a:off x="9647555" y="4283710"/>
            <a:ext cx="1940560" cy="426085"/>
          </a:xfrm>
          <a:prstGeom prst="rect">
            <a:avLst/>
          </a:prstGeom>
          <a:noFill/>
        </p:spPr>
        <p:txBody>
          <a:bodyPr wrap="square" lIns="0" tIns="0" rIns="0" bIns="0" rtlCol="0" anchor="b">
            <a:noAutofit/>
          </a:bodyPr>
          <a:p>
            <a:pPr algn="ctr">
              <a:spcBef>
                <a:spcPct val="0"/>
              </a:spcBef>
              <a:spcAft>
                <a:spcPct val="0"/>
              </a:spcAft>
            </a:pPr>
            <a:r>
              <a:rPr lang="zh-CN" altLang="en-US" sz="2400" b="1">
                <a:solidFill>
                  <a:schemeClr val="accent5"/>
                </a:solidFill>
                <a:latin typeface="微软雅黑" panose="020B0503020204020204" charset="-122"/>
                <a:ea typeface="微软雅黑" panose="020B0503020204020204" charset="-122"/>
                <a:cs typeface="+mn-ea"/>
              </a:rPr>
              <a:t>目的解释</a:t>
            </a:r>
            <a:endParaRPr lang="zh-CN" altLang="en-US" sz="2400" b="1">
              <a:solidFill>
                <a:schemeClr val="accent5"/>
              </a:solidFill>
              <a:latin typeface="微软雅黑" panose="020B0503020204020204" charset="-122"/>
              <a:ea typeface="微软雅黑" panose="020B0503020204020204" charset="-122"/>
              <a:cs typeface="+mn-ea"/>
            </a:endParaRPr>
          </a:p>
        </p:txBody>
      </p:sp>
      <p:sp>
        <p:nvSpPr>
          <p:cNvPr id="118" name="矩形 32"/>
          <p:cNvSpPr/>
          <p:nvPr>
            <p:custDataLst>
              <p:tags r:id="rId47"/>
            </p:custDataLst>
          </p:nvPr>
        </p:nvSpPr>
        <p:spPr>
          <a:xfrm>
            <a:off x="9647555" y="4787900"/>
            <a:ext cx="1940560" cy="1790700"/>
          </a:xfrm>
          <a:prstGeom prst="rect">
            <a:avLst/>
          </a:prstGeom>
          <a:noFill/>
        </p:spPr>
        <p:txBody>
          <a:bodyPr wrap="square" lIns="0" tIns="0" rIns="0" bIns="0" rtlCol="0" anchor="t" anchorCtr="0">
            <a:noAutofit/>
          </a:bodyPr>
          <a:p>
            <a:pPr indent="0" algn="ctr" fontAlgn="auto">
              <a:lnSpc>
                <a:spcPct val="140000"/>
              </a:lnSpc>
              <a:spcBef>
                <a:spcPct val="0"/>
              </a:spcBef>
              <a:spcAft>
                <a:spcPct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mn-ea"/>
              </a:rPr>
              <a:t>以宪法整体目的阐明条文含义</a:t>
            </a:r>
            <a:endParaRPr lang="zh-CN" altLang="en-US" sz="2000">
              <a:solidFill>
                <a:schemeClr val="tx1">
                  <a:lumMod val="65000"/>
                  <a:lumOff val="35000"/>
                </a:schemeClr>
              </a:solidFill>
              <a:latin typeface="微软雅黑" panose="020B0503020204020204" charset="-122"/>
              <a:ea typeface="微软雅黑" panose="020B0503020204020204" charset="-122"/>
              <a:cs typeface="+mn-ea"/>
            </a:endParaRPr>
          </a:p>
        </p:txBody>
      </p:sp>
      <p:sp>
        <p:nvSpPr>
          <p:cNvPr id="119" name="大线"/>
          <p:cNvSpPr/>
          <p:nvPr>
            <p:custDataLst>
              <p:tags r:id="rId48"/>
            </p:custDataLst>
          </p:nvPr>
        </p:nvSpPr>
        <p:spPr bwMode="auto">
          <a:xfrm>
            <a:off x="10149840" y="3163570"/>
            <a:ext cx="939165" cy="62992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5">
                <a:lumMod val="75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20" name="小线"/>
          <p:cNvSpPr/>
          <p:nvPr>
            <p:custDataLst>
              <p:tags r:id="rId49"/>
            </p:custDataLst>
          </p:nvPr>
        </p:nvSpPr>
        <p:spPr bwMode="auto">
          <a:xfrm>
            <a:off x="9732645" y="2875915"/>
            <a:ext cx="1771015" cy="1188720"/>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5">
                <a:lumMod val="40000"/>
                <a:lumOff val="6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21" name="下"/>
          <p:cNvSpPr/>
          <p:nvPr>
            <p:custDataLst>
              <p:tags r:id="rId50"/>
            </p:custDataLst>
          </p:nvPr>
        </p:nvSpPr>
        <p:spPr bwMode="auto">
          <a:xfrm>
            <a:off x="9968230" y="2736215"/>
            <a:ext cx="1302385" cy="873125"/>
          </a:xfrm>
          <a:custGeom>
            <a:avLst/>
            <a:gdLst/>
            <a:ahLst/>
            <a:cxnLst>
              <a:cxn ang="0">
                <a:pos x="645" y="997"/>
              </a:cxn>
              <a:cxn ang="0">
                <a:pos x="1293" y="498"/>
              </a:cxn>
              <a:cxn ang="0">
                <a:pos x="645" y="0"/>
              </a:cxn>
              <a:cxn ang="0">
                <a:pos x="0" y="498"/>
              </a:cxn>
              <a:cxn ang="0">
                <a:pos x="645" y="997"/>
              </a:cxn>
              <a:cxn ang="0">
                <a:pos x="645" y="997"/>
              </a:cxn>
            </a:cxnLst>
            <a:rect l="0" t="0" r="r" b="b"/>
            <a:pathLst>
              <a:path w="3235" h="2166">
                <a:moveTo>
                  <a:pt x="1613" y="0"/>
                </a:moveTo>
                <a:lnTo>
                  <a:pt x="3141" y="1021"/>
                </a:lnTo>
                <a:lnTo>
                  <a:pt x="3235" y="1021"/>
                </a:lnTo>
                <a:lnTo>
                  <a:pt x="3235" y="1080"/>
                </a:lnTo>
                <a:lnTo>
                  <a:pt x="3229" y="1080"/>
                </a:lnTo>
                <a:lnTo>
                  <a:pt x="3233" y="1082"/>
                </a:lnTo>
                <a:lnTo>
                  <a:pt x="1613" y="2166"/>
                </a:lnTo>
                <a:lnTo>
                  <a:pt x="0" y="1082"/>
                </a:lnTo>
                <a:lnTo>
                  <a:pt x="6" y="1078"/>
                </a:lnTo>
                <a:lnTo>
                  <a:pt x="6" y="1021"/>
                </a:lnTo>
                <a:lnTo>
                  <a:pt x="92" y="1021"/>
                </a:lnTo>
                <a:lnTo>
                  <a:pt x="1613" y="0"/>
                </a:lnTo>
                <a:close/>
              </a:path>
            </a:pathLst>
          </a:custGeom>
          <a:solidFill>
            <a:schemeClr val="accent5">
              <a:lumMod val="75000"/>
            </a:schemeClr>
          </a:solidFill>
          <a:ln w="9525">
            <a:noFill/>
            <a:round/>
          </a:ln>
          <a:effectLst>
            <a:outerShdw blurRad="317500" dist="127000" dir="5400000" algn="t" rotWithShape="0">
              <a:schemeClr val="accent5">
                <a:alpha val="38000"/>
              </a:schemeClr>
            </a:outerShdw>
          </a:effectLst>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22" name="下"/>
          <p:cNvSpPr/>
          <p:nvPr>
            <p:custDataLst>
              <p:tags r:id="rId51"/>
            </p:custDataLst>
          </p:nvPr>
        </p:nvSpPr>
        <p:spPr bwMode="auto">
          <a:xfrm>
            <a:off x="9968230" y="2712085"/>
            <a:ext cx="1302385" cy="87312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gradFill>
            <a:gsLst>
              <a:gs pos="0">
                <a:schemeClr val="accent5">
                  <a:lumMod val="90000"/>
                  <a:lumOff val="10000"/>
                  <a:alpha val="100000"/>
                </a:schemeClr>
              </a:gs>
              <a:gs pos="70000">
                <a:schemeClr val="accent5">
                  <a:alpha val="100000"/>
                </a:schemeClr>
              </a:gs>
            </a:gsLst>
            <a:lin ang="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23" name="右"/>
          <p:cNvSpPr/>
          <p:nvPr>
            <p:custDataLst>
              <p:tags r:id="rId52"/>
            </p:custDataLst>
          </p:nvPr>
        </p:nvSpPr>
        <p:spPr bwMode="auto">
          <a:xfrm>
            <a:off x="10618470" y="2028825"/>
            <a:ext cx="652780" cy="1119505"/>
          </a:xfrm>
          <a:custGeom>
            <a:avLst/>
            <a:gdLst/>
            <a:ahLst/>
            <a:cxnLst>
              <a:cxn ang="0">
                <a:pos x="648" y="498"/>
              </a:cxn>
              <a:cxn ang="0">
                <a:pos x="648" y="1278"/>
              </a:cxn>
              <a:cxn ang="0">
                <a:pos x="3" y="784"/>
              </a:cxn>
              <a:cxn ang="0">
                <a:pos x="0" y="0"/>
              </a:cxn>
              <a:cxn ang="0">
                <a:pos x="648" y="498"/>
              </a:cxn>
              <a:cxn ang="0">
                <a:pos x="648" y="498"/>
              </a:cxn>
            </a:cxnLst>
            <a:rect l="0" t="0" r="r" b="b"/>
            <a:pathLst>
              <a:path w="648" h="1278">
                <a:moveTo>
                  <a:pt x="648" y="498"/>
                </a:moveTo>
                <a:lnTo>
                  <a:pt x="648" y="1278"/>
                </a:lnTo>
                <a:lnTo>
                  <a:pt x="3" y="784"/>
                </a:lnTo>
                <a:lnTo>
                  <a:pt x="0" y="0"/>
                </a:lnTo>
                <a:lnTo>
                  <a:pt x="648" y="498"/>
                </a:lnTo>
                <a:lnTo>
                  <a:pt x="648" y="498"/>
                </a:lnTo>
                <a:close/>
              </a:path>
            </a:pathLst>
          </a:custGeom>
          <a:gradFill>
            <a:gsLst>
              <a:gs pos="0">
                <a:schemeClr val="accent5">
                  <a:lumMod val="60000"/>
                  <a:lumOff val="40000"/>
                  <a:alpha val="100000"/>
                </a:schemeClr>
              </a:gs>
              <a:gs pos="70000">
                <a:schemeClr val="accent5">
                  <a:lumMod val="80000"/>
                  <a:lumOff val="20000"/>
                  <a:alpha val="100000"/>
                </a:schemeClr>
              </a:gs>
            </a:gsLst>
            <a:lin ang="1350000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24" name="左"/>
          <p:cNvSpPr/>
          <p:nvPr>
            <p:custDataLst>
              <p:tags r:id="rId53"/>
            </p:custDataLst>
          </p:nvPr>
        </p:nvSpPr>
        <p:spPr bwMode="auto">
          <a:xfrm>
            <a:off x="9970770" y="2030095"/>
            <a:ext cx="647700" cy="1119505"/>
          </a:xfrm>
          <a:custGeom>
            <a:avLst/>
            <a:gdLst/>
            <a:ahLst/>
            <a:cxnLst>
              <a:cxn ang="0">
                <a:pos x="0" y="496"/>
              </a:cxn>
              <a:cxn ang="0">
                <a:pos x="0" y="1278"/>
              </a:cxn>
              <a:cxn ang="0">
                <a:pos x="642" y="784"/>
              </a:cxn>
              <a:cxn ang="0">
                <a:pos x="644" y="0"/>
              </a:cxn>
              <a:cxn ang="0">
                <a:pos x="0" y="496"/>
              </a:cxn>
              <a:cxn ang="0">
                <a:pos x="0" y="496"/>
              </a:cxn>
            </a:cxnLst>
            <a:rect l="0" t="0" r="r" b="b"/>
            <a:pathLst>
              <a:path w="644" h="1278">
                <a:moveTo>
                  <a:pt x="0" y="496"/>
                </a:moveTo>
                <a:lnTo>
                  <a:pt x="0" y="1278"/>
                </a:lnTo>
                <a:lnTo>
                  <a:pt x="642" y="784"/>
                </a:lnTo>
                <a:lnTo>
                  <a:pt x="644" y="0"/>
                </a:lnTo>
                <a:lnTo>
                  <a:pt x="0" y="496"/>
                </a:lnTo>
                <a:lnTo>
                  <a:pt x="0" y="496"/>
                </a:lnTo>
                <a:close/>
              </a:path>
            </a:pathLst>
          </a:custGeom>
          <a:gradFill>
            <a:gsLst>
              <a:gs pos="0">
                <a:schemeClr val="accent5">
                  <a:lumMod val="60000"/>
                  <a:lumOff val="40000"/>
                  <a:alpha val="100000"/>
                </a:schemeClr>
              </a:gs>
              <a:gs pos="70000">
                <a:schemeClr val="accent5">
                  <a:lumMod val="80000"/>
                  <a:lumOff val="20000"/>
                  <a:alpha val="100000"/>
                </a:schemeClr>
              </a:gs>
            </a:gsLst>
            <a:lin ang="18900000" scaled="0"/>
          </a:gradFill>
          <a:ln w="9525">
            <a:no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25" name="前左"/>
          <p:cNvSpPr/>
          <p:nvPr>
            <p:custDataLst>
              <p:tags r:id="rId54"/>
            </p:custDataLst>
          </p:nvPr>
        </p:nvSpPr>
        <p:spPr bwMode="auto">
          <a:xfrm>
            <a:off x="9970770" y="2451735"/>
            <a:ext cx="652780" cy="1125855"/>
          </a:xfrm>
          <a:custGeom>
            <a:avLst/>
            <a:gdLst/>
            <a:ahLst/>
            <a:cxnLst>
              <a:cxn ang="0">
                <a:pos x="645" y="1278"/>
              </a:cxn>
              <a:cxn ang="0">
                <a:pos x="645" y="499"/>
              </a:cxn>
              <a:cxn ang="0">
                <a:pos x="0" y="0"/>
              </a:cxn>
              <a:cxn ang="0">
                <a:pos x="3" y="780"/>
              </a:cxn>
              <a:cxn ang="0">
                <a:pos x="645" y="1278"/>
              </a:cxn>
              <a:cxn ang="0">
                <a:pos x="645" y="1278"/>
              </a:cxn>
            </a:cxnLst>
            <a:rect l="0" t="0" r="r" b="b"/>
            <a:pathLst>
              <a:path w="645" h="1278">
                <a:moveTo>
                  <a:pt x="645" y="1278"/>
                </a:moveTo>
                <a:lnTo>
                  <a:pt x="645" y="499"/>
                </a:lnTo>
                <a:lnTo>
                  <a:pt x="0" y="0"/>
                </a:lnTo>
                <a:lnTo>
                  <a:pt x="3" y="780"/>
                </a:lnTo>
                <a:lnTo>
                  <a:pt x="645" y="1278"/>
                </a:lnTo>
                <a:lnTo>
                  <a:pt x="645" y="1278"/>
                </a:lnTo>
                <a:close/>
              </a:path>
            </a:pathLst>
          </a:custGeom>
          <a:noFill/>
          <a:ln w="1270">
            <a:solidFill>
              <a:schemeClr val="accent5">
                <a:lumMod val="20000"/>
                <a:lumOff val="80000"/>
                <a:alpha val="4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26" name="前右"/>
          <p:cNvSpPr/>
          <p:nvPr>
            <p:custDataLst>
              <p:tags r:id="rId55"/>
            </p:custDataLst>
          </p:nvPr>
        </p:nvSpPr>
        <p:spPr bwMode="auto">
          <a:xfrm>
            <a:off x="10623550" y="2451735"/>
            <a:ext cx="656590" cy="1125855"/>
          </a:xfrm>
          <a:custGeom>
            <a:avLst/>
            <a:gdLst/>
            <a:ahLst/>
            <a:cxnLst>
              <a:cxn ang="0">
                <a:pos x="648" y="0"/>
              </a:cxn>
              <a:cxn ang="0">
                <a:pos x="648" y="780"/>
              </a:cxn>
              <a:cxn ang="0">
                <a:pos x="0" y="1278"/>
              </a:cxn>
              <a:cxn ang="0">
                <a:pos x="0" y="499"/>
              </a:cxn>
              <a:cxn ang="0">
                <a:pos x="648" y="0"/>
              </a:cxn>
              <a:cxn ang="0">
                <a:pos x="648" y="0"/>
              </a:cxn>
            </a:cxnLst>
            <a:rect l="0" t="0" r="r" b="b"/>
            <a:pathLst>
              <a:path w="648" h="1278">
                <a:moveTo>
                  <a:pt x="648" y="0"/>
                </a:moveTo>
                <a:lnTo>
                  <a:pt x="648" y="780"/>
                </a:lnTo>
                <a:lnTo>
                  <a:pt x="0" y="1278"/>
                </a:lnTo>
                <a:lnTo>
                  <a:pt x="0" y="499"/>
                </a:lnTo>
                <a:lnTo>
                  <a:pt x="648" y="0"/>
                </a:lnTo>
                <a:lnTo>
                  <a:pt x="648" y="0"/>
                </a:lnTo>
                <a:close/>
              </a:path>
            </a:pathLst>
          </a:custGeom>
          <a:noFill/>
          <a:ln w="1270">
            <a:solidFill>
              <a:schemeClr val="accent5">
                <a:lumMod val="20000"/>
                <a:lumOff val="80000"/>
                <a:alpha val="40000"/>
              </a:schemeClr>
            </a:solidFill>
            <a:round/>
          </a:ln>
        </p:spPr>
        <p:txBody>
          <a:bodyPr vert="horz" wrap="square" lIns="91440" tIns="45720" rIns="91440" bIns="45720" numCol="1" anchor="t" anchorCtr="0" compatLnSpc="1">
            <a:noAutofit/>
          </a:bodyPr>
          <a:p>
            <a:pPr lvl="0" algn="l">
              <a:buClrTx/>
              <a:buSzTx/>
              <a:buFontTx/>
            </a:pPr>
            <a:endParaRPr lang="zh-CN" altLang="en-US">
              <a:solidFill>
                <a:schemeClr val="tx1"/>
              </a:solidFill>
              <a:sym typeface="+mn-ea"/>
            </a:endParaRPr>
          </a:p>
        </p:txBody>
      </p:sp>
      <p:sp>
        <p:nvSpPr>
          <p:cNvPr id="127" name="上"/>
          <p:cNvSpPr/>
          <p:nvPr>
            <p:custDataLst>
              <p:tags r:id="rId56"/>
            </p:custDataLst>
          </p:nvPr>
        </p:nvSpPr>
        <p:spPr bwMode="auto">
          <a:xfrm>
            <a:off x="9970770" y="2013585"/>
            <a:ext cx="1309370" cy="87820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1270">
            <a:solidFill>
              <a:schemeClr val="accent5">
                <a:lumMod val="20000"/>
                <a:lumOff val="80000"/>
                <a:alpha val="40000"/>
              </a:schemeClr>
            </a:solidFill>
            <a:round/>
          </a:ln>
        </p:spPr>
        <p:txBody>
          <a:bodyPr vert="horz" wrap="square" lIns="91440" tIns="45720" rIns="91440" bIns="45720" numCol="1" anchor="t" anchorCtr="0" compatLnSpc="1"/>
          <a:p>
            <a:endParaRPr lang="zh-CN" altLang="en-US">
              <a:solidFill>
                <a:schemeClr val="tx1"/>
              </a:solidFill>
            </a:endParaRPr>
          </a:p>
        </p:txBody>
      </p:sp>
      <p:pic>
        <p:nvPicPr>
          <p:cNvPr id="128" name="图片 18" descr="343435383036303b343532343136323bcfeec4bfc9fac3fcd6dcc6da"/>
          <p:cNvPicPr>
            <a:picLocks noChangeAspect="1"/>
          </p:cNvPicPr>
          <p:nvPr>
            <p:custDataLst>
              <p:tags r:id="rId57"/>
            </p:custDataLst>
          </p:nvPr>
        </p:nvPicPr>
        <p:blipFill>
          <a:blip r:embed="rId58">
            <a:extLst>
              <a:ext uri="{96DAC541-7B7A-43D3-8B79-37D633B846F1}">
                <asvg:svgBlip xmlns:asvg="http://schemas.microsoft.com/office/drawing/2016/SVG/main" r:embed="rId59"/>
              </a:ext>
            </a:extLst>
          </a:blip>
          <a:stretch>
            <a:fillRect/>
          </a:stretch>
        </p:blipFill>
        <p:spPr>
          <a:xfrm>
            <a:off x="1282700" y="2480945"/>
            <a:ext cx="614045" cy="614045"/>
          </a:xfrm>
          <a:prstGeom prst="rect">
            <a:avLst/>
          </a:prstGeom>
        </p:spPr>
      </p:pic>
      <p:pic>
        <p:nvPicPr>
          <p:cNvPr id="129" name="图片 12" descr="343439383331313b343532303032383bbfcdbba7b9dcc0ed"/>
          <p:cNvPicPr>
            <a:picLocks noChangeAspect="1"/>
          </p:cNvPicPr>
          <p:nvPr>
            <p:custDataLst>
              <p:tags r:id="rId60"/>
            </p:custDataLst>
          </p:nvPr>
        </p:nvPicPr>
        <p:blipFill>
          <a:blip r:embed="rId61">
            <a:extLst>
              <a:ext uri="{96DAC541-7B7A-43D3-8B79-37D633B846F1}">
                <asvg:svgBlip xmlns:asvg="http://schemas.microsoft.com/office/drawing/2016/SVG/main" r:embed="rId62"/>
              </a:ext>
            </a:extLst>
          </a:blip>
          <a:stretch>
            <a:fillRect/>
          </a:stretch>
        </p:blipFill>
        <p:spPr>
          <a:xfrm>
            <a:off x="3540760" y="2469515"/>
            <a:ext cx="614045" cy="614045"/>
          </a:xfrm>
          <a:prstGeom prst="rect">
            <a:avLst/>
          </a:prstGeom>
        </p:spPr>
      </p:pic>
      <p:pic>
        <p:nvPicPr>
          <p:cNvPr id="130" name="图片 19" descr="343435383036303b343532343136343bcfeec4bfb7b6cea7"/>
          <p:cNvPicPr>
            <a:picLocks noChangeAspect="1"/>
          </p:cNvPicPr>
          <p:nvPr>
            <p:custDataLst>
              <p:tags r:id="rId63"/>
            </p:custDataLst>
          </p:nvPr>
        </p:nvPicPr>
        <p:blipFill>
          <a:blip r:embed="rId64">
            <a:extLst>
              <a:ext uri="{96DAC541-7B7A-43D3-8B79-37D633B846F1}">
                <asvg:svgBlip xmlns:asvg="http://schemas.microsoft.com/office/drawing/2016/SVG/main" r:embed="rId65"/>
              </a:ext>
            </a:extLst>
          </a:blip>
          <a:stretch>
            <a:fillRect/>
          </a:stretch>
        </p:blipFill>
        <p:spPr>
          <a:xfrm>
            <a:off x="5806440" y="2522220"/>
            <a:ext cx="614045" cy="614045"/>
          </a:xfrm>
          <a:prstGeom prst="rect">
            <a:avLst/>
          </a:prstGeom>
        </p:spPr>
      </p:pic>
      <p:pic>
        <p:nvPicPr>
          <p:cNvPr id="131" name="图片 11" descr="343435383038363b343532323339353bb6d4bbb0b9b5cda8"/>
          <p:cNvPicPr>
            <a:picLocks noChangeAspect="1"/>
          </p:cNvPicPr>
          <p:nvPr>
            <p:custDataLst>
              <p:tags r:id="rId66"/>
            </p:custDataLst>
          </p:nvPr>
        </p:nvPicPr>
        <p:blipFill>
          <a:blip r:embed="rId67">
            <a:extLst>
              <a:ext uri="{96DAC541-7B7A-43D3-8B79-37D633B846F1}">
                <asvg:svgBlip xmlns:asvg="http://schemas.microsoft.com/office/drawing/2016/SVG/main" r:embed="rId68"/>
              </a:ext>
            </a:extLst>
          </a:blip>
          <a:stretch>
            <a:fillRect/>
          </a:stretch>
        </p:blipFill>
        <p:spPr>
          <a:xfrm>
            <a:off x="8100060" y="2534285"/>
            <a:ext cx="614045" cy="614045"/>
          </a:xfrm>
          <a:prstGeom prst="rect">
            <a:avLst/>
          </a:prstGeom>
        </p:spPr>
      </p:pic>
      <p:pic>
        <p:nvPicPr>
          <p:cNvPr id="132" name="图片 8" descr="343439383331313b343532303032343bb7a2b2bcb9dcc0ed"/>
          <p:cNvPicPr>
            <a:picLocks noChangeAspect="1"/>
          </p:cNvPicPr>
          <p:nvPr>
            <p:custDataLst>
              <p:tags r:id="rId69"/>
            </p:custDataLst>
          </p:nvPr>
        </p:nvPicPr>
        <p:blipFill>
          <a:blip r:embed="rId70">
            <a:extLst>
              <a:ext uri="{96DAC541-7B7A-43D3-8B79-37D633B846F1}">
                <asvg:svgBlip xmlns:asvg="http://schemas.microsoft.com/office/drawing/2016/SVG/main" r:embed="rId71"/>
              </a:ext>
            </a:extLst>
          </a:blip>
          <a:stretch>
            <a:fillRect/>
          </a:stretch>
        </p:blipFill>
        <p:spPr>
          <a:xfrm>
            <a:off x="10323830" y="2487930"/>
            <a:ext cx="614045" cy="614045"/>
          </a:xfrm>
          <a:prstGeom prst="rect">
            <a:avLst/>
          </a:prstGeom>
        </p:spPr>
      </p:pic>
    </p:spTree>
    <p:custDataLst>
      <p:tags r:id="rId72"/>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任意多边形: 形状 8"/>
          <p:cNvSpPr/>
          <p:nvPr>
            <p:custDataLst>
              <p:tags r:id="rId1"/>
            </p:custDataLst>
          </p:nvPr>
        </p:nvSpPr>
        <p:spPr>
          <a:xfrm>
            <a:off x="1967352" y="1815018"/>
            <a:ext cx="3597489" cy="1822538"/>
          </a:xfrm>
          <a:custGeom>
            <a:avLst/>
            <a:gdLst>
              <a:gd name="connsiteX0" fmla="*/ 2381250 w 3600450"/>
              <a:gd name="connsiteY0" fmla="*/ 0 h 1752600"/>
              <a:gd name="connsiteX1" fmla="*/ 3600450 w 3600450"/>
              <a:gd name="connsiteY1" fmla="*/ 1752600 h 1752600"/>
              <a:gd name="connsiteX2" fmla="*/ 0 w 3600450"/>
              <a:gd name="connsiteY2" fmla="*/ 1752600 h 1752600"/>
              <a:gd name="connsiteX3" fmla="*/ 2381250 w 3600450"/>
              <a:gd name="connsiteY3" fmla="*/ 0 h 1752600"/>
              <a:gd name="connsiteX0-1" fmla="*/ 2371725 w 3600450"/>
              <a:gd name="connsiteY0-2" fmla="*/ 0 h 1824038"/>
              <a:gd name="connsiteX1-3" fmla="*/ 3600450 w 3600450"/>
              <a:gd name="connsiteY1-4" fmla="*/ 1824038 h 1824038"/>
              <a:gd name="connsiteX2-5" fmla="*/ 0 w 3600450"/>
              <a:gd name="connsiteY2-6" fmla="*/ 1824038 h 1824038"/>
              <a:gd name="connsiteX3-7" fmla="*/ 2371725 w 3600450"/>
              <a:gd name="connsiteY3-8" fmla="*/ 0 h 1824038"/>
            </a:gdLst>
            <a:ahLst/>
            <a:cxnLst>
              <a:cxn ang="0">
                <a:pos x="connsiteX0-1" y="connsiteY0-2"/>
              </a:cxn>
              <a:cxn ang="0">
                <a:pos x="connsiteX1-3" y="connsiteY1-4"/>
              </a:cxn>
              <a:cxn ang="0">
                <a:pos x="connsiteX2-5" y="connsiteY2-6"/>
              </a:cxn>
              <a:cxn ang="0">
                <a:pos x="connsiteX3-7" y="connsiteY3-8"/>
              </a:cxn>
            </a:cxnLst>
            <a:rect l="l" t="t" r="r" b="b"/>
            <a:pathLst>
              <a:path w="3600450" h="1824038">
                <a:moveTo>
                  <a:pt x="2371725" y="0"/>
                </a:moveTo>
                <a:lnTo>
                  <a:pt x="3600450" y="1824038"/>
                </a:lnTo>
                <a:lnTo>
                  <a:pt x="0" y="1824038"/>
                </a:lnTo>
                <a:lnTo>
                  <a:pt x="2371725" y="0"/>
                </a:lnTo>
                <a:close/>
              </a:path>
            </a:pathLst>
          </a:custGeom>
          <a:gradFill>
            <a:gsLst>
              <a:gs pos="59000">
                <a:schemeClr val="accent1">
                  <a:lumMod val="60000"/>
                  <a:lumOff val="40000"/>
                  <a:alpha val="0"/>
                </a:schemeClr>
              </a:gs>
              <a:gs pos="3000">
                <a:schemeClr val="accent1">
                  <a:lumMod val="60000"/>
                  <a:lumOff val="40000"/>
                  <a:alpha val="40000"/>
                </a:schemeClr>
              </a:gs>
            </a:gsLst>
            <a:lin ang="13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74" name="任意多边形: 形状 9"/>
          <p:cNvSpPr/>
          <p:nvPr>
            <p:custDataLst>
              <p:tags r:id="rId2"/>
            </p:custDataLst>
          </p:nvPr>
        </p:nvSpPr>
        <p:spPr>
          <a:xfrm flipH="1">
            <a:off x="6581274" y="1815018"/>
            <a:ext cx="3597489" cy="1822538"/>
          </a:xfrm>
          <a:custGeom>
            <a:avLst/>
            <a:gdLst>
              <a:gd name="connsiteX0" fmla="*/ 2381250 w 3600450"/>
              <a:gd name="connsiteY0" fmla="*/ 0 h 1752600"/>
              <a:gd name="connsiteX1" fmla="*/ 3600450 w 3600450"/>
              <a:gd name="connsiteY1" fmla="*/ 1752600 h 1752600"/>
              <a:gd name="connsiteX2" fmla="*/ 0 w 3600450"/>
              <a:gd name="connsiteY2" fmla="*/ 1752600 h 1752600"/>
              <a:gd name="connsiteX3" fmla="*/ 2381250 w 3600450"/>
              <a:gd name="connsiteY3" fmla="*/ 0 h 1752600"/>
              <a:gd name="connsiteX0-1" fmla="*/ 2371725 w 3600450"/>
              <a:gd name="connsiteY0-2" fmla="*/ 0 h 1824038"/>
              <a:gd name="connsiteX1-3" fmla="*/ 3600450 w 3600450"/>
              <a:gd name="connsiteY1-4" fmla="*/ 1824038 h 1824038"/>
              <a:gd name="connsiteX2-5" fmla="*/ 0 w 3600450"/>
              <a:gd name="connsiteY2-6" fmla="*/ 1824038 h 1824038"/>
              <a:gd name="connsiteX3-7" fmla="*/ 2371725 w 3600450"/>
              <a:gd name="connsiteY3-8" fmla="*/ 0 h 1824038"/>
            </a:gdLst>
            <a:ahLst/>
            <a:cxnLst>
              <a:cxn ang="0">
                <a:pos x="connsiteX0-1" y="connsiteY0-2"/>
              </a:cxn>
              <a:cxn ang="0">
                <a:pos x="connsiteX1-3" y="connsiteY1-4"/>
              </a:cxn>
              <a:cxn ang="0">
                <a:pos x="connsiteX2-5" y="connsiteY2-6"/>
              </a:cxn>
              <a:cxn ang="0">
                <a:pos x="connsiteX3-7" y="connsiteY3-8"/>
              </a:cxn>
            </a:cxnLst>
            <a:rect l="l" t="t" r="r" b="b"/>
            <a:pathLst>
              <a:path w="3600450" h="1824038">
                <a:moveTo>
                  <a:pt x="2371725" y="0"/>
                </a:moveTo>
                <a:lnTo>
                  <a:pt x="3600450" y="1824038"/>
                </a:lnTo>
                <a:lnTo>
                  <a:pt x="0" y="1824038"/>
                </a:lnTo>
                <a:lnTo>
                  <a:pt x="2371725" y="0"/>
                </a:lnTo>
                <a:close/>
              </a:path>
            </a:pathLst>
          </a:custGeom>
          <a:gradFill>
            <a:gsLst>
              <a:gs pos="59000">
                <a:schemeClr val="accent2">
                  <a:lumMod val="60000"/>
                  <a:lumOff val="40000"/>
                  <a:alpha val="0"/>
                </a:schemeClr>
              </a:gs>
              <a:gs pos="3000">
                <a:schemeClr val="accent2">
                  <a:lumMod val="60000"/>
                  <a:lumOff val="40000"/>
                  <a:alpha val="40000"/>
                </a:schemeClr>
              </a:gs>
            </a:gsLst>
            <a:lin ang="13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75" name="任意多边形: 形状 17"/>
          <p:cNvSpPr/>
          <p:nvPr>
            <p:custDataLst>
              <p:tags r:id="rId3"/>
            </p:custDataLst>
          </p:nvPr>
        </p:nvSpPr>
        <p:spPr>
          <a:xfrm flipV="1">
            <a:off x="1967352" y="4369425"/>
            <a:ext cx="3597489" cy="1822538"/>
          </a:xfrm>
          <a:custGeom>
            <a:avLst/>
            <a:gdLst>
              <a:gd name="connsiteX0" fmla="*/ 2381250 w 3600450"/>
              <a:gd name="connsiteY0" fmla="*/ 0 h 1752600"/>
              <a:gd name="connsiteX1" fmla="*/ 3600450 w 3600450"/>
              <a:gd name="connsiteY1" fmla="*/ 1752600 h 1752600"/>
              <a:gd name="connsiteX2" fmla="*/ 0 w 3600450"/>
              <a:gd name="connsiteY2" fmla="*/ 1752600 h 1752600"/>
              <a:gd name="connsiteX3" fmla="*/ 2381250 w 3600450"/>
              <a:gd name="connsiteY3" fmla="*/ 0 h 1752600"/>
              <a:gd name="connsiteX0-1" fmla="*/ 2371725 w 3600450"/>
              <a:gd name="connsiteY0-2" fmla="*/ 0 h 1824038"/>
              <a:gd name="connsiteX1-3" fmla="*/ 3600450 w 3600450"/>
              <a:gd name="connsiteY1-4" fmla="*/ 1824038 h 1824038"/>
              <a:gd name="connsiteX2-5" fmla="*/ 0 w 3600450"/>
              <a:gd name="connsiteY2-6" fmla="*/ 1824038 h 1824038"/>
              <a:gd name="connsiteX3-7" fmla="*/ 2371725 w 3600450"/>
              <a:gd name="connsiteY3-8" fmla="*/ 0 h 1824038"/>
            </a:gdLst>
            <a:ahLst/>
            <a:cxnLst>
              <a:cxn ang="0">
                <a:pos x="connsiteX0-1" y="connsiteY0-2"/>
              </a:cxn>
              <a:cxn ang="0">
                <a:pos x="connsiteX1-3" y="connsiteY1-4"/>
              </a:cxn>
              <a:cxn ang="0">
                <a:pos x="connsiteX2-5" y="connsiteY2-6"/>
              </a:cxn>
              <a:cxn ang="0">
                <a:pos x="connsiteX3-7" y="connsiteY3-8"/>
              </a:cxn>
            </a:cxnLst>
            <a:rect l="l" t="t" r="r" b="b"/>
            <a:pathLst>
              <a:path w="3600450" h="1824038">
                <a:moveTo>
                  <a:pt x="2371725" y="0"/>
                </a:moveTo>
                <a:lnTo>
                  <a:pt x="3600450" y="1824038"/>
                </a:lnTo>
                <a:lnTo>
                  <a:pt x="0" y="1824038"/>
                </a:lnTo>
                <a:lnTo>
                  <a:pt x="2371725" y="0"/>
                </a:lnTo>
                <a:close/>
              </a:path>
            </a:pathLst>
          </a:custGeom>
          <a:gradFill>
            <a:gsLst>
              <a:gs pos="59000">
                <a:schemeClr val="accent1">
                  <a:lumMod val="60000"/>
                  <a:lumOff val="40000"/>
                  <a:alpha val="0"/>
                </a:schemeClr>
              </a:gs>
              <a:gs pos="3000">
                <a:schemeClr val="accent1">
                  <a:lumMod val="60000"/>
                  <a:lumOff val="40000"/>
                  <a:alpha val="40000"/>
                </a:schemeClr>
              </a:gs>
            </a:gsLst>
            <a:lin ang="13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76" name="任意多边形: 形状 18"/>
          <p:cNvSpPr/>
          <p:nvPr>
            <p:custDataLst>
              <p:tags r:id="rId4"/>
            </p:custDataLst>
          </p:nvPr>
        </p:nvSpPr>
        <p:spPr>
          <a:xfrm flipH="1" flipV="1">
            <a:off x="6581274" y="4369425"/>
            <a:ext cx="3597489" cy="1822538"/>
          </a:xfrm>
          <a:custGeom>
            <a:avLst/>
            <a:gdLst>
              <a:gd name="connsiteX0" fmla="*/ 2381250 w 3600450"/>
              <a:gd name="connsiteY0" fmla="*/ 0 h 1752600"/>
              <a:gd name="connsiteX1" fmla="*/ 3600450 w 3600450"/>
              <a:gd name="connsiteY1" fmla="*/ 1752600 h 1752600"/>
              <a:gd name="connsiteX2" fmla="*/ 0 w 3600450"/>
              <a:gd name="connsiteY2" fmla="*/ 1752600 h 1752600"/>
              <a:gd name="connsiteX3" fmla="*/ 2381250 w 3600450"/>
              <a:gd name="connsiteY3" fmla="*/ 0 h 1752600"/>
              <a:gd name="connsiteX0-1" fmla="*/ 2371725 w 3600450"/>
              <a:gd name="connsiteY0-2" fmla="*/ 0 h 1824038"/>
              <a:gd name="connsiteX1-3" fmla="*/ 3600450 w 3600450"/>
              <a:gd name="connsiteY1-4" fmla="*/ 1824038 h 1824038"/>
              <a:gd name="connsiteX2-5" fmla="*/ 0 w 3600450"/>
              <a:gd name="connsiteY2-6" fmla="*/ 1824038 h 1824038"/>
              <a:gd name="connsiteX3-7" fmla="*/ 2371725 w 3600450"/>
              <a:gd name="connsiteY3-8" fmla="*/ 0 h 1824038"/>
            </a:gdLst>
            <a:ahLst/>
            <a:cxnLst>
              <a:cxn ang="0">
                <a:pos x="connsiteX0-1" y="connsiteY0-2"/>
              </a:cxn>
              <a:cxn ang="0">
                <a:pos x="connsiteX1-3" y="connsiteY1-4"/>
              </a:cxn>
              <a:cxn ang="0">
                <a:pos x="connsiteX2-5" y="connsiteY2-6"/>
              </a:cxn>
              <a:cxn ang="0">
                <a:pos x="connsiteX3-7" y="connsiteY3-8"/>
              </a:cxn>
            </a:cxnLst>
            <a:rect l="l" t="t" r="r" b="b"/>
            <a:pathLst>
              <a:path w="3600450" h="1824038">
                <a:moveTo>
                  <a:pt x="2371725" y="0"/>
                </a:moveTo>
                <a:lnTo>
                  <a:pt x="3600450" y="1824038"/>
                </a:lnTo>
                <a:lnTo>
                  <a:pt x="0" y="1824038"/>
                </a:lnTo>
                <a:lnTo>
                  <a:pt x="2371725" y="0"/>
                </a:lnTo>
                <a:close/>
              </a:path>
            </a:pathLst>
          </a:custGeom>
          <a:gradFill>
            <a:gsLst>
              <a:gs pos="59000">
                <a:schemeClr val="accent2">
                  <a:lumMod val="60000"/>
                  <a:lumOff val="40000"/>
                  <a:alpha val="0"/>
                </a:schemeClr>
              </a:gs>
              <a:gs pos="3000">
                <a:schemeClr val="accent2">
                  <a:lumMod val="60000"/>
                  <a:lumOff val="40000"/>
                  <a:alpha val="40000"/>
                </a:schemeClr>
              </a:gs>
            </a:gsLst>
            <a:lin ang="13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useBgFill="1">
        <p:nvSpPr>
          <p:cNvPr id="177" name="六边形 176"/>
          <p:cNvSpPr/>
          <p:nvPr>
            <p:custDataLst>
              <p:tags r:id="rId5"/>
            </p:custDataLst>
          </p:nvPr>
        </p:nvSpPr>
        <p:spPr>
          <a:xfrm>
            <a:off x="4663440" y="2980055"/>
            <a:ext cx="2865755" cy="1931035"/>
          </a:xfrm>
          <a:prstGeom prst="hexagon">
            <a:avLst>
              <a:gd name="adj" fmla="val 28868"/>
              <a:gd name="vf" fmla="val 115470"/>
            </a:avLst>
          </a:prstGeom>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78" name="六边形 177"/>
          <p:cNvSpPr/>
          <p:nvPr>
            <p:custDataLst>
              <p:tags r:id="rId6"/>
            </p:custDataLst>
          </p:nvPr>
        </p:nvSpPr>
        <p:spPr>
          <a:xfrm>
            <a:off x="4662170" y="2748915"/>
            <a:ext cx="2868295" cy="2595245"/>
          </a:xfrm>
          <a:prstGeom prst="hexagon">
            <a:avLst>
              <a:gd name="adj" fmla="val 28868"/>
              <a:gd name="vf" fmla="val 115470"/>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Autofit/>
          </a:bodyPr>
          <a:p>
            <a:pPr algn="ctr">
              <a:spcBef>
                <a:spcPct val="0"/>
              </a:spcBef>
              <a:spcAft>
                <a:spcPct val="0"/>
              </a:spcAft>
            </a:pPr>
            <a:r>
              <a:rPr lang="zh-CN" altLang="en-US" sz="3200" b="1" dirty="0">
                <a:solidFill>
                  <a:srgbClr val="FFFFFF"/>
                </a:solidFill>
                <a:latin typeface="微软雅黑" panose="020B0503020204020204" charset="-122"/>
                <a:ea typeface="微软雅黑" panose="020B0503020204020204" charset="-122"/>
                <a:cs typeface="+mn-ea"/>
                <a:sym typeface="+mn-ea"/>
              </a:rPr>
              <a:t>（三）宪法解释的四大原则</a:t>
            </a:r>
            <a:endParaRPr lang="zh-CN" altLang="en-US" sz="3200" b="1" dirty="0">
              <a:solidFill>
                <a:srgbClr val="FFFFFF"/>
              </a:solidFill>
              <a:latin typeface="微软雅黑" panose="020B0503020204020204" charset="-122"/>
              <a:ea typeface="微软雅黑" panose="020B0503020204020204" charset="-122"/>
              <a:cs typeface="+mn-ea"/>
              <a:sym typeface="+mn-ea"/>
            </a:endParaRPr>
          </a:p>
        </p:txBody>
      </p:sp>
      <p:sp>
        <p:nvSpPr>
          <p:cNvPr id="179" name="矩形 178"/>
          <p:cNvSpPr/>
          <p:nvPr>
            <p:custDataLst>
              <p:tags r:id="rId7"/>
            </p:custDataLst>
          </p:nvPr>
        </p:nvSpPr>
        <p:spPr>
          <a:xfrm>
            <a:off x="695858" y="1589144"/>
            <a:ext cx="3489128" cy="1866863"/>
          </a:xfrm>
          <a:prstGeom prst="rect">
            <a:avLst/>
          </a:prstGeom>
          <a:noFill/>
        </p:spPr>
        <p:txBody>
          <a:bodyPr wrap="square" lIns="0" tIns="0" rIns="0" bIns="0" rtlCol="0" anchor="b" anchorCtr="0">
            <a:noAutofit/>
          </a:bodyPr>
          <a:p>
            <a:pPr algn="r">
              <a:lnSpc>
                <a:spcPct val="140000"/>
              </a:lnSpc>
              <a:spcBef>
                <a:spcPct val="0"/>
              </a:spcBef>
              <a:spcAft>
                <a:spcPct val="0"/>
              </a:spcAft>
            </a:pPr>
            <a:r>
              <a:rPr lang="en-US" altLang="en-US" sz="2400" b="1" dirty="0">
                <a:solidFill>
                  <a:srgbClr val="C00000"/>
                </a:solidFill>
                <a:latin typeface="微软雅黑" panose="020B0503020204020204" charset="-122"/>
                <a:ea typeface="微软雅黑" panose="020B0503020204020204" charset="-122"/>
                <a:cs typeface="微软雅黑" panose="020B0503020204020204" charset="-122"/>
              </a:rPr>
              <a:t>1</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、符合宪法的基本原则和基本精神</a:t>
            </a:r>
            <a:r>
              <a:rPr lang="en-US" altLang="zh-CN" sz="2400" b="1" dirty="0">
                <a:solidFill>
                  <a:srgbClr val="C00000"/>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如人民主权、法治、人权保障</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是解释正当性的前提。</a:t>
            </a:r>
            <a:endPar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80" name="矩形 179"/>
          <p:cNvSpPr/>
          <p:nvPr>
            <p:custDataLst>
              <p:tags r:id="rId8"/>
            </p:custDataLst>
          </p:nvPr>
        </p:nvSpPr>
        <p:spPr>
          <a:xfrm>
            <a:off x="695858" y="4485534"/>
            <a:ext cx="3489128" cy="1866863"/>
          </a:xfrm>
          <a:prstGeom prst="rect">
            <a:avLst/>
          </a:prstGeom>
          <a:noFill/>
        </p:spPr>
        <p:txBody>
          <a:bodyPr wrap="square" lIns="0" tIns="0" rIns="0" bIns="0" rtlCol="0" anchor="t" anchorCtr="0">
            <a:noAutofit/>
          </a:bodyPr>
          <a:p>
            <a:pPr algn="r">
              <a:lnSpc>
                <a:spcPct val="140000"/>
              </a:lnSpc>
              <a:spcBef>
                <a:spcPct val="0"/>
              </a:spcBef>
              <a:spcAft>
                <a:spcPct val="0"/>
              </a:spcAft>
            </a:pPr>
            <a:r>
              <a:rPr lang="en-US" altLang="en-US" sz="2400" b="1">
                <a:solidFill>
                  <a:srgbClr val="C00000"/>
                </a:solidFill>
                <a:latin typeface="微软雅黑" panose="020B0503020204020204" charset="-122"/>
                <a:ea typeface="微软雅黑" panose="020B0503020204020204" charset="-122"/>
                <a:cs typeface="微软雅黑" panose="020B0503020204020204" charset="-122"/>
                <a:sym typeface="+mn-ea"/>
              </a:rPr>
              <a:t>3</a:t>
            </a:r>
            <a:r>
              <a:rPr lang="zh-CN" altLang="en-US" sz="2400" b="1">
                <a:solidFill>
                  <a:srgbClr val="C00000"/>
                </a:solidFill>
                <a:latin typeface="微软雅黑" panose="020B0503020204020204" charset="-122"/>
                <a:ea typeface="微软雅黑" panose="020B0503020204020204" charset="-122"/>
                <a:cs typeface="微软雅黑" panose="020B0503020204020204" charset="-122"/>
                <a:sym typeface="+mn-ea"/>
              </a:rPr>
              <a:t>、协调宪法的基本原则和内容</a:t>
            </a:r>
            <a:r>
              <a:rPr lang="en-US" altLang="zh-CN" sz="2400" b="1">
                <a:solidFill>
                  <a:srgbClr val="C00000"/>
                </a:solidFill>
                <a:latin typeface="微软雅黑" panose="020B0503020204020204" charset="-122"/>
                <a:ea typeface="微软雅黑" panose="020B0503020204020204" charset="-122"/>
                <a:cs typeface="微软雅黑" panose="020B0503020204020204" charset="-122"/>
                <a:sym typeface="+mn-ea"/>
              </a:rPr>
              <a:t>:</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平衡不同原则与条款之间的关系</a:t>
            </a:r>
            <a:r>
              <a:rPr lang="en-US" altLang="zh-CN"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把握规范准确内涵。</a:t>
            </a:r>
            <a:endParaRPr lang="en-US" altLang="zh-CN"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81" name="矩形 180"/>
          <p:cNvSpPr/>
          <p:nvPr>
            <p:custDataLst>
              <p:tags r:id="rId9"/>
            </p:custDataLst>
          </p:nvPr>
        </p:nvSpPr>
        <p:spPr>
          <a:xfrm>
            <a:off x="8006945" y="4483631"/>
            <a:ext cx="3489128" cy="1866426"/>
          </a:xfrm>
          <a:prstGeom prst="rect">
            <a:avLst/>
          </a:prstGeom>
          <a:noFill/>
        </p:spPr>
        <p:txBody>
          <a:bodyPr wrap="square" lIns="0" tIns="0" rIns="0" bIns="0" rtlCol="0" anchor="t" anchorCtr="0">
            <a:noAutofit/>
          </a:bodyPr>
          <a:p>
            <a:pPr>
              <a:lnSpc>
                <a:spcPct val="140000"/>
              </a:lnSpc>
              <a:spcBef>
                <a:spcPct val="0"/>
              </a:spcBef>
              <a:spcAft>
                <a:spcPct val="0"/>
              </a:spcAft>
            </a:pPr>
            <a:r>
              <a:rPr lang="en-US" altLang="en-US" sz="2400" b="1">
                <a:solidFill>
                  <a:srgbClr val="C00000"/>
                </a:solidFill>
                <a:latin typeface="微软雅黑" panose="020B0503020204020204" charset="-122"/>
                <a:ea typeface="微软雅黑" panose="020B0503020204020204" charset="-122"/>
                <a:cs typeface="微软雅黑" panose="020B0503020204020204" charset="-122"/>
              </a:rPr>
              <a:t>4</a:t>
            </a:r>
            <a:r>
              <a:rPr lang="zh-CN" altLang="en-US" sz="2400" b="1">
                <a:solidFill>
                  <a:srgbClr val="C00000"/>
                </a:solidFill>
                <a:latin typeface="微软雅黑" panose="020B0503020204020204" charset="-122"/>
                <a:ea typeface="微软雅黑" panose="020B0503020204020204" charset="-122"/>
                <a:cs typeface="微软雅黑" panose="020B0503020204020204" charset="-122"/>
              </a:rPr>
              <a:t>、协调宪法规范与社会实际的关系</a:t>
            </a:r>
            <a:r>
              <a:rPr lang="en-US" altLang="zh-CN" sz="2400" b="1">
                <a:solidFill>
                  <a:srgbClr val="C00000"/>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lumMod val="85000"/>
                    <a:lumOff val="15000"/>
                  </a:schemeClr>
                </a:solidFill>
                <a:latin typeface="+mn-ea"/>
                <a:cs typeface="+mn-ea"/>
              </a:rPr>
              <a:t>通过解释化解宪法与现实的矛盾</a:t>
            </a:r>
            <a:r>
              <a:rPr lang="en-US" altLang="zh-CN" sz="2400">
                <a:solidFill>
                  <a:schemeClr val="tx1">
                    <a:lumMod val="85000"/>
                    <a:lumOff val="15000"/>
                  </a:schemeClr>
                </a:solidFill>
                <a:latin typeface="+mn-ea"/>
                <a:cs typeface="+mn-ea"/>
              </a:rPr>
              <a:t>,</a:t>
            </a:r>
            <a:r>
              <a:rPr lang="zh-CN" altLang="en-US" sz="2400">
                <a:solidFill>
                  <a:schemeClr val="tx1">
                    <a:lumMod val="85000"/>
                    <a:lumOff val="15000"/>
                  </a:schemeClr>
                </a:solidFill>
                <a:latin typeface="+mn-ea"/>
                <a:cs typeface="+mn-ea"/>
              </a:rPr>
              <a:t>增强宪法适应性。</a:t>
            </a:r>
            <a:endParaRPr lang="zh-CN" altLang="en-US" sz="2400">
              <a:solidFill>
                <a:schemeClr val="tx1">
                  <a:lumMod val="85000"/>
                  <a:lumOff val="15000"/>
                </a:schemeClr>
              </a:solidFill>
              <a:latin typeface="+mn-ea"/>
              <a:cs typeface="+mn-ea"/>
            </a:endParaRPr>
          </a:p>
        </p:txBody>
      </p:sp>
      <p:sp>
        <p:nvSpPr>
          <p:cNvPr id="182" name="矩形 181"/>
          <p:cNvSpPr/>
          <p:nvPr>
            <p:custDataLst>
              <p:tags r:id="rId10"/>
            </p:custDataLst>
          </p:nvPr>
        </p:nvSpPr>
        <p:spPr>
          <a:xfrm>
            <a:off x="8006715" y="1316355"/>
            <a:ext cx="3489325" cy="2139315"/>
          </a:xfrm>
          <a:prstGeom prst="rect">
            <a:avLst/>
          </a:prstGeom>
          <a:noFill/>
        </p:spPr>
        <p:txBody>
          <a:bodyPr wrap="square" lIns="0" tIns="0" rIns="0" bIns="0" rtlCol="0" anchor="b" anchorCtr="0">
            <a:noAutofit/>
          </a:bodyPr>
          <a:p>
            <a:pPr>
              <a:lnSpc>
                <a:spcPct val="140000"/>
              </a:lnSpc>
              <a:spcBef>
                <a:spcPct val="0"/>
              </a:spcBef>
              <a:spcAft>
                <a:spcPct val="0"/>
              </a:spcAft>
            </a:pPr>
            <a:r>
              <a:rPr lang="en-US" altLang="en-US" sz="2400" b="1">
                <a:solidFill>
                  <a:srgbClr val="C00000"/>
                </a:solidFill>
                <a:latin typeface="微软雅黑" panose="020B0503020204020204" charset="-122"/>
                <a:ea typeface="微软雅黑" panose="020B0503020204020204" charset="-122"/>
                <a:cs typeface="微软雅黑" panose="020B0503020204020204" charset="-122"/>
              </a:rPr>
              <a:t>2</a:t>
            </a:r>
            <a:r>
              <a:rPr lang="zh-CN" altLang="en-US" sz="2400" b="1">
                <a:solidFill>
                  <a:srgbClr val="C00000"/>
                </a:solidFill>
                <a:latin typeface="微软雅黑" panose="020B0503020204020204" charset="-122"/>
                <a:ea typeface="微软雅黑" panose="020B0503020204020204" charset="-122"/>
                <a:cs typeface="微软雅黑" panose="020B0503020204020204" charset="-122"/>
              </a:rPr>
              <a:t>、符合国家根本任务和目的</a:t>
            </a:r>
            <a:r>
              <a:rPr lang="en-US" altLang="zh-CN" sz="2400" b="1">
                <a:solidFill>
                  <a:srgbClr val="C00000"/>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围绕宪法规定的国家发展目标展开解释。</a:t>
            </a:r>
            <a:endParaRPr lang="en-US" altLang="zh-CN"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任意多边形 33"/>
          <p:cNvSpPr/>
          <p:nvPr>
            <p:custDataLst>
              <p:tags r:id="rId1"/>
            </p:custDataLst>
          </p:nvPr>
        </p:nvSpPr>
        <p:spPr>
          <a:xfrm>
            <a:off x="2522705" y="947078"/>
            <a:ext cx="9349470" cy="2554318"/>
          </a:xfrm>
          <a:custGeom>
            <a:avLst/>
            <a:gdLst>
              <a:gd name="adj" fmla="val 15604"/>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3715" h="3747">
                <a:moveTo>
                  <a:pt x="1199" y="0"/>
                </a:moveTo>
                <a:lnTo>
                  <a:pt x="12516" y="0"/>
                </a:lnTo>
                <a:cubicBezTo>
                  <a:pt x="13178" y="0"/>
                  <a:pt x="13715" y="537"/>
                  <a:pt x="13715" y="1199"/>
                </a:cubicBezTo>
                <a:lnTo>
                  <a:pt x="13715" y="3747"/>
                </a:lnTo>
                <a:lnTo>
                  <a:pt x="1968" y="3747"/>
                </a:lnTo>
                <a:lnTo>
                  <a:pt x="1967" y="3712"/>
                </a:lnTo>
                <a:cubicBezTo>
                  <a:pt x="1917" y="2529"/>
                  <a:pt x="1111" y="1540"/>
                  <a:pt x="17" y="1216"/>
                </a:cubicBezTo>
                <a:lnTo>
                  <a:pt x="0" y="1211"/>
                </a:lnTo>
                <a:lnTo>
                  <a:pt x="0" y="1199"/>
                </a:lnTo>
                <a:cubicBezTo>
                  <a:pt x="0" y="537"/>
                  <a:pt x="537" y="0"/>
                  <a:pt x="1199" y="0"/>
                </a:cubicBezTo>
                <a:close/>
              </a:path>
            </a:pathLst>
          </a:custGeom>
          <a:gradFill>
            <a:gsLst>
              <a:gs pos="0">
                <a:schemeClr val="lt1">
                  <a:alpha val="0"/>
                </a:schemeClr>
              </a:gs>
              <a:gs pos="100000">
                <a:schemeClr val="accent1">
                  <a:alpha val="10000"/>
                </a:schemeClr>
              </a:gs>
            </a:gsLst>
            <a:lin ang="10800000" scaled="0"/>
          </a:gradFill>
          <a:ln w="12700">
            <a:gradFill>
              <a:gsLst>
                <a:gs pos="0">
                  <a:schemeClr val="bg1">
                    <a:alpha val="0"/>
                  </a:schemeClr>
                </a:gs>
                <a:gs pos="100000">
                  <a:schemeClr val="accent1">
                    <a:alpha val="50000"/>
                  </a:schemeClr>
                </a:gs>
              </a:gsLst>
              <a:lin ang="10800000" scaled="0"/>
            </a:grad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2016125" numCol="1" spcCol="0" rtlCol="0" fromWordArt="0" anchor="ctr" anchorCtr="1" forceAA="0" compatLnSpc="1">
            <a:noAutofit/>
          </a:bodyPr>
          <a:p>
            <a:pPr lvl="0" algn="l">
              <a:lnSpc>
                <a:spcPct val="150000"/>
              </a:lnSpc>
              <a:spcBef>
                <a:spcPct val="0"/>
              </a:spcBef>
              <a:spcAft>
                <a:spcPct val="0"/>
              </a:spcAft>
              <a:buClrTx/>
              <a:buSzTx/>
              <a:buFontTx/>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解释机关</a:t>
            </a:r>
            <a:r>
              <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1978 </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年宪法首次明确</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,1982 </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年宪法确认全国人大常委会行使宪法解释权</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从宪法监督权推导</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全国人大也应具有宪法解释权。</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5" name="任意多边形 34"/>
          <p:cNvSpPr/>
          <p:nvPr>
            <p:custDataLst>
              <p:tags r:id="rId2"/>
            </p:custDataLst>
          </p:nvPr>
        </p:nvSpPr>
        <p:spPr>
          <a:xfrm>
            <a:off x="2522705" y="3628873"/>
            <a:ext cx="9349470" cy="2554318"/>
          </a:xfrm>
          <a:custGeom>
            <a:avLst/>
            <a:gdLst>
              <a:gd name="adj" fmla="val 15604"/>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3715" h="3747">
                <a:moveTo>
                  <a:pt x="1967" y="0"/>
                </a:moveTo>
                <a:lnTo>
                  <a:pt x="13715" y="0"/>
                </a:lnTo>
                <a:lnTo>
                  <a:pt x="13715" y="2548"/>
                </a:lnTo>
                <a:cubicBezTo>
                  <a:pt x="13715" y="3210"/>
                  <a:pt x="13178" y="3747"/>
                  <a:pt x="12516" y="3747"/>
                </a:cubicBezTo>
                <a:lnTo>
                  <a:pt x="1199" y="3747"/>
                </a:lnTo>
                <a:cubicBezTo>
                  <a:pt x="537" y="3747"/>
                  <a:pt x="0" y="3210"/>
                  <a:pt x="0" y="2548"/>
                </a:cubicBezTo>
                <a:lnTo>
                  <a:pt x="0" y="2508"/>
                </a:lnTo>
                <a:lnTo>
                  <a:pt x="17" y="2503"/>
                </a:lnTo>
                <a:cubicBezTo>
                  <a:pt x="1111" y="2179"/>
                  <a:pt x="1917" y="1190"/>
                  <a:pt x="1967" y="8"/>
                </a:cubicBezTo>
                <a:lnTo>
                  <a:pt x="1967" y="0"/>
                </a:lnTo>
                <a:close/>
              </a:path>
            </a:pathLst>
          </a:custGeom>
          <a:gradFill>
            <a:gsLst>
              <a:gs pos="0">
                <a:schemeClr val="lt1">
                  <a:alpha val="0"/>
                </a:schemeClr>
              </a:gs>
              <a:gs pos="100000">
                <a:schemeClr val="accent2">
                  <a:alpha val="10000"/>
                </a:schemeClr>
              </a:gs>
            </a:gsLst>
            <a:lin ang="10800000" scaled="0"/>
          </a:gradFill>
          <a:ln w="12700">
            <a:gradFill>
              <a:gsLst>
                <a:gs pos="0">
                  <a:schemeClr val="bg1">
                    <a:alpha val="0"/>
                  </a:schemeClr>
                </a:gs>
                <a:gs pos="100000">
                  <a:schemeClr val="accent2">
                    <a:alpha val="50000"/>
                  </a:schemeClr>
                </a:gs>
              </a:gsLst>
              <a:lin ang="10800000" scaled="0"/>
            </a:grad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2016125" numCol="1" spcCol="0" rtlCol="0" fromWordArt="0" anchor="ctr" anchorCtr="1" forceAA="0" compatLnSpc="1">
            <a:noAutofit/>
          </a:bodyPr>
          <a:p>
            <a:pPr lvl="0" algn="l">
              <a:lnSpc>
                <a:spcPct val="150000"/>
              </a:lnSpc>
              <a:buClrTx/>
              <a:buSzTx/>
              <a:buFontTx/>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核心权限</a:t>
            </a:r>
            <a:r>
              <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可结合具体宪法争议解释</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也可抽象解释</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解释具有最高、普遍的约束力。</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6" name="对象7"/>
          <p:cNvSpPr/>
          <p:nvPr>
            <p:custDataLst>
              <p:tags r:id="rId3"/>
            </p:custDataLst>
          </p:nvPr>
        </p:nvSpPr>
        <p:spPr>
          <a:xfrm>
            <a:off x="720393" y="2321252"/>
            <a:ext cx="2312921" cy="2473695"/>
          </a:xfrm>
          <a:custGeom>
            <a:avLst/>
            <a:gdLst/>
            <a:ahLst/>
            <a:cxnLst/>
            <a:rect l="l" t="t" r="r" b="b"/>
            <a:pathLst>
              <a:path w="1929384" h="1929384">
                <a:moveTo>
                  <a:pt x="923544" y="0"/>
                </a:moveTo>
                <a:cubicBezTo>
                  <a:pt x="941832" y="0"/>
                  <a:pt x="950976" y="0"/>
                  <a:pt x="969264" y="0"/>
                </a:cubicBezTo>
                <a:cubicBezTo>
                  <a:pt x="978408" y="0"/>
                  <a:pt x="987552" y="0"/>
                  <a:pt x="1005840" y="0"/>
                </a:cubicBezTo>
                <a:lnTo>
                  <a:pt x="1005840" y="9144"/>
                </a:lnTo>
                <a:cubicBezTo>
                  <a:pt x="987552" y="9144"/>
                  <a:pt x="978408" y="9144"/>
                  <a:pt x="969264" y="9144"/>
                </a:cubicBezTo>
                <a:cubicBezTo>
                  <a:pt x="950976" y="9144"/>
                  <a:pt x="941832" y="9144"/>
                  <a:pt x="923544" y="9144"/>
                </a:cubicBezTo>
                <a:lnTo>
                  <a:pt x="923544" y="0"/>
                </a:lnTo>
                <a:moveTo>
                  <a:pt x="777240" y="18288"/>
                </a:moveTo>
                <a:cubicBezTo>
                  <a:pt x="804672" y="9144"/>
                  <a:pt x="822960" y="9144"/>
                  <a:pt x="850392" y="9144"/>
                </a:cubicBezTo>
                <a:lnTo>
                  <a:pt x="850392" y="18288"/>
                </a:lnTo>
                <a:cubicBezTo>
                  <a:pt x="832104" y="18288"/>
                  <a:pt x="804672" y="27432"/>
                  <a:pt x="777240" y="27432"/>
                </a:cubicBezTo>
                <a:lnTo>
                  <a:pt x="777240" y="18288"/>
                </a:lnTo>
                <a:moveTo>
                  <a:pt x="1078992" y="9144"/>
                </a:moveTo>
                <a:cubicBezTo>
                  <a:pt x="1106424" y="9144"/>
                  <a:pt x="1124712" y="9144"/>
                  <a:pt x="1152144" y="18288"/>
                </a:cubicBezTo>
                <a:lnTo>
                  <a:pt x="1152144" y="27432"/>
                </a:lnTo>
                <a:cubicBezTo>
                  <a:pt x="1124712" y="27432"/>
                  <a:pt x="1106424" y="18288"/>
                  <a:pt x="1078992" y="18288"/>
                </a:cubicBezTo>
                <a:lnTo>
                  <a:pt x="1078992" y="9144"/>
                </a:lnTo>
                <a:moveTo>
                  <a:pt x="630936" y="54864"/>
                </a:moveTo>
                <a:cubicBezTo>
                  <a:pt x="658368" y="54864"/>
                  <a:pt x="676656" y="45720"/>
                  <a:pt x="704088" y="36576"/>
                </a:cubicBezTo>
                <a:lnTo>
                  <a:pt x="704088" y="45720"/>
                </a:lnTo>
                <a:cubicBezTo>
                  <a:pt x="685800" y="54864"/>
                  <a:pt x="658368" y="64008"/>
                  <a:pt x="630936" y="73152"/>
                </a:cubicBezTo>
                <a:lnTo>
                  <a:pt x="630936" y="54864"/>
                </a:lnTo>
                <a:moveTo>
                  <a:pt x="1225296" y="36576"/>
                </a:moveTo>
                <a:cubicBezTo>
                  <a:pt x="1252728" y="45720"/>
                  <a:pt x="1271016" y="54864"/>
                  <a:pt x="1298448" y="54864"/>
                </a:cubicBezTo>
                <a:lnTo>
                  <a:pt x="1298448" y="73152"/>
                </a:lnTo>
                <a:cubicBezTo>
                  <a:pt x="1271016" y="64008"/>
                  <a:pt x="1243584" y="54864"/>
                  <a:pt x="1225296" y="45720"/>
                </a:cubicBezTo>
                <a:lnTo>
                  <a:pt x="1225296" y="36576"/>
                </a:lnTo>
                <a:moveTo>
                  <a:pt x="1371600" y="91440"/>
                </a:moveTo>
                <a:cubicBezTo>
                  <a:pt x="1389888" y="100584"/>
                  <a:pt x="1417320" y="109728"/>
                  <a:pt x="1435608" y="118872"/>
                </a:cubicBezTo>
                <a:lnTo>
                  <a:pt x="1426464" y="137160"/>
                </a:lnTo>
                <a:cubicBezTo>
                  <a:pt x="1408176" y="118872"/>
                  <a:pt x="1389888" y="109728"/>
                  <a:pt x="1362456" y="100584"/>
                </a:cubicBezTo>
                <a:lnTo>
                  <a:pt x="1371600" y="91440"/>
                </a:lnTo>
                <a:moveTo>
                  <a:pt x="493776" y="118872"/>
                </a:moveTo>
                <a:cubicBezTo>
                  <a:pt x="512064" y="109728"/>
                  <a:pt x="539496" y="100584"/>
                  <a:pt x="557784" y="91440"/>
                </a:cubicBezTo>
                <a:lnTo>
                  <a:pt x="566928" y="100584"/>
                </a:lnTo>
                <a:cubicBezTo>
                  <a:pt x="539496" y="109728"/>
                  <a:pt x="521208" y="118872"/>
                  <a:pt x="502920" y="137160"/>
                </a:cubicBezTo>
                <a:lnTo>
                  <a:pt x="493776" y="118872"/>
                </a:lnTo>
                <a:moveTo>
                  <a:pt x="1499616" y="164592"/>
                </a:moveTo>
                <a:cubicBezTo>
                  <a:pt x="1517904" y="173736"/>
                  <a:pt x="1545336" y="192024"/>
                  <a:pt x="1563624" y="210312"/>
                </a:cubicBezTo>
                <a:lnTo>
                  <a:pt x="1554480" y="219456"/>
                </a:lnTo>
                <a:cubicBezTo>
                  <a:pt x="1536192" y="201168"/>
                  <a:pt x="1517904" y="182880"/>
                  <a:pt x="1490472" y="173736"/>
                </a:cubicBezTo>
                <a:lnTo>
                  <a:pt x="1499616" y="164592"/>
                </a:lnTo>
                <a:moveTo>
                  <a:pt x="365760" y="210312"/>
                </a:moveTo>
                <a:cubicBezTo>
                  <a:pt x="384048" y="192024"/>
                  <a:pt x="411480" y="173736"/>
                  <a:pt x="429768" y="164592"/>
                </a:cubicBezTo>
                <a:lnTo>
                  <a:pt x="438912" y="173736"/>
                </a:lnTo>
                <a:cubicBezTo>
                  <a:pt x="411480" y="182880"/>
                  <a:pt x="393192" y="201168"/>
                  <a:pt x="374904" y="219456"/>
                </a:cubicBezTo>
                <a:lnTo>
                  <a:pt x="365760" y="210312"/>
                </a:lnTo>
                <a:moveTo>
                  <a:pt x="1618488" y="256032"/>
                </a:moveTo>
                <a:cubicBezTo>
                  <a:pt x="1636776" y="274320"/>
                  <a:pt x="1655064" y="292608"/>
                  <a:pt x="1673352" y="310896"/>
                </a:cubicBezTo>
                <a:lnTo>
                  <a:pt x="1664208" y="320040"/>
                </a:lnTo>
                <a:cubicBezTo>
                  <a:pt x="1645920" y="301752"/>
                  <a:pt x="1627632" y="283464"/>
                  <a:pt x="1609344" y="265176"/>
                </a:cubicBezTo>
                <a:lnTo>
                  <a:pt x="1618488" y="256032"/>
                </a:lnTo>
                <a:moveTo>
                  <a:pt x="256032" y="310896"/>
                </a:moveTo>
                <a:cubicBezTo>
                  <a:pt x="274320" y="292608"/>
                  <a:pt x="292608" y="274320"/>
                  <a:pt x="310896" y="256032"/>
                </a:cubicBezTo>
                <a:lnTo>
                  <a:pt x="320040" y="265176"/>
                </a:lnTo>
                <a:cubicBezTo>
                  <a:pt x="301752" y="283464"/>
                  <a:pt x="283464" y="301752"/>
                  <a:pt x="265176" y="320040"/>
                </a:cubicBezTo>
                <a:lnTo>
                  <a:pt x="256032" y="310896"/>
                </a:lnTo>
                <a:moveTo>
                  <a:pt x="1719072" y="365760"/>
                </a:moveTo>
                <a:cubicBezTo>
                  <a:pt x="1737360" y="384048"/>
                  <a:pt x="1755648" y="411480"/>
                  <a:pt x="1764792" y="429768"/>
                </a:cubicBezTo>
                <a:lnTo>
                  <a:pt x="1755648" y="438912"/>
                </a:lnTo>
                <a:cubicBezTo>
                  <a:pt x="1746504" y="411480"/>
                  <a:pt x="1728216" y="393192"/>
                  <a:pt x="1709928" y="374904"/>
                </a:cubicBezTo>
                <a:lnTo>
                  <a:pt x="1719072" y="365760"/>
                </a:lnTo>
                <a:moveTo>
                  <a:pt x="164592" y="429768"/>
                </a:moveTo>
                <a:cubicBezTo>
                  <a:pt x="173736" y="411480"/>
                  <a:pt x="192024" y="384048"/>
                  <a:pt x="210312" y="365760"/>
                </a:cubicBezTo>
                <a:lnTo>
                  <a:pt x="219456" y="374904"/>
                </a:lnTo>
                <a:cubicBezTo>
                  <a:pt x="201168" y="393192"/>
                  <a:pt x="182880" y="411480"/>
                  <a:pt x="173736" y="438912"/>
                </a:cubicBezTo>
                <a:lnTo>
                  <a:pt x="164592" y="429768"/>
                </a:lnTo>
                <a:moveTo>
                  <a:pt x="1810512" y="493776"/>
                </a:moveTo>
                <a:cubicBezTo>
                  <a:pt x="1819656" y="512064"/>
                  <a:pt x="1828800" y="539496"/>
                  <a:pt x="1837944" y="557784"/>
                </a:cubicBezTo>
                <a:lnTo>
                  <a:pt x="1828800" y="566928"/>
                </a:lnTo>
                <a:cubicBezTo>
                  <a:pt x="1819656" y="539496"/>
                  <a:pt x="1810512" y="521208"/>
                  <a:pt x="1792224" y="502920"/>
                </a:cubicBezTo>
                <a:lnTo>
                  <a:pt x="1810512" y="493776"/>
                </a:lnTo>
                <a:moveTo>
                  <a:pt x="91440" y="557784"/>
                </a:moveTo>
                <a:cubicBezTo>
                  <a:pt x="100584" y="539496"/>
                  <a:pt x="109728" y="512064"/>
                  <a:pt x="118872" y="493776"/>
                </a:cubicBezTo>
                <a:lnTo>
                  <a:pt x="137160" y="502920"/>
                </a:lnTo>
                <a:cubicBezTo>
                  <a:pt x="118872" y="521208"/>
                  <a:pt x="109728" y="539496"/>
                  <a:pt x="100584" y="566928"/>
                </a:cubicBezTo>
                <a:lnTo>
                  <a:pt x="91440" y="557784"/>
                </a:lnTo>
                <a:moveTo>
                  <a:pt x="1874520" y="630936"/>
                </a:moveTo>
                <a:cubicBezTo>
                  <a:pt x="1883664" y="658368"/>
                  <a:pt x="1883664" y="676656"/>
                  <a:pt x="1892808" y="704088"/>
                </a:cubicBezTo>
                <a:lnTo>
                  <a:pt x="1883664" y="704088"/>
                </a:lnTo>
                <a:cubicBezTo>
                  <a:pt x="1874520" y="685800"/>
                  <a:pt x="1865376" y="658368"/>
                  <a:pt x="1856232" y="630936"/>
                </a:cubicBezTo>
                <a:lnTo>
                  <a:pt x="1874520" y="630936"/>
                </a:lnTo>
                <a:moveTo>
                  <a:pt x="36576" y="704088"/>
                </a:moveTo>
                <a:cubicBezTo>
                  <a:pt x="45720" y="676656"/>
                  <a:pt x="54864" y="658368"/>
                  <a:pt x="64008" y="630936"/>
                </a:cubicBezTo>
                <a:lnTo>
                  <a:pt x="73152" y="630936"/>
                </a:lnTo>
                <a:cubicBezTo>
                  <a:pt x="64008" y="658368"/>
                  <a:pt x="54864" y="685800"/>
                  <a:pt x="45720" y="704088"/>
                </a:cubicBezTo>
                <a:lnTo>
                  <a:pt x="36576" y="704088"/>
                </a:lnTo>
                <a:moveTo>
                  <a:pt x="1911096" y="777240"/>
                </a:moveTo>
                <a:cubicBezTo>
                  <a:pt x="1920240" y="804672"/>
                  <a:pt x="1920240" y="822960"/>
                  <a:pt x="1920240" y="850392"/>
                </a:cubicBezTo>
                <a:lnTo>
                  <a:pt x="1911096" y="850392"/>
                </a:lnTo>
                <a:cubicBezTo>
                  <a:pt x="1911096" y="832104"/>
                  <a:pt x="1901952" y="804672"/>
                  <a:pt x="1901952" y="777240"/>
                </a:cubicBezTo>
                <a:lnTo>
                  <a:pt x="1911096" y="777240"/>
                </a:lnTo>
                <a:moveTo>
                  <a:pt x="9144" y="850392"/>
                </a:moveTo>
                <a:cubicBezTo>
                  <a:pt x="9144" y="822960"/>
                  <a:pt x="9144" y="804672"/>
                  <a:pt x="18288" y="777240"/>
                </a:cubicBezTo>
                <a:lnTo>
                  <a:pt x="27432" y="777240"/>
                </a:lnTo>
                <a:cubicBezTo>
                  <a:pt x="27432" y="804672"/>
                  <a:pt x="18288" y="832104"/>
                  <a:pt x="18288" y="850392"/>
                </a:cubicBezTo>
                <a:lnTo>
                  <a:pt x="9144" y="850392"/>
                </a:lnTo>
                <a:moveTo>
                  <a:pt x="1929384" y="923544"/>
                </a:moveTo>
                <a:cubicBezTo>
                  <a:pt x="1929384" y="941832"/>
                  <a:pt x="1929384" y="950976"/>
                  <a:pt x="1929384" y="960120"/>
                </a:cubicBezTo>
                <a:cubicBezTo>
                  <a:pt x="1929384" y="978408"/>
                  <a:pt x="1929384" y="987552"/>
                  <a:pt x="1929384" y="1005840"/>
                </a:cubicBezTo>
                <a:lnTo>
                  <a:pt x="1920240" y="1005840"/>
                </a:lnTo>
                <a:cubicBezTo>
                  <a:pt x="1920240" y="987552"/>
                  <a:pt x="1920240" y="978408"/>
                  <a:pt x="1920240" y="960120"/>
                </a:cubicBezTo>
                <a:cubicBezTo>
                  <a:pt x="1920240" y="950976"/>
                  <a:pt x="1920240" y="941832"/>
                  <a:pt x="1920240" y="923544"/>
                </a:cubicBezTo>
                <a:lnTo>
                  <a:pt x="1929384" y="923544"/>
                </a:lnTo>
                <a:moveTo>
                  <a:pt x="0" y="960120"/>
                </a:moveTo>
                <a:cubicBezTo>
                  <a:pt x="0" y="950976"/>
                  <a:pt x="0" y="941832"/>
                  <a:pt x="0" y="923544"/>
                </a:cubicBezTo>
                <a:lnTo>
                  <a:pt x="9144" y="923544"/>
                </a:lnTo>
                <a:cubicBezTo>
                  <a:pt x="9144" y="941832"/>
                  <a:pt x="9144" y="950976"/>
                  <a:pt x="9144" y="960120"/>
                </a:cubicBezTo>
                <a:cubicBezTo>
                  <a:pt x="9144" y="978408"/>
                  <a:pt x="9144" y="987552"/>
                  <a:pt x="9144" y="1005840"/>
                </a:cubicBezTo>
                <a:lnTo>
                  <a:pt x="0" y="1005840"/>
                </a:lnTo>
                <a:cubicBezTo>
                  <a:pt x="0" y="987552"/>
                  <a:pt x="0" y="978408"/>
                  <a:pt x="0" y="960120"/>
                </a:cubicBezTo>
                <a:moveTo>
                  <a:pt x="1920240" y="1078992"/>
                </a:moveTo>
                <a:cubicBezTo>
                  <a:pt x="1920240" y="1106424"/>
                  <a:pt x="1920240" y="1124712"/>
                  <a:pt x="1911096" y="1152144"/>
                </a:cubicBezTo>
                <a:lnTo>
                  <a:pt x="1901952" y="1152144"/>
                </a:lnTo>
                <a:cubicBezTo>
                  <a:pt x="1901952" y="1124712"/>
                  <a:pt x="1911096" y="1097280"/>
                  <a:pt x="1911096" y="1078992"/>
                </a:cubicBezTo>
                <a:lnTo>
                  <a:pt x="1920240" y="1078992"/>
                </a:lnTo>
                <a:moveTo>
                  <a:pt x="18288" y="1152144"/>
                </a:moveTo>
                <a:cubicBezTo>
                  <a:pt x="9144" y="1124712"/>
                  <a:pt x="9144" y="1106424"/>
                  <a:pt x="9144" y="1078992"/>
                </a:cubicBezTo>
                <a:lnTo>
                  <a:pt x="18288" y="1078992"/>
                </a:lnTo>
                <a:cubicBezTo>
                  <a:pt x="18288" y="1097280"/>
                  <a:pt x="27432" y="1124712"/>
                  <a:pt x="27432" y="1152144"/>
                </a:cubicBezTo>
                <a:lnTo>
                  <a:pt x="18288" y="1152144"/>
                </a:lnTo>
                <a:moveTo>
                  <a:pt x="1892808" y="1225296"/>
                </a:moveTo>
                <a:cubicBezTo>
                  <a:pt x="1883664" y="1252728"/>
                  <a:pt x="1883664" y="1271016"/>
                  <a:pt x="1874520" y="1298448"/>
                </a:cubicBezTo>
                <a:lnTo>
                  <a:pt x="1856232" y="1298448"/>
                </a:lnTo>
                <a:cubicBezTo>
                  <a:pt x="1865376" y="1271016"/>
                  <a:pt x="1874520" y="1243584"/>
                  <a:pt x="1883664" y="1225296"/>
                </a:cubicBezTo>
                <a:lnTo>
                  <a:pt x="1892808" y="1225296"/>
                </a:lnTo>
                <a:moveTo>
                  <a:pt x="64008" y="1298448"/>
                </a:moveTo>
                <a:cubicBezTo>
                  <a:pt x="54864" y="1271016"/>
                  <a:pt x="45720" y="1252728"/>
                  <a:pt x="36576" y="1225296"/>
                </a:cubicBezTo>
                <a:lnTo>
                  <a:pt x="45720" y="1225296"/>
                </a:lnTo>
                <a:cubicBezTo>
                  <a:pt x="54864" y="1243584"/>
                  <a:pt x="64008" y="1271016"/>
                  <a:pt x="73152" y="1298448"/>
                </a:cubicBezTo>
                <a:lnTo>
                  <a:pt x="64008" y="1298448"/>
                </a:lnTo>
                <a:moveTo>
                  <a:pt x="1837944" y="1371600"/>
                </a:moveTo>
                <a:cubicBezTo>
                  <a:pt x="1828800" y="1389888"/>
                  <a:pt x="1819656" y="1417320"/>
                  <a:pt x="1810512" y="1435608"/>
                </a:cubicBezTo>
                <a:lnTo>
                  <a:pt x="1792224" y="1426464"/>
                </a:lnTo>
                <a:cubicBezTo>
                  <a:pt x="1810512" y="1408176"/>
                  <a:pt x="1819656" y="1389888"/>
                  <a:pt x="1828800" y="1362456"/>
                </a:cubicBezTo>
                <a:lnTo>
                  <a:pt x="1837944" y="1371600"/>
                </a:lnTo>
                <a:moveTo>
                  <a:pt x="118872" y="1435608"/>
                </a:moveTo>
                <a:cubicBezTo>
                  <a:pt x="109728" y="1417320"/>
                  <a:pt x="100584" y="1389888"/>
                  <a:pt x="91440" y="1371600"/>
                </a:cubicBezTo>
                <a:lnTo>
                  <a:pt x="100584" y="1362456"/>
                </a:lnTo>
                <a:cubicBezTo>
                  <a:pt x="109728" y="1389888"/>
                  <a:pt x="118872" y="1408176"/>
                  <a:pt x="137160" y="1426464"/>
                </a:cubicBezTo>
                <a:lnTo>
                  <a:pt x="118872" y="1435608"/>
                </a:lnTo>
                <a:moveTo>
                  <a:pt x="1764792" y="1499616"/>
                </a:moveTo>
                <a:cubicBezTo>
                  <a:pt x="1755648" y="1517904"/>
                  <a:pt x="1737360" y="1545336"/>
                  <a:pt x="1719072" y="1563624"/>
                </a:cubicBezTo>
                <a:lnTo>
                  <a:pt x="1709928" y="1554480"/>
                </a:lnTo>
                <a:cubicBezTo>
                  <a:pt x="1728216" y="1536192"/>
                  <a:pt x="1746504" y="1517904"/>
                  <a:pt x="1755648" y="1490472"/>
                </a:cubicBezTo>
                <a:lnTo>
                  <a:pt x="1764792" y="1499616"/>
                </a:lnTo>
                <a:moveTo>
                  <a:pt x="210312" y="1563624"/>
                </a:moveTo>
                <a:cubicBezTo>
                  <a:pt x="192024" y="1545336"/>
                  <a:pt x="173736" y="1517904"/>
                  <a:pt x="164592" y="1499616"/>
                </a:cubicBezTo>
                <a:lnTo>
                  <a:pt x="173736" y="1490472"/>
                </a:lnTo>
                <a:cubicBezTo>
                  <a:pt x="182880" y="1517904"/>
                  <a:pt x="201168" y="1536192"/>
                  <a:pt x="219456" y="1554480"/>
                </a:cubicBezTo>
                <a:lnTo>
                  <a:pt x="210312" y="1563624"/>
                </a:lnTo>
                <a:moveTo>
                  <a:pt x="1673352" y="1618488"/>
                </a:moveTo>
                <a:cubicBezTo>
                  <a:pt x="1655064" y="1636776"/>
                  <a:pt x="1636776" y="1655064"/>
                  <a:pt x="1618488" y="1673352"/>
                </a:cubicBezTo>
                <a:lnTo>
                  <a:pt x="1609344" y="1664208"/>
                </a:lnTo>
                <a:cubicBezTo>
                  <a:pt x="1627632" y="1645920"/>
                  <a:pt x="1645920" y="1627632"/>
                  <a:pt x="1664208" y="1609344"/>
                </a:cubicBezTo>
                <a:lnTo>
                  <a:pt x="1673352" y="1618488"/>
                </a:lnTo>
                <a:moveTo>
                  <a:pt x="310896" y="1673352"/>
                </a:moveTo>
                <a:cubicBezTo>
                  <a:pt x="292608" y="1655064"/>
                  <a:pt x="274320" y="1636776"/>
                  <a:pt x="256032" y="1618488"/>
                </a:cubicBezTo>
                <a:lnTo>
                  <a:pt x="265176" y="1609344"/>
                </a:lnTo>
                <a:cubicBezTo>
                  <a:pt x="283464" y="1627632"/>
                  <a:pt x="301752" y="1645920"/>
                  <a:pt x="320040" y="1664208"/>
                </a:cubicBezTo>
                <a:lnTo>
                  <a:pt x="310896" y="1673352"/>
                </a:lnTo>
                <a:moveTo>
                  <a:pt x="1563624" y="1719072"/>
                </a:moveTo>
                <a:cubicBezTo>
                  <a:pt x="1545336" y="1737360"/>
                  <a:pt x="1517904" y="1755648"/>
                  <a:pt x="1499616" y="1764792"/>
                </a:cubicBezTo>
                <a:lnTo>
                  <a:pt x="1490472" y="1755648"/>
                </a:lnTo>
                <a:cubicBezTo>
                  <a:pt x="1517904" y="1746504"/>
                  <a:pt x="1536192" y="1728216"/>
                  <a:pt x="1554480" y="1709928"/>
                </a:cubicBezTo>
                <a:lnTo>
                  <a:pt x="1563624" y="1719072"/>
                </a:lnTo>
                <a:moveTo>
                  <a:pt x="429768" y="1764792"/>
                </a:moveTo>
                <a:cubicBezTo>
                  <a:pt x="411480" y="1755648"/>
                  <a:pt x="384048" y="1737360"/>
                  <a:pt x="365760" y="1719072"/>
                </a:cubicBezTo>
                <a:lnTo>
                  <a:pt x="374904" y="1709928"/>
                </a:lnTo>
                <a:cubicBezTo>
                  <a:pt x="393192" y="1728216"/>
                  <a:pt x="411480" y="1746504"/>
                  <a:pt x="438912" y="1755648"/>
                </a:cubicBezTo>
                <a:lnTo>
                  <a:pt x="429768" y="1764792"/>
                </a:lnTo>
                <a:moveTo>
                  <a:pt x="557784" y="1837944"/>
                </a:moveTo>
                <a:cubicBezTo>
                  <a:pt x="539496" y="1828800"/>
                  <a:pt x="512064" y="1819656"/>
                  <a:pt x="493776" y="1810512"/>
                </a:cubicBezTo>
                <a:lnTo>
                  <a:pt x="502920" y="1792224"/>
                </a:lnTo>
                <a:cubicBezTo>
                  <a:pt x="521208" y="1810512"/>
                  <a:pt x="539496" y="1819656"/>
                  <a:pt x="566928" y="1828800"/>
                </a:cubicBezTo>
                <a:lnTo>
                  <a:pt x="557784" y="1837944"/>
                </a:lnTo>
                <a:moveTo>
                  <a:pt x="1435608" y="1810512"/>
                </a:moveTo>
                <a:cubicBezTo>
                  <a:pt x="1417320" y="1819656"/>
                  <a:pt x="1389888" y="1828800"/>
                  <a:pt x="1371600" y="1837944"/>
                </a:cubicBezTo>
                <a:lnTo>
                  <a:pt x="1362456" y="1828800"/>
                </a:lnTo>
                <a:cubicBezTo>
                  <a:pt x="1389888" y="1819656"/>
                  <a:pt x="1408176" y="1810512"/>
                  <a:pt x="1426464" y="1792224"/>
                </a:cubicBezTo>
                <a:lnTo>
                  <a:pt x="1435608" y="1810512"/>
                </a:lnTo>
                <a:moveTo>
                  <a:pt x="704088" y="1892808"/>
                </a:moveTo>
                <a:cubicBezTo>
                  <a:pt x="676656" y="1883664"/>
                  <a:pt x="658368" y="1874520"/>
                  <a:pt x="630936" y="1865376"/>
                </a:cubicBezTo>
                <a:lnTo>
                  <a:pt x="630936" y="1856232"/>
                </a:lnTo>
                <a:cubicBezTo>
                  <a:pt x="658368" y="1865376"/>
                  <a:pt x="685800" y="1874520"/>
                  <a:pt x="704088" y="1883664"/>
                </a:cubicBezTo>
                <a:lnTo>
                  <a:pt x="704088" y="1892808"/>
                </a:lnTo>
                <a:moveTo>
                  <a:pt x="1298448" y="1865376"/>
                </a:moveTo>
                <a:cubicBezTo>
                  <a:pt x="1271016" y="1874520"/>
                  <a:pt x="1252728" y="1883664"/>
                  <a:pt x="1225296" y="1892808"/>
                </a:cubicBezTo>
                <a:lnTo>
                  <a:pt x="1225296" y="1883664"/>
                </a:lnTo>
                <a:cubicBezTo>
                  <a:pt x="1243584" y="1874520"/>
                  <a:pt x="1271016" y="1865376"/>
                  <a:pt x="1298448" y="1856232"/>
                </a:cubicBezTo>
                <a:lnTo>
                  <a:pt x="1298448" y="1865376"/>
                </a:lnTo>
                <a:moveTo>
                  <a:pt x="850392" y="1920240"/>
                </a:moveTo>
                <a:cubicBezTo>
                  <a:pt x="822960" y="1920240"/>
                  <a:pt x="804672" y="1911096"/>
                  <a:pt x="777240" y="1911096"/>
                </a:cubicBezTo>
                <a:lnTo>
                  <a:pt x="777240" y="1901952"/>
                </a:lnTo>
                <a:cubicBezTo>
                  <a:pt x="804672" y="1901952"/>
                  <a:pt x="832104" y="1911096"/>
                  <a:pt x="850392" y="1911096"/>
                </a:cubicBezTo>
                <a:lnTo>
                  <a:pt x="850392" y="1920240"/>
                </a:lnTo>
                <a:moveTo>
                  <a:pt x="1152144" y="1911096"/>
                </a:moveTo>
                <a:cubicBezTo>
                  <a:pt x="1124712" y="1911096"/>
                  <a:pt x="1106424" y="1920240"/>
                  <a:pt x="1078992" y="1920240"/>
                </a:cubicBezTo>
                <a:lnTo>
                  <a:pt x="1078992" y="1911096"/>
                </a:lnTo>
                <a:cubicBezTo>
                  <a:pt x="1106424" y="1911096"/>
                  <a:pt x="1124712" y="1901952"/>
                  <a:pt x="1152144" y="1901952"/>
                </a:cubicBezTo>
                <a:lnTo>
                  <a:pt x="1152144" y="1911096"/>
                </a:lnTo>
                <a:moveTo>
                  <a:pt x="969264" y="1929384"/>
                </a:moveTo>
                <a:cubicBezTo>
                  <a:pt x="950976" y="1929384"/>
                  <a:pt x="941832" y="1929384"/>
                  <a:pt x="923544" y="1929384"/>
                </a:cubicBezTo>
                <a:lnTo>
                  <a:pt x="923544" y="1911096"/>
                </a:lnTo>
                <a:cubicBezTo>
                  <a:pt x="941832" y="1920240"/>
                  <a:pt x="950976" y="1920240"/>
                  <a:pt x="969264" y="1920240"/>
                </a:cubicBezTo>
                <a:cubicBezTo>
                  <a:pt x="978408" y="1920240"/>
                  <a:pt x="987552" y="1920240"/>
                  <a:pt x="1005840" y="1911096"/>
                </a:cubicBezTo>
                <a:lnTo>
                  <a:pt x="1005840" y="1929384"/>
                </a:lnTo>
                <a:cubicBezTo>
                  <a:pt x="987552" y="1929384"/>
                  <a:pt x="978408" y="1929384"/>
                  <a:pt x="969264" y="1929384"/>
                </a:cubicBezTo>
              </a:path>
            </a:pathLst>
          </a:custGeom>
          <a:gradFill>
            <a:gsLst>
              <a:gs pos="0">
                <a:schemeClr val="accent1">
                  <a:alpha val="100000"/>
                </a:schemeClr>
              </a:gs>
              <a:gs pos="100000">
                <a:schemeClr val="accent1">
                  <a:alpha val="100000"/>
                </a:schemeClr>
              </a:gs>
            </a:gsLst>
            <a:lin ang="3593688"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anchor="ctr" anchorCtr="0">
            <a:noAutofit/>
          </a:bodyPr>
          <a:p>
            <a:pPr algn="ctr"/>
            <a:r>
              <a:rPr lang="zh-CN" altLang="zh-CN" sz="3600" b="1" dirty="0">
                <a:solidFill>
                  <a:schemeClr val="tx1">
                    <a:lumMod val="100000"/>
                  </a:schemeClr>
                </a:solidFill>
                <a:latin typeface="微软雅黑" panose="020B0503020204020204" charset="-122"/>
                <a:ea typeface="微软雅黑" panose="020B0503020204020204" charset="-122"/>
                <a:cs typeface="+mn-ea"/>
              </a:rPr>
              <a:t>（四）我国宪法解释机关与权限</a:t>
            </a:r>
            <a:endParaRPr lang="zh-CN" altLang="zh-CN" sz="3600" b="1" dirty="0">
              <a:solidFill>
                <a:schemeClr val="tx1">
                  <a:lumMod val="100000"/>
                </a:schemeClr>
              </a:solidFill>
              <a:latin typeface="微软雅黑" panose="020B0503020204020204" charset="-122"/>
              <a:ea typeface="微软雅黑" panose="020B0503020204020204" charset="-122"/>
              <a:cs typeface="+mn-ea"/>
            </a:endParaRPr>
          </a:p>
        </p:txBody>
      </p:sp>
      <p:sp>
        <p:nvSpPr>
          <p:cNvPr id="37" name="对象4"/>
          <p:cNvSpPr/>
          <p:nvPr>
            <p:custDataLst>
              <p:tags r:id="rId4"/>
            </p:custDataLst>
          </p:nvPr>
        </p:nvSpPr>
        <p:spPr>
          <a:xfrm>
            <a:off x="284695" y="1836011"/>
            <a:ext cx="3435752" cy="3435752"/>
          </a:xfrm>
          <a:custGeom>
            <a:avLst/>
            <a:gdLst/>
            <a:ahLst/>
            <a:cxnLst/>
            <a:rect l="l" t="t" r="r" b="b"/>
            <a:pathLst>
              <a:path w="3200400" h="3200400">
                <a:moveTo>
                  <a:pt x="1600200" y="3200400"/>
                </a:moveTo>
                <a:cubicBezTo>
                  <a:pt x="2487168" y="3200400"/>
                  <a:pt x="3200400" y="2478024"/>
                  <a:pt x="3200400" y="1600200"/>
                </a:cubicBezTo>
                <a:cubicBezTo>
                  <a:pt x="3200400" y="713232"/>
                  <a:pt x="2487168" y="0"/>
                  <a:pt x="1600200" y="0"/>
                </a:cubicBezTo>
                <a:cubicBezTo>
                  <a:pt x="713232" y="0"/>
                  <a:pt x="0" y="713232"/>
                  <a:pt x="0" y="1600200"/>
                </a:cubicBezTo>
                <a:cubicBezTo>
                  <a:pt x="0" y="2478024"/>
                  <a:pt x="713232" y="3200400"/>
                  <a:pt x="1600200" y="3200400"/>
                </a:cubicBezTo>
                <a:moveTo>
                  <a:pt x="1600200" y="2770632"/>
                </a:moveTo>
                <a:cubicBezTo>
                  <a:pt x="2249424" y="2770632"/>
                  <a:pt x="2770632" y="2249424"/>
                  <a:pt x="2770632" y="1600200"/>
                </a:cubicBezTo>
                <a:cubicBezTo>
                  <a:pt x="2770632" y="950976"/>
                  <a:pt x="2249424" y="429768"/>
                  <a:pt x="1600200" y="429768"/>
                </a:cubicBezTo>
                <a:cubicBezTo>
                  <a:pt x="950976" y="429768"/>
                  <a:pt x="429768" y="950976"/>
                  <a:pt x="429768" y="1600200"/>
                </a:cubicBezTo>
                <a:cubicBezTo>
                  <a:pt x="429768" y="2249424"/>
                  <a:pt x="950976" y="2770632"/>
                  <a:pt x="1600200" y="2770632"/>
                </a:cubicBezTo>
              </a:path>
            </a:pathLst>
          </a:custGeom>
          <a:gradFill>
            <a:gsLst>
              <a:gs pos="0">
                <a:schemeClr val="accent1">
                  <a:alpha val="20000"/>
                </a:schemeClr>
              </a:gs>
              <a:gs pos="100000">
                <a:schemeClr val="accent1">
                  <a:alpha val="20000"/>
                </a:schemeClr>
              </a:gs>
            </a:gsLst>
            <a:lin ang="3593688"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p>
            <a:endParaRPr lang="zh-CN" altLang="en-US">
              <a:solidFill>
                <a:schemeClr val="lt1"/>
              </a:solidFill>
            </a:endParaRPr>
          </a:p>
        </p:txBody>
      </p:sp>
      <p:sp>
        <p:nvSpPr>
          <p:cNvPr id="38" name="对象5"/>
          <p:cNvSpPr/>
          <p:nvPr>
            <p:custDataLst>
              <p:tags r:id="rId5"/>
            </p:custDataLst>
          </p:nvPr>
        </p:nvSpPr>
        <p:spPr>
          <a:xfrm>
            <a:off x="285127" y="1836317"/>
            <a:ext cx="3277564" cy="3288675"/>
          </a:xfrm>
          <a:custGeom>
            <a:avLst/>
            <a:gdLst/>
            <a:ahLst/>
            <a:cxnLst/>
            <a:rect l="l" t="t" r="r" b="b"/>
            <a:pathLst>
              <a:path w="2916936" h="2916936">
                <a:moveTo>
                  <a:pt x="1453896" y="2916936"/>
                </a:moveTo>
                <a:cubicBezTo>
                  <a:pt x="2258568" y="2916936"/>
                  <a:pt x="2916936" y="2258568"/>
                  <a:pt x="2916936" y="1453896"/>
                </a:cubicBezTo>
                <a:cubicBezTo>
                  <a:pt x="2916936" y="649224"/>
                  <a:pt x="2258568" y="0"/>
                  <a:pt x="1453896" y="0"/>
                </a:cubicBezTo>
                <a:cubicBezTo>
                  <a:pt x="649224" y="0"/>
                  <a:pt x="0" y="649224"/>
                  <a:pt x="0" y="1453896"/>
                </a:cubicBezTo>
                <a:cubicBezTo>
                  <a:pt x="0" y="2258568"/>
                  <a:pt x="649224" y="2916936"/>
                  <a:pt x="1453896" y="2916936"/>
                </a:cubicBezTo>
                <a:moveTo>
                  <a:pt x="1453896" y="2523744"/>
                </a:moveTo>
                <a:cubicBezTo>
                  <a:pt x="2048256" y="2523744"/>
                  <a:pt x="2523744" y="2048256"/>
                  <a:pt x="2523744" y="1453896"/>
                </a:cubicBezTo>
                <a:cubicBezTo>
                  <a:pt x="2523744" y="868680"/>
                  <a:pt x="2048256" y="393192"/>
                  <a:pt x="1453896" y="393192"/>
                </a:cubicBezTo>
                <a:cubicBezTo>
                  <a:pt x="868680" y="393192"/>
                  <a:pt x="393192" y="868680"/>
                  <a:pt x="393192" y="1453896"/>
                </a:cubicBezTo>
                <a:cubicBezTo>
                  <a:pt x="393192" y="2048256"/>
                  <a:pt x="868680" y="2523744"/>
                  <a:pt x="1453896" y="2523744"/>
                </a:cubicBezTo>
              </a:path>
            </a:pathLst>
          </a:custGeom>
          <a:gradFill>
            <a:gsLst>
              <a:gs pos="0">
                <a:schemeClr val="accent1">
                  <a:alpha val="100000"/>
                </a:schemeClr>
              </a:gs>
              <a:gs pos="100000">
                <a:schemeClr val="accent1">
                  <a:alpha val="100000"/>
                </a:schemeClr>
              </a:gs>
            </a:gsLst>
            <a:lin ang="3593688"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p>
            <a:endParaRPr lang="zh-CN" altLang="en-US">
              <a:solidFill>
                <a:schemeClr val="lt1"/>
              </a:solidFill>
            </a:endParaRPr>
          </a:p>
        </p:txBody>
      </p:sp>
      <p:sp>
        <p:nvSpPr>
          <p:cNvPr id="39" name="椭圆 38"/>
          <p:cNvSpPr/>
          <p:nvPr>
            <p:custDataLst>
              <p:tags r:id="rId6"/>
            </p:custDataLst>
          </p:nvPr>
        </p:nvSpPr>
        <p:spPr>
          <a:xfrm>
            <a:off x="3719764" y="1883729"/>
            <a:ext cx="681015" cy="681015"/>
          </a:xfrm>
          <a:prstGeom prst="ellipse">
            <a:avLst/>
          </a:prstGeom>
          <a:gradFill>
            <a:gsLst>
              <a:gs pos="0">
                <a:schemeClr val="accent1">
                  <a:alpha val="100000"/>
                </a:schemeClr>
              </a:gs>
              <a:gs pos="100000">
                <a:schemeClr val="accent1">
                  <a:alpha val="100000"/>
                </a:schemeClr>
              </a:gs>
            </a:gsLst>
            <a:lin ang="3594000" scaled="0"/>
          </a:gradFill>
          <a:effectLst>
            <a:outerShdw blurRad="254000" dist="50800" dir="5400000" sx="102000" sy="102000" algn="ctr" rotWithShape="0">
              <a:schemeClr val="accent1">
                <a:lumMod val="40000"/>
                <a:lumOff val="60000"/>
                <a:alpha val="40000"/>
              </a:schemeClr>
            </a:outerShdw>
          </a:effectLst>
        </p:spPr>
        <p:txBody>
          <a:bodyPr wrap="none" lIns="0" tIns="0" rIns="0" bIns="0" rtlCol="0" anchor="ctr">
            <a:normAutofit/>
          </a:bodyPr>
          <a:p>
            <a:pPr algn="ctr">
              <a:spcBef>
                <a:spcPct val="0"/>
              </a:spcBef>
              <a:spcAft>
                <a:spcPct val="0"/>
              </a:spcAft>
            </a:pPr>
            <a:r>
              <a:rPr lang="en-US" altLang="zh-CN" sz="2400" b="1">
                <a:solidFill>
                  <a:srgbClr val="FFFFFF"/>
                </a:solidFill>
                <a:latin typeface="+mn-ea"/>
                <a:cs typeface="+mn-ea"/>
                <a:sym typeface="+mn-ea"/>
              </a:rPr>
              <a:t>01</a:t>
            </a:r>
            <a:endParaRPr lang="en-US" altLang="zh-CN" sz="2400" b="1">
              <a:solidFill>
                <a:srgbClr val="FFFFFF"/>
              </a:solidFill>
              <a:latin typeface="+mn-ea"/>
              <a:cs typeface="+mn-ea"/>
              <a:sym typeface="+mn-ea"/>
            </a:endParaRPr>
          </a:p>
        </p:txBody>
      </p:sp>
      <p:sp>
        <p:nvSpPr>
          <p:cNvPr id="40" name="椭圆 39"/>
          <p:cNvSpPr>
            <a:spLocks noChangeAspect="1"/>
          </p:cNvSpPr>
          <p:nvPr>
            <p:custDataLst>
              <p:tags r:id="rId7"/>
            </p:custDataLst>
          </p:nvPr>
        </p:nvSpPr>
        <p:spPr>
          <a:xfrm>
            <a:off x="3720447" y="4566206"/>
            <a:ext cx="680193" cy="680193"/>
          </a:xfrm>
          <a:prstGeom prst="ellipse">
            <a:avLst/>
          </a:prstGeom>
          <a:gradFill>
            <a:gsLst>
              <a:gs pos="0">
                <a:schemeClr val="accent2">
                  <a:alpha val="100000"/>
                </a:schemeClr>
              </a:gs>
              <a:gs pos="100000">
                <a:schemeClr val="accent2">
                  <a:alpha val="100000"/>
                </a:schemeClr>
              </a:gs>
            </a:gsLst>
            <a:lin ang="3594000" scaled="0"/>
          </a:gradFill>
          <a:effectLst>
            <a:outerShdw blurRad="254000" dist="50800" dir="5400000" sx="102000" sy="102000" algn="ctr" rotWithShape="0">
              <a:schemeClr val="accent2">
                <a:lumMod val="40000"/>
                <a:lumOff val="60000"/>
                <a:alpha val="40000"/>
              </a:schemeClr>
            </a:outerShdw>
          </a:effectLst>
        </p:spPr>
        <p:txBody>
          <a:bodyPr wrap="none" lIns="0" tIns="0" rIns="0" bIns="0" rtlCol="0" anchor="ctr">
            <a:normAutofit/>
          </a:bodyPr>
          <a:p>
            <a:pPr algn="ctr">
              <a:spcBef>
                <a:spcPct val="0"/>
              </a:spcBef>
              <a:spcAft>
                <a:spcPct val="0"/>
              </a:spcAft>
            </a:pPr>
            <a:r>
              <a:rPr lang="en-US" altLang="zh-CN" sz="2000" b="1">
                <a:solidFill>
                  <a:srgbClr val="FFFFFF"/>
                </a:solidFill>
                <a:latin typeface="+mn-ea"/>
                <a:cs typeface="+mn-ea"/>
                <a:sym typeface="+mn-ea"/>
              </a:rPr>
              <a:t>02</a:t>
            </a:r>
            <a:endParaRPr lang="en-US" altLang="zh-CN" sz="2000" b="1">
              <a:solidFill>
                <a:srgbClr val="FFFFFF"/>
              </a:solidFill>
              <a:latin typeface="+mn-ea"/>
              <a:cs typeface="+mn-ea"/>
              <a:sym typeface="+mn-ea"/>
            </a:endParaRPr>
          </a:p>
        </p:txBody>
      </p:sp>
    </p:spTree>
    <p:custDataLst>
      <p:tags r:id="rId8"/>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a:xfrm>
            <a:off x="1137920" y="101600"/>
            <a:ext cx="8966835" cy="1042670"/>
          </a:xfrm>
        </p:spPr>
        <p:txBody>
          <a:bodyPr/>
          <a:lstStyle/>
          <a:p>
            <a:r>
              <a:rPr lang="zh-CN" altLang="en-US" sz="3600"/>
              <a:t>三、宪法的修改</a:t>
            </a:r>
            <a:r>
              <a:rPr lang="en-US" altLang="zh-CN" sz="3600"/>
              <a:t> </a:t>
            </a:r>
            <a:endParaRPr lang="en-US" altLang="zh-CN" sz="3600"/>
          </a:p>
        </p:txBody>
      </p:sp>
      <p:sp>
        <p:nvSpPr>
          <p:cNvPr id="9" name="任意多边形: 形状 7"/>
          <p:cNvSpPr/>
          <p:nvPr>
            <p:custDataLst>
              <p:tags r:id="rId2"/>
            </p:custDataLst>
          </p:nvPr>
        </p:nvSpPr>
        <p:spPr>
          <a:xfrm>
            <a:off x="11073282" y="5893070"/>
            <a:ext cx="1116566" cy="968113"/>
          </a:xfrm>
          <a:custGeom>
            <a:avLst/>
            <a:gdLst>
              <a:gd name="connsiteX0" fmla="*/ 0 w 1116566"/>
              <a:gd name="connsiteY0" fmla="*/ 968113 h 968113"/>
              <a:gd name="connsiteX1" fmla="*/ 1116566 w 1116566"/>
              <a:gd name="connsiteY1" fmla="*/ 968113 h 968113"/>
              <a:gd name="connsiteX2" fmla="*/ 1116566 w 1116566"/>
              <a:gd name="connsiteY2" fmla="*/ 0 h 968113"/>
            </a:gdLst>
            <a:ahLst/>
            <a:cxnLst>
              <a:cxn ang="0">
                <a:pos x="connsiteX0" y="connsiteY0"/>
              </a:cxn>
              <a:cxn ang="0">
                <a:pos x="connsiteX1" y="connsiteY1"/>
              </a:cxn>
              <a:cxn ang="0">
                <a:pos x="connsiteX2" y="connsiteY2"/>
              </a:cxn>
            </a:cxnLst>
            <a:rect l="l" t="t" r="r" b="b"/>
            <a:pathLst>
              <a:path w="1116566" h="968113">
                <a:moveTo>
                  <a:pt x="0" y="968113"/>
                </a:moveTo>
                <a:lnTo>
                  <a:pt x="1116566" y="968113"/>
                </a:lnTo>
                <a:lnTo>
                  <a:pt x="1116566" y="0"/>
                </a:lnTo>
                <a:close/>
              </a:path>
            </a:pathLst>
          </a:custGeom>
          <a:solidFill>
            <a:schemeClr val="accent3"/>
          </a:solidFill>
          <a:ln w="6340" cap="flat">
            <a:noFill/>
            <a:prstDash val="solid"/>
            <a:miter/>
          </a:ln>
        </p:spPr>
        <p:txBody>
          <a:bodyPr rtlCol="0" anchor="ctr"/>
          <a:lstStyle/>
          <a:p>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11" name="任意多边形: 形状 10"/>
          <p:cNvSpPr/>
          <p:nvPr>
            <p:custDataLst>
              <p:tags r:id="rId3"/>
            </p:custDataLst>
          </p:nvPr>
        </p:nvSpPr>
        <p:spPr>
          <a:xfrm>
            <a:off x="143781" y="0"/>
            <a:ext cx="994611" cy="6858001"/>
          </a:xfrm>
          <a:custGeom>
            <a:avLst/>
            <a:gdLst>
              <a:gd name="connsiteX0" fmla="*/ 0 w 1634832"/>
              <a:gd name="connsiteY0" fmla="*/ 0 h 6858001"/>
              <a:gd name="connsiteX1" fmla="*/ 261030 w 1634832"/>
              <a:gd name="connsiteY1" fmla="*/ 0 h 6858001"/>
              <a:gd name="connsiteX2" fmla="*/ 1634832 w 1634832"/>
              <a:gd name="connsiteY2" fmla="*/ 6858001 h 6858001"/>
              <a:gd name="connsiteX3" fmla="*/ 0 w 1634832"/>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1634832" h="6858001">
                <a:moveTo>
                  <a:pt x="0" y="0"/>
                </a:moveTo>
                <a:lnTo>
                  <a:pt x="261030" y="0"/>
                </a:lnTo>
                <a:lnTo>
                  <a:pt x="1634832" y="6858001"/>
                </a:lnTo>
                <a:lnTo>
                  <a:pt x="0" y="6858001"/>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dirty="0">
              <a:solidFill>
                <a:schemeClr val="lt1"/>
              </a:solidFill>
              <a:latin typeface="微软雅黑" panose="020B0503020204020204" charset="-122"/>
              <a:ea typeface="微软雅黑" panose="020B0503020204020204" charset="-122"/>
              <a:sym typeface="Arial" panose="020B0604020202020204" pitchFamily="34" charset="0"/>
            </a:endParaRPr>
          </a:p>
        </p:txBody>
      </p:sp>
      <p:grpSp>
        <p:nvGrpSpPr>
          <p:cNvPr id="14" name="组合 13"/>
          <p:cNvGrpSpPr>
            <a:grpSpLocks noChangeAspect="1"/>
          </p:cNvGrpSpPr>
          <p:nvPr>
            <p:custDataLst>
              <p:tags r:id="rId4"/>
            </p:custDataLst>
          </p:nvPr>
        </p:nvGrpSpPr>
        <p:grpSpPr>
          <a:xfrm rot="10800000">
            <a:off x="9930130" y="215265"/>
            <a:ext cx="572135" cy="499745"/>
            <a:chOff x="1168400" y="1347856"/>
            <a:chExt cx="723913" cy="631688"/>
          </a:xfrm>
          <a:solidFill>
            <a:schemeClr val="accent1">
              <a:lumMod val="20000"/>
              <a:lumOff val="80000"/>
            </a:schemeClr>
          </a:solidFill>
        </p:grpSpPr>
        <p:sp>
          <p:nvSpPr>
            <p:cNvPr id="15" name="任意多边形: 形状 17"/>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16" name="任意多边形: 形状 18"/>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grpSp>
      <p:sp>
        <p:nvSpPr>
          <p:cNvPr id="20" name="任意多边形: 形状 11"/>
          <p:cNvSpPr/>
          <p:nvPr>
            <p:custDataLst>
              <p:tags r:id="rId7"/>
            </p:custDataLst>
          </p:nvPr>
        </p:nvSpPr>
        <p:spPr>
          <a:xfrm>
            <a:off x="-600" y="0"/>
            <a:ext cx="12193200" cy="6858001"/>
          </a:xfrm>
          <a:custGeom>
            <a:avLst/>
            <a:gdLst>
              <a:gd name="connsiteX0" fmla="*/ 0 w 1634832"/>
              <a:gd name="connsiteY0" fmla="*/ 0 h 6858001"/>
              <a:gd name="connsiteX1" fmla="*/ 261030 w 1634832"/>
              <a:gd name="connsiteY1" fmla="*/ 0 h 6858001"/>
              <a:gd name="connsiteX2" fmla="*/ 1634832 w 1634832"/>
              <a:gd name="connsiteY2" fmla="*/ 6858001 h 6858001"/>
              <a:gd name="connsiteX3" fmla="*/ 0 w 1634832"/>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19202" h="10800">
                <a:moveTo>
                  <a:pt x="0" y="0"/>
                </a:moveTo>
                <a:lnTo>
                  <a:pt x="250" y="0"/>
                </a:lnTo>
                <a:lnTo>
                  <a:pt x="1546" y="10630"/>
                </a:lnTo>
                <a:lnTo>
                  <a:pt x="19202" y="8687"/>
                </a:lnTo>
                <a:lnTo>
                  <a:pt x="19202" y="10800"/>
                </a:lnTo>
                <a:lnTo>
                  <a:pt x="1566" y="10800"/>
                </a:lnTo>
                <a:lnTo>
                  <a:pt x="0" y="10800"/>
                </a:lnTo>
                <a:lnTo>
                  <a:pt x="0" y="10800"/>
                </a:lnTo>
                <a:lnTo>
                  <a:pt x="0" y="1080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dirty="0">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6" name="文本框 5"/>
          <p:cNvSpPr txBox="1"/>
          <p:nvPr>
            <p:custDataLst>
              <p:tags r:id="rId8"/>
            </p:custDataLst>
          </p:nvPr>
        </p:nvSpPr>
        <p:spPr>
          <a:xfrm>
            <a:off x="1291590" y="995045"/>
            <a:ext cx="10314940" cy="4993640"/>
          </a:xfrm>
          <a:prstGeom prst="rect">
            <a:avLst/>
          </a:prstGeom>
          <a:noFill/>
        </p:spPr>
        <p:txBody>
          <a:bodyPr wrap="square" lIns="0" tIns="0" rIns="0" bIns="0" rtlCol="0"/>
          <a:lstStyle/>
          <a:p>
            <a:pPr marL="0" lvl="0" indent="0" algn="just" fontAlgn="auto">
              <a:lnSpc>
                <a:spcPct val="150000"/>
              </a:lnSpc>
              <a:spcAft>
                <a:spcPts val="1200"/>
              </a:spcAft>
            </a:pPr>
            <a:r>
              <a:rPr lang="zh-CN" altLang="en-US" sz="2400" b="1">
                <a:solidFill>
                  <a:srgbClr val="C00000"/>
                </a:solidFill>
                <a:latin typeface="微软雅黑" panose="020B0503020204020204" charset="-122"/>
                <a:ea typeface="微软雅黑" panose="020B0503020204020204" charset="-122"/>
                <a:cs typeface="微软雅黑" panose="020B0503020204020204" charset="-122"/>
              </a:rPr>
              <a:t>（一）定义:</a:t>
            </a:r>
            <a:endParaRPr lang="zh-CN" altLang="en-US" sz="2400" b="1">
              <a:solidFill>
                <a:srgbClr val="C00000"/>
              </a:solidFill>
              <a:latin typeface="微软雅黑" panose="020B0503020204020204" charset="-122"/>
              <a:ea typeface="微软雅黑" panose="020B0503020204020204" charset="-122"/>
              <a:cs typeface="微软雅黑" panose="020B0503020204020204" charset="-122"/>
            </a:endParaRPr>
          </a:p>
          <a:p>
            <a:pPr marL="457200" lvl="1" indent="0" algn="just" fontAlgn="auto">
              <a:lnSpc>
                <a:spcPct val="150000"/>
              </a:lnSpc>
              <a:spcAft>
                <a:spcPts val="1200"/>
              </a:spcAft>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宪法修改是指宪法修改机关认为宪法的部分内容不适应社会实际,而依据宪法规定的特定修改程序,</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对宪法进行删除、增加、变更的活动。</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algn="just" fontAlgn="auto">
              <a:lnSpc>
                <a:spcPct val="150000"/>
              </a:lnSpc>
              <a:spcAft>
                <a:spcPts val="1200"/>
              </a:spcAft>
            </a:pPr>
            <a:r>
              <a:rPr lang="zh-CN" altLang="en-US" sz="2400" b="1">
                <a:solidFill>
                  <a:srgbClr val="C00000"/>
                </a:solidFill>
                <a:latin typeface="微软雅黑" panose="020B0503020204020204" charset="-122"/>
                <a:ea typeface="微软雅黑" panose="020B0503020204020204" charset="-122"/>
                <a:cs typeface="微软雅黑" panose="020B0503020204020204" charset="-122"/>
              </a:rPr>
              <a:t>（二）宪法修改的必要性</a:t>
            </a:r>
            <a:endParaRPr lang="zh-CN" altLang="en-US" sz="2400" b="1">
              <a:solidFill>
                <a:srgbClr val="C00000"/>
              </a:solidFill>
              <a:latin typeface="微软雅黑" panose="020B0503020204020204" charset="-122"/>
              <a:ea typeface="微软雅黑" panose="020B0503020204020204" charset="-122"/>
              <a:cs typeface="微软雅黑" panose="020B0503020204020204" charset="-122"/>
            </a:endParaRPr>
          </a:p>
          <a:p>
            <a:pPr marL="457200" lvl="1" indent="0" algn="just" fontAlgn="auto">
              <a:lnSpc>
                <a:spcPct val="150000"/>
              </a:lnSpc>
              <a:spcAft>
                <a:spcPts val="1200"/>
              </a:spcAft>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1</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、适应社会实际的发展变化：</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宪法规范需符合客观规律,社会实际动态发展会导致宪法滞后,且制宪者认知存在局限。</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457200" lvl="1" indent="0" algn="just" fontAlgn="auto">
              <a:lnSpc>
                <a:spcPct val="150000"/>
              </a:lnSpc>
              <a:spcAft>
                <a:spcPts val="1200"/>
              </a:spcAft>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2</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、弥补宪法规范的实施缺漏：</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制宪时受主观因素(认知局限)和客观条件(时代背景)限制,易出现内容不全。</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9"/>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a:xfrm>
            <a:off x="604520" y="203835"/>
            <a:ext cx="10749280" cy="824865"/>
          </a:xfrm>
        </p:spPr>
        <p:txBody>
          <a:bodyPr/>
          <a:lstStyle/>
          <a:p>
            <a:r>
              <a:rPr lang="zh-CN" altLang="en-US"/>
              <a:t>（三）宪法修改的内容限制</a:t>
            </a:r>
            <a:endParaRPr lang="zh-CN" altLang="en-US"/>
          </a:p>
        </p:txBody>
      </p:sp>
      <p:graphicFrame>
        <p:nvGraphicFramePr>
          <p:cNvPr id="7" name="表格 2"/>
          <p:cNvGraphicFramePr/>
          <p:nvPr>
            <p:custDataLst>
              <p:tags r:id="rId2"/>
            </p:custDataLst>
          </p:nvPr>
        </p:nvGraphicFramePr>
        <p:xfrm>
          <a:off x="5760085" y="1509395"/>
          <a:ext cx="5947410" cy="4870450"/>
        </p:xfrm>
        <a:graphic>
          <a:graphicData uri="http://schemas.openxmlformats.org/drawingml/2006/table">
            <a:tbl>
              <a:tblPr firstRow="1" bandRow="1">
                <a:tableStyleId>{5C22544A-7EE6-4342-B048-85BDC9FD1C3A}</a:tableStyleId>
              </a:tblPr>
              <a:tblGrid>
                <a:gridCol w="1577975"/>
                <a:gridCol w="1795780"/>
                <a:gridCol w="2573655"/>
              </a:tblGrid>
              <a:tr h="518160">
                <a:tc>
                  <a:txBody>
                    <a:bodyPr/>
                    <a:p>
                      <a:pPr marL="0" indent="0" algn="ctr">
                        <a:lnSpc>
                          <a:spcPct val="120000"/>
                        </a:lnSpc>
                        <a:spcBef>
                          <a:spcPts val="0"/>
                        </a:spcBef>
                        <a:spcAft>
                          <a:spcPts val="0"/>
                        </a:spcAft>
                      </a:pPr>
                      <a:r>
                        <a:rPr lang="zh-CN" altLang="en-US" sz="1800" b="1" spc="120">
                          <a:latin typeface="微软雅黑" panose="020B0503020204020204" charset="-122"/>
                          <a:ea typeface="微软雅黑" panose="020B0503020204020204" charset="-122"/>
                        </a:rPr>
                        <a:t>限制类型</a:t>
                      </a:r>
                      <a:endParaRPr lang="zh-CN" altLang="en-US" sz="1800" b="1"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1800" b="1" spc="120">
                          <a:latin typeface="微软雅黑" panose="020B0503020204020204" charset="-122"/>
                          <a:ea typeface="微软雅黑" panose="020B0503020204020204" charset="-122"/>
                        </a:rPr>
                        <a:t>核心内涵</a:t>
                      </a:r>
                      <a:endParaRPr lang="zh-CN" altLang="en-US" sz="1800" b="1"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1800" b="1" spc="120">
                          <a:latin typeface="微软雅黑" panose="020B0503020204020204" charset="-122"/>
                          <a:ea typeface="微软雅黑" panose="020B0503020204020204" charset="-122"/>
                        </a:rPr>
                        <a:t>中外示例</a:t>
                      </a:r>
                      <a:endParaRPr lang="zh-CN" altLang="en-US" sz="1800" b="1" spc="120">
                        <a:latin typeface="微软雅黑" panose="020B0503020204020204" charset="-122"/>
                        <a:ea typeface="微软雅黑" panose="020B0503020204020204" charset="-122"/>
                      </a:endParaRPr>
                    </a:p>
                  </a:txBody>
                  <a:tcPr marL="177800" marR="177800" marT="107950" marB="107950" anchor="ctr" anchorCtr="0"/>
                </a:tc>
              </a:tr>
              <a:tr h="1787525">
                <a:tc>
                  <a:txBody>
                    <a:bodyPr/>
                    <a:p>
                      <a:pPr marL="0" indent="0" algn="l">
                        <a:lnSpc>
                          <a:spcPct val="120000"/>
                        </a:lnSpc>
                        <a:spcBef>
                          <a:spcPts val="0"/>
                        </a:spcBef>
                        <a:spcAft>
                          <a:spcPts val="0"/>
                        </a:spcAft>
                      </a:pPr>
                      <a:r>
                        <a:rPr lang="zh-CN" altLang="en-US" sz="1600" b="1" spc="120">
                          <a:latin typeface="微软雅黑" panose="020B0503020204020204" charset="-122"/>
                          <a:ea typeface="微软雅黑" panose="020B0503020204020204" charset="-122"/>
                        </a:rPr>
                        <a:t>宪法根本原则与精神</a:t>
                      </a:r>
                      <a:endParaRPr lang="zh-CN" altLang="en-US" sz="1600" b="1"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600" b="0" spc="120">
                          <a:latin typeface="微软雅黑" panose="020B0503020204020204" charset="-122"/>
                          <a:ea typeface="微软雅黑" panose="020B0503020204020204" charset="-122"/>
                        </a:rPr>
                        <a:t>宪法存在的基础，修改会改变宪法性质</a:t>
                      </a:r>
                      <a:endParaRPr lang="zh-CN" altLang="en-US" sz="16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en-US" altLang="zh-CN" sz="1600" b="0" spc="120">
                          <a:latin typeface="微软雅黑" panose="020B0503020204020204" charset="-122"/>
                          <a:ea typeface="微软雅黑" panose="020B0503020204020204" charset="-122"/>
                          <a:cs typeface="微软雅黑" panose="020B0503020204020204" charset="-122"/>
                        </a:rPr>
                        <a:t>1. </a:t>
                      </a:r>
                      <a:r>
                        <a:rPr lang="zh-CN" altLang="en-US" sz="1600" b="0" spc="120">
                          <a:latin typeface="微软雅黑" panose="020B0503020204020204" charset="-122"/>
                          <a:ea typeface="微软雅黑" panose="020B0503020204020204" charset="-122"/>
                          <a:cs typeface="微软雅黑" panose="020B0503020204020204" charset="-122"/>
                        </a:rPr>
                        <a:t>德国</a:t>
                      </a:r>
                      <a:r>
                        <a:rPr lang="en-US" altLang="zh-CN" sz="1600" b="0" spc="120">
                          <a:latin typeface="微软雅黑" panose="020B0503020204020204" charset="-122"/>
                          <a:ea typeface="微软雅黑" panose="020B0503020204020204" charset="-122"/>
                          <a:cs typeface="微软雅黑" panose="020B0503020204020204" charset="-122"/>
                        </a:rPr>
                        <a:t>《</a:t>
                      </a:r>
                      <a:r>
                        <a:rPr lang="zh-CN" altLang="en-US" sz="1600" b="0" spc="120">
                          <a:latin typeface="微软雅黑" panose="020B0503020204020204" charset="-122"/>
                          <a:ea typeface="微软雅黑" panose="020B0503020204020204" charset="-122"/>
                          <a:cs typeface="微软雅黑" panose="020B0503020204020204" charset="-122"/>
                        </a:rPr>
                        <a:t>基本法</a:t>
                      </a:r>
                      <a:r>
                        <a:rPr lang="en-US" altLang="zh-CN" sz="1600" b="0" spc="120">
                          <a:latin typeface="微软雅黑" panose="020B0503020204020204" charset="-122"/>
                          <a:ea typeface="微软雅黑" panose="020B0503020204020204" charset="-122"/>
                          <a:cs typeface="微软雅黑" panose="020B0503020204020204" charset="-122"/>
                        </a:rPr>
                        <a:t>》</a:t>
                      </a:r>
                      <a:r>
                        <a:rPr lang="zh-CN" altLang="en-US" sz="1600" b="0" spc="120">
                          <a:latin typeface="微软雅黑" panose="020B0503020204020204" charset="-122"/>
                          <a:ea typeface="微软雅黑" panose="020B0503020204020204" charset="-122"/>
                          <a:cs typeface="微软雅黑" panose="020B0503020204020204" charset="-122"/>
                        </a:rPr>
                        <a:t>第 </a:t>
                      </a:r>
                      <a:r>
                        <a:rPr lang="en-US" altLang="zh-CN" sz="1600" b="0" spc="120">
                          <a:latin typeface="微软雅黑" panose="020B0503020204020204" charset="-122"/>
                          <a:ea typeface="微软雅黑" panose="020B0503020204020204" charset="-122"/>
                          <a:cs typeface="微软雅黑" panose="020B0503020204020204" charset="-122"/>
                        </a:rPr>
                        <a:t>79 </a:t>
                      </a:r>
                      <a:r>
                        <a:rPr lang="zh-CN" altLang="en-US" sz="1600" b="0" spc="120">
                          <a:latin typeface="微软雅黑" panose="020B0503020204020204" charset="-122"/>
                          <a:ea typeface="微软雅黑" panose="020B0503020204020204" charset="-122"/>
                          <a:cs typeface="微软雅黑" panose="020B0503020204020204" charset="-122"/>
                        </a:rPr>
                        <a:t>条：禁止修改 “联邦制”</a:t>
                      </a:r>
                      <a:endParaRPr lang="zh-CN" altLang="en-US" sz="1600" b="0" spc="120">
                        <a:latin typeface="微软雅黑" panose="020B0503020204020204" charset="-122"/>
                        <a:ea typeface="微软雅黑" panose="020B0503020204020204" charset="-122"/>
                        <a:cs typeface="微软雅黑" panose="020B0503020204020204" charset="-122"/>
                      </a:endParaRPr>
                    </a:p>
                    <a:p>
                      <a:pPr marL="0" indent="0" algn="l">
                        <a:lnSpc>
                          <a:spcPct val="120000"/>
                        </a:lnSpc>
                        <a:spcBef>
                          <a:spcPts val="0"/>
                        </a:spcBef>
                        <a:spcAft>
                          <a:spcPts val="0"/>
                        </a:spcAft>
                      </a:pPr>
                      <a:r>
                        <a:rPr lang="en-US" altLang="zh-CN" sz="1600" b="0" spc="120">
                          <a:latin typeface="微软雅黑" panose="020B0503020204020204" charset="-122"/>
                          <a:ea typeface="微软雅黑" panose="020B0503020204020204" charset="-122"/>
                          <a:cs typeface="微软雅黑" panose="020B0503020204020204" charset="-122"/>
                        </a:rPr>
                        <a:t>2. </a:t>
                      </a:r>
                      <a:r>
                        <a:rPr lang="zh-CN" altLang="en-US" sz="1600" b="0" spc="120">
                          <a:latin typeface="微软雅黑" panose="020B0503020204020204" charset="-122"/>
                          <a:ea typeface="微软雅黑" panose="020B0503020204020204" charset="-122"/>
                          <a:cs typeface="微软雅黑" panose="020B0503020204020204" charset="-122"/>
                        </a:rPr>
                        <a:t>我国：四项基本原则是立国之本，不得作否定性修改</a:t>
                      </a:r>
                      <a:endParaRPr lang="zh-CN" altLang="en-US" sz="16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r h="1264920">
                <a:tc>
                  <a:txBody>
                    <a:bodyPr/>
                    <a:p>
                      <a:pPr marL="0" indent="0" algn="l">
                        <a:lnSpc>
                          <a:spcPct val="120000"/>
                        </a:lnSpc>
                        <a:spcBef>
                          <a:spcPts val="0"/>
                        </a:spcBef>
                        <a:spcAft>
                          <a:spcPts val="0"/>
                        </a:spcAft>
                      </a:pPr>
                      <a:r>
                        <a:rPr lang="zh-CN" altLang="en-US" sz="1600" b="1" spc="120">
                          <a:latin typeface="微软雅黑" panose="020B0503020204020204" charset="-122"/>
                          <a:ea typeface="微软雅黑" panose="020B0503020204020204" charset="-122"/>
                        </a:rPr>
                        <a:t>国家领土完整</a:t>
                      </a:r>
                      <a:endParaRPr lang="zh-CN" altLang="en-US" sz="1600" b="1"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600" b="0" spc="120">
                          <a:latin typeface="微软雅黑" panose="020B0503020204020204" charset="-122"/>
                          <a:ea typeface="微软雅黑" panose="020B0503020204020204" charset="-122"/>
                        </a:rPr>
                        <a:t>维护国家主权统一，不得损害领土</a:t>
                      </a:r>
                      <a:endParaRPr lang="zh-CN" altLang="en-US" sz="16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600" b="0" spc="120">
                          <a:latin typeface="微软雅黑" panose="020B0503020204020204" charset="-122"/>
                          <a:ea typeface="微软雅黑" panose="020B0503020204020204" charset="-122"/>
                          <a:cs typeface="微软雅黑" panose="020B0503020204020204" charset="-122"/>
                        </a:rPr>
                        <a:t>法国</a:t>
                      </a:r>
                      <a:r>
                        <a:rPr lang="en-US" altLang="zh-CN" sz="1600" b="0" spc="120">
                          <a:latin typeface="微软雅黑" panose="020B0503020204020204" charset="-122"/>
                          <a:ea typeface="微软雅黑" panose="020B0503020204020204" charset="-122"/>
                          <a:cs typeface="微软雅黑" panose="020B0503020204020204" charset="-122"/>
                        </a:rPr>
                        <a:t>《</a:t>
                      </a:r>
                      <a:r>
                        <a:rPr lang="zh-CN" altLang="en-US" sz="1600" b="0" spc="120">
                          <a:latin typeface="微软雅黑" panose="020B0503020204020204" charset="-122"/>
                          <a:ea typeface="微软雅黑" panose="020B0503020204020204" charset="-122"/>
                          <a:cs typeface="微软雅黑" panose="020B0503020204020204" charset="-122"/>
                        </a:rPr>
                        <a:t>宪法</a:t>
                      </a:r>
                      <a:r>
                        <a:rPr lang="en-US" altLang="zh-CN" sz="1600" b="0" spc="120">
                          <a:latin typeface="微软雅黑" panose="020B0503020204020204" charset="-122"/>
                          <a:ea typeface="微软雅黑" panose="020B0503020204020204" charset="-122"/>
                          <a:cs typeface="微软雅黑" panose="020B0503020204020204" charset="-122"/>
                        </a:rPr>
                        <a:t>》</a:t>
                      </a:r>
                      <a:r>
                        <a:rPr lang="zh-CN" altLang="en-US" sz="1600" b="0" spc="120">
                          <a:latin typeface="微软雅黑" panose="020B0503020204020204" charset="-122"/>
                          <a:ea typeface="微软雅黑" panose="020B0503020204020204" charset="-122"/>
                          <a:cs typeface="微软雅黑" panose="020B0503020204020204" charset="-122"/>
                        </a:rPr>
                        <a:t>第 </a:t>
                      </a:r>
                      <a:r>
                        <a:rPr lang="en-US" altLang="zh-CN" sz="1600" b="0" spc="120">
                          <a:latin typeface="微软雅黑" panose="020B0503020204020204" charset="-122"/>
                          <a:ea typeface="微软雅黑" panose="020B0503020204020204" charset="-122"/>
                          <a:cs typeface="微软雅黑" panose="020B0503020204020204" charset="-122"/>
                        </a:rPr>
                        <a:t>89 </a:t>
                      </a:r>
                      <a:r>
                        <a:rPr lang="zh-CN" altLang="en-US" sz="1600" b="0" spc="120">
                          <a:latin typeface="微软雅黑" panose="020B0503020204020204" charset="-122"/>
                          <a:ea typeface="微软雅黑" panose="020B0503020204020204" charset="-122"/>
                          <a:cs typeface="微软雅黑" panose="020B0503020204020204" charset="-122"/>
                        </a:rPr>
                        <a:t>条：有损领土完整的修改程序不得启动或继续</a:t>
                      </a:r>
                      <a:endParaRPr lang="zh-CN" altLang="en-US" sz="16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r h="1003935">
                <a:tc>
                  <a:txBody>
                    <a:bodyPr/>
                    <a:p>
                      <a:pPr marL="0" indent="0" algn="l">
                        <a:lnSpc>
                          <a:spcPct val="120000"/>
                        </a:lnSpc>
                        <a:spcBef>
                          <a:spcPts val="0"/>
                        </a:spcBef>
                        <a:spcAft>
                          <a:spcPts val="0"/>
                        </a:spcAft>
                      </a:pPr>
                      <a:r>
                        <a:rPr lang="zh-CN" altLang="en-US" sz="1600" b="1" spc="120">
                          <a:latin typeface="微软雅黑" panose="020B0503020204020204" charset="-122"/>
                          <a:ea typeface="微软雅黑" panose="020B0503020204020204" charset="-122"/>
                        </a:rPr>
                        <a:t>国家政体</a:t>
                      </a:r>
                      <a:endParaRPr lang="zh-CN" altLang="en-US" sz="1600" b="1"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600" b="0" spc="120">
                          <a:latin typeface="微软雅黑" panose="020B0503020204020204" charset="-122"/>
                          <a:ea typeface="微软雅黑" panose="020B0503020204020204" charset="-122"/>
                        </a:rPr>
                        <a:t>国家政权组织形式，是宪法核心架构</a:t>
                      </a:r>
                      <a:endParaRPr lang="zh-CN" altLang="en-US" sz="16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600" b="0" spc="120">
                          <a:latin typeface="微软雅黑" panose="020B0503020204020204" charset="-122"/>
                          <a:ea typeface="微软雅黑" panose="020B0503020204020204" charset="-122"/>
                          <a:cs typeface="微软雅黑" panose="020B0503020204020204" charset="-122"/>
                        </a:rPr>
                        <a:t>意大利</a:t>
                      </a:r>
                      <a:r>
                        <a:rPr lang="en-US" altLang="zh-CN" sz="1600" b="0" spc="120">
                          <a:latin typeface="微软雅黑" panose="020B0503020204020204" charset="-122"/>
                          <a:ea typeface="微软雅黑" panose="020B0503020204020204" charset="-122"/>
                          <a:cs typeface="微软雅黑" panose="020B0503020204020204" charset="-122"/>
                        </a:rPr>
                        <a:t>《</a:t>
                      </a:r>
                      <a:r>
                        <a:rPr lang="zh-CN" altLang="en-US" sz="1600" b="0" spc="120">
                          <a:latin typeface="微软雅黑" panose="020B0503020204020204" charset="-122"/>
                          <a:ea typeface="微软雅黑" panose="020B0503020204020204" charset="-122"/>
                          <a:cs typeface="微软雅黑" panose="020B0503020204020204" charset="-122"/>
                        </a:rPr>
                        <a:t>宪法</a:t>
                      </a:r>
                      <a:r>
                        <a:rPr lang="en-US" altLang="zh-CN" sz="1600" b="0" spc="120">
                          <a:latin typeface="微软雅黑" panose="020B0503020204020204" charset="-122"/>
                          <a:ea typeface="微软雅黑" panose="020B0503020204020204" charset="-122"/>
                          <a:cs typeface="微软雅黑" panose="020B0503020204020204" charset="-122"/>
                        </a:rPr>
                        <a:t>》</a:t>
                      </a:r>
                      <a:r>
                        <a:rPr lang="zh-CN" altLang="en-US" sz="1600" b="0" spc="120">
                          <a:latin typeface="微软雅黑" panose="020B0503020204020204" charset="-122"/>
                          <a:ea typeface="微软雅黑" panose="020B0503020204020204" charset="-122"/>
                          <a:cs typeface="微软雅黑" panose="020B0503020204020204" charset="-122"/>
                        </a:rPr>
                        <a:t>第 </a:t>
                      </a:r>
                      <a:r>
                        <a:rPr lang="en-US" altLang="zh-CN" sz="1600" b="0" spc="120">
                          <a:latin typeface="微软雅黑" panose="020B0503020204020204" charset="-122"/>
                          <a:ea typeface="微软雅黑" panose="020B0503020204020204" charset="-122"/>
                          <a:cs typeface="微软雅黑" panose="020B0503020204020204" charset="-122"/>
                        </a:rPr>
                        <a:t>139 </a:t>
                      </a:r>
                      <a:r>
                        <a:rPr lang="zh-CN" altLang="en-US" sz="1600" b="0" spc="120">
                          <a:latin typeface="微软雅黑" panose="020B0503020204020204" charset="-122"/>
                          <a:ea typeface="微软雅黑" panose="020B0503020204020204" charset="-122"/>
                          <a:cs typeface="微软雅黑" panose="020B0503020204020204" charset="-122"/>
                        </a:rPr>
                        <a:t>条：“共和政体不得成为修改对象”</a:t>
                      </a:r>
                      <a:endParaRPr lang="zh-CN" altLang="en-US" sz="16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bl>
          </a:graphicData>
        </a:graphic>
      </p:graphicFrame>
      <p:sp useBgFill="1">
        <p:nvSpPr>
          <p:cNvPr id="20" name="圆角矩形 13"/>
          <p:cNvSpPr/>
          <p:nvPr>
            <p:custDataLst>
              <p:tags r:id="rId3"/>
            </p:custDataLst>
          </p:nvPr>
        </p:nvSpPr>
        <p:spPr>
          <a:xfrm>
            <a:off x="604350" y="1861061"/>
            <a:ext cx="4720125" cy="3989953"/>
          </a:xfrm>
          <a:prstGeom prst="roundRect">
            <a:avLst>
              <a:gd name="adj" fmla="val 12402"/>
            </a:avLst>
          </a:prstGeom>
          <a:noFill/>
          <a:ln w="9525">
            <a:solidFill>
              <a:schemeClr val="accent1">
                <a:alpha val="50000"/>
              </a:schemeClr>
            </a:solid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288290" rIns="288290" bIns="71755" numCol="1" spcCol="0" rtlCol="0" fromWordArt="0" anchor="ctr" anchorCtr="0" forceAA="0" compatLnSpc="1">
            <a:normAutofit/>
          </a:bodyPr>
          <a:p>
            <a:pPr lvl="0" algn="ctr">
              <a:lnSpc>
                <a:spcPct val="130000"/>
              </a:lnSpc>
              <a:buClrTx/>
              <a:buSzTx/>
              <a:buFontTx/>
            </a:pPr>
            <a:endParaRPr lang="zh-CN" altLang="en-US" b="1" spc="300" dirty="0">
              <a:solidFill>
                <a:schemeClr val="lt1"/>
              </a:solidFill>
              <a:latin typeface="+mj-ea"/>
              <a:ea typeface="+mj-ea"/>
              <a:cs typeface="微软雅黑" panose="020B0503020204020204" charset="-122"/>
              <a:sym typeface="+mn-ea"/>
            </a:endParaRPr>
          </a:p>
        </p:txBody>
      </p:sp>
      <p:sp>
        <p:nvSpPr>
          <p:cNvPr id="27" name="矩形 26"/>
          <p:cNvSpPr/>
          <p:nvPr>
            <p:custDataLst>
              <p:tags r:id="rId4"/>
            </p:custDataLst>
          </p:nvPr>
        </p:nvSpPr>
        <p:spPr>
          <a:xfrm>
            <a:off x="879318" y="2480088"/>
            <a:ext cx="4156896" cy="1122454"/>
          </a:xfrm>
          <a:prstGeom prst="rect">
            <a:avLst/>
          </a:prstGeom>
          <a:ln>
            <a:noFill/>
            <a:prstDash val="sysDash"/>
          </a:ln>
        </p:spPr>
        <p:txBody>
          <a:bodyPr vert="horz" wrap="square" lIns="0" tIns="0" rIns="0" bIns="0" rtlCol="0">
            <a:noAutofit/>
          </a:bodyPr>
          <a:p>
            <a:pPr indent="0" algn="just" fontAlgn="auto">
              <a:lnSpc>
                <a:spcPct val="150000"/>
              </a:lnSpc>
              <a:spcBef>
                <a:spcPct val="0"/>
              </a:spcBef>
              <a:spcAft>
                <a:spcPct val="0"/>
              </a:spcAft>
            </a:pPr>
            <a:r>
              <a:rPr lang="zh-CN" altLang="en-US" sz="2400" kern="0" dirty="0">
                <a:ln>
                  <a:noFill/>
                  <a:prstDash val="sysDot"/>
                </a:ln>
                <a:solidFill>
                  <a:schemeClr val="tx1">
                    <a:lumMod val="85000"/>
                    <a:lumOff val="15000"/>
                  </a:schemeClr>
                </a:solidFill>
                <a:latin typeface="+mn-ea"/>
                <a:cs typeface="+mn-ea"/>
                <a:sym typeface="+mn-ea"/>
              </a:rPr>
              <a:t>并非所有宪法内容均可修改</a:t>
            </a:r>
            <a:r>
              <a:rPr lang="en-US" altLang="zh-CN" sz="2400" kern="0" dirty="0">
                <a:ln>
                  <a:noFill/>
                  <a:prstDash val="sysDot"/>
                </a:ln>
                <a:solidFill>
                  <a:schemeClr val="tx1">
                    <a:lumMod val="85000"/>
                    <a:lumOff val="15000"/>
                  </a:schemeClr>
                </a:solidFill>
                <a:latin typeface="+mn-ea"/>
                <a:cs typeface="+mn-ea"/>
                <a:sym typeface="+mn-ea"/>
              </a:rPr>
              <a:t>,</a:t>
            </a:r>
            <a:r>
              <a:rPr lang="zh-CN" altLang="en-US" sz="2400" kern="0" dirty="0">
                <a:ln>
                  <a:noFill/>
                  <a:prstDash val="sysDot"/>
                </a:ln>
                <a:solidFill>
                  <a:schemeClr val="tx1">
                    <a:lumMod val="85000"/>
                    <a:lumOff val="15000"/>
                  </a:schemeClr>
                </a:solidFill>
                <a:latin typeface="+mn-ea"/>
                <a:cs typeface="+mn-ea"/>
                <a:sym typeface="+mn-ea"/>
              </a:rPr>
              <a:t>需保护宪法根本基础与核心价值。</a:t>
            </a:r>
            <a:endParaRPr lang="zh-CN" altLang="en-US" sz="2400" kern="0" dirty="0">
              <a:ln>
                <a:noFill/>
                <a:prstDash val="sysDot"/>
              </a:ln>
              <a:solidFill>
                <a:schemeClr val="tx1">
                  <a:lumMod val="85000"/>
                  <a:lumOff val="15000"/>
                </a:schemeClr>
              </a:solidFill>
              <a:latin typeface="+mn-ea"/>
              <a:cs typeface="+mn-ea"/>
              <a:sym typeface="+mn-ea"/>
            </a:endParaRPr>
          </a:p>
        </p:txBody>
      </p:sp>
      <p:sp>
        <p:nvSpPr>
          <p:cNvPr id="28" name="文本框 27"/>
          <p:cNvSpPr txBox="1"/>
          <p:nvPr>
            <p:custDataLst>
              <p:tags r:id="rId5"/>
            </p:custDataLst>
          </p:nvPr>
        </p:nvSpPr>
        <p:spPr>
          <a:xfrm>
            <a:off x="879318" y="2077230"/>
            <a:ext cx="4156896" cy="332344"/>
          </a:xfrm>
          <a:prstGeom prst="rect">
            <a:avLst/>
          </a:prstGeom>
          <a:noFill/>
        </p:spPr>
        <p:txBody>
          <a:bodyPr wrap="square" lIns="0" tIns="0" rIns="0" bIns="0" rtlCol="0" anchor="b" anchorCtr="0">
            <a:noAutofit/>
          </a:bodyPr>
          <a:p>
            <a:pPr lvl="0" algn="l">
              <a:buClrTx/>
              <a:buSzTx/>
              <a:buFontTx/>
            </a:pPr>
            <a:r>
              <a:rPr lang="zh-CN" altLang="en-US" sz="2800" b="1">
                <a:solidFill>
                  <a:schemeClr val="accent1"/>
                </a:solidFill>
                <a:latin typeface="微软雅黑" panose="020B0503020204020204" charset="-122"/>
                <a:ea typeface="微软雅黑" panose="020B0503020204020204" charset="-122"/>
                <a:sym typeface="+mn-ea"/>
              </a:rPr>
              <a:t>核心原则</a:t>
            </a:r>
            <a:endParaRPr lang="zh-CN" altLang="en-US" sz="2800" b="1">
              <a:solidFill>
                <a:schemeClr val="accent1"/>
              </a:solidFill>
              <a:latin typeface="微软雅黑" panose="020B0503020204020204" charset="-122"/>
              <a:ea typeface="微软雅黑" panose="020B0503020204020204" charset="-122"/>
              <a:sym typeface="+mn-ea"/>
            </a:endParaRPr>
          </a:p>
        </p:txBody>
      </p:sp>
      <p:sp>
        <p:nvSpPr>
          <p:cNvPr id="3" name="文本框 2"/>
          <p:cNvSpPr txBox="1"/>
          <p:nvPr/>
        </p:nvSpPr>
        <p:spPr>
          <a:xfrm>
            <a:off x="5760085" y="821690"/>
            <a:ext cx="5631180" cy="1208405"/>
          </a:xfrm>
          <a:prstGeom prst="rect">
            <a:avLst/>
          </a:prstGeom>
          <a:noFill/>
        </p:spPr>
        <p:txBody>
          <a:bodyPr wrap="square" rtlCol="0">
            <a:noAutofit/>
          </a:bodyPr>
          <a:p>
            <a:r>
              <a:rPr lang="zh-CN" altLang="en-US" sz="2800" b="1">
                <a:solidFill>
                  <a:schemeClr val="accent2"/>
                </a:solidFill>
                <a:latin typeface="微软雅黑" panose="020B0503020204020204" charset="-122"/>
                <a:ea typeface="微软雅黑" panose="020B0503020204020204" charset="-122"/>
                <a:sym typeface="+mn-ea"/>
              </a:rPr>
              <a:t>三类禁止修改事项及示例</a:t>
            </a:r>
            <a:endParaRPr lang="zh-CN" altLang="en-US" sz="2800" b="1">
              <a:solidFill>
                <a:schemeClr val="accent2"/>
              </a:solidFill>
              <a:latin typeface="微软雅黑" panose="020B0503020204020204" charset="-122"/>
              <a:ea typeface="微软雅黑" panose="020B0503020204020204" charset="-122"/>
              <a:sym typeface="+mn-ea"/>
            </a:endParaRPr>
          </a:p>
        </p:txBody>
      </p:sp>
    </p:spTree>
    <p:custDataLst>
      <p:tags r:id="rId6"/>
    </p:custData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flipH="1">
            <a:off x="8348345" y="0"/>
            <a:ext cx="3843655" cy="6858635"/>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custDataLst>
              <p:tags r:id="rId2"/>
            </p:custDataLst>
          </p:nvPr>
        </p:nvSpPr>
        <p:spPr>
          <a:xfrm>
            <a:off x="1823720" y="101600"/>
            <a:ext cx="8747760" cy="6580505"/>
          </a:xfrm>
          <a:prstGeom prst="rect">
            <a:avLst/>
          </a:prstGeom>
          <a:solidFill>
            <a:srgbClr val="FFFFFF"/>
          </a:solidFill>
          <a:ln>
            <a:noFill/>
          </a:ln>
          <a:effectLst>
            <a:outerShdw blurRad="254000" dist="38100" dir="5400000" algn="t" rotWithShape="0">
              <a:schemeClr val="bg1">
                <a:lumMod val="50000"/>
                <a:alpha val="67000"/>
              </a:schemeClr>
            </a:outerShdw>
          </a:effectLst>
        </p:spPr>
        <p:style>
          <a:lnRef idx="2">
            <a:schemeClr val="accent1">
              <a:lumMod val="75000"/>
            </a:schemeClr>
          </a:lnRef>
          <a:fillRef idx="1">
            <a:schemeClr val="accent1"/>
          </a:fillRef>
          <a:effectRef idx="0">
            <a:srgbClr val="FFFFFF"/>
          </a:effectRef>
          <a:fontRef idx="minor">
            <a:schemeClr val="lt1"/>
          </a:fontRef>
        </p:style>
        <p:txBody>
          <a:bodyPr wrap="square" lIns="1080135" rIns="899795" rtlCol="0" anchor="ctr"/>
          <a:lstStyle/>
          <a:p>
            <a:pPr marL="0" lvl="0" indent="0" algn="just" fontAlgn="auto">
              <a:lnSpc>
                <a:spcPct val="150000"/>
              </a:lnSpc>
              <a:spcAft>
                <a:spcPts val="1200"/>
              </a:spcAft>
            </a:pPr>
            <a:r>
              <a:rPr lang="zh-CN" altLang="en-US"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(四)</a:t>
            </a:r>
            <a:r>
              <a:rPr lang="en-US" altLang="zh-CN"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  </a:t>
            </a:r>
            <a:r>
              <a:rPr lang="zh-CN" altLang="en-US"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宪法修改的方式</a:t>
            </a:r>
            <a:endParaRPr lang="zh-CN" altLang="en-US"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a:p>
            <a:pPr marL="457200" lvl="1" indent="0" algn="just" fontAlgn="auto">
              <a:lnSpc>
                <a:spcPct val="150000"/>
              </a:lnSpc>
              <a:spcAft>
                <a:spcPts val="1200"/>
              </a:spcAft>
            </a:pPr>
            <a:r>
              <a:rPr lang="zh-CN" altLang="en-US" sz="2400" b="1">
                <a:solidFill>
                  <a:srgbClr val="C00000"/>
                </a:solidFill>
                <a:latin typeface="微软雅黑" panose="020B0503020204020204" charset="-122"/>
                <a:ea typeface="微软雅黑" panose="020B0503020204020204" charset="-122"/>
                <a:cs typeface="微软雅黑" panose="020B0503020204020204" charset="-122"/>
              </a:rPr>
              <a:t>1、全面修改</a:t>
            </a:r>
            <a:endParaRPr lang="zh-CN" altLang="en-US" sz="2400" b="1">
              <a:solidFill>
                <a:srgbClr val="C00000"/>
              </a:solidFill>
              <a:latin typeface="微软雅黑" panose="020B0503020204020204" charset="-122"/>
              <a:ea typeface="微软雅黑" panose="020B0503020204020204" charset="-122"/>
              <a:cs typeface="微软雅黑" panose="020B0503020204020204" charset="-122"/>
            </a:endParaRPr>
          </a:p>
          <a:p>
            <a:pPr marL="914400" lvl="2" indent="0" algn="just" fontAlgn="auto">
              <a:lnSpc>
                <a:spcPct val="150000"/>
              </a:lnSpc>
              <a:spcAft>
                <a:spcPts val="1200"/>
              </a:spcAft>
            </a:pPr>
            <a:r>
              <a:rPr lang="zh-CN" altLang="en-US" sz="240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定义:对宪法</a:t>
            </a:r>
            <a:r>
              <a:rPr lang="zh-CN" altLang="en-US" sz="2400" b="1">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大部分内容(含结构)调整,通过或批准整部宪法并重新颁布,</a:t>
            </a:r>
            <a:r>
              <a:rPr lang="zh-CN" altLang="en-US" sz="240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是宪法性质或核心制度的重大调整。</a:t>
            </a:r>
            <a:endParaRPr lang="zh-CN" altLang="en-US" sz="240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marL="914400" lvl="2" indent="0" algn="just" fontAlgn="auto">
              <a:lnSpc>
                <a:spcPct val="150000"/>
              </a:lnSpc>
              <a:spcAft>
                <a:spcPts val="1200"/>
              </a:spcAft>
            </a:pPr>
            <a:r>
              <a:rPr lang="zh-CN" altLang="en-US" sz="240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我国实践:</a:t>
            </a:r>
            <a:endParaRPr lang="zh-CN" altLang="en-US" sz="240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marL="914400" lvl="2" indent="0" algn="just" fontAlgn="auto">
              <a:lnSpc>
                <a:spcPct val="150000"/>
              </a:lnSpc>
              <a:spcAft>
                <a:spcPts val="1200"/>
              </a:spcAft>
            </a:pPr>
            <a:r>
              <a:rPr lang="zh-CN" altLang="en-US" sz="240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1975 年宪法、1978 年宪法、1982 年宪法均为全面修改</a:t>
            </a:r>
            <a:endParaRPr lang="zh-CN" altLang="en-US" sz="240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marL="914400" lvl="2" indent="0" algn="just" fontAlgn="auto">
              <a:lnSpc>
                <a:spcPct val="150000"/>
              </a:lnSpc>
              <a:spcAft>
                <a:spcPts val="1200"/>
              </a:spcAft>
            </a:pPr>
            <a:r>
              <a:rPr lang="zh-CN" altLang="en-US" sz="240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特征:① 依据原宪法修改程序;② 重新颁布整部宪法(区别于修正案)。</a:t>
            </a:r>
            <a:endParaRPr lang="zh-CN" altLang="en-US" sz="240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1" name="矩形 10"/>
          <p:cNvSpPr/>
          <p:nvPr>
            <p:custDataLst>
              <p:tags r:id="rId3"/>
            </p:custDataLst>
          </p:nvPr>
        </p:nvSpPr>
        <p:spPr>
          <a:xfrm flipH="1">
            <a:off x="1823720" y="1079500"/>
            <a:ext cx="184785" cy="4687570"/>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4"/>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custDataLst>
              <p:tags r:id="rId1"/>
            </p:custDataLst>
          </p:nvPr>
        </p:nvSpPr>
        <p:spPr>
          <a:xfrm>
            <a:off x="683260" y="5120005"/>
            <a:ext cx="10989310" cy="1374775"/>
          </a:xfrm>
          <a:prstGeom prst="roundRect">
            <a:avLst>
              <a:gd name="adj" fmla="val 11320"/>
            </a:avLst>
          </a:prstGeom>
          <a:gradFill>
            <a:gsLst>
              <a:gs pos="0">
                <a:schemeClr val="accent1">
                  <a:alpha val="34000"/>
                </a:schemeClr>
              </a:gs>
              <a:gs pos="100000">
                <a:schemeClr val="accent1">
                  <a:alpha val="100000"/>
                </a:schemeClr>
              </a:gs>
            </a:gsLst>
            <a:lin ang="13500000" scaled="0"/>
          </a:gradFill>
          <a:ln w="6350">
            <a:noFill/>
          </a:ln>
          <a:effectLst>
            <a:outerShdw blurRad="114300" dist="50800" dir="2700000" algn="tl" rotWithShape="0">
              <a:schemeClr val="accent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215900" tIns="45720" rIns="215900" bIns="45720" numCol="1" spcCol="0" rtlCol="0" fromWordArt="0" anchor="ctr" anchorCtr="0" forceAA="0" compatLnSpc="1">
            <a:normAutofit/>
          </a:bodyPr>
          <a:lstStyle/>
          <a:p>
            <a:pPr marL="0" lvl="0" indent="0" algn="l" fontAlgn="auto">
              <a:lnSpc>
                <a:spcPct val="130000"/>
              </a:lnSpc>
              <a:buClrTx/>
              <a:buSzTx/>
              <a:buFontTx/>
            </a:pPr>
            <a:r>
              <a:rPr lang="zh-CN" altLang="en-US" sz="2400">
                <a:solidFill>
                  <a:schemeClr val="lt1"/>
                </a:solidFill>
                <a:uFillTx/>
                <a:latin typeface="微软雅黑" panose="020B0503020204020204" charset="-122"/>
                <a:ea typeface="微软雅黑" panose="020B0503020204020204" charset="-122"/>
                <a:cs typeface="微软雅黑" panose="020B0503020204020204" charset="-122"/>
                <a:sym typeface="MiSans Normal" panose="00000500000000000000" charset="-122"/>
              </a:rPr>
              <a:t>修正案功能：</a:t>
            </a:r>
            <a:r>
              <a:rPr lang="en-US" altLang="en-US" sz="2400">
                <a:solidFill>
                  <a:schemeClr val="lt1"/>
                </a:solidFill>
                <a:uFillTx/>
                <a:latin typeface="微软雅黑" panose="020B0503020204020204" charset="-122"/>
                <a:ea typeface="微软雅黑" panose="020B0503020204020204" charset="-122"/>
                <a:cs typeface="微软雅黑" panose="020B0503020204020204" charset="-122"/>
                <a:sym typeface="MiSans Normal" panose="00000500000000000000" charset="-122"/>
              </a:rPr>
              <a:t>①</a:t>
            </a:r>
            <a:r>
              <a:rPr lang="en-US" altLang="zh-CN" sz="2400">
                <a:solidFill>
                  <a:schemeClr val="lt1"/>
                </a:solidFill>
                <a:uFillTx/>
                <a:latin typeface="微软雅黑" panose="020B0503020204020204" charset="-122"/>
                <a:ea typeface="微软雅黑" panose="020B0503020204020204" charset="-122"/>
                <a:cs typeface="微软雅黑" panose="020B0503020204020204" charset="-122"/>
                <a:sym typeface="MiSans Normal" panose="00000500000000000000" charset="-122"/>
              </a:rPr>
              <a:t> </a:t>
            </a:r>
            <a:r>
              <a:rPr lang="zh-CN" altLang="en-US" sz="2400">
                <a:solidFill>
                  <a:schemeClr val="lt1"/>
                </a:solidFill>
                <a:uFillTx/>
                <a:latin typeface="微软雅黑" panose="020B0503020204020204" charset="-122"/>
                <a:ea typeface="微软雅黑" panose="020B0503020204020204" charset="-122"/>
                <a:cs typeface="微软雅黑" panose="020B0503020204020204" charset="-122"/>
                <a:sym typeface="MiSans Normal" panose="00000500000000000000" charset="-122"/>
              </a:rPr>
              <a:t>废除原条款；</a:t>
            </a:r>
            <a:r>
              <a:rPr lang="en-US" altLang="en-US" sz="2400">
                <a:solidFill>
                  <a:schemeClr val="lt1"/>
                </a:solidFill>
                <a:uFillTx/>
                <a:latin typeface="微软雅黑" panose="020B0503020204020204" charset="-122"/>
                <a:ea typeface="微软雅黑" panose="020B0503020204020204" charset="-122"/>
                <a:cs typeface="微软雅黑" panose="020B0503020204020204" charset="-122"/>
                <a:sym typeface="MiSans Normal" panose="00000500000000000000" charset="-122"/>
              </a:rPr>
              <a:t>②</a:t>
            </a:r>
            <a:r>
              <a:rPr lang="en-US" altLang="zh-CN" sz="2400">
                <a:solidFill>
                  <a:schemeClr val="lt1"/>
                </a:solidFill>
                <a:uFillTx/>
                <a:latin typeface="微软雅黑" panose="020B0503020204020204" charset="-122"/>
                <a:ea typeface="微软雅黑" panose="020B0503020204020204" charset="-122"/>
                <a:cs typeface="微软雅黑" panose="020B0503020204020204" charset="-122"/>
                <a:sym typeface="MiSans Normal" panose="00000500000000000000" charset="-122"/>
              </a:rPr>
              <a:t> </a:t>
            </a:r>
            <a:r>
              <a:rPr lang="zh-CN" altLang="en-US" sz="2400">
                <a:solidFill>
                  <a:schemeClr val="lt1"/>
                </a:solidFill>
                <a:uFillTx/>
                <a:latin typeface="微软雅黑" panose="020B0503020204020204" charset="-122"/>
                <a:ea typeface="微软雅黑" panose="020B0503020204020204" charset="-122"/>
                <a:cs typeface="微软雅黑" panose="020B0503020204020204" charset="-122"/>
                <a:sym typeface="MiSans Normal" panose="00000500000000000000" charset="-122"/>
              </a:rPr>
              <a:t>修改原条款；</a:t>
            </a:r>
            <a:r>
              <a:rPr lang="en-US" altLang="en-US" sz="2400">
                <a:solidFill>
                  <a:schemeClr val="lt1"/>
                </a:solidFill>
                <a:uFillTx/>
                <a:latin typeface="微软雅黑" panose="020B0503020204020204" charset="-122"/>
                <a:ea typeface="微软雅黑" panose="020B0503020204020204" charset="-122"/>
                <a:cs typeface="微软雅黑" panose="020B0503020204020204" charset="-122"/>
                <a:sym typeface="MiSans Normal" panose="00000500000000000000" charset="-122"/>
              </a:rPr>
              <a:t>③</a:t>
            </a:r>
            <a:r>
              <a:rPr lang="en-US" altLang="zh-CN" sz="2400">
                <a:solidFill>
                  <a:schemeClr val="lt1"/>
                </a:solidFill>
                <a:uFillTx/>
                <a:latin typeface="微软雅黑" panose="020B0503020204020204" charset="-122"/>
                <a:ea typeface="微软雅黑" panose="020B0503020204020204" charset="-122"/>
                <a:cs typeface="微软雅黑" panose="020B0503020204020204" charset="-122"/>
                <a:sym typeface="MiSans Normal" panose="00000500000000000000" charset="-122"/>
              </a:rPr>
              <a:t> </a:t>
            </a:r>
            <a:r>
              <a:rPr lang="zh-CN" altLang="en-US" sz="2400">
                <a:solidFill>
                  <a:schemeClr val="lt1"/>
                </a:solidFill>
                <a:uFillTx/>
                <a:latin typeface="微软雅黑" panose="020B0503020204020204" charset="-122"/>
                <a:ea typeface="微软雅黑" panose="020B0503020204020204" charset="-122"/>
                <a:cs typeface="微软雅黑" panose="020B0503020204020204" charset="-122"/>
                <a:sym typeface="MiSans Normal" panose="00000500000000000000" charset="-122"/>
              </a:rPr>
              <a:t>增补新条款。</a:t>
            </a:r>
            <a:endParaRPr lang="zh-CN" altLang="en-US" sz="2400">
              <a:solidFill>
                <a:schemeClr val="lt1"/>
              </a:solidFill>
              <a:uFillTx/>
              <a:latin typeface="微软雅黑" panose="020B0503020204020204" charset="-122"/>
              <a:ea typeface="微软雅黑" panose="020B0503020204020204" charset="-122"/>
              <a:cs typeface="微软雅黑" panose="020B0503020204020204" charset="-122"/>
              <a:sym typeface="MiSans Normal" panose="00000500000000000000" charset="-122"/>
            </a:endParaRPr>
          </a:p>
        </p:txBody>
      </p:sp>
      <p:sp>
        <p:nvSpPr>
          <p:cNvPr id="17" name="标题 16"/>
          <p:cNvSpPr>
            <a:spLocks noGrp="1"/>
          </p:cNvSpPr>
          <p:nvPr>
            <p:ph type="title"/>
            <p:custDataLst>
              <p:tags r:id="rId2"/>
            </p:custDataLst>
          </p:nvPr>
        </p:nvSpPr>
        <p:spPr>
          <a:xfrm>
            <a:off x="683260" y="174625"/>
            <a:ext cx="10670540" cy="1684020"/>
          </a:xfrm>
        </p:spPr>
        <p:txBody>
          <a:bodyPr/>
          <a:lstStyle/>
          <a:p>
            <a:r>
              <a:rPr lang="en-US" altLang="zh-CN" sz="3200">
                <a:solidFill>
                  <a:srgbClr val="C00000"/>
                </a:solidFill>
                <a:latin typeface="微软雅黑" panose="020B0503020204020204" charset="-122"/>
                <a:ea typeface="微软雅黑" panose="020B0503020204020204" charset="-122"/>
              </a:rPr>
              <a:t>2</a:t>
            </a:r>
            <a:r>
              <a:rPr lang="zh-CN" altLang="en-US" sz="3200">
                <a:solidFill>
                  <a:srgbClr val="C00000"/>
                </a:solidFill>
                <a:latin typeface="微软雅黑" panose="020B0503020204020204" charset="-122"/>
                <a:ea typeface="微软雅黑" panose="020B0503020204020204" charset="-122"/>
              </a:rPr>
              <a:t>、部分修改</a:t>
            </a:r>
            <a:br>
              <a:rPr lang="zh-CN" altLang="en-US" sz="2400">
                <a:latin typeface="微软雅黑" panose="020B0503020204020204" charset="-122"/>
                <a:ea typeface="微软雅黑" panose="020B0503020204020204" charset="-122"/>
              </a:rPr>
            </a:br>
            <a:br>
              <a:rPr lang="zh-CN" altLang="en-US" sz="2400">
                <a:latin typeface="微软雅黑" panose="020B0503020204020204" charset="-122"/>
                <a:ea typeface="微软雅黑" panose="020B0503020204020204" charset="-122"/>
              </a:rPr>
            </a:br>
            <a:r>
              <a:rPr lang="zh-CN" altLang="en-US" sz="2400">
                <a:solidFill>
                  <a:schemeClr val="tx1"/>
                </a:solidFill>
                <a:latin typeface="微软雅黑" panose="020B0503020204020204" charset="-122"/>
                <a:ea typeface="微软雅黑" panose="020B0503020204020204" charset="-122"/>
              </a:rPr>
              <a:t>定义：仅对宪法部分内容调整，不重新颁布整部宪法，是宪法内容的局部完善。</a:t>
            </a:r>
            <a:endParaRPr lang="zh-CN" altLang="en-US" sz="2400">
              <a:solidFill>
                <a:schemeClr val="tx1"/>
              </a:solidFill>
              <a:latin typeface="微软雅黑" panose="020B0503020204020204" charset="-122"/>
              <a:ea typeface="微软雅黑" panose="020B0503020204020204" charset="-122"/>
            </a:endParaRPr>
          </a:p>
        </p:txBody>
      </p:sp>
      <p:sp>
        <p:nvSpPr>
          <p:cNvPr id="2" name="圆角矩形 1"/>
          <p:cNvSpPr/>
          <p:nvPr>
            <p:custDataLst>
              <p:tags r:id="rId3"/>
            </p:custDataLst>
          </p:nvPr>
        </p:nvSpPr>
        <p:spPr>
          <a:xfrm>
            <a:off x="683260" y="1805305"/>
            <a:ext cx="10989310" cy="3206115"/>
          </a:xfrm>
          <a:prstGeom prst="roundRect">
            <a:avLst>
              <a:gd name="adj" fmla="val 7054"/>
            </a:avLst>
          </a:prstGeom>
          <a:noFill/>
          <a:ln w="9525">
            <a:solidFill>
              <a:schemeClr val="accent1">
                <a:alpha val="70000"/>
              </a:schemeClr>
            </a:solidFill>
          </a:ln>
          <a:effectLst>
            <a:outerShdw blurRad="38100" dist="38100" dir="2700000" algn="tl" rotWithShape="0">
              <a:schemeClr val="accent1">
                <a:alpha val="21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椭圆 11"/>
          <p:cNvSpPr/>
          <p:nvPr>
            <p:custDataLst>
              <p:tags r:id="rId4"/>
            </p:custDataLst>
          </p:nvPr>
        </p:nvSpPr>
        <p:spPr>
          <a:xfrm>
            <a:off x="11577320" y="2411730"/>
            <a:ext cx="165735" cy="165735"/>
          </a:xfrm>
          <a:prstGeom prst="ellipse">
            <a:avLst/>
          </a:prstGeom>
          <a:solidFill>
            <a:schemeClr val="bg2"/>
          </a:solidFill>
          <a:ln w="12700">
            <a:gradFill>
              <a:gsLst>
                <a:gs pos="0">
                  <a:schemeClr val="accent1">
                    <a:alpha val="45000"/>
                  </a:schemeClr>
                </a:gs>
                <a:gs pos="100000">
                  <a:schemeClr val="accent1">
                    <a:alpha val="100000"/>
                  </a:schemeClr>
                </a:gs>
              </a:gsLst>
              <a:lin ang="162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椭圆 15"/>
          <p:cNvSpPr/>
          <p:nvPr>
            <p:custDataLst>
              <p:tags r:id="rId5"/>
            </p:custDataLst>
          </p:nvPr>
        </p:nvSpPr>
        <p:spPr>
          <a:xfrm>
            <a:off x="11577320" y="3129915"/>
            <a:ext cx="165735" cy="165735"/>
          </a:xfrm>
          <a:prstGeom prst="ellipse">
            <a:avLst/>
          </a:prstGeom>
          <a:solidFill>
            <a:schemeClr val="bg2"/>
          </a:solidFill>
          <a:ln w="12700">
            <a:gradFill>
              <a:gsLst>
                <a:gs pos="0">
                  <a:schemeClr val="accent1">
                    <a:alpha val="45000"/>
                  </a:schemeClr>
                </a:gs>
                <a:gs pos="100000">
                  <a:schemeClr val="accent1">
                    <a:alpha val="100000"/>
                  </a:schemeClr>
                </a:gs>
              </a:gsLst>
              <a:lin ang="162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椭圆 18"/>
          <p:cNvSpPr/>
          <p:nvPr>
            <p:custDataLst>
              <p:tags r:id="rId6"/>
            </p:custDataLst>
          </p:nvPr>
        </p:nvSpPr>
        <p:spPr>
          <a:xfrm>
            <a:off x="11577320" y="3848100"/>
            <a:ext cx="165735" cy="165735"/>
          </a:xfrm>
          <a:prstGeom prst="ellipse">
            <a:avLst/>
          </a:prstGeom>
          <a:solidFill>
            <a:schemeClr val="bg2"/>
          </a:solidFill>
          <a:ln w="12700">
            <a:gradFill>
              <a:gsLst>
                <a:gs pos="0">
                  <a:schemeClr val="accent1">
                    <a:alpha val="45000"/>
                  </a:schemeClr>
                </a:gs>
                <a:gs pos="100000">
                  <a:schemeClr val="accent1">
                    <a:alpha val="100000"/>
                  </a:schemeClr>
                </a:gs>
              </a:gsLst>
              <a:lin ang="162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圆角矩形 20"/>
          <p:cNvSpPr/>
          <p:nvPr>
            <p:custDataLst>
              <p:tags r:id="rId7"/>
            </p:custDataLst>
          </p:nvPr>
        </p:nvSpPr>
        <p:spPr>
          <a:xfrm>
            <a:off x="623570" y="2550478"/>
            <a:ext cx="109220" cy="1323975"/>
          </a:xfrm>
          <a:prstGeom prst="roundRect">
            <a:avLst>
              <a:gd name="adj" fmla="val 30813"/>
            </a:avLst>
          </a:prstGeom>
          <a:gradFill>
            <a:gsLst>
              <a:gs pos="0">
                <a:schemeClr val="accent1">
                  <a:lumMod val="60000"/>
                  <a:lumOff val="40000"/>
                  <a:alpha val="80000"/>
                </a:schemeClr>
              </a:gs>
              <a:gs pos="100000">
                <a:schemeClr val="accent1">
                  <a:alpha val="100000"/>
                </a:schemeClr>
              </a:gs>
            </a:gsLst>
            <a:lin ang="1620000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3" name="表格 2"/>
          <p:cNvGraphicFramePr/>
          <p:nvPr>
            <p:custDataLst>
              <p:tags r:id="rId8"/>
            </p:custDataLst>
          </p:nvPr>
        </p:nvGraphicFramePr>
        <p:xfrm>
          <a:off x="948690" y="1809433"/>
          <a:ext cx="10458450" cy="3086735"/>
        </p:xfrm>
        <a:graphic>
          <a:graphicData uri="http://schemas.openxmlformats.org/drawingml/2006/table">
            <a:tbl>
              <a:tblPr firstRow="1" bandRow="1">
                <a:tableStyleId>{5C22544A-7EE6-4342-B048-85BDC9FD1C3A}</a:tableStyleId>
              </a:tblPr>
              <a:tblGrid>
                <a:gridCol w="1664335"/>
                <a:gridCol w="3642995"/>
                <a:gridCol w="5151120"/>
              </a:tblGrid>
              <a:tr h="779780">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两种形式</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核心操作</a:t>
                      </a:r>
                      <a:endParaRPr lang="zh-CN" altLang="en-US" sz="21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100" b="1">
                          <a:latin typeface="微软雅黑" panose="020B0503020204020204" charset="-122"/>
                          <a:ea typeface="微软雅黑" panose="020B0503020204020204" charset="-122"/>
                        </a:rPr>
                        <a:t>我国示例</a:t>
                      </a:r>
                      <a:endParaRPr lang="zh-CN" altLang="en-US" sz="2100" b="1">
                        <a:latin typeface="微软雅黑" panose="020B0503020204020204" charset="-122"/>
                        <a:ea typeface="微软雅黑" panose="020B0503020204020204" charset="-122"/>
                      </a:endParaRPr>
                    </a:p>
                  </a:txBody>
                  <a:tcPr marL="215900" marR="215900" marT="133350" marB="133350" anchor="ctr" anchorCtr="0"/>
                </a:tc>
              </a:tr>
              <a:tr h="1153795">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修宪决议</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直接修改宪法内容并重新</a:t>
                      </a:r>
                      <a:r>
                        <a:rPr lang="zh-CN" altLang="en-US" sz="1900" b="1" spc="130">
                          <a:latin typeface="微软雅黑" panose="020B0503020204020204" charset="-122"/>
                          <a:ea typeface="微软雅黑" panose="020B0503020204020204" charset="-122"/>
                        </a:rPr>
                        <a:t>公布宪法</a:t>
                      </a:r>
                      <a:endParaRPr lang="zh-CN" altLang="en-US" sz="1900" b="1"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en-US" altLang="zh-CN" sz="1900" b="0" spc="130">
                          <a:latin typeface="微软雅黑" panose="020B0503020204020204" charset="-122"/>
                          <a:ea typeface="微软雅黑" panose="020B0503020204020204" charset="-122"/>
                          <a:cs typeface="微软雅黑" panose="020B0503020204020204" charset="-122"/>
                        </a:rPr>
                        <a:t>1979 </a:t>
                      </a:r>
                      <a:r>
                        <a:rPr lang="zh-CN" altLang="en-US" sz="1900" b="0" spc="130">
                          <a:latin typeface="微软雅黑" panose="020B0503020204020204" charset="-122"/>
                          <a:ea typeface="微软雅黑" panose="020B0503020204020204" charset="-122"/>
                          <a:cs typeface="微软雅黑" panose="020B0503020204020204" charset="-122"/>
                        </a:rPr>
                        <a:t>年、</a:t>
                      </a:r>
                      <a:r>
                        <a:rPr lang="en-US" altLang="zh-CN" sz="1900" b="0" spc="130">
                          <a:latin typeface="微软雅黑" panose="020B0503020204020204" charset="-122"/>
                          <a:ea typeface="微软雅黑" panose="020B0503020204020204" charset="-122"/>
                          <a:cs typeface="微软雅黑" panose="020B0503020204020204" charset="-122"/>
                        </a:rPr>
                        <a:t>1980 </a:t>
                      </a:r>
                      <a:r>
                        <a:rPr lang="zh-CN" altLang="en-US" sz="1900" b="0" spc="130">
                          <a:latin typeface="微软雅黑" panose="020B0503020204020204" charset="-122"/>
                          <a:ea typeface="微软雅黑" panose="020B0503020204020204" charset="-122"/>
                          <a:cs typeface="微软雅黑" panose="020B0503020204020204" charset="-122"/>
                        </a:rPr>
                        <a:t>年对 </a:t>
                      </a:r>
                      <a:r>
                        <a:rPr lang="en-US" altLang="zh-CN" sz="1900" b="0" spc="130">
                          <a:latin typeface="微软雅黑" panose="020B0503020204020204" charset="-122"/>
                          <a:ea typeface="微软雅黑" panose="020B0503020204020204" charset="-122"/>
                          <a:cs typeface="微软雅黑" panose="020B0503020204020204" charset="-122"/>
                        </a:rPr>
                        <a:t>1978 </a:t>
                      </a:r>
                      <a:r>
                        <a:rPr lang="zh-CN" altLang="en-US" sz="1900" b="0" spc="130">
                          <a:latin typeface="微软雅黑" panose="020B0503020204020204" charset="-122"/>
                          <a:ea typeface="微软雅黑" panose="020B0503020204020204" charset="-122"/>
                          <a:cs typeface="微软雅黑" panose="020B0503020204020204" charset="-122"/>
                        </a:rPr>
                        <a:t>年宪法的修改</a:t>
                      </a:r>
                      <a:endParaRPr lang="zh-CN" altLang="en-US" sz="19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1153160">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宪法修正案</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1900" b="0" spc="130">
                          <a:latin typeface="微软雅黑" panose="020B0503020204020204" charset="-122"/>
                          <a:ea typeface="微软雅黑" panose="020B0503020204020204" charset="-122"/>
                        </a:rPr>
                        <a:t>新增修正案附于宪法典后，不改动原文</a:t>
                      </a:r>
                      <a:endParaRPr lang="zh-CN" altLang="en-US" sz="19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en-US" altLang="zh-CN" sz="1900" b="0" spc="130">
                          <a:latin typeface="微软雅黑" panose="020B0503020204020204" charset="-122"/>
                          <a:ea typeface="微软雅黑" panose="020B0503020204020204" charset="-122"/>
                          <a:cs typeface="微软雅黑" panose="020B0503020204020204" charset="-122"/>
                        </a:rPr>
                        <a:t>1988</a:t>
                      </a:r>
                      <a:r>
                        <a:rPr lang="zh-CN" altLang="en-US" sz="1900" b="0" spc="130">
                          <a:latin typeface="微软雅黑" panose="020B0503020204020204" charset="-122"/>
                          <a:ea typeface="微软雅黑" panose="020B0503020204020204" charset="-122"/>
                          <a:cs typeface="微软雅黑" panose="020B0503020204020204" charset="-122"/>
                        </a:rPr>
                        <a:t>年、</a:t>
                      </a:r>
                      <a:r>
                        <a:rPr lang="en-US" altLang="zh-CN" sz="1900" b="0" spc="130">
                          <a:latin typeface="微软雅黑" panose="020B0503020204020204" charset="-122"/>
                          <a:ea typeface="微软雅黑" panose="020B0503020204020204" charset="-122"/>
                          <a:cs typeface="微软雅黑" panose="020B0503020204020204" charset="-122"/>
                        </a:rPr>
                        <a:t>1993</a:t>
                      </a:r>
                      <a:r>
                        <a:rPr lang="zh-CN" altLang="en-US" sz="1900" b="0" spc="130">
                          <a:latin typeface="微软雅黑" panose="020B0503020204020204" charset="-122"/>
                          <a:ea typeface="微软雅黑" panose="020B0503020204020204" charset="-122"/>
                          <a:cs typeface="微软雅黑" panose="020B0503020204020204" charset="-122"/>
                        </a:rPr>
                        <a:t>年、</a:t>
                      </a:r>
                      <a:r>
                        <a:rPr lang="en-US" altLang="zh-CN" sz="1900" b="0" spc="130">
                          <a:latin typeface="微软雅黑" panose="020B0503020204020204" charset="-122"/>
                          <a:ea typeface="微软雅黑" panose="020B0503020204020204" charset="-122"/>
                          <a:cs typeface="微软雅黑" panose="020B0503020204020204" charset="-122"/>
                        </a:rPr>
                        <a:t>1999</a:t>
                      </a:r>
                      <a:r>
                        <a:rPr lang="zh-CN" altLang="en-US" sz="1900" b="0" spc="130">
                          <a:latin typeface="微软雅黑" panose="020B0503020204020204" charset="-122"/>
                          <a:ea typeface="微软雅黑" panose="020B0503020204020204" charset="-122"/>
                          <a:cs typeface="微软雅黑" panose="020B0503020204020204" charset="-122"/>
                        </a:rPr>
                        <a:t>年、</a:t>
                      </a:r>
                      <a:r>
                        <a:rPr lang="en-US" altLang="zh-CN" sz="1900" b="0" spc="130">
                          <a:latin typeface="微软雅黑" panose="020B0503020204020204" charset="-122"/>
                          <a:ea typeface="微软雅黑" panose="020B0503020204020204" charset="-122"/>
                          <a:cs typeface="微软雅黑" panose="020B0503020204020204" charset="-122"/>
                        </a:rPr>
                        <a:t>2004</a:t>
                      </a:r>
                      <a:r>
                        <a:rPr lang="zh-CN" altLang="en-US" sz="1900" b="0" spc="130">
                          <a:latin typeface="微软雅黑" panose="020B0503020204020204" charset="-122"/>
                          <a:ea typeface="微软雅黑" panose="020B0503020204020204" charset="-122"/>
                          <a:cs typeface="微软雅黑" panose="020B0503020204020204" charset="-122"/>
                        </a:rPr>
                        <a:t>年、</a:t>
                      </a:r>
                      <a:r>
                        <a:rPr lang="en-US" altLang="zh-CN" sz="1900" b="0" spc="130">
                          <a:latin typeface="微软雅黑" panose="020B0503020204020204" charset="-122"/>
                          <a:ea typeface="微软雅黑" panose="020B0503020204020204" charset="-122"/>
                          <a:cs typeface="微软雅黑" panose="020B0503020204020204" charset="-122"/>
                        </a:rPr>
                        <a:t>2018 </a:t>
                      </a:r>
                      <a:r>
                        <a:rPr lang="zh-CN" altLang="en-US" sz="1900" b="0" spc="130">
                          <a:latin typeface="微软雅黑" panose="020B0503020204020204" charset="-122"/>
                          <a:ea typeface="微软雅黑" panose="020B0503020204020204" charset="-122"/>
                          <a:cs typeface="微软雅黑" panose="020B0503020204020204" charset="-122"/>
                        </a:rPr>
                        <a:t>年</a:t>
                      </a:r>
                      <a:endParaRPr lang="zh-CN" altLang="en-US" sz="19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bl>
          </a:graphicData>
        </a:graphic>
      </p:graphicFrame>
    </p:spTree>
    <p:custDataLst>
      <p:tags r:id="rId9"/>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椭圆 256"/>
          <p:cNvSpPr/>
          <p:nvPr>
            <p:custDataLst>
              <p:tags r:id="rId1"/>
            </p:custDataLst>
          </p:nvPr>
        </p:nvSpPr>
        <p:spPr>
          <a:xfrm>
            <a:off x="2593440" y="4206166"/>
            <a:ext cx="6778140" cy="1107594"/>
          </a:xfrm>
          <a:prstGeom prst="ellipse">
            <a:avLst/>
          </a:prstGeom>
          <a:gradFill>
            <a:gsLst>
              <a:gs pos="0">
                <a:schemeClr val="accent1">
                  <a:alpha val="0"/>
                </a:schemeClr>
              </a:gs>
              <a:gs pos="100000">
                <a:schemeClr val="accent1">
                  <a:alpha val="40000"/>
                </a:schemeClr>
              </a:gs>
            </a:gsLst>
            <a:lin ang="54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258" name="标题"/>
          <p:cNvSpPr txBox="1"/>
          <p:nvPr>
            <p:custDataLst>
              <p:tags r:id="rId2"/>
            </p:custDataLst>
          </p:nvPr>
        </p:nvSpPr>
        <p:spPr>
          <a:xfrm>
            <a:off x="3184599" y="4248951"/>
            <a:ext cx="5596425" cy="762902"/>
          </a:xfrm>
          <a:prstGeom prst="rect">
            <a:avLst/>
          </a:prstGeom>
          <a:noFill/>
          <a:effectLst/>
        </p:spPr>
        <p:txBody>
          <a:bodyPr wrap="square" lIns="0" tIns="0" rIns="0" bIns="0" rtlCol="0" anchor="ctr">
            <a:noAutofit/>
          </a:bodyPr>
          <a:lstStyle/>
          <a:p>
            <a:pPr algn="ctr">
              <a:spcBef>
                <a:spcPct val="0"/>
              </a:spcBef>
              <a:spcAft>
                <a:spcPct val="0"/>
              </a:spcAft>
            </a:pPr>
            <a:r>
              <a:rPr lang="zh-CN" altLang="en-US" sz="3600" b="1" spc="300" dirty="0">
                <a:ln w="0">
                  <a:noFill/>
                </a:ln>
                <a:solidFill>
                  <a:schemeClr val="accent1"/>
                </a:solidFill>
                <a:uFillTx/>
                <a:latin typeface="微软雅黑" panose="020B0503020204020204" charset="-122"/>
                <a:ea typeface="微软雅黑" panose="020B0503020204020204" charset="-122"/>
                <a:cs typeface="+mn-ea"/>
                <a:sym typeface="+mn-ea"/>
              </a:rPr>
              <a:t>（五）宪法修改的程序</a:t>
            </a:r>
            <a:endParaRPr lang="zh-CN" altLang="en-US" sz="3600" b="1" spc="300" dirty="0">
              <a:ln w="0">
                <a:noFill/>
              </a:ln>
              <a:solidFill>
                <a:schemeClr val="accent1"/>
              </a:solidFill>
              <a:uFillTx/>
              <a:latin typeface="微软雅黑" panose="020B0503020204020204" charset="-122"/>
              <a:ea typeface="微软雅黑" panose="020B0503020204020204" charset="-122"/>
              <a:cs typeface="+mn-ea"/>
              <a:sym typeface="+mn-ea"/>
            </a:endParaRPr>
          </a:p>
        </p:txBody>
      </p:sp>
      <p:sp>
        <p:nvSpPr>
          <p:cNvPr id="259" name="椭圆 258"/>
          <p:cNvSpPr/>
          <p:nvPr>
            <p:custDataLst>
              <p:tags r:id="rId3"/>
            </p:custDataLst>
          </p:nvPr>
        </p:nvSpPr>
        <p:spPr>
          <a:xfrm>
            <a:off x="1904056" y="4207371"/>
            <a:ext cx="8156908" cy="1289582"/>
          </a:xfrm>
          <a:prstGeom prst="ellipse">
            <a:avLst/>
          </a:prstGeom>
          <a:noFill/>
          <a:ln>
            <a:gradFill>
              <a:gsLst>
                <a:gs pos="0">
                  <a:schemeClr val="accent1">
                    <a:alpha val="0"/>
                  </a:schemeClr>
                </a:gs>
                <a:gs pos="100000">
                  <a:schemeClr val="accent1">
                    <a:alpha val="55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260" name="任意多边形: 形状 20"/>
          <p:cNvSpPr/>
          <p:nvPr>
            <p:custDataLst>
              <p:tags r:id="rId4"/>
            </p:custDataLst>
          </p:nvPr>
        </p:nvSpPr>
        <p:spPr>
          <a:xfrm>
            <a:off x="2010115" y="5045599"/>
            <a:ext cx="1277530" cy="465816"/>
          </a:xfrm>
          <a:custGeom>
            <a:avLst/>
            <a:gdLst>
              <a:gd name="connsiteX0" fmla="*/ 2116 w 2120"/>
              <a:gd name="connsiteY0" fmla="*/ 557 h 773"/>
              <a:gd name="connsiteX1" fmla="*/ 2120 w 2120"/>
              <a:gd name="connsiteY1" fmla="*/ 773 h 773"/>
              <a:gd name="connsiteX2" fmla="*/ 0 w 2120"/>
              <a:gd name="connsiteY2" fmla="*/ 201 h 773"/>
              <a:gd name="connsiteX3" fmla="*/ 15 w 2120"/>
              <a:gd name="connsiteY3" fmla="*/ 0 h 773"/>
              <a:gd name="connsiteX4" fmla="*/ 2116 w 2120"/>
              <a:gd name="connsiteY4" fmla="*/ 557 h 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0" h="773">
                <a:moveTo>
                  <a:pt x="2116" y="557"/>
                </a:moveTo>
                <a:lnTo>
                  <a:pt x="2120" y="773"/>
                </a:lnTo>
                <a:cubicBezTo>
                  <a:pt x="2120" y="773"/>
                  <a:pt x="252" y="516"/>
                  <a:pt x="0" y="201"/>
                </a:cubicBezTo>
                <a:lnTo>
                  <a:pt x="15" y="0"/>
                </a:lnTo>
                <a:cubicBezTo>
                  <a:pt x="15" y="0"/>
                  <a:pt x="159" y="270"/>
                  <a:pt x="2116" y="557"/>
                </a:cubicBezTo>
                <a:close/>
              </a:path>
            </a:pathLst>
          </a:custGeom>
          <a:gradFill>
            <a:gsLst>
              <a:gs pos="12000">
                <a:schemeClr val="accent1">
                  <a:alpha val="0"/>
                </a:schemeClr>
              </a:gs>
              <a:gs pos="100000">
                <a:schemeClr val="accent1">
                  <a:alpha val="49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61" name="任意多边形: 形状 21"/>
          <p:cNvSpPr/>
          <p:nvPr>
            <p:custDataLst>
              <p:tags r:id="rId5"/>
            </p:custDataLst>
          </p:nvPr>
        </p:nvSpPr>
        <p:spPr>
          <a:xfrm>
            <a:off x="8097063" y="5011853"/>
            <a:ext cx="2373072" cy="578504"/>
          </a:xfrm>
          <a:custGeom>
            <a:avLst/>
            <a:gdLst>
              <a:gd name="connsiteX0" fmla="*/ 3740 w 3740"/>
              <a:gd name="connsiteY0" fmla="*/ 0 h 960"/>
              <a:gd name="connsiteX1" fmla="*/ 3740 w 3740"/>
              <a:gd name="connsiteY1" fmla="*/ 234 h 960"/>
              <a:gd name="connsiteX2" fmla="*/ 11 w 3740"/>
              <a:gd name="connsiteY2" fmla="*/ 960 h 960"/>
              <a:gd name="connsiteX3" fmla="*/ 0 w 3740"/>
              <a:gd name="connsiteY3" fmla="*/ 758 h 960"/>
              <a:gd name="connsiteX4" fmla="*/ 3740 w 3740"/>
              <a:gd name="connsiteY4" fmla="*/ 0 h 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 h="960">
                <a:moveTo>
                  <a:pt x="3740" y="0"/>
                </a:moveTo>
                <a:lnTo>
                  <a:pt x="3740" y="234"/>
                </a:lnTo>
                <a:cubicBezTo>
                  <a:pt x="3740" y="234"/>
                  <a:pt x="2879" y="744"/>
                  <a:pt x="11" y="960"/>
                </a:cubicBezTo>
                <a:lnTo>
                  <a:pt x="0" y="758"/>
                </a:lnTo>
                <a:cubicBezTo>
                  <a:pt x="0" y="758"/>
                  <a:pt x="2513" y="657"/>
                  <a:pt x="3740" y="0"/>
                </a:cubicBezTo>
                <a:close/>
              </a:path>
            </a:pathLst>
          </a:custGeom>
          <a:gradFill>
            <a:gsLst>
              <a:gs pos="12000">
                <a:schemeClr val="accent1">
                  <a:lumMod val="60000"/>
                  <a:lumOff val="40000"/>
                  <a:alpha val="0"/>
                </a:schemeClr>
              </a:gs>
              <a:gs pos="100000">
                <a:schemeClr val="accent1">
                  <a:alpha val="49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a:solidFill>
                  <a:schemeClr val="tx1"/>
                </a:solidFill>
              </a:rPr>
              <a:t>   </a:t>
            </a:r>
            <a:endParaRPr lang="en-US" altLang="zh-CN">
              <a:solidFill>
                <a:schemeClr val="tx1"/>
              </a:solidFill>
            </a:endParaRPr>
          </a:p>
        </p:txBody>
      </p:sp>
      <p:sp>
        <p:nvSpPr>
          <p:cNvPr id="262" name="椭圆 261"/>
          <p:cNvSpPr/>
          <p:nvPr>
            <p:custDataLst>
              <p:tags r:id="rId6"/>
            </p:custDataLst>
          </p:nvPr>
        </p:nvSpPr>
        <p:spPr>
          <a:xfrm>
            <a:off x="1283972" y="4206166"/>
            <a:ext cx="9397076" cy="1469159"/>
          </a:xfrm>
          <a:prstGeom prst="ellipse">
            <a:avLst/>
          </a:prstGeom>
          <a:noFill/>
          <a:ln>
            <a:gradFill>
              <a:gsLst>
                <a:gs pos="66000">
                  <a:srgbClr val="376FFF">
                    <a:alpha val="0"/>
                  </a:srgbClr>
                </a:gs>
                <a:gs pos="14000">
                  <a:schemeClr val="accent1">
                    <a:alpha val="0"/>
                  </a:schemeClr>
                </a:gs>
                <a:gs pos="0">
                  <a:srgbClr val="376FFF">
                    <a:alpha val="16000"/>
                  </a:srgbClr>
                </a:gs>
                <a:gs pos="100000">
                  <a:schemeClr val="accent1">
                    <a:alpha val="2000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263" name="任意多边形 262"/>
          <p:cNvSpPr/>
          <p:nvPr>
            <p:custDataLst>
              <p:tags r:id="rId7"/>
            </p:custDataLst>
          </p:nvPr>
        </p:nvSpPr>
        <p:spPr>
          <a:xfrm>
            <a:off x="1139190" y="985520"/>
            <a:ext cx="9779635" cy="285115"/>
          </a:xfrm>
          <a:custGeom>
            <a:avLst/>
            <a:gdLst>
              <a:gd name="connsiteX0" fmla="*/ 16009 w 16009"/>
              <a:gd name="connsiteY0" fmla="*/ 4 h 567"/>
              <a:gd name="connsiteX1" fmla="*/ 8012 w 16009"/>
              <a:gd name="connsiteY1" fmla="*/ 567 h 567"/>
              <a:gd name="connsiteX2" fmla="*/ 16 w 16009"/>
              <a:gd name="connsiteY2" fmla="*/ 4 h 567"/>
              <a:gd name="connsiteX3" fmla="*/ 0 w 16009"/>
              <a:gd name="connsiteY3" fmla="*/ 0 h 567"/>
            </a:gdLst>
            <a:ahLst/>
            <a:cxnLst>
              <a:cxn ang="0">
                <a:pos x="connsiteX0" y="connsiteY0"/>
              </a:cxn>
              <a:cxn ang="0">
                <a:pos x="connsiteX1" y="connsiteY1"/>
              </a:cxn>
              <a:cxn ang="0">
                <a:pos x="connsiteX2" y="connsiteY2"/>
              </a:cxn>
              <a:cxn ang="0">
                <a:pos x="connsiteX3" y="connsiteY3"/>
              </a:cxn>
            </a:cxnLst>
            <a:rect l="l" t="t" r="r" b="b"/>
            <a:pathLst>
              <a:path w="16009" h="567">
                <a:moveTo>
                  <a:pt x="16009" y="4"/>
                </a:moveTo>
                <a:cubicBezTo>
                  <a:pt x="14662" y="336"/>
                  <a:pt x="11588" y="567"/>
                  <a:pt x="8012" y="567"/>
                </a:cubicBezTo>
                <a:cubicBezTo>
                  <a:pt x="4436" y="567"/>
                  <a:pt x="1363" y="336"/>
                  <a:pt x="16" y="4"/>
                </a:cubicBezTo>
                <a:lnTo>
                  <a:pt x="0" y="0"/>
                </a:lnTo>
              </a:path>
            </a:pathLst>
          </a:custGeom>
          <a:noFill/>
          <a:ln w="12700">
            <a:gradFill>
              <a:gsLst>
                <a:gs pos="100000">
                  <a:schemeClr val="accent2">
                    <a:alpha val="0"/>
                  </a:schemeClr>
                </a:gs>
                <a:gs pos="0">
                  <a:schemeClr val="accent2">
                    <a:alpha val="15000"/>
                  </a:schemeClr>
                </a:gs>
              </a:gsLst>
              <a:path path="circle">
                <a:fillToRect l="50000" t="50000" r="50000" b="50000"/>
              </a:path>
              <a:tileRect/>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50000"/>
              </a:lnSpc>
              <a:buClrTx/>
              <a:buSzTx/>
              <a:buFontTx/>
            </a:pPr>
            <a:r>
              <a:rPr lang="en-US" altLang="zh-CN" sz="1000" dirty="0">
                <a:solidFill>
                  <a:schemeClr val="accent2"/>
                </a:solidFill>
                <a:cs typeface="微软雅黑" panose="020B0503020204020204" charset="-122"/>
                <a:sym typeface="+mn-ea"/>
              </a:rPr>
              <a:t> </a:t>
            </a:r>
            <a:endParaRPr lang="en-US" altLang="zh-CN" sz="1000" dirty="0">
              <a:solidFill>
                <a:schemeClr val="accent2"/>
              </a:solidFill>
              <a:cs typeface="微软雅黑" panose="020B0503020204020204" charset="-122"/>
              <a:sym typeface="+mn-ea"/>
            </a:endParaRPr>
          </a:p>
        </p:txBody>
      </p:sp>
      <p:sp>
        <p:nvSpPr>
          <p:cNvPr id="264" name="任意多边形: 形状 9"/>
          <p:cNvSpPr/>
          <p:nvPr>
            <p:custDataLst>
              <p:tags r:id="rId8"/>
            </p:custDataLst>
          </p:nvPr>
        </p:nvSpPr>
        <p:spPr>
          <a:xfrm>
            <a:off x="921804" y="1058742"/>
            <a:ext cx="1821685" cy="3349900"/>
          </a:xfrm>
          <a:custGeom>
            <a:avLst/>
            <a:gdLst>
              <a:gd name="connsiteX0" fmla="*/ 691353 w 691420"/>
              <a:gd name="connsiteY0" fmla="*/ 108254 h 1128219"/>
              <a:gd name="connsiteX1" fmla="*/ 691353 w 691420"/>
              <a:gd name="connsiteY1" fmla="*/ 1021130 h 1128219"/>
              <a:gd name="connsiteX2" fmla="*/ 672303 w 691420"/>
              <a:gd name="connsiteY2" fmla="*/ 1042275 h 1128219"/>
              <a:gd name="connsiteX3" fmla="*/ 25556 w 691420"/>
              <a:gd name="connsiteY3" fmla="*/ 1127524 h 1128219"/>
              <a:gd name="connsiteX4" fmla="*/ 436 w 691420"/>
              <a:gd name="connsiteY4" fmla="*/ 1111551 h 1128219"/>
              <a:gd name="connsiteX5" fmla="*/ -66 w 691420"/>
              <a:gd name="connsiteY5" fmla="*/ 1106855 h 1128219"/>
              <a:gd name="connsiteX6" fmla="*/ -66 w 691420"/>
              <a:gd name="connsiteY6" fmla="*/ 21005 h 1128219"/>
              <a:gd name="connsiteX7" fmla="*/ 21033 w 691420"/>
              <a:gd name="connsiteY7" fmla="*/ -188 h 1128219"/>
              <a:gd name="connsiteX8" fmla="*/ 25746 w 691420"/>
              <a:gd name="connsiteY8" fmla="*/ 336 h 1128219"/>
              <a:gd name="connsiteX9" fmla="*/ 671827 w 691420"/>
              <a:gd name="connsiteY9" fmla="*/ 87394 h 1128219"/>
              <a:gd name="connsiteX10" fmla="*/ 691353 w 691420"/>
              <a:gd name="connsiteY10" fmla="*/ 108254 h 1128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1420" h="1128219">
                <a:moveTo>
                  <a:pt x="691353" y="108254"/>
                </a:moveTo>
                <a:lnTo>
                  <a:pt x="691353" y="1021130"/>
                </a:lnTo>
                <a:cubicBezTo>
                  <a:pt x="691363" y="1032017"/>
                  <a:pt x="683133" y="1041152"/>
                  <a:pt x="672303" y="1042275"/>
                </a:cubicBezTo>
                <a:cubicBezTo>
                  <a:pt x="403317" y="1064945"/>
                  <a:pt x="181194" y="1093520"/>
                  <a:pt x="25556" y="1127524"/>
                </a:cubicBezTo>
                <a:cubicBezTo>
                  <a:pt x="14208" y="1130048"/>
                  <a:pt x="2961" y="1122895"/>
                  <a:pt x="436" y="1111551"/>
                </a:cubicBezTo>
                <a:cubicBezTo>
                  <a:pt x="93" y="1110008"/>
                  <a:pt x="-76" y="1108436"/>
                  <a:pt x="-66" y="1106855"/>
                </a:cubicBezTo>
                <a:lnTo>
                  <a:pt x="-66" y="21005"/>
                </a:lnTo>
                <a:cubicBezTo>
                  <a:pt x="-91" y="9327"/>
                  <a:pt x="9356" y="-160"/>
                  <a:pt x="21033" y="-188"/>
                </a:cubicBezTo>
                <a:cubicBezTo>
                  <a:pt x="22619" y="-188"/>
                  <a:pt x="24200" y="-17"/>
                  <a:pt x="25746" y="336"/>
                </a:cubicBezTo>
                <a:cubicBezTo>
                  <a:pt x="176813" y="34911"/>
                  <a:pt x="399507" y="64725"/>
                  <a:pt x="671827" y="87394"/>
                </a:cubicBezTo>
                <a:cubicBezTo>
                  <a:pt x="682743" y="88280"/>
                  <a:pt x="691191" y="97310"/>
                  <a:pt x="691353" y="108254"/>
                </a:cubicBezTo>
                <a:close/>
              </a:path>
            </a:pathLst>
          </a:custGeom>
          <a:gradFill>
            <a:gsLst>
              <a:gs pos="0">
                <a:schemeClr val="accent1">
                  <a:alpha val="3000"/>
                </a:schemeClr>
              </a:gs>
              <a:gs pos="100000">
                <a:schemeClr val="accent1">
                  <a:alpha val="30000"/>
                </a:schemeClr>
              </a:gs>
            </a:gsLst>
            <a:lin ang="5400000" scaled="0"/>
          </a:gradFill>
          <a:ln w="9525" cap="flat">
            <a:gradFill>
              <a:gsLst>
                <a:gs pos="100000">
                  <a:schemeClr val="accent1">
                    <a:alpha val="0"/>
                  </a:schemeClr>
                </a:gs>
                <a:gs pos="0">
                  <a:schemeClr val="accent1">
                    <a:alpha val="20000"/>
                  </a:schemeClr>
                </a:gs>
              </a:gsLst>
              <a:lin ang="5400000"/>
              <a:tileRect/>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65" name="任意多边形: 形状 10"/>
          <p:cNvSpPr/>
          <p:nvPr>
            <p:custDataLst>
              <p:tags r:id="rId9"/>
            </p:custDataLst>
          </p:nvPr>
        </p:nvSpPr>
        <p:spPr>
          <a:xfrm>
            <a:off x="2994175" y="1349199"/>
            <a:ext cx="1821685" cy="2772601"/>
          </a:xfrm>
          <a:custGeom>
            <a:avLst/>
            <a:gdLst>
              <a:gd name="connsiteX0" fmla="*/ 691353 w 691419"/>
              <a:gd name="connsiteY0" fmla="*/ 51199 h 934315"/>
              <a:gd name="connsiteX1" fmla="*/ 691353 w 691419"/>
              <a:gd name="connsiteY1" fmla="*/ 882922 h 934315"/>
              <a:gd name="connsiteX2" fmla="*/ 670684 w 691419"/>
              <a:gd name="connsiteY2" fmla="*/ 904068 h 934315"/>
              <a:gd name="connsiteX3" fmla="*/ 22507 w 691419"/>
              <a:gd name="connsiteY3" fmla="*/ 934071 h 934315"/>
              <a:gd name="connsiteX4" fmla="*/ -10 w 691419"/>
              <a:gd name="connsiteY4" fmla="*/ 914603 h 934315"/>
              <a:gd name="connsiteX5" fmla="*/ -67 w 691419"/>
              <a:gd name="connsiteY5" fmla="*/ 912926 h 934315"/>
              <a:gd name="connsiteX6" fmla="*/ -67 w 691419"/>
              <a:gd name="connsiteY6" fmla="*/ 21005 h 934315"/>
              <a:gd name="connsiteX7" fmla="*/ 21031 w 691419"/>
              <a:gd name="connsiteY7" fmla="*/ -188 h 934315"/>
              <a:gd name="connsiteX8" fmla="*/ 22507 w 691419"/>
              <a:gd name="connsiteY8" fmla="*/ -140 h 934315"/>
              <a:gd name="connsiteX9" fmla="*/ 670684 w 691419"/>
              <a:gd name="connsiteY9" fmla="*/ 30054 h 934315"/>
              <a:gd name="connsiteX10" fmla="*/ 691353 w 691419"/>
              <a:gd name="connsiteY10" fmla="*/ 51199 h 93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1419" h="934315">
                <a:moveTo>
                  <a:pt x="691353" y="51199"/>
                </a:moveTo>
                <a:lnTo>
                  <a:pt x="691353" y="882922"/>
                </a:lnTo>
                <a:cubicBezTo>
                  <a:pt x="691353" y="894419"/>
                  <a:pt x="682171" y="903810"/>
                  <a:pt x="670684" y="904068"/>
                </a:cubicBezTo>
                <a:cubicBezTo>
                  <a:pt x="438178" y="909973"/>
                  <a:pt x="219865" y="920165"/>
                  <a:pt x="22507" y="934071"/>
                </a:cubicBezTo>
                <a:cubicBezTo>
                  <a:pt x="10916" y="934910"/>
                  <a:pt x="829" y="926194"/>
                  <a:pt x="-10" y="914603"/>
                </a:cubicBezTo>
                <a:cubicBezTo>
                  <a:pt x="-57" y="914040"/>
                  <a:pt x="-67" y="913488"/>
                  <a:pt x="-67" y="912926"/>
                </a:cubicBezTo>
                <a:lnTo>
                  <a:pt x="-67" y="21005"/>
                </a:lnTo>
                <a:cubicBezTo>
                  <a:pt x="-95" y="9327"/>
                  <a:pt x="9353" y="-160"/>
                  <a:pt x="21031" y="-188"/>
                </a:cubicBezTo>
                <a:cubicBezTo>
                  <a:pt x="21526" y="-188"/>
                  <a:pt x="22012" y="-169"/>
                  <a:pt x="22507" y="-140"/>
                </a:cubicBezTo>
                <a:cubicBezTo>
                  <a:pt x="219294" y="13766"/>
                  <a:pt x="437702" y="24053"/>
                  <a:pt x="670684" y="30054"/>
                </a:cubicBezTo>
                <a:cubicBezTo>
                  <a:pt x="682171" y="30311"/>
                  <a:pt x="691353" y="39703"/>
                  <a:pt x="691353" y="51199"/>
                </a:cubicBezTo>
                <a:close/>
              </a:path>
            </a:pathLst>
          </a:custGeom>
          <a:gradFill>
            <a:gsLst>
              <a:gs pos="0">
                <a:schemeClr val="accent2">
                  <a:alpha val="3000"/>
                </a:schemeClr>
              </a:gs>
              <a:gs pos="100000">
                <a:schemeClr val="accent2">
                  <a:alpha val="30000"/>
                </a:schemeClr>
              </a:gs>
            </a:gsLst>
            <a:lin ang="5400000" scaled="0"/>
          </a:gradFill>
          <a:ln w="9525" cap="flat">
            <a:gradFill>
              <a:gsLst>
                <a:gs pos="100000">
                  <a:schemeClr val="accent2">
                    <a:alpha val="0"/>
                  </a:schemeClr>
                </a:gs>
                <a:gs pos="0">
                  <a:schemeClr val="accent2">
                    <a:alpha val="20000"/>
                  </a:schemeClr>
                </a:gs>
              </a:gsLst>
              <a:lin ang="5400000"/>
              <a:tileRect/>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66" name="任意多边形: 形状 11"/>
          <p:cNvSpPr/>
          <p:nvPr>
            <p:custDataLst>
              <p:tags r:id="rId10"/>
            </p:custDataLst>
          </p:nvPr>
        </p:nvSpPr>
        <p:spPr>
          <a:xfrm>
            <a:off x="5068353" y="1449232"/>
            <a:ext cx="1821685" cy="2578562"/>
          </a:xfrm>
          <a:custGeom>
            <a:avLst/>
            <a:gdLst>
              <a:gd name="connsiteX0" fmla="*/ 691353 w 691419"/>
              <a:gd name="connsiteY0" fmla="*/ 21338 h 868394"/>
              <a:gd name="connsiteX1" fmla="*/ 691353 w 691419"/>
              <a:gd name="connsiteY1" fmla="*/ 847061 h 868394"/>
              <a:gd name="connsiteX2" fmla="*/ 670208 w 691419"/>
              <a:gd name="connsiteY2" fmla="*/ 868206 h 868394"/>
              <a:gd name="connsiteX3" fmla="*/ 669826 w 691419"/>
              <a:gd name="connsiteY3" fmla="*/ 868206 h 868394"/>
              <a:gd name="connsiteX4" fmla="*/ 341785 w 691419"/>
              <a:gd name="connsiteY4" fmla="*/ 865253 h 868394"/>
              <a:gd name="connsiteX5" fmla="*/ 21364 w 691419"/>
              <a:gd name="connsiteY5" fmla="*/ 868016 h 868394"/>
              <a:gd name="connsiteX6" fmla="*/ -67 w 691419"/>
              <a:gd name="connsiteY6" fmla="*/ 847156 h 868394"/>
              <a:gd name="connsiteX7" fmla="*/ -67 w 691419"/>
              <a:gd name="connsiteY7" fmla="*/ 846870 h 868394"/>
              <a:gd name="connsiteX8" fmla="*/ -67 w 691419"/>
              <a:gd name="connsiteY8" fmla="*/ 20957 h 868394"/>
              <a:gd name="connsiteX9" fmla="*/ 21079 w 691419"/>
              <a:gd name="connsiteY9" fmla="*/ -188 h 868394"/>
              <a:gd name="connsiteX10" fmla="*/ 21364 w 691419"/>
              <a:gd name="connsiteY10" fmla="*/ -188 h 868394"/>
              <a:gd name="connsiteX11" fmla="*/ 356835 w 691419"/>
              <a:gd name="connsiteY11" fmla="*/ 2765 h 868394"/>
              <a:gd name="connsiteX12" fmla="*/ 669922 w 691419"/>
              <a:gd name="connsiteY12" fmla="*/ 193 h 868394"/>
              <a:gd name="connsiteX13" fmla="*/ 691353 w 691419"/>
              <a:gd name="connsiteY13" fmla="*/ 21053 h 868394"/>
              <a:gd name="connsiteX14" fmla="*/ 691353 w 691419"/>
              <a:gd name="connsiteY14" fmla="*/ 21338 h 86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1419" h="868394">
                <a:moveTo>
                  <a:pt x="691353" y="21338"/>
                </a:moveTo>
                <a:lnTo>
                  <a:pt x="691353" y="847061"/>
                </a:lnTo>
                <a:cubicBezTo>
                  <a:pt x="691353" y="858738"/>
                  <a:pt x="681885" y="868206"/>
                  <a:pt x="670208" y="868206"/>
                </a:cubicBezTo>
                <a:cubicBezTo>
                  <a:pt x="670084" y="868206"/>
                  <a:pt x="669950" y="868206"/>
                  <a:pt x="669826" y="868206"/>
                </a:cubicBezTo>
                <a:cubicBezTo>
                  <a:pt x="562956" y="866301"/>
                  <a:pt x="453323" y="865253"/>
                  <a:pt x="341785" y="865253"/>
                </a:cubicBezTo>
                <a:cubicBezTo>
                  <a:pt x="232819" y="865253"/>
                  <a:pt x="126016" y="866177"/>
                  <a:pt x="21364" y="868016"/>
                </a:cubicBezTo>
                <a:cubicBezTo>
                  <a:pt x="9687" y="868178"/>
                  <a:pt x="95" y="858833"/>
                  <a:pt x="-67" y="847156"/>
                </a:cubicBezTo>
                <a:cubicBezTo>
                  <a:pt x="-67" y="847061"/>
                  <a:pt x="-67" y="846965"/>
                  <a:pt x="-67" y="846870"/>
                </a:cubicBezTo>
                <a:lnTo>
                  <a:pt x="-67" y="20957"/>
                </a:lnTo>
                <a:cubicBezTo>
                  <a:pt x="-67" y="9280"/>
                  <a:pt x="9401" y="-188"/>
                  <a:pt x="21079" y="-188"/>
                </a:cubicBezTo>
                <a:cubicBezTo>
                  <a:pt x="21174" y="-188"/>
                  <a:pt x="21269" y="-188"/>
                  <a:pt x="21364" y="-188"/>
                </a:cubicBezTo>
                <a:cubicBezTo>
                  <a:pt x="130616" y="1717"/>
                  <a:pt x="242726" y="2765"/>
                  <a:pt x="356835" y="2765"/>
                </a:cubicBezTo>
                <a:cubicBezTo>
                  <a:pt x="463201" y="2765"/>
                  <a:pt x="567557" y="1907"/>
                  <a:pt x="669922" y="193"/>
                </a:cubicBezTo>
                <a:cubicBezTo>
                  <a:pt x="681599" y="31"/>
                  <a:pt x="691191" y="9375"/>
                  <a:pt x="691353" y="21053"/>
                </a:cubicBezTo>
                <a:cubicBezTo>
                  <a:pt x="691353" y="21148"/>
                  <a:pt x="691353" y="21243"/>
                  <a:pt x="691353" y="21338"/>
                </a:cubicBezTo>
                <a:close/>
              </a:path>
            </a:pathLst>
          </a:custGeom>
          <a:gradFill>
            <a:gsLst>
              <a:gs pos="0">
                <a:schemeClr val="accent1">
                  <a:alpha val="3000"/>
                </a:schemeClr>
              </a:gs>
              <a:gs pos="100000">
                <a:schemeClr val="accent1">
                  <a:alpha val="30000"/>
                </a:schemeClr>
              </a:gs>
            </a:gsLst>
            <a:lin ang="5400000" scaled="0"/>
          </a:gradFill>
          <a:ln w="9525" cap="flat">
            <a:gradFill>
              <a:gsLst>
                <a:gs pos="100000">
                  <a:schemeClr val="accent1">
                    <a:alpha val="0"/>
                  </a:schemeClr>
                </a:gs>
                <a:gs pos="0">
                  <a:schemeClr val="accent1">
                    <a:alpha val="20000"/>
                  </a:schemeClr>
                </a:gs>
              </a:gsLst>
              <a:lin ang="5400000"/>
              <a:tileRect/>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67" name="任意多边形: 形状 13"/>
          <p:cNvSpPr/>
          <p:nvPr>
            <p:custDataLst>
              <p:tags r:id="rId11"/>
            </p:custDataLst>
          </p:nvPr>
        </p:nvSpPr>
        <p:spPr>
          <a:xfrm>
            <a:off x="7141326" y="1354622"/>
            <a:ext cx="1821685" cy="2770794"/>
          </a:xfrm>
          <a:custGeom>
            <a:avLst/>
            <a:gdLst>
              <a:gd name="connsiteX0" fmla="*/ 691353 w 691420"/>
              <a:gd name="connsiteY0" fmla="*/ 21007 h 933270"/>
              <a:gd name="connsiteX1" fmla="*/ 691353 w 691420"/>
              <a:gd name="connsiteY1" fmla="*/ 911880 h 933270"/>
              <a:gd name="connsiteX2" fmla="*/ 670455 w 691420"/>
              <a:gd name="connsiteY2" fmla="*/ 933082 h 933270"/>
              <a:gd name="connsiteX3" fmla="*/ 668779 w 691420"/>
              <a:gd name="connsiteY3" fmla="*/ 933025 h 933270"/>
              <a:gd name="connsiteX4" fmla="*/ 20602 w 691420"/>
              <a:gd name="connsiteY4" fmla="*/ 902736 h 933270"/>
              <a:gd name="connsiteX5" fmla="*/ -67 w 691420"/>
              <a:gd name="connsiteY5" fmla="*/ 881591 h 933270"/>
              <a:gd name="connsiteX6" fmla="*/ -67 w 691420"/>
              <a:gd name="connsiteY6" fmla="*/ 50248 h 933270"/>
              <a:gd name="connsiteX7" fmla="*/ 20602 w 691420"/>
              <a:gd name="connsiteY7" fmla="*/ 29103 h 933270"/>
              <a:gd name="connsiteX8" fmla="*/ 668779 w 691420"/>
              <a:gd name="connsiteY8" fmla="*/ -139 h 933270"/>
              <a:gd name="connsiteX9" fmla="*/ 691305 w 691420"/>
              <a:gd name="connsiteY9" fmla="*/ 19530 h 933270"/>
              <a:gd name="connsiteX10" fmla="*/ 691353 w 691420"/>
              <a:gd name="connsiteY10" fmla="*/ 21007 h 933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1420" h="933270">
                <a:moveTo>
                  <a:pt x="691353" y="21007"/>
                </a:moveTo>
                <a:lnTo>
                  <a:pt x="691353" y="911880"/>
                </a:lnTo>
                <a:cubicBezTo>
                  <a:pt x="691439" y="923510"/>
                  <a:pt x="682076" y="932997"/>
                  <a:pt x="670455" y="933082"/>
                </a:cubicBezTo>
                <a:cubicBezTo>
                  <a:pt x="669893" y="933082"/>
                  <a:pt x="669341" y="933064"/>
                  <a:pt x="668779" y="933025"/>
                </a:cubicBezTo>
                <a:cubicBezTo>
                  <a:pt x="471516" y="919119"/>
                  <a:pt x="253203" y="908737"/>
                  <a:pt x="20602" y="902736"/>
                </a:cubicBezTo>
                <a:cubicBezTo>
                  <a:pt x="9106" y="902479"/>
                  <a:pt x="-67" y="893087"/>
                  <a:pt x="-67" y="881591"/>
                </a:cubicBezTo>
                <a:lnTo>
                  <a:pt x="-67" y="50248"/>
                </a:lnTo>
                <a:cubicBezTo>
                  <a:pt x="-67" y="38752"/>
                  <a:pt x="9115" y="29360"/>
                  <a:pt x="20602" y="29103"/>
                </a:cubicBezTo>
                <a:cubicBezTo>
                  <a:pt x="253108" y="23388"/>
                  <a:pt x="471516" y="13482"/>
                  <a:pt x="668779" y="-139"/>
                </a:cubicBezTo>
                <a:cubicBezTo>
                  <a:pt x="680428" y="-929"/>
                  <a:pt x="690515" y="7881"/>
                  <a:pt x="691305" y="19530"/>
                </a:cubicBezTo>
                <a:cubicBezTo>
                  <a:pt x="691334" y="20025"/>
                  <a:pt x="691353" y="20511"/>
                  <a:pt x="691353" y="21007"/>
                </a:cubicBezTo>
                <a:close/>
              </a:path>
            </a:pathLst>
          </a:custGeom>
          <a:gradFill>
            <a:gsLst>
              <a:gs pos="0">
                <a:schemeClr val="accent2">
                  <a:alpha val="3000"/>
                </a:schemeClr>
              </a:gs>
              <a:gs pos="100000">
                <a:schemeClr val="accent2">
                  <a:alpha val="30000"/>
                </a:schemeClr>
              </a:gs>
            </a:gsLst>
            <a:lin ang="5400000" scaled="0"/>
          </a:gradFill>
          <a:ln w="9525" cap="flat">
            <a:gradFill>
              <a:gsLst>
                <a:gs pos="100000">
                  <a:schemeClr val="accent2">
                    <a:alpha val="0"/>
                  </a:schemeClr>
                </a:gs>
                <a:gs pos="0">
                  <a:schemeClr val="accent2">
                    <a:alpha val="20000"/>
                  </a:schemeClr>
                </a:gs>
              </a:gsLst>
              <a:lin ang="5400000"/>
              <a:tileRect/>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68" name="任意多边形: 形状 14"/>
          <p:cNvSpPr/>
          <p:nvPr>
            <p:custDataLst>
              <p:tags r:id="rId12"/>
            </p:custDataLst>
          </p:nvPr>
        </p:nvSpPr>
        <p:spPr>
          <a:xfrm>
            <a:off x="9213696" y="1073807"/>
            <a:ext cx="1821685" cy="3340259"/>
          </a:xfrm>
          <a:custGeom>
            <a:avLst/>
            <a:gdLst>
              <a:gd name="connsiteX0" fmla="*/ 691353 w 691420"/>
              <a:gd name="connsiteY0" fmla="*/ 20968 h 1125037"/>
              <a:gd name="connsiteX1" fmla="*/ 691353 w 691420"/>
              <a:gd name="connsiteY1" fmla="*/ 1103675 h 1125037"/>
              <a:gd name="connsiteX2" fmla="*/ 670227 w 691420"/>
              <a:gd name="connsiteY2" fmla="*/ 1124849 h 1125037"/>
              <a:gd name="connsiteX3" fmla="*/ 665636 w 691420"/>
              <a:gd name="connsiteY3" fmla="*/ 1124344 h 1125037"/>
              <a:gd name="connsiteX4" fmla="*/ 19460 w 691420"/>
              <a:gd name="connsiteY4" fmla="*/ 1038048 h 1125037"/>
              <a:gd name="connsiteX5" fmla="*/ -67 w 691420"/>
              <a:gd name="connsiteY5" fmla="*/ 1016902 h 1125037"/>
              <a:gd name="connsiteX6" fmla="*/ -67 w 691420"/>
              <a:gd name="connsiteY6" fmla="*/ 105169 h 1125037"/>
              <a:gd name="connsiteX7" fmla="*/ 19460 w 691420"/>
              <a:gd name="connsiteY7" fmla="*/ 84119 h 1125037"/>
              <a:gd name="connsiteX8" fmla="*/ 665826 w 691420"/>
              <a:gd name="connsiteY8" fmla="*/ 299 h 1125037"/>
              <a:gd name="connsiteX9" fmla="*/ 690867 w 691420"/>
              <a:gd name="connsiteY9" fmla="*/ 16387 h 1125037"/>
              <a:gd name="connsiteX10" fmla="*/ 691353 w 691420"/>
              <a:gd name="connsiteY10" fmla="*/ 20968 h 1125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1420" h="1125037">
                <a:moveTo>
                  <a:pt x="691353" y="20968"/>
                </a:moveTo>
                <a:lnTo>
                  <a:pt x="691353" y="1103675"/>
                </a:lnTo>
                <a:cubicBezTo>
                  <a:pt x="691363" y="1115353"/>
                  <a:pt x="681914" y="1124830"/>
                  <a:pt x="670227" y="1124849"/>
                </a:cubicBezTo>
                <a:cubicBezTo>
                  <a:pt x="668684" y="1124849"/>
                  <a:pt x="667140" y="1124678"/>
                  <a:pt x="665636" y="1124344"/>
                </a:cubicBezTo>
                <a:cubicBezTo>
                  <a:pt x="511140" y="1090054"/>
                  <a:pt x="288827" y="1060527"/>
                  <a:pt x="19460" y="1038048"/>
                </a:cubicBezTo>
                <a:cubicBezTo>
                  <a:pt x="8439" y="1037152"/>
                  <a:pt x="-57" y="1027961"/>
                  <a:pt x="-67" y="1016902"/>
                </a:cubicBezTo>
                <a:lnTo>
                  <a:pt x="-67" y="105169"/>
                </a:lnTo>
                <a:cubicBezTo>
                  <a:pt x="-48" y="94130"/>
                  <a:pt x="8458" y="84967"/>
                  <a:pt x="19460" y="84119"/>
                </a:cubicBezTo>
                <a:cubicBezTo>
                  <a:pt x="288922" y="62307"/>
                  <a:pt x="511235" y="33636"/>
                  <a:pt x="665826" y="299"/>
                </a:cubicBezTo>
                <a:cubicBezTo>
                  <a:pt x="677189" y="-2178"/>
                  <a:pt x="688400" y="5033"/>
                  <a:pt x="690867" y="16387"/>
                </a:cubicBezTo>
                <a:cubicBezTo>
                  <a:pt x="691201" y="17892"/>
                  <a:pt x="691363" y="19425"/>
                  <a:pt x="691353" y="20968"/>
                </a:cubicBezTo>
                <a:close/>
              </a:path>
            </a:pathLst>
          </a:custGeom>
          <a:gradFill>
            <a:gsLst>
              <a:gs pos="0">
                <a:schemeClr val="accent1">
                  <a:alpha val="3000"/>
                </a:schemeClr>
              </a:gs>
              <a:gs pos="100000">
                <a:schemeClr val="accent1">
                  <a:alpha val="30000"/>
                </a:schemeClr>
              </a:gs>
            </a:gsLst>
            <a:lin ang="5400000" scaled="0"/>
          </a:gradFill>
          <a:ln w="9525" cap="flat">
            <a:gradFill>
              <a:gsLst>
                <a:gs pos="100000">
                  <a:schemeClr val="accent1">
                    <a:alpha val="0"/>
                  </a:schemeClr>
                </a:gs>
                <a:gs pos="0">
                  <a:schemeClr val="accent1">
                    <a:alpha val="20000"/>
                  </a:schemeClr>
                </a:gs>
              </a:gsLst>
              <a:lin ang="5400000"/>
              <a:tileRect/>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69" name="标题"/>
          <p:cNvSpPr txBox="1"/>
          <p:nvPr>
            <p:custDataLst>
              <p:tags r:id="rId13"/>
            </p:custDataLst>
          </p:nvPr>
        </p:nvSpPr>
        <p:spPr>
          <a:xfrm>
            <a:off x="1109345" y="1437005"/>
            <a:ext cx="1446530" cy="441325"/>
          </a:xfrm>
          <a:prstGeom prst="rect">
            <a:avLst/>
          </a:prstGeom>
          <a:noFill/>
        </p:spPr>
        <p:txBody>
          <a:bodyPr wrap="square" lIns="0" tIns="0" rIns="0" bIns="0" rtlCol="0" anchor="ctr">
            <a:noAutofit/>
          </a:bodyPr>
          <a:lstStyle/>
          <a:p>
            <a:pPr algn="ctr"/>
            <a:r>
              <a:rPr lang="en-US" altLang="zh-CN" sz="2400" b="1" spc="300" dirty="0">
                <a:solidFill>
                  <a:schemeClr val="accent1"/>
                </a:solidFill>
                <a:latin typeface="+mn-ea"/>
                <a:sym typeface="+mn-ea"/>
              </a:rPr>
              <a:t>1.</a:t>
            </a:r>
            <a:r>
              <a:rPr lang="zh-CN" altLang="en-US" sz="2400" b="1" spc="300" dirty="0">
                <a:solidFill>
                  <a:schemeClr val="accent1"/>
                </a:solidFill>
                <a:latin typeface="+mn-ea"/>
                <a:sym typeface="+mn-ea"/>
              </a:rPr>
              <a:t>提案</a:t>
            </a:r>
            <a:endParaRPr lang="zh-CN" altLang="en-US" sz="2400" b="1" spc="300" dirty="0">
              <a:solidFill>
                <a:schemeClr val="accent1"/>
              </a:solidFill>
              <a:latin typeface="+mn-ea"/>
              <a:sym typeface="+mn-ea"/>
            </a:endParaRPr>
          </a:p>
        </p:txBody>
      </p:sp>
      <p:sp>
        <p:nvSpPr>
          <p:cNvPr id="270" name="正文"/>
          <p:cNvSpPr txBox="1"/>
          <p:nvPr>
            <p:custDataLst>
              <p:tags r:id="rId14"/>
            </p:custDataLst>
          </p:nvPr>
        </p:nvSpPr>
        <p:spPr>
          <a:xfrm>
            <a:off x="1109345" y="1985645"/>
            <a:ext cx="1447165" cy="2221230"/>
          </a:xfrm>
          <a:prstGeom prst="rect">
            <a:avLst/>
          </a:prstGeom>
          <a:noFill/>
        </p:spPr>
        <p:txBody>
          <a:bodyPr wrap="square" lIns="0" tIns="0" rIns="0" bIns="0" rtlCol="0" anchor="t" anchorCtr="0">
            <a:noAutofit/>
          </a:bodyPr>
          <a:lstStyle/>
          <a:p>
            <a:pPr indent="0" algn="ctr" fontAlgn="auto">
              <a:lnSpc>
                <a:spcPct val="150000"/>
              </a:lnSpc>
              <a:spcAft>
                <a:spcPts val="1000"/>
              </a:spcAft>
            </a:pPr>
            <a:r>
              <a:rPr lang="zh-CN" altLang="en-US" sz="1600" kern="0" dirty="0">
                <a:ln>
                  <a:noFill/>
                  <a:prstDash val="sysDot"/>
                </a:ln>
                <a:solidFill>
                  <a:schemeClr val="tx1">
                    <a:lumMod val="85000"/>
                    <a:lumOff val="15000"/>
                  </a:schemeClr>
                </a:solidFill>
                <a:latin typeface="+mn-ea"/>
                <a:sym typeface="+mn-ea"/>
              </a:rPr>
              <a:t>由宪法规定的特定主体提出修宪议案</a:t>
            </a:r>
            <a:r>
              <a:rPr lang="en-US" altLang="zh-CN" sz="1600" kern="0" dirty="0">
                <a:ln>
                  <a:noFill/>
                  <a:prstDash val="sysDot"/>
                </a:ln>
                <a:solidFill>
                  <a:schemeClr val="tx1">
                    <a:lumMod val="85000"/>
                    <a:lumOff val="15000"/>
                  </a:schemeClr>
                </a:solidFill>
                <a:latin typeface="+mn-ea"/>
                <a:sym typeface="+mn-ea"/>
              </a:rPr>
              <a:t>(</a:t>
            </a:r>
            <a:r>
              <a:rPr lang="zh-CN" altLang="en-US" sz="1600" kern="0" dirty="0">
                <a:ln>
                  <a:noFill/>
                  <a:prstDash val="sysDot"/>
                </a:ln>
                <a:solidFill>
                  <a:schemeClr val="tx1">
                    <a:lumMod val="85000"/>
                    <a:lumOff val="15000"/>
                  </a:schemeClr>
                </a:solidFill>
                <a:latin typeface="+mn-ea"/>
                <a:sym typeface="+mn-ea"/>
              </a:rPr>
              <a:t>如我国需全国人大常委会或</a:t>
            </a:r>
            <a:r>
              <a:rPr lang="en-US" altLang="zh-CN" sz="1600" kern="0" dirty="0">
                <a:ln>
                  <a:noFill/>
                  <a:prstDash val="sysDot"/>
                </a:ln>
                <a:solidFill>
                  <a:schemeClr val="tx1">
                    <a:lumMod val="85000"/>
                    <a:lumOff val="15000"/>
                  </a:schemeClr>
                </a:solidFill>
                <a:latin typeface="+mn-ea"/>
                <a:sym typeface="+mn-ea"/>
              </a:rPr>
              <a:t> 1/5 </a:t>
            </a:r>
            <a:r>
              <a:rPr lang="zh-CN" altLang="en-US" sz="1600" kern="0" dirty="0">
                <a:ln>
                  <a:noFill/>
                  <a:prstDash val="sysDot"/>
                </a:ln>
                <a:solidFill>
                  <a:schemeClr val="tx1">
                    <a:lumMod val="85000"/>
                    <a:lumOff val="15000"/>
                  </a:schemeClr>
                </a:solidFill>
                <a:latin typeface="+mn-ea"/>
                <a:sym typeface="+mn-ea"/>
              </a:rPr>
              <a:t>以上人大代表提议</a:t>
            </a:r>
            <a:r>
              <a:rPr lang="en-US" altLang="zh-CN" sz="1600" kern="0" dirty="0">
                <a:ln>
                  <a:noFill/>
                  <a:prstDash val="sysDot"/>
                </a:ln>
                <a:solidFill>
                  <a:schemeClr val="tx1">
                    <a:lumMod val="85000"/>
                    <a:lumOff val="15000"/>
                  </a:schemeClr>
                </a:solidFill>
                <a:latin typeface="+mn-ea"/>
                <a:sym typeface="+mn-ea"/>
              </a:rPr>
              <a:t>);</a:t>
            </a:r>
            <a:endParaRPr lang="en-US" altLang="zh-CN" sz="1600" kern="0" dirty="0">
              <a:ln>
                <a:noFill/>
                <a:prstDash val="sysDot"/>
              </a:ln>
              <a:solidFill>
                <a:schemeClr val="tx1">
                  <a:lumMod val="85000"/>
                  <a:lumOff val="15000"/>
                </a:schemeClr>
              </a:solidFill>
              <a:latin typeface="+mn-ea"/>
              <a:sym typeface="+mn-ea"/>
            </a:endParaRPr>
          </a:p>
        </p:txBody>
      </p:sp>
      <p:sp>
        <p:nvSpPr>
          <p:cNvPr id="271" name="标题"/>
          <p:cNvSpPr txBox="1"/>
          <p:nvPr>
            <p:custDataLst>
              <p:tags r:id="rId15"/>
            </p:custDataLst>
          </p:nvPr>
        </p:nvSpPr>
        <p:spPr>
          <a:xfrm>
            <a:off x="2908300" y="1386205"/>
            <a:ext cx="1916430" cy="609600"/>
          </a:xfrm>
          <a:prstGeom prst="rect">
            <a:avLst/>
          </a:prstGeom>
          <a:noFill/>
        </p:spPr>
        <p:txBody>
          <a:bodyPr wrap="square" lIns="0" tIns="0" rIns="0" bIns="0" rtlCol="0" anchor="ctr">
            <a:noAutofit/>
          </a:bodyPr>
          <a:lstStyle/>
          <a:p>
            <a:pPr algn="ctr"/>
            <a:r>
              <a:rPr lang="en-US" altLang="zh-CN" sz="2400" b="1" spc="300" dirty="0">
                <a:solidFill>
                  <a:schemeClr val="accent2"/>
                </a:solidFill>
                <a:latin typeface="+mn-ea"/>
                <a:sym typeface="+mn-ea"/>
              </a:rPr>
              <a:t>2.</a:t>
            </a:r>
            <a:r>
              <a:rPr lang="zh-CN" altLang="en-US" sz="2400" b="1" spc="300" dirty="0">
                <a:solidFill>
                  <a:schemeClr val="accent2"/>
                </a:solidFill>
                <a:latin typeface="+mn-ea"/>
                <a:sym typeface="+mn-ea"/>
              </a:rPr>
              <a:t>先决投票</a:t>
            </a:r>
            <a:endParaRPr lang="zh-CN" altLang="en-US" sz="2400" b="1" spc="300" dirty="0">
              <a:solidFill>
                <a:schemeClr val="accent2"/>
              </a:solidFill>
              <a:latin typeface="+mn-ea"/>
              <a:sym typeface="+mn-ea"/>
            </a:endParaRPr>
          </a:p>
        </p:txBody>
      </p:sp>
      <p:sp>
        <p:nvSpPr>
          <p:cNvPr id="272" name="正文"/>
          <p:cNvSpPr txBox="1"/>
          <p:nvPr>
            <p:custDataLst>
              <p:tags r:id="rId16"/>
            </p:custDataLst>
          </p:nvPr>
        </p:nvSpPr>
        <p:spPr>
          <a:xfrm>
            <a:off x="3092450" y="1987550"/>
            <a:ext cx="1633220" cy="1866265"/>
          </a:xfrm>
          <a:prstGeom prst="rect">
            <a:avLst/>
          </a:prstGeom>
          <a:noFill/>
        </p:spPr>
        <p:txBody>
          <a:bodyPr wrap="square" lIns="0" tIns="0" rIns="0" bIns="0" rtlCol="0" anchor="t" anchorCtr="0">
            <a:noAutofit/>
          </a:bodyPr>
          <a:lstStyle/>
          <a:p>
            <a:pPr indent="0" algn="ctr" fontAlgn="auto">
              <a:lnSpc>
                <a:spcPct val="150000"/>
              </a:lnSpc>
              <a:spcAft>
                <a:spcPts val="1000"/>
              </a:spcAft>
            </a:pPr>
            <a:r>
              <a:rPr lang="zh-CN" altLang="en-US" sz="16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部分国家</a:t>
            </a:r>
            <a:r>
              <a:rPr lang="en-US" altLang="zh-CN" sz="16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6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瑞士、希腊</a:t>
            </a:r>
            <a:r>
              <a:rPr lang="en-US" altLang="zh-CN" sz="16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6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在议决前对修正案进行初步投票</a:t>
            </a:r>
            <a:r>
              <a:rPr lang="en-US" altLang="zh-CN" sz="16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6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73" name="标题"/>
          <p:cNvSpPr txBox="1"/>
          <p:nvPr>
            <p:custDataLst>
              <p:tags r:id="rId17"/>
            </p:custDataLst>
          </p:nvPr>
        </p:nvSpPr>
        <p:spPr>
          <a:xfrm>
            <a:off x="4979670" y="1513205"/>
            <a:ext cx="1912620" cy="365760"/>
          </a:xfrm>
          <a:prstGeom prst="rect">
            <a:avLst/>
          </a:prstGeom>
          <a:noFill/>
        </p:spPr>
        <p:txBody>
          <a:bodyPr wrap="square" lIns="0" tIns="0" rIns="0" bIns="0" rtlCol="0" anchor="ctr">
            <a:noAutofit/>
          </a:bodyPr>
          <a:lstStyle/>
          <a:p>
            <a:pPr algn="ctr"/>
            <a:r>
              <a:rPr lang="en-US" altLang="zh-CN" sz="2400" b="1" spc="300" dirty="0">
                <a:solidFill>
                  <a:schemeClr val="accent1"/>
                </a:solidFill>
                <a:latin typeface="+mn-ea"/>
                <a:sym typeface="+mn-ea"/>
              </a:rPr>
              <a:t>3.</a:t>
            </a:r>
            <a:r>
              <a:rPr lang="zh-CN" altLang="en-US" sz="2400" b="1" spc="300" dirty="0">
                <a:solidFill>
                  <a:schemeClr val="accent1"/>
                </a:solidFill>
                <a:latin typeface="+mn-ea"/>
                <a:sym typeface="+mn-ea"/>
              </a:rPr>
              <a:t>公告</a:t>
            </a:r>
            <a:endParaRPr lang="zh-CN" altLang="en-US" sz="2400" b="1" spc="300" dirty="0">
              <a:solidFill>
                <a:schemeClr val="accent1"/>
              </a:solidFill>
              <a:latin typeface="+mn-ea"/>
              <a:sym typeface="+mn-ea"/>
            </a:endParaRPr>
          </a:p>
        </p:txBody>
      </p:sp>
      <p:sp>
        <p:nvSpPr>
          <p:cNvPr id="274" name="正文"/>
          <p:cNvSpPr txBox="1"/>
          <p:nvPr>
            <p:custDataLst>
              <p:tags r:id="rId18"/>
            </p:custDataLst>
          </p:nvPr>
        </p:nvSpPr>
        <p:spPr>
          <a:xfrm>
            <a:off x="5255764" y="1990374"/>
            <a:ext cx="1447465" cy="1866278"/>
          </a:xfrm>
          <a:prstGeom prst="rect">
            <a:avLst/>
          </a:prstGeom>
          <a:noFill/>
        </p:spPr>
        <p:txBody>
          <a:bodyPr wrap="square" lIns="0" tIns="0" rIns="0" bIns="0" rtlCol="0" anchor="t" anchorCtr="0">
            <a:noAutofit/>
          </a:bodyPr>
          <a:lstStyle/>
          <a:p>
            <a:pPr indent="0" algn="ctr" fontAlgn="auto">
              <a:lnSpc>
                <a:spcPct val="150000"/>
              </a:lnSpc>
              <a:spcAft>
                <a:spcPts val="1000"/>
              </a:spcAft>
            </a:pPr>
            <a:r>
              <a:rPr lang="zh-CN" altLang="en-US" sz="1600" kern="0" dirty="0">
                <a:ln>
                  <a:noFill/>
                  <a:prstDash val="sysDot"/>
                </a:ln>
                <a:solidFill>
                  <a:schemeClr val="tx1">
                    <a:lumMod val="85000"/>
                    <a:lumOff val="15000"/>
                  </a:schemeClr>
                </a:solidFill>
                <a:latin typeface="+mn-ea"/>
                <a:sym typeface="+mn-ea"/>
              </a:rPr>
              <a:t>部分国家</a:t>
            </a:r>
            <a:r>
              <a:rPr lang="en-US" altLang="zh-CN" sz="1600" kern="0" dirty="0">
                <a:ln>
                  <a:noFill/>
                  <a:prstDash val="sysDot"/>
                </a:ln>
                <a:solidFill>
                  <a:schemeClr val="tx1">
                    <a:lumMod val="85000"/>
                    <a:lumOff val="15000"/>
                  </a:schemeClr>
                </a:solidFill>
                <a:latin typeface="+mn-ea"/>
                <a:sym typeface="+mn-ea"/>
              </a:rPr>
              <a:t>(</a:t>
            </a:r>
            <a:r>
              <a:rPr lang="zh-CN" altLang="en-US" sz="1600" kern="0" dirty="0">
                <a:ln>
                  <a:noFill/>
                  <a:prstDash val="sysDot"/>
                </a:ln>
                <a:solidFill>
                  <a:schemeClr val="tx1">
                    <a:lumMod val="85000"/>
                    <a:lumOff val="15000"/>
                  </a:schemeClr>
                </a:solidFill>
                <a:latin typeface="+mn-ea"/>
                <a:sym typeface="+mn-ea"/>
              </a:rPr>
              <a:t>比利时、荷兰</a:t>
            </a:r>
            <a:r>
              <a:rPr lang="en-US" altLang="zh-CN" sz="1600" kern="0" dirty="0">
                <a:ln>
                  <a:noFill/>
                  <a:prstDash val="sysDot"/>
                </a:ln>
                <a:solidFill>
                  <a:schemeClr val="tx1">
                    <a:lumMod val="85000"/>
                    <a:lumOff val="15000"/>
                  </a:schemeClr>
                </a:solidFill>
                <a:latin typeface="+mn-ea"/>
                <a:sym typeface="+mn-ea"/>
              </a:rPr>
              <a:t>)</a:t>
            </a:r>
            <a:r>
              <a:rPr lang="zh-CN" altLang="en-US" sz="1600" kern="0" dirty="0">
                <a:ln>
                  <a:noFill/>
                  <a:prstDash val="sysDot"/>
                </a:ln>
                <a:solidFill>
                  <a:schemeClr val="tx1">
                    <a:lumMod val="85000"/>
                    <a:lumOff val="15000"/>
                  </a:schemeClr>
                </a:solidFill>
                <a:latin typeface="+mn-ea"/>
                <a:sym typeface="+mn-ea"/>
              </a:rPr>
              <a:t>需公布修正案草案</a:t>
            </a:r>
            <a:r>
              <a:rPr lang="en-US" altLang="zh-CN" sz="1600" kern="0" dirty="0">
                <a:ln>
                  <a:noFill/>
                  <a:prstDash val="sysDot"/>
                </a:ln>
                <a:solidFill>
                  <a:schemeClr val="tx1">
                    <a:lumMod val="85000"/>
                    <a:lumOff val="15000"/>
                  </a:schemeClr>
                </a:solidFill>
                <a:latin typeface="+mn-ea"/>
                <a:sym typeface="+mn-ea"/>
              </a:rPr>
              <a:t>,</a:t>
            </a:r>
            <a:r>
              <a:rPr lang="zh-CN" altLang="en-US" sz="1600" kern="0" dirty="0">
                <a:ln>
                  <a:noFill/>
                  <a:prstDash val="sysDot"/>
                </a:ln>
                <a:solidFill>
                  <a:schemeClr val="tx1">
                    <a:lumMod val="85000"/>
                    <a:lumOff val="15000"/>
                  </a:schemeClr>
                </a:solidFill>
                <a:latin typeface="+mn-ea"/>
                <a:sym typeface="+mn-ea"/>
              </a:rPr>
              <a:t>我国实践中也会公开征求意见</a:t>
            </a:r>
            <a:r>
              <a:rPr lang="en-US" altLang="zh-CN" sz="1600" kern="0" dirty="0">
                <a:ln>
                  <a:noFill/>
                  <a:prstDash val="sysDot"/>
                </a:ln>
                <a:solidFill>
                  <a:schemeClr val="tx1">
                    <a:lumMod val="85000"/>
                    <a:lumOff val="15000"/>
                  </a:schemeClr>
                </a:solidFill>
                <a:latin typeface="+mn-ea"/>
                <a:sym typeface="+mn-ea"/>
              </a:rPr>
              <a:t>;</a:t>
            </a:r>
            <a:endParaRPr lang="en-US" altLang="zh-CN" sz="1600" kern="0" dirty="0">
              <a:ln>
                <a:noFill/>
                <a:prstDash val="sysDot"/>
              </a:ln>
              <a:solidFill>
                <a:schemeClr val="tx1">
                  <a:lumMod val="85000"/>
                  <a:lumOff val="15000"/>
                </a:schemeClr>
              </a:solidFill>
              <a:latin typeface="+mn-ea"/>
              <a:sym typeface="+mn-ea"/>
            </a:endParaRPr>
          </a:p>
        </p:txBody>
      </p:sp>
      <p:sp>
        <p:nvSpPr>
          <p:cNvPr id="275" name="标题"/>
          <p:cNvSpPr txBox="1"/>
          <p:nvPr>
            <p:custDataLst>
              <p:tags r:id="rId19"/>
            </p:custDataLst>
          </p:nvPr>
        </p:nvSpPr>
        <p:spPr>
          <a:xfrm>
            <a:off x="7202170" y="1512570"/>
            <a:ext cx="1717675" cy="366395"/>
          </a:xfrm>
          <a:prstGeom prst="rect">
            <a:avLst/>
          </a:prstGeom>
          <a:noFill/>
        </p:spPr>
        <p:txBody>
          <a:bodyPr wrap="square" lIns="0" tIns="0" rIns="0" bIns="0" rtlCol="0" anchor="ctr">
            <a:noAutofit/>
          </a:bodyPr>
          <a:lstStyle/>
          <a:p>
            <a:pPr algn="ctr"/>
            <a:r>
              <a:rPr lang="en-US" altLang="zh-CN" sz="2400" b="1" spc="300" dirty="0">
                <a:solidFill>
                  <a:schemeClr val="accent2"/>
                </a:solidFill>
                <a:latin typeface="+mn-ea"/>
                <a:sym typeface="+mn-ea"/>
              </a:rPr>
              <a:t>4.</a:t>
            </a:r>
            <a:r>
              <a:rPr lang="zh-CN" altLang="en-US" sz="2400" b="1" spc="300" dirty="0">
                <a:solidFill>
                  <a:schemeClr val="accent2"/>
                </a:solidFill>
                <a:latin typeface="+mn-ea"/>
                <a:sym typeface="+mn-ea"/>
              </a:rPr>
              <a:t>决议</a:t>
            </a:r>
            <a:endParaRPr lang="zh-CN" altLang="en-US" sz="2400" b="1" spc="300" dirty="0">
              <a:solidFill>
                <a:schemeClr val="accent2"/>
              </a:solidFill>
              <a:latin typeface="+mn-ea"/>
              <a:sym typeface="+mn-ea"/>
            </a:endParaRPr>
          </a:p>
        </p:txBody>
      </p:sp>
      <p:sp>
        <p:nvSpPr>
          <p:cNvPr id="276" name="正文"/>
          <p:cNvSpPr txBox="1"/>
          <p:nvPr>
            <p:custDataLst>
              <p:tags r:id="rId20"/>
            </p:custDataLst>
          </p:nvPr>
        </p:nvSpPr>
        <p:spPr>
          <a:xfrm>
            <a:off x="7328134" y="1992182"/>
            <a:ext cx="1447465" cy="1866278"/>
          </a:xfrm>
          <a:prstGeom prst="rect">
            <a:avLst/>
          </a:prstGeom>
          <a:noFill/>
        </p:spPr>
        <p:txBody>
          <a:bodyPr wrap="square" lIns="0" tIns="0" rIns="0" bIns="0" rtlCol="0" anchor="t" anchorCtr="0">
            <a:noAutofit/>
          </a:bodyPr>
          <a:lstStyle/>
          <a:p>
            <a:pPr indent="0" algn="ctr" fontAlgn="auto">
              <a:lnSpc>
                <a:spcPct val="150000"/>
              </a:lnSpc>
              <a:spcAft>
                <a:spcPts val="1000"/>
              </a:spcAft>
            </a:pPr>
            <a:r>
              <a:rPr lang="zh-CN" altLang="en-US" sz="1600" kern="0" dirty="0">
                <a:ln>
                  <a:noFill/>
                  <a:prstDash val="sysDot"/>
                </a:ln>
                <a:solidFill>
                  <a:schemeClr val="tx1">
                    <a:lumMod val="85000"/>
                    <a:lumOff val="15000"/>
                  </a:schemeClr>
                </a:solidFill>
                <a:latin typeface="+mn-ea"/>
                <a:sym typeface="+mn-ea"/>
              </a:rPr>
              <a:t>需高于普通法律的通过比例</a:t>
            </a:r>
            <a:r>
              <a:rPr lang="en-US" altLang="zh-CN" sz="1600" kern="0" dirty="0">
                <a:ln>
                  <a:noFill/>
                  <a:prstDash val="sysDot"/>
                </a:ln>
                <a:solidFill>
                  <a:schemeClr val="tx1">
                    <a:lumMod val="85000"/>
                    <a:lumOff val="15000"/>
                  </a:schemeClr>
                </a:solidFill>
                <a:latin typeface="+mn-ea"/>
                <a:sym typeface="+mn-ea"/>
              </a:rPr>
              <a:t>(</a:t>
            </a:r>
            <a:r>
              <a:rPr lang="zh-CN" altLang="en-US" sz="1600" kern="0" dirty="0">
                <a:ln>
                  <a:noFill/>
                  <a:prstDash val="sysDot"/>
                </a:ln>
                <a:solidFill>
                  <a:schemeClr val="tx1">
                    <a:lumMod val="85000"/>
                    <a:lumOff val="15000"/>
                  </a:schemeClr>
                </a:solidFill>
                <a:latin typeface="+mn-ea"/>
                <a:sym typeface="+mn-ea"/>
              </a:rPr>
              <a:t>如我国需全国人大全体代表</a:t>
            </a:r>
            <a:r>
              <a:rPr lang="en-US" altLang="zh-CN" sz="1600" kern="0" dirty="0">
                <a:ln>
                  <a:noFill/>
                  <a:prstDash val="sysDot"/>
                </a:ln>
                <a:solidFill>
                  <a:schemeClr val="tx1">
                    <a:lumMod val="85000"/>
                    <a:lumOff val="15000"/>
                  </a:schemeClr>
                </a:solidFill>
                <a:latin typeface="+mn-ea"/>
                <a:sym typeface="+mn-ea"/>
              </a:rPr>
              <a:t> 2/3 </a:t>
            </a:r>
            <a:r>
              <a:rPr lang="zh-CN" altLang="en-US" sz="1600" kern="0" dirty="0">
                <a:ln>
                  <a:noFill/>
                  <a:prstDash val="sysDot"/>
                </a:ln>
                <a:solidFill>
                  <a:schemeClr val="tx1">
                    <a:lumMod val="85000"/>
                    <a:lumOff val="15000"/>
                  </a:schemeClr>
                </a:solidFill>
                <a:latin typeface="+mn-ea"/>
                <a:sym typeface="+mn-ea"/>
              </a:rPr>
              <a:t>以上多数</a:t>
            </a:r>
            <a:r>
              <a:rPr lang="en-US" altLang="zh-CN" sz="1600" kern="0" dirty="0">
                <a:ln>
                  <a:noFill/>
                  <a:prstDash val="sysDot"/>
                </a:ln>
                <a:solidFill>
                  <a:schemeClr val="tx1">
                    <a:lumMod val="85000"/>
                    <a:lumOff val="15000"/>
                  </a:schemeClr>
                </a:solidFill>
                <a:latin typeface="+mn-ea"/>
                <a:sym typeface="+mn-ea"/>
              </a:rPr>
              <a:t>);</a:t>
            </a:r>
            <a:endParaRPr lang="en-US" altLang="zh-CN" sz="1600" kern="0" dirty="0">
              <a:ln>
                <a:noFill/>
                <a:prstDash val="sysDot"/>
              </a:ln>
              <a:solidFill>
                <a:schemeClr val="tx1">
                  <a:lumMod val="85000"/>
                  <a:lumOff val="15000"/>
                </a:schemeClr>
              </a:solidFill>
              <a:latin typeface="+mn-ea"/>
              <a:sym typeface="+mn-ea"/>
            </a:endParaRPr>
          </a:p>
        </p:txBody>
      </p:sp>
      <p:sp>
        <p:nvSpPr>
          <p:cNvPr id="277" name="标题"/>
          <p:cNvSpPr txBox="1"/>
          <p:nvPr>
            <p:custDataLst>
              <p:tags r:id="rId21"/>
            </p:custDataLst>
          </p:nvPr>
        </p:nvSpPr>
        <p:spPr>
          <a:xfrm>
            <a:off x="9303385" y="1442085"/>
            <a:ext cx="1724025" cy="443230"/>
          </a:xfrm>
          <a:prstGeom prst="rect">
            <a:avLst/>
          </a:prstGeom>
          <a:noFill/>
        </p:spPr>
        <p:txBody>
          <a:bodyPr wrap="square" lIns="0" tIns="0" rIns="0" bIns="0" rtlCol="0" anchor="ctr">
            <a:noAutofit/>
          </a:bodyPr>
          <a:lstStyle/>
          <a:p>
            <a:pPr algn="ctr"/>
            <a:r>
              <a:rPr lang="en-US" altLang="zh-CN" sz="2400" b="1" spc="300" dirty="0">
                <a:solidFill>
                  <a:schemeClr val="accent1"/>
                </a:solidFill>
                <a:latin typeface="+mn-ea"/>
                <a:sym typeface="+mn-ea"/>
              </a:rPr>
              <a:t>5.</a:t>
            </a:r>
            <a:r>
              <a:rPr lang="zh-CN" altLang="en-US" sz="2400" b="1" spc="300" dirty="0">
                <a:solidFill>
                  <a:schemeClr val="accent1"/>
                </a:solidFill>
                <a:latin typeface="+mn-ea"/>
                <a:sym typeface="+mn-ea"/>
              </a:rPr>
              <a:t>公布</a:t>
            </a:r>
            <a:endParaRPr lang="zh-CN" altLang="en-US" sz="2400" b="1" spc="300" dirty="0">
              <a:solidFill>
                <a:schemeClr val="accent1"/>
              </a:solidFill>
              <a:latin typeface="+mn-ea"/>
              <a:sym typeface="+mn-ea"/>
            </a:endParaRPr>
          </a:p>
        </p:txBody>
      </p:sp>
      <p:sp>
        <p:nvSpPr>
          <p:cNvPr id="278" name="正文"/>
          <p:cNvSpPr txBox="1"/>
          <p:nvPr>
            <p:custDataLst>
              <p:tags r:id="rId22"/>
            </p:custDataLst>
          </p:nvPr>
        </p:nvSpPr>
        <p:spPr>
          <a:xfrm>
            <a:off x="9400505" y="1995798"/>
            <a:ext cx="1447465" cy="1866278"/>
          </a:xfrm>
          <a:prstGeom prst="rect">
            <a:avLst/>
          </a:prstGeom>
          <a:noFill/>
        </p:spPr>
        <p:txBody>
          <a:bodyPr wrap="square" lIns="0" tIns="0" rIns="0" bIns="0" rtlCol="0" anchor="t" anchorCtr="0">
            <a:noAutofit/>
          </a:bodyPr>
          <a:lstStyle/>
          <a:p>
            <a:pPr indent="0" algn="ctr" fontAlgn="auto">
              <a:lnSpc>
                <a:spcPct val="150000"/>
              </a:lnSpc>
              <a:spcAft>
                <a:spcPts val="1000"/>
              </a:spcAft>
            </a:pPr>
            <a:r>
              <a:rPr lang="zh-CN" altLang="en-US" sz="1600" kern="0" dirty="0">
                <a:ln>
                  <a:noFill/>
                  <a:prstDash val="sysDot"/>
                </a:ln>
                <a:solidFill>
                  <a:schemeClr val="tx1">
                    <a:lumMod val="85000"/>
                    <a:lumOff val="15000"/>
                  </a:schemeClr>
                </a:solidFill>
                <a:uFillTx/>
                <a:latin typeface="+mn-ea"/>
                <a:cs typeface="MiSans Normal" panose="00000500000000000000" charset="-122"/>
                <a:sym typeface="+mn-ea"/>
              </a:rPr>
              <a:t>由法定主体公布生效</a:t>
            </a:r>
            <a:r>
              <a:rPr lang="en-US" altLang="zh-CN" sz="1600" kern="0" dirty="0">
                <a:ln>
                  <a:noFill/>
                  <a:prstDash val="sysDot"/>
                </a:ln>
                <a:solidFill>
                  <a:schemeClr val="tx1">
                    <a:lumMod val="85000"/>
                    <a:lumOff val="15000"/>
                  </a:schemeClr>
                </a:solidFill>
                <a:uFillTx/>
                <a:latin typeface="+mn-ea"/>
                <a:cs typeface="MiSans Normal" panose="00000500000000000000" charset="-122"/>
                <a:sym typeface="+mn-ea"/>
              </a:rPr>
              <a:t>(</a:t>
            </a:r>
            <a:r>
              <a:rPr lang="zh-CN" altLang="en-US" sz="1600" kern="0" dirty="0">
                <a:ln>
                  <a:noFill/>
                  <a:prstDash val="sysDot"/>
                </a:ln>
                <a:solidFill>
                  <a:schemeClr val="tx1">
                    <a:lumMod val="85000"/>
                    <a:lumOff val="15000"/>
                  </a:schemeClr>
                </a:solidFill>
                <a:uFillTx/>
                <a:latin typeface="+mn-ea"/>
                <a:cs typeface="MiSans Normal" panose="00000500000000000000" charset="-122"/>
                <a:sym typeface="+mn-ea"/>
              </a:rPr>
              <a:t>如我国由全国人大主席团以公告形式公布</a:t>
            </a:r>
            <a:r>
              <a:rPr lang="en-US" altLang="zh-CN" sz="1600" kern="0" dirty="0">
                <a:ln>
                  <a:noFill/>
                  <a:prstDash val="sysDot"/>
                </a:ln>
                <a:solidFill>
                  <a:schemeClr val="tx1">
                    <a:lumMod val="85000"/>
                    <a:lumOff val="15000"/>
                  </a:schemeClr>
                </a:solidFill>
                <a:uFillTx/>
                <a:latin typeface="+mn-ea"/>
                <a:cs typeface="MiSans Normal" panose="00000500000000000000" charset="-122"/>
                <a:sym typeface="+mn-ea"/>
              </a:rPr>
              <a:t>)</a:t>
            </a:r>
            <a:r>
              <a:rPr lang="zh-CN" altLang="en-US" sz="1600" kern="0" dirty="0">
                <a:ln>
                  <a:noFill/>
                  <a:prstDash val="sysDot"/>
                </a:ln>
                <a:solidFill>
                  <a:schemeClr val="tx1">
                    <a:lumMod val="85000"/>
                    <a:lumOff val="15000"/>
                  </a:schemeClr>
                </a:solidFill>
                <a:uFillTx/>
                <a:latin typeface="+mn-ea"/>
                <a:cs typeface="MiSans Normal" panose="00000500000000000000" charset="-122"/>
                <a:sym typeface="+mn-ea"/>
              </a:rPr>
              <a:t>。</a:t>
            </a:r>
            <a:endParaRPr lang="zh-CN" altLang="en-US" sz="1600" kern="0" dirty="0">
              <a:ln>
                <a:noFill/>
                <a:prstDash val="sysDot"/>
              </a:ln>
              <a:solidFill>
                <a:schemeClr val="tx1">
                  <a:lumMod val="85000"/>
                  <a:lumOff val="15000"/>
                </a:schemeClr>
              </a:solidFill>
              <a:uFillTx/>
              <a:latin typeface="+mn-ea"/>
              <a:cs typeface="MiSans Normal" panose="00000500000000000000" charset="-122"/>
              <a:sym typeface="+mn-ea"/>
            </a:endParaRPr>
          </a:p>
        </p:txBody>
      </p:sp>
      <p:sp>
        <p:nvSpPr>
          <p:cNvPr id="279" name="任意多边形: 形状 23"/>
          <p:cNvSpPr/>
          <p:nvPr>
            <p:custDataLst>
              <p:tags r:id="rId23"/>
            </p:custDataLst>
          </p:nvPr>
        </p:nvSpPr>
        <p:spPr>
          <a:xfrm>
            <a:off x="10306225" y="4013331"/>
            <a:ext cx="806893" cy="268763"/>
          </a:xfrm>
          <a:custGeom>
            <a:avLst/>
            <a:gdLst>
              <a:gd name="connsiteX0" fmla="*/ 277747 w 277844"/>
              <a:gd name="connsiteY0" fmla="*/ 39725 h 92868"/>
              <a:gd name="connsiteX1" fmla="*/ 277747 w 277844"/>
              <a:gd name="connsiteY1" fmla="*/ 92684 h 92868"/>
              <a:gd name="connsiteX2" fmla="*/ -97 w 277844"/>
              <a:gd name="connsiteY2" fmla="*/ 53727 h 92868"/>
              <a:gd name="connsiteX3" fmla="*/ -97 w 277844"/>
              <a:gd name="connsiteY3" fmla="*/ -184 h 92868"/>
            </a:gdLst>
            <a:ahLst/>
            <a:cxnLst>
              <a:cxn ang="0">
                <a:pos x="connsiteX0" y="connsiteY0"/>
              </a:cxn>
              <a:cxn ang="0">
                <a:pos x="connsiteX1" y="connsiteY1"/>
              </a:cxn>
              <a:cxn ang="0">
                <a:pos x="connsiteX2" y="connsiteY2"/>
              </a:cxn>
              <a:cxn ang="0">
                <a:pos x="connsiteX3" y="connsiteY3"/>
              </a:cxn>
            </a:cxnLst>
            <a:rect l="l" t="t" r="r" b="b"/>
            <a:pathLst>
              <a:path w="277844" h="92868">
                <a:moveTo>
                  <a:pt x="277747" y="39725"/>
                </a:moveTo>
                <a:lnTo>
                  <a:pt x="277747" y="92684"/>
                </a:lnTo>
                <a:cubicBezTo>
                  <a:pt x="277747" y="92684"/>
                  <a:pt x="50099" y="59252"/>
                  <a:pt x="-97" y="53727"/>
                </a:cubicBezTo>
                <a:lnTo>
                  <a:pt x="-97" y="-184"/>
                </a:lnTo>
                <a:close/>
              </a:path>
            </a:pathLst>
          </a:custGeom>
          <a:gradFill>
            <a:gsLst>
              <a:gs pos="12000">
                <a:schemeClr val="accent1">
                  <a:alpha val="0"/>
                </a:schemeClr>
              </a:gs>
              <a:gs pos="100000">
                <a:schemeClr val="accent1">
                  <a:alpha val="44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80" name="任意多边形: 形状 23"/>
          <p:cNvSpPr/>
          <p:nvPr>
            <p:custDataLst>
              <p:tags r:id="rId24"/>
            </p:custDataLst>
          </p:nvPr>
        </p:nvSpPr>
        <p:spPr>
          <a:xfrm flipH="1">
            <a:off x="852504" y="4027793"/>
            <a:ext cx="806893" cy="268763"/>
          </a:xfrm>
          <a:custGeom>
            <a:avLst/>
            <a:gdLst>
              <a:gd name="connsiteX0" fmla="*/ 277747 w 277844"/>
              <a:gd name="connsiteY0" fmla="*/ 39725 h 92868"/>
              <a:gd name="connsiteX1" fmla="*/ 277747 w 277844"/>
              <a:gd name="connsiteY1" fmla="*/ 92684 h 92868"/>
              <a:gd name="connsiteX2" fmla="*/ -97 w 277844"/>
              <a:gd name="connsiteY2" fmla="*/ 53727 h 92868"/>
              <a:gd name="connsiteX3" fmla="*/ -97 w 277844"/>
              <a:gd name="connsiteY3" fmla="*/ -184 h 92868"/>
            </a:gdLst>
            <a:ahLst/>
            <a:cxnLst>
              <a:cxn ang="0">
                <a:pos x="connsiteX0" y="connsiteY0"/>
              </a:cxn>
              <a:cxn ang="0">
                <a:pos x="connsiteX1" y="connsiteY1"/>
              </a:cxn>
              <a:cxn ang="0">
                <a:pos x="connsiteX2" y="connsiteY2"/>
              </a:cxn>
              <a:cxn ang="0">
                <a:pos x="connsiteX3" y="connsiteY3"/>
              </a:cxn>
            </a:cxnLst>
            <a:rect l="l" t="t" r="r" b="b"/>
            <a:pathLst>
              <a:path w="277844" h="92868">
                <a:moveTo>
                  <a:pt x="277747" y="39725"/>
                </a:moveTo>
                <a:lnTo>
                  <a:pt x="277747" y="92684"/>
                </a:lnTo>
                <a:cubicBezTo>
                  <a:pt x="277747" y="92684"/>
                  <a:pt x="50099" y="59252"/>
                  <a:pt x="-97" y="53727"/>
                </a:cubicBezTo>
                <a:lnTo>
                  <a:pt x="-97" y="-184"/>
                </a:lnTo>
                <a:close/>
              </a:path>
            </a:pathLst>
          </a:custGeom>
          <a:gradFill>
            <a:gsLst>
              <a:gs pos="12000">
                <a:schemeClr val="accent1">
                  <a:alpha val="0"/>
                </a:schemeClr>
              </a:gs>
              <a:gs pos="100000">
                <a:schemeClr val="accent1">
                  <a:alpha val="44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Tree>
    <p:custDataLst>
      <p:tags r:id="rId25"/>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custDataLst>
              <p:tags r:id="rId1"/>
            </p:custDataLst>
          </p:nvPr>
        </p:nvSpPr>
        <p:spPr>
          <a:xfrm>
            <a:off x="9873615" y="5323840"/>
            <a:ext cx="784860" cy="600710"/>
          </a:xfrm>
          <a:custGeom>
            <a:avLst/>
            <a:gdLst/>
            <a:ahLst/>
            <a:cxnLst>
              <a:cxn ang="3">
                <a:pos x="hc" y="t"/>
              </a:cxn>
              <a:cxn ang="cd2">
                <a:pos x="l" y="vc"/>
              </a:cxn>
              <a:cxn ang="cd4">
                <a:pos x="hc" y="b"/>
              </a:cxn>
              <a:cxn ang="0">
                <a:pos x="r" y="vc"/>
              </a:cxn>
            </a:cxnLst>
            <a:rect l="l" t="t" r="r" b="b"/>
            <a:pathLst>
              <a:path w="1236" h="946">
                <a:moveTo>
                  <a:pt x="740" y="0"/>
                </a:moveTo>
                <a:lnTo>
                  <a:pt x="1236" y="0"/>
                </a:lnTo>
                <a:lnTo>
                  <a:pt x="1236" y="451"/>
                </a:lnTo>
                <a:cubicBezTo>
                  <a:pt x="1234" y="572"/>
                  <a:pt x="1187" y="676"/>
                  <a:pt x="1098" y="764"/>
                </a:cubicBezTo>
                <a:cubicBezTo>
                  <a:pt x="1008" y="850"/>
                  <a:pt x="887" y="911"/>
                  <a:pt x="733" y="946"/>
                </a:cubicBezTo>
                <a:lnTo>
                  <a:pt x="733" y="741"/>
                </a:lnTo>
                <a:cubicBezTo>
                  <a:pt x="809" y="713"/>
                  <a:pt x="864" y="674"/>
                  <a:pt x="900" y="626"/>
                </a:cubicBezTo>
                <a:cubicBezTo>
                  <a:pt x="939" y="577"/>
                  <a:pt x="958" y="534"/>
                  <a:pt x="958" y="496"/>
                </a:cubicBezTo>
                <a:lnTo>
                  <a:pt x="740" y="496"/>
                </a:lnTo>
                <a:lnTo>
                  <a:pt x="740" y="0"/>
                </a:lnTo>
                <a:close/>
                <a:moveTo>
                  <a:pt x="7" y="0"/>
                </a:moveTo>
                <a:lnTo>
                  <a:pt x="506" y="0"/>
                </a:lnTo>
                <a:lnTo>
                  <a:pt x="506" y="451"/>
                </a:lnTo>
                <a:cubicBezTo>
                  <a:pt x="504" y="572"/>
                  <a:pt x="451" y="680"/>
                  <a:pt x="348" y="776"/>
                </a:cubicBezTo>
                <a:cubicBezTo>
                  <a:pt x="270" y="855"/>
                  <a:pt x="154" y="911"/>
                  <a:pt x="0" y="946"/>
                </a:cubicBezTo>
                <a:lnTo>
                  <a:pt x="0" y="741"/>
                </a:lnTo>
                <a:cubicBezTo>
                  <a:pt x="76" y="712"/>
                  <a:pt x="134" y="673"/>
                  <a:pt x="174" y="622"/>
                </a:cubicBezTo>
                <a:cubicBezTo>
                  <a:pt x="210" y="576"/>
                  <a:pt x="228" y="534"/>
                  <a:pt x="228" y="496"/>
                </a:cubicBezTo>
                <a:lnTo>
                  <a:pt x="7" y="496"/>
                </a:lnTo>
                <a:lnTo>
                  <a:pt x="7" y="0"/>
                </a:lnTo>
                <a:close/>
              </a:path>
            </a:pathLst>
          </a:custGeom>
          <a:solidFill>
            <a:schemeClr val="accent1">
              <a:alpha val="2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4" name="任意多边形 3"/>
          <p:cNvSpPr/>
          <p:nvPr>
            <p:custDataLst>
              <p:tags r:id="rId2"/>
            </p:custDataLst>
          </p:nvPr>
        </p:nvSpPr>
        <p:spPr>
          <a:xfrm>
            <a:off x="1412240" y="1776095"/>
            <a:ext cx="804545" cy="615950"/>
          </a:xfrm>
          <a:custGeom>
            <a:avLst/>
            <a:gdLst/>
            <a:ahLst/>
            <a:cxnLst>
              <a:cxn ang="3">
                <a:pos x="hc" y="t"/>
              </a:cxn>
              <a:cxn ang="cd2">
                <a:pos x="l" y="vc"/>
              </a:cxn>
              <a:cxn ang="cd4">
                <a:pos x="hc" y="b"/>
              </a:cxn>
              <a:cxn ang="0">
                <a:pos x="r" y="vc"/>
              </a:cxn>
            </a:cxnLst>
            <a:rect l="l" t="t" r="r" b="b"/>
            <a:pathLst>
              <a:path w="1267" h="970">
                <a:moveTo>
                  <a:pt x="1267" y="0"/>
                </a:moveTo>
                <a:lnTo>
                  <a:pt x="1267" y="210"/>
                </a:lnTo>
                <a:cubicBezTo>
                  <a:pt x="1189" y="240"/>
                  <a:pt x="1130" y="280"/>
                  <a:pt x="1089" y="332"/>
                </a:cubicBezTo>
                <a:cubicBezTo>
                  <a:pt x="1052" y="380"/>
                  <a:pt x="1033" y="423"/>
                  <a:pt x="1033" y="461"/>
                </a:cubicBezTo>
                <a:lnTo>
                  <a:pt x="1260" y="461"/>
                </a:lnTo>
                <a:lnTo>
                  <a:pt x="1260" y="970"/>
                </a:lnTo>
                <a:lnTo>
                  <a:pt x="748" y="970"/>
                </a:lnTo>
                <a:lnTo>
                  <a:pt x="748" y="508"/>
                </a:lnTo>
                <a:cubicBezTo>
                  <a:pt x="751" y="384"/>
                  <a:pt x="805" y="272"/>
                  <a:pt x="910" y="174"/>
                </a:cubicBezTo>
                <a:cubicBezTo>
                  <a:pt x="990" y="94"/>
                  <a:pt x="1109" y="36"/>
                  <a:pt x="1267" y="0"/>
                </a:cubicBezTo>
                <a:close/>
                <a:moveTo>
                  <a:pt x="515" y="0"/>
                </a:moveTo>
                <a:lnTo>
                  <a:pt x="515" y="210"/>
                </a:lnTo>
                <a:cubicBezTo>
                  <a:pt x="438" y="239"/>
                  <a:pt x="381" y="279"/>
                  <a:pt x="344" y="328"/>
                </a:cubicBezTo>
                <a:cubicBezTo>
                  <a:pt x="305" y="378"/>
                  <a:pt x="285" y="423"/>
                  <a:pt x="285" y="461"/>
                </a:cubicBezTo>
                <a:lnTo>
                  <a:pt x="508" y="461"/>
                </a:lnTo>
                <a:lnTo>
                  <a:pt x="508" y="970"/>
                </a:lnTo>
                <a:lnTo>
                  <a:pt x="0" y="970"/>
                </a:lnTo>
                <a:lnTo>
                  <a:pt x="0" y="508"/>
                </a:lnTo>
                <a:cubicBezTo>
                  <a:pt x="3" y="384"/>
                  <a:pt x="50" y="277"/>
                  <a:pt x="142" y="187"/>
                </a:cubicBezTo>
                <a:cubicBezTo>
                  <a:pt x="233" y="98"/>
                  <a:pt x="358" y="36"/>
                  <a:pt x="515" y="0"/>
                </a:cubicBezTo>
                <a:close/>
              </a:path>
            </a:pathLst>
          </a:custGeom>
          <a:solidFill>
            <a:schemeClr val="accent1">
              <a:alpha val="2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p:txBody>
          <a:bodyPr/>
          <a:lstStyle/>
          <a:p>
            <a:pPr algn="ctr"/>
            <a:r>
              <a:rPr lang="zh-CN" altLang="en-US"/>
              <a:t>讨论</a:t>
            </a:r>
            <a:endParaRPr lang="zh-CN" altLang="en-US"/>
          </a:p>
        </p:txBody>
      </p:sp>
      <p:sp>
        <p:nvSpPr>
          <p:cNvPr id="36" name="任意多边形: 形状 35"/>
          <p:cNvSpPr/>
          <p:nvPr>
            <p:custDataLst>
              <p:tags r:id="rId4"/>
            </p:custDataLst>
          </p:nvPr>
        </p:nvSpPr>
        <p:spPr>
          <a:xfrm>
            <a:off x="2568575" y="1932940"/>
            <a:ext cx="8321675" cy="367030"/>
          </a:xfrm>
          <a:custGeom>
            <a:avLst/>
            <a:gdLst>
              <a:gd name="connsiteX0" fmla="*/ 0 w 13105"/>
              <a:gd name="connsiteY0" fmla="*/ 0 h 578"/>
              <a:gd name="connsiteX1" fmla="*/ 12690 w 13105"/>
              <a:gd name="connsiteY1" fmla="*/ 22 h 578"/>
              <a:gd name="connsiteX2" fmla="*/ 13105 w 13105"/>
              <a:gd name="connsiteY2" fmla="*/ 334 h 578"/>
              <a:gd name="connsiteX3" fmla="*/ 13105 w 13105"/>
              <a:gd name="connsiteY3" fmla="*/ 578 h 578"/>
            </a:gdLst>
            <a:ahLst/>
            <a:cxnLst>
              <a:cxn ang="0">
                <a:pos x="connsiteX0" y="connsiteY0"/>
              </a:cxn>
              <a:cxn ang="0">
                <a:pos x="connsiteX1" y="connsiteY1"/>
              </a:cxn>
              <a:cxn ang="0">
                <a:pos x="connsiteX2" y="connsiteY2"/>
              </a:cxn>
              <a:cxn ang="0">
                <a:pos x="connsiteX3" y="connsiteY3"/>
              </a:cxn>
            </a:cxnLst>
            <a:rect l="l" t="t" r="r" b="b"/>
            <a:pathLst>
              <a:path w="13105" h="578">
                <a:moveTo>
                  <a:pt x="0" y="0"/>
                </a:moveTo>
                <a:lnTo>
                  <a:pt x="12690" y="22"/>
                </a:lnTo>
                <a:cubicBezTo>
                  <a:pt x="12919" y="22"/>
                  <a:pt x="13105" y="162"/>
                  <a:pt x="13105" y="334"/>
                </a:cubicBezTo>
                <a:lnTo>
                  <a:pt x="13105" y="578"/>
                </a:lnTo>
              </a:path>
            </a:pathLst>
          </a:custGeom>
          <a:noFill/>
          <a:ln w="25400" cap="rnd">
            <a:solidFill>
              <a:schemeClr val="accent1">
                <a:alpha val="65000"/>
              </a:schemeClr>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任意多边形: 形状 36"/>
          <p:cNvSpPr/>
          <p:nvPr>
            <p:custDataLst>
              <p:tags r:id="rId5"/>
            </p:custDataLst>
          </p:nvPr>
        </p:nvSpPr>
        <p:spPr>
          <a:xfrm>
            <a:off x="10877550" y="2672715"/>
            <a:ext cx="12700" cy="2556000"/>
          </a:xfrm>
          <a:custGeom>
            <a:avLst/>
            <a:gdLst>
              <a:gd name="connsiteX0" fmla="*/ 0 w 9525"/>
              <a:gd name="connsiteY0" fmla="*/ 1752695 h 1752695"/>
              <a:gd name="connsiteX1" fmla="*/ 0 w 9525"/>
              <a:gd name="connsiteY1" fmla="*/ 0 h 1752695"/>
            </a:gdLst>
            <a:ahLst/>
            <a:cxnLst>
              <a:cxn ang="0">
                <a:pos x="connsiteX0" y="connsiteY0"/>
              </a:cxn>
              <a:cxn ang="0">
                <a:pos x="connsiteX1" y="connsiteY1"/>
              </a:cxn>
            </a:cxnLst>
            <a:rect l="l" t="t" r="r" b="b"/>
            <a:pathLst>
              <a:path w="9525" h="1752695">
                <a:moveTo>
                  <a:pt x="0" y="1752695"/>
                </a:moveTo>
                <a:lnTo>
                  <a:pt x="0" y="0"/>
                </a:lnTo>
              </a:path>
            </a:pathLst>
          </a:custGeom>
          <a:ln w="25400" cap="rnd">
            <a:solidFill>
              <a:schemeClr val="accent1">
                <a:alpha val="65000"/>
              </a:schemeClr>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任意多边形: 形状 38"/>
          <p:cNvSpPr/>
          <p:nvPr>
            <p:custDataLst>
              <p:tags r:id="rId6"/>
            </p:custDataLst>
          </p:nvPr>
        </p:nvSpPr>
        <p:spPr>
          <a:xfrm>
            <a:off x="10607675" y="2446655"/>
            <a:ext cx="464185" cy="502920"/>
          </a:xfrm>
          <a:custGeom>
            <a:avLst/>
            <a:gdLst>
              <a:gd name="connsiteX0" fmla="*/ 0 w 334517"/>
              <a:gd name="connsiteY0" fmla="*/ 362426 h 362426"/>
              <a:gd name="connsiteX1" fmla="*/ 334518 w 334517"/>
              <a:gd name="connsiteY1" fmla="*/ 0 h 362426"/>
              <a:gd name="connsiteX2" fmla="*/ 0 w 334517"/>
              <a:gd name="connsiteY2" fmla="*/ 362426 h 362426"/>
            </a:gdLst>
            <a:ahLst/>
            <a:cxnLst>
              <a:cxn ang="0">
                <a:pos x="connsiteX0" y="connsiteY0"/>
              </a:cxn>
              <a:cxn ang="0">
                <a:pos x="connsiteX1" y="connsiteY1"/>
              </a:cxn>
              <a:cxn ang="0">
                <a:pos x="connsiteX2" y="connsiteY2"/>
              </a:cxn>
            </a:cxnLst>
            <a:rect l="l" t="t" r="r" b="b"/>
            <a:pathLst>
              <a:path w="334517" h="362426">
                <a:moveTo>
                  <a:pt x="0" y="362426"/>
                </a:moveTo>
                <a:lnTo>
                  <a:pt x="334518" y="0"/>
                </a:lnTo>
                <a:lnTo>
                  <a:pt x="0" y="362426"/>
                </a:lnTo>
                <a:close/>
              </a:path>
            </a:pathLst>
          </a:custGeom>
          <a:noFill/>
          <a:ln w="25400" cap="rnd">
            <a:solidFill>
              <a:schemeClr val="accent1">
                <a:alpha val="65000"/>
              </a:schemeClr>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 name="文本框 2"/>
          <p:cNvSpPr txBox="1"/>
          <p:nvPr>
            <p:custDataLst>
              <p:tags r:id="rId7"/>
            </p:custDataLst>
          </p:nvPr>
        </p:nvSpPr>
        <p:spPr>
          <a:xfrm>
            <a:off x="1898015" y="2446655"/>
            <a:ext cx="8341360" cy="3050540"/>
          </a:xfrm>
          <a:prstGeom prst="rect">
            <a:avLst/>
          </a:prstGeom>
          <a:noFill/>
        </p:spPr>
        <p:txBody>
          <a:bodyPr wrap="square" lIns="0" tIns="0" rIns="0" bIns="0" rtlCol="0">
            <a:noAutofit/>
          </a:bodyPr>
          <a:lstStyle/>
          <a:p>
            <a:pPr indent="0" algn="ctr" fontAlgn="auto">
              <a:lnSpc>
                <a:spcPct val="140000"/>
              </a:lnSpc>
            </a:pPr>
            <a:r>
              <a:rPr lang="zh-CN" altLang="en-US" sz="32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宪法既要保持稳定（不变），又要适应社会发展（变）。你认为“宪法修改”和“宪法解释”分别是如何应对这种“变”与“不变”的矛盾的？哪种方式更灵活？</a:t>
            </a:r>
            <a:endParaRPr lang="zh-CN" altLang="en-US" sz="32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9" name="图形 47"/>
          <p:cNvSpPr/>
          <p:nvPr>
            <p:custDataLst>
              <p:tags r:id="rId8"/>
            </p:custDataLst>
          </p:nvPr>
        </p:nvSpPr>
        <p:spPr>
          <a:xfrm>
            <a:off x="1517650" y="2740025"/>
            <a:ext cx="7938770" cy="3517309"/>
          </a:xfrm>
          <a:custGeom>
            <a:avLst/>
            <a:gdLst>
              <a:gd name="connsiteX0" fmla="*/ 11 w 12502"/>
              <a:gd name="connsiteY0" fmla="*/ 0 h 5539"/>
              <a:gd name="connsiteX1" fmla="*/ 0 w 12502"/>
              <a:gd name="connsiteY1" fmla="*/ 5475 h 5539"/>
              <a:gd name="connsiteX2" fmla="*/ 142 w 12502"/>
              <a:gd name="connsiteY2" fmla="*/ 5513 h 5539"/>
              <a:gd name="connsiteX3" fmla="*/ 889 w 12502"/>
              <a:gd name="connsiteY3" fmla="*/ 4704 h 5539"/>
              <a:gd name="connsiteX4" fmla="*/ 989 w 12502"/>
              <a:gd name="connsiteY4" fmla="*/ 4663 h 5539"/>
              <a:gd name="connsiteX5" fmla="*/ 12502 w 12502"/>
              <a:gd name="connsiteY5" fmla="*/ 4659 h 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02" h="5539">
                <a:moveTo>
                  <a:pt x="11" y="0"/>
                </a:moveTo>
                <a:lnTo>
                  <a:pt x="0" y="5475"/>
                </a:lnTo>
                <a:cubicBezTo>
                  <a:pt x="0" y="5536"/>
                  <a:pt x="96" y="5563"/>
                  <a:pt x="142" y="5513"/>
                </a:cubicBezTo>
                <a:lnTo>
                  <a:pt x="889" y="4704"/>
                </a:lnTo>
                <a:cubicBezTo>
                  <a:pt x="912" y="4678"/>
                  <a:pt x="950" y="4663"/>
                  <a:pt x="989" y="4663"/>
                </a:cubicBezTo>
                <a:lnTo>
                  <a:pt x="12502" y="4659"/>
                </a:lnTo>
              </a:path>
            </a:pathLst>
          </a:custGeom>
          <a:noFill/>
          <a:ln w="25400" cap="rnd">
            <a:solidFill>
              <a:schemeClr val="accent1">
                <a:alpha val="65000"/>
              </a:schemeClr>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38" name="任意多边形: 形状 37"/>
          <p:cNvSpPr/>
          <p:nvPr>
            <p:custDataLst>
              <p:tags r:id="rId9"/>
            </p:custDataLst>
          </p:nvPr>
        </p:nvSpPr>
        <p:spPr>
          <a:xfrm>
            <a:off x="10593705" y="2135505"/>
            <a:ext cx="464185" cy="495300"/>
          </a:xfrm>
          <a:custGeom>
            <a:avLst/>
            <a:gdLst>
              <a:gd name="connsiteX0" fmla="*/ 0 w 334517"/>
              <a:gd name="connsiteY0" fmla="*/ 356807 h 356806"/>
              <a:gd name="connsiteX1" fmla="*/ 334518 w 334517"/>
              <a:gd name="connsiteY1" fmla="*/ 0 h 356806"/>
              <a:gd name="connsiteX2" fmla="*/ 0 w 334517"/>
              <a:gd name="connsiteY2" fmla="*/ 356807 h 356806"/>
            </a:gdLst>
            <a:ahLst/>
            <a:cxnLst>
              <a:cxn ang="0">
                <a:pos x="connsiteX0" y="connsiteY0"/>
              </a:cxn>
              <a:cxn ang="0">
                <a:pos x="connsiteX1" y="connsiteY1"/>
              </a:cxn>
              <a:cxn ang="0">
                <a:pos x="connsiteX2" y="connsiteY2"/>
              </a:cxn>
            </a:cxnLst>
            <a:rect l="l" t="t" r="r" b="b"/>
            <a:pathLst>
              <a:path w="334517" h="356806">
                <a:moveTo>
                  <a:pt x="0" y="356807"/>
                </a:moveTo>
                <a:lnTo>
                  <a:pt x="334518" y="0"/>
                </a:lnTo>
                <a:lnTo>
                  <a:pt x="0" y="356807"/>
                </a:lnTo>
                <a:close/>
              </a:path>
            </a:pathLst>
          </a:custGeom>
          <a:noFill/>
          <a:ln w="25400" cap="rnd">
            <a:solidFill>
              <a:schemeClr val="accent1">
                <a:alpha val="65000"/>
              </a:schemeClr>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Tree>
    <p:custDataLst>
      <p:tags r:id="rId10"/>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9" name="矩形 8"/>
          <p:cNvSpPr/>
          <p:nvPr>
            <p:custDataLst>
              <p:tags r:id="rId2"/>
            </p:custDataLst>
          </p:nvPr>
        </p:nvSpPr>
        <p:spPr>
          <a:xfrm>
            <a:off x="469900" y="323850"/>
            <a:ext cx="11264900" cy="6282055"/>
          </a:xfrm>
          <a:prstGeom prst="rect">
            <a:avLst/>
          </a:prstGeom>
          <a:solidFill>
            <a:schemeClr val="bg2"/>
          </a:solidFill>
          <a:ln>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0" rIns="720000" rtlCol="0" anchor="ctr"/>
          <a:lstStyle/>
          <a:p>
            <a:pPr>
              <a:lnSpc>
                <a:spcPct val="130000"/>
              </a:lnSpc>
            </a:pPr>
            <a:endParaRPr lang="zh-CN" altLang="en-US" kern="0" spc="0" dirty="0">
              <a:ln>
                <a:noFill/>
                <a:prstDash val="sysDot"/>
              </a:ln>
              <a:solidFill>
                <a:schemeClr val="tx1">
                  <a:lumMod val="85000"/>
                  <a:lumOff val="15000"/>
                </a:schemeClr>
              </a:solidFill>
              <a:latin typeface="+mn-ea"/>
              <a:ea typeface="+mn-ea"/>
              <a:sym typeface="+mn-ea"/>
            </a:endParaRPr>
          </a:p>
        </p:txBody>
      </p:sp>
      <p:cxnSp>
        <p:nvCxnSpPr>
          <p:cNvPr id="21" name="直接连接符 20"/>
          <p:cNvCxnSpPr/>
          <p:nvPr>
            <p:custDataLst>
              <p:tags r:id="rId3"/>
            </p:custDataLst>
          </p:nvPr>
        </p:nvCxnSpPr>
        <p:spPr>
          <a:xfrm>
            <a:off x="1285240" y="5554980"/>
            <a:ext cx="450427"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4"/>
            </p:custDataLst>
          </p:nvPr>
        </p:nvCxnSpPr>
        <p:spPr>
          <a:xfrm>
            <a:off x="1971040" y="5554980"/>
            <a:ext cx="8938260" cy="0"/>
          </a:xfrm>
          <a:prstGeom prst="line">
            <a:avLst/>
          </a:prstGeom>
          <a:ln w="12700">
            <a:solidFill>
              <a:schemeClr val="accent1">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5"/>
            </p:custDataLst>
          </p:nvPr>
        </p:nvSpPr>
        <p:spPr>
          <a:xfrm>
            <a:off x="763270" y="471170"/>
            <a:ext cx="10839450" cy="5773420"/>
          </a:xfrm>
          <a:prstGeom prst="rect">
            <a:avLst/>
          </a:prstGeom>
          <a:noFill/>
        </p:spPr>
        <p:txBody>
          <a:bodyPr wrap="square" rtlCol="0" anchor="ctr" anchorCtr="0">
            <a:noAutofit/>
          </a:bodyPr>
          <a:lstStyle/>
          <a:p>
            <a:pPr lvl="0" indent="457200" fontAlgn="auto">
              <a:lnSpc>
                <a:spcPct val="150000"/>
              </a:lnSpc>
            </a:pPr>
            <a:r>
              <a:rPr lang="zh-CN" altLang="en-US" sz="2400" kern="0" dirty="0">
                <a:ln>
                  <a:noFill/>
                  <a:prstDash val="sysDot"/>
                </a:ln>
                <a:solidFill>
                  <a:schemeClr val="tx1">
                    <a:lumMod val="85000"/>
                    <a:lumOff val="15000"/>
                  </a:schemeClr>
                </a:solidFill>
                <a:latin typeface="+mn-ea"/>
                <a:sym typeface="+mn-ea"/>
              </a:rPr>
              <a:t>宪法解释和宪法修改是解决宪法稳定性与社会发展需求之间矛盾的两种重要机制,它们各具特色,相互补充。</a:t>
            </a:r>
            <a:r>
              <a:rPr lang="zh-CN" altLang="en-US" sz="2400" b="1" kern="0" dirty="0">
                <a:ln>
                  <a:noFill/>
                  <a:prstDash val="sysDot"/>
                </a:ln>
                <a:solidFill>
                  <a:schemeClr val="tx1">
                    <a:lumMod val="85000"/>
                    <a:lumOff val="15000"/>
                  </a:schemeClr>
                </a:solidFill>
                <a:latin typeface="+mn-ea"/>
                <a:sym typeface="+mn-ea"/>
              </a:rPr>
              <a:t>宪法解释通过阐释宪法条文的内涵来适应社会发展,具有显著的灵活性优势。</a:t>
            </a:r>
            <a:r>
              <a:rPr lang="zh-CN" altLang="en-US" sz="2400" kern="0" dirty="0">
                <a:ln>
                  <a:noFill/>
                  <a:prstDash val="sysDot"/>
                </a:ln>
                <a:solidFill>
                  <a:schemeClr val="tx1">
                    <a:lumMod val="85000"/>
                    <a:lumOff val="15000"/>
                  </a:schemeClr>
                </a:solidFill>
                <a:latin typeface="+mn-ea"/>
                <a:sym typeface="+mn-ea"/>
              </a:rPr>
              <a:t>它不需要启动复杂的修宪程序,可以随时根据需要进行;不改变宪法文本,维护了宪法的稳定性;能够及时回应社会发展的新需求。相比之下,</a:t>
            </a:r>
            <a:r>
              <a:rPr lang="zh-CN" altLang="en-US" sz="2400" b="1" kern="0" dirty="0">
                <a:ln>
                  <a:noFill/>
                  <a:prstDash val="sysDot"/>
                </a:ln>
                <a:solidFill>
                  <a:schemeClr val="tx1">
                    <a:lumMod val="85000"/>
                    <a:lumOff val="15000"/>
                  </a:schemeClr>
                </a:solidFill>
                <a:latin typeface="+mn-ea"/>
                <a:sym typeface="+mn-ea"/>
              </a:rPr>
              <a:t>宪法修改则通过改变宪法文本来实现制度更新,它的修改程序严格、周期较长,但其变革力度更大,权威性更强。</a:t>
            </a:r>
            <a:endParaRPr lang="zh-CN" altLang="en-US" sz="2400" b="1" kern="0" dirty="0">
              <a:ln>
                <a:noFill/>
                <a:prstDash val="sysDot"/>
              </a:ln>
              <a:solidFill>
                <a:schemeClr val="tx1">
                  <a:lumMod val="85000"/>
                  <a:lumOff val="15000"/>
                </a:schemeClr>
              </a:solidFill>
              <a:latin typeface="+mn-ea"/>
              <a:sym typeface="+mn-ea"/>
            </a:endParaRPr>
          </a:p>
          <a:p>
            <a:pPr lvl="0" indent="457200" fontAlgn="auto">
              <a:lnSpc>
                <a:spcPct val="150000"/>
              </a:lnSpc>
            </a:pPr>
            <a:r>
              <a:rPr lang="zh-CN" altLang="en-US" sz="2400" kern="0" dirty="0">
                <a:ln>
                  <a:noFill/>
                  <a:prstDash val="sysDot"/>
                </a:ln>
                <a:solidFill>
                  <a:schemeClr val="tx1">
                    <a:lumMod val="85000"/>
                    <a:lumOff val="15000"/>
                  </a:schemeClr>
                </a:solidFill>
                <a:latin typeface="+mn-ea"/>
                <a:sym typeface="+mn-ea"/>
              </a:rPr>
              <a:t>在实践中,二者形成良性互动:</a:t>
            </a:r>
            <a:r>
              <a:rPr lang="zh-CN" altLang="en-US" sz="2400" b="1" kern="0" dirty="0">
                <a:ln>
                  <a:noFill/>
                  <a:prstDash val="sysDot"/>
                </a:ln>
                <a:solidFill>
                  <a:schemeClr val="tx1">
                    <a:lumMod val="85000"/>
                    <a:lumOff val="15000"/>
                  </a:schemeClr>
                </a:solidFill>
                <a:latin typeface="+mn-ea"/>
                <a:sym typeface="+mn-ea"/>
              </a:rPr>
              <a:t>宪法解释负责日常的、渐进式的调整,宪法修改则处理根本性的制度变革。</a:t>
            </a:r>
            <a:r>
              <a:rPr lang="zh-CN" altLang="en-US" sz="2800" b="1" kern="0" dirty="0">
                <a:ln>
                  <a:noFill/>
                  <a:prstDash val="sysDot"/>
                </a:ln>
                <a:solidFill>
                  <a:schemeClr val="tx1">
                    <a:lumMod val="85000"/>
                    <a:lumOff val="15000"/>
                  </a:schemeClr>
                </a:solidFill>
                <a:latin typeface="+mn-ea"/>
                <a:sym typeface="+mn-ea"/>
              </a:rPr>
              <a:t>通常遵循“解释优先”原则,只有在解释无法解决问题时才会启动修改程序。</a:t>
            </a:r>
            <a:r>
              <a:rPr lang="zh-CN" altLang="en-US" sz="2400" kern="0" dirty="0">
                <a:ln>
                  <a:noFill/>
                  <a:prstDash val="sysDot"/>
                </a:ln>
                <a:solidFill>
                  <a:schemeClr val="tx1">
                    <a:lumMod val="85000"/>
                    <a:lumOff val="15000"/>
                  </a:schemeClr>
                </a:solidFill>
                <a:latin typeface="+mn-ea"/>
                <a:sym typeface="+mn-ea"/>
              </a:rPr>
              <a:t>这种制度设计既维护了宪法的权威性和稳定性,又保证了其生命力和适应性,使宪法能够在"变"与"不变"之间保持最佳平衡。</a:t>
            </a:r>
            <a:endParaRPr lang="zh-CN" altLang="en-US" sz="2400" kern="0" dirty="0">
              <a:ln>
                <a:noFill/>
                <a:prstDash val="sysDot"/>
              </a:ln>
              <a:solidFill>
                <a:schemeClr val="tx1">
                  <a:lumMod val="85000"/>
                  <a:lumOff val="15000"/>
                </a:schemeClr>
              </a:solidFill>
              <a:latin typeface="+mn-ea"/>
              <a:sym typeface="+mn-ea"/>
            </a:endParaRPr>
          </a:p>
        </p:txBody>
      </p:sp>
    </p:spTree>
    <p:custDataLst>
      <p:tags r:id="rId6"/>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第四节</a:t>
            </a:r>
            <a:r>
              <a:rPr lang="en-US" altLang="zh-CN"/>
              <a:t>   </a:t>
            </a:r>
            <a:r>
              <a:rPr lang="zh-CN" altLang="en-US"/>
              <a:t>宪法关系和宪法规范</a:t>
            </a:r>
            <a:endParaRPr lang="zh-CN" altLang="en-US"/>
          </a:p>
        </p:txBody>
      </p:sp>
    </p:spTree>
    <p:custDataLst>
      <p:tags r:id="rId2"/>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39115" y="241935"/>
            <a:ext cx="11369040" cy="6412230"/>
          </a:xfrm>
          <a:prstGeom prst="rect">
            <a:avLst/>
          </a:prstGeom>
          <a:noFill/>
        </p:spPr>
        <p:txBody>
          <a:bodyPr wrap="square" rtlCol="0">
            <a:noAutofit/>
          </a:bodyPr>
          <a:p>
            <a:r>
              <a:rPr lang="zh-CN" altLang="en-US" sz="4400" b="1">
                <a:latin typeface="微软雅黑" panose="020B0503020204020204" charset="-122"/>
                <a:ea typeface="微软雅黑" panose="020B0503020204020204" charset="-122"/>
              </a:rPr>
              <a:t> 一、宪法关系</a:t>
            </a:r>
            <a:endParaRPr lang="zh-CN" altLang="en-US" sz="4400" b="1">
              <a:latin typeface="微软雅黑" panose="020B0503020204020204" charset="-122"/>
              <a:ea typeface="微软雅黑" panose="020B0503020204020204" charset="-122"/>
            </a:endParaRPr>
          </a:p>
          <a:p>
            <a:endParaRPr lang="en-US" altLang="zh-CN"/>
          </a:p>
          <a:p>
            <a:r>
              <a:rPr lang="zh-CN" altLang="en-US" sz="2800"/>
              <a:t>宪法关系是指在</a:t>
            </a:r>
            <a:r>
              <a:rPr lang="zh-CN" altLang="en-US" sz="2800" b="1">
                <a:solidFill>
                  <a:srgbClr val="C00000"/>
                </a:solidFill>
              </a:rPr>
              <a:t>国家与公民之间、国家与其他主体之间、国家机关之间</a:t>
            </a:r>
            <a:r>
              <a:rPr lang="zh-CN" altLang="en-US" sz="2800"/>
              <a:t>形成的，以宪法上的</a:t>
            </a:r>
            <a:r>
              <a:rPr lang="zh-CN" altLang="en-US" sz="2800" b="1">
                <a:solidFill>
                  <a:srgbClr val="C00000"/>
                </a:solidFill>
              </a:rPr>
              <a:t>权利、权力及义务</a:t>
            </a:r>
            <a:r>
              <a:rPr lang="zh-CN" altLang="en-US" sz="2800"/>
              <a:t>为基本内容的法律关系，是一国政治、经济、文化等领域最重要、最基本的社会关系。</a:t>
            </a:r>
            <a:endParaRPr lang="zh-CN" altLang="en-US"/>
          </a:p>
          <a:p>
            <a:endParaRPr lang="zh-CN" altLang="en-US"/>
          </a:p>
          <a:p>
            <a:r>
              <a:rPr lang="zh-CN" altLang="en-US" sz="2800" b="1">
                <a:latin typeface="微软雅黑" panose="020B0503020204020204" charset="-122"/>
                <a:ea typeface="微软雅黑" panose="020B0503020204020204" charset="-122"/>
              </a:rPr>
              <a:t>（一）宪法关系的主体范围演变：从传统到现代</a:t>
            </a:r>
            <a:endParaRPr lang="zh-CN" altLang="en-US" b="1"/>
          </a:p>
          <a:p>
            <a:endParaRPr lang="zh-CN" altLang="en-US"/>
          </a:p>
          <a:p>
            <a:endParaRPr lang="zh-CN" altLang="en-US"/>
          </a:p>
          <a:p>
            <a:endParaRPr lang="zh-CN" altLang="en-US"/>
          </a:p>
        </p:txBody>
      </p:sp>
      <p:graphicFrame>
        <p:nvGraphicFramePr>
          <p:cNvPr id="3" name="表格 2"/>
          <p:cNvGraphicFramePr/>
          <p:nvPr>
            <p:custDataLst>
              <p:tags r:id="rId1"/>
            </p:custDataLst>
          </p:nvPr>
        </p:nvGraphicFramePr>
        <p:xfrm>
          <a:off x="819150" y="3275330"/>
          <a:ext cx="10743565" cy="3378835"/>
        </p:xfrm>
        <a:graphic>
          <a:graphicData uri="http://schemas.openxmlformats.org/drawingml/2006/table">
            <a:tbl>
              <a:tblPr firstRow="1" bandRow="1">
                <a:tableStyleId>{0DF9E7FF-96B8-41BA-A8E0-7790FE702456}</a:tableStyleId>
              </a:tblPr>
              <a:tblGrid>
                <a:gridCol w="3054350"/>
                <a:gridCol w="3200400"/>
                <a:gridCol w="4488815"/>
              </a:tblGrid>
              <a:tr h="596265">
                <a:tc>
                  <a:txBody>
                    <a:bodyPr/>
                    <a:p>
                      <a:pPr marL="0" indent="0"/>
                      <a:r>
                        <a:rPr lang="zh-CN" altLang="en-US" sz="2400"/>
                        <a:t>主体类型</a:t>
                      </a:r>
                      <a:endParaRPr lang="zh-CN" altLang="en-US" sz="2400"/>
                    </a:p>
                  </a:txBody>
                  <a:tcPr marL="0" marR="0" marT="0" marB="0" anchor="ctr" anchorCtr="0"/>
                </a:tc>
                <a:tc>
                  <a:txBody>
                    <a:bodyPr/>
                    <a:p>
                      <a:pPr marL="0" indent="0"/>
                      <a:r>
                        <a:rPr lang="zh-CN" altLang="en-US" sz="2400"/>
                        <a:t>传统主体</a:t>
                      </a:r>
                      <a:endParaRPr lang="zh-CN" altLang="en-US" sz="2400"/>
                    </a:p>
                  </a:txBody>
                  <a:tcPr marL="0" marR="0" marT="0" marB="0" anchor="ctr" anchorCtr="0"/>
                </a:tc>
                <a:tc>
                  <a:txBody>
                    <a:bodyPr/>
                    <a:p>
                      <a:pPr marL="0" indent="0"/>
                      <a:r>
                        <a:rPr lang="zh-CN" altLang="en-US" sz="2400"/>
                        <a:t>现代扩展主体</a:t>
                      </a:r>
                      <a:endParaRPr lang="zh-CN" altLang="en-US" sz="2400"/>
                    </a:p>
                  </a:txBody>
                  <a:tcPr marL="0" marR="0" marT="0" marB="0" anchor="ctr" anchorCtr="0"/>
                </a:tc>
              </a:tr>
              <a:tr h="993140">
                <a:tc>
                  <a:txBody>
                    <a:bodyPr/>
                    <a:p>
                      <a:pPr marL="0" indent="0"/>
                      <a:r>
                        <a:rPr lang="zh-CN" altLang="en-US" sz="2400"/>
                        <a:t>核心主体</a:t>
                      </a:r>
                      <a:endParaRPr lang="zh-CN" altLang="en-US" sz="2400"/>
                    </a:p>
                  </a:txBody>
                  <a:tcPr marL="0" marR="0" marT="0" marB="0" anchor="ctr" anchorCtr="0"/>
                </a:tc>
                <a:tc>
                  <a:txBody>
                    <a:bodyPr/>
                    <a:p>
                      <a:pPr marL="0" indent="0"/>
                      <a:r>
                        <a:rPr lang="zh-CN" altLang="en-US" sz="2400"/>
                        <a:t>公民、国家</a:t>
                      </a:r>
                      <a:endParaRPr lang="zh-CN" altLang="en-US" sz="2400"/>
                    </a:p>
                  </a:txBody>
                  <a:tcPr marL="0" marR="0" marT="0" marB="0" anchor="ctr" anchorCtr="0"/>
                </a:tc>
                <a:tc>
                  <a:txBody>
                    <a:bodyPr/>
                    <a:p>
                      <a:pPr marL="0" indent="0"/>
                      <a:r>
                        <a:rPr lang="zh-CN" altLang="en-US" sz="2400"/>
                        <a:t>公民、国家</a:t>
                      </a:r>
                      <a:endParaRPr lang="zh-CN" altLang="en-US" sz="2400"/>
                    </a:p>
                  </a:txBody>
                  <a:tcPr marL="0" marR="0" marT="0" marB="0" anchor="ctr" anchorCtr="0"/>
                </a:tc>
              </a:tr>
              <a:tr h="1789430">
                <a:tc>
                  <a:txBody>
                    <a:bodyPr/>
                    <a:p>
                      <a:pPr marL="0" indent="0"/>
                      <a:r>
                        <a:rPr lang="zh-CN" altLang="en-US" sz="2400"/>
                        <a:t>扩展主体</a:t>
                      </a:r>
                      <a:endParaRPr lang="zh-CN" altLang="en-US" sz="2400"/>
                    </a:p>
                  </a:txBody>
                  <a:tcPr marL="0" marR="0" marT="0" marB="0" anchor="ctr" anchorCtr="0"/>
                </a:tc>
                <a:tc>
                  <a:txBody>
                    <a:bodyPr/>
                    <a:p>
                      <a:pPr marL="0" indent="0"/>
                      <a:r>
                        <a:rPr lang="zh-CN" altLang="en-US" sz="2400"/>
                        <a:t>无</a:t>
                      </a:r>
                      <a:endParaRPr lang="zh-CN" altLang="en-US" sz="2400"/>
                    </a:p>
                  </a:txBody>
                  <a:tcPr marL="0" marR="0" marT="0" marB="0" anchor="ctr" anchorCtr="0"/>
                </a:tc>
                <a:tc>
                  <a:txBody>
                    <a:bodyPr/>
                    <a:p>
                      <a:pPr marL="0" indent="0"/>
                      <a:r>
                        <a:rPr lang="zh-CN" altLang="en-US" sz="2400"/>
                        <a:t>国家机关；</a:t>
                      </a:r>
                      <a:r>
                        <a:rPr lang="en-US" altLang="zh-CN" sz="2400"/>
                        <a:t> </a:t>
                      </a:r>
                      <a:r>
                        <a:rPr lang="zh-CN" altLang="en-US" sz="2400"/>
                        <a:t>政党；</a:t>
                      </a:r>
                      <a:r>
                        <a:rPr lang="en-US" altLang="zh-CN" sz="2400"/>
                        <a:t> </a:t>
                      </a:r>
                      <a:r>
                        <a:rPr lang="zh-CN" altLang="en-US" sz="2400"/>
                        <a:t>社会组织；</a:t>
                      </a:r>
                      <a:r>
                        <a:rPr lang="en-US" altLang="zh-CN" sz="2400"/>
                        <a:t> </a:t>
                      </a:r>
                      <a:r>
                        <a:rPr lang="zh-CN" altLang="en-US" sz="2400"/>
                        <a:t>外国人、无国籍人</a:t>
                      </a:r>
                      <a:endParaRPr lang="zh-CN" altLang="en-US" sz="2400"/>
                    </a:p>
                  </a:txBody>
                  <a:tcPr marL="0" marR="0" marT="0" marB="0" anchor="ctr" anchorCtr="0"/>
                </a:tc>
              </a:tr>
            </a:tbl>
          </a:graphicData>
        </a:graphic>
      </p:graphicFrame>
    </p:spTree>
    <p:custDataLst>
      <p:tags r:id="rId2"/>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10845" y="125095"/>
            <a:ext cx="11172825" cy="1325880"/>
          </a:xfrm>
        </p:spPr>
        <p:txBody>
          <a:bodyPr/>
          <a:lstStyle/>
          <a:p>
            <a:r>
              <a:rPr lang="zh-CN" altLang="en-US"/>
              <a:t>（二）宪法关系的内容</a:t>
            </a:r>
            <a:endParaRPr lang="zh-CN" altLang="en-US"/>
          </a:p>
        </p:txBody>
      </p:sp>
      <p:graphicFrame>
        <p:nvGraphicFramePr>
          <p:cNvPr id="3" name="表格 2"/>
          <p:cNvGraphicFramePr/>
          <p:nvPr>
            <p:custDataLst>
              <p:tags r:id="rId2"/>
            </p:custDataLst>
          </p:nvPr>
        </p:nvGraphicFramePr>
        <p:xfrm>
          <a:off x="607060" y="1450975"/>
          <a:ext cx="10975975" cy="5184140"/>
        </p:xfrm>
        <a:graphic>
          <a:graphicData uri="http://schemas.openxmlformats.org/drawingml/2006/table">
            <a:tbl>
              <a:tblPr firstRow="1" bandRow="1">
                <a:tableStyleId>{5C22544A-7EE6-4342-B048-85BDC9FD1C3A}</a:tableStyleId>
              </a:tblPr>
              <a:tblGrid>
                <a:gridCol w="2604770"/>
                <a:gridCol w="3782060"/>
                <a:gridCol w="4589145"/>
              </a:tblGrid>
              <a:tr h="796925">
                <a:tc>
                  <a:txBody>
                    <a:bodyPr/>
                    <a:p>
                      <a:pPr marL="0" indent="0" algn="ctr">
                        <a:lnSpc>
                          <a:spcPct val="120000"/>
                        </a:lnSpc>
                        <a:spcBef>
                          <a:spcPts val="0"/>
                        </a:spcBef>
                        <a:spcAft>
                          <a:spcPts val="0"/>
                        </a:spcAft>
                      </a:pPr>
                      <a:r>
                        <a:rPr lang="zh-CN" altLang="en-US" sz="2000" b="1">
                          <a:latin typeface="微软雅黑" panose="020B0503020204020204" charset="-122"/>
                          <a:ea typeface="微软雅黑" panose="020B0503020204020204" charset="-122"/>
                        </a:rPr>
                        <a:t>关系类型</a:t>
                      </a:r>
                      <a:endParaRPr lang="zh-CN" altLang="en-US" sz="20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000" b="1">
                          <a:latin typeface="微软雅黑" panose="020B0503020204020204" charset="-122"/>
                          <a:ea typeface="微软雅黑" panose="020B0503020204020204" charset="-122"/>
                        </a:rPr>
                        <a:t>核心内容</a:t>
                      </a:r>
                      <a:endParaRPr lang="zh-CN" altLang="en-US" sz="2000" b="1">
                        <a:latin typeface="微软雅黑" panose="020B0503020204020204" charset="-122"/>
                        <a:ea typeface="微软雅黑" panose="020B0503020204020204" charset="-122"/>
                      </a:endParaRPr>
                    </a:p>
                  </a:txBody>
                  <a:tcPr marL="215900" marR="215900" marT="133350" marB="133350" anchor="ctr" anchorCtr="0"/>
                </a:tc>
                <a:tc>
                  <a:txBody>
                    <a:bodyPr/>
                    <a:p>
                      <a:pPr marL="0" indent="0" algn="ctr">
                        <a:lnSpc>
                          <a:spcPct val="120000"/>
                        </a:lnSpc>
                        <a:spcBef>
                          <a:spcPts val="0"/>
                        </a:spcBef>
                        <a:spcAft>
                          <a:spcPts val="0"/>
                        </a:spcAft>
                      </a:pPr>
                      <a:r>
                        <a:rPr lang="zh-CN" altLang="en-US" sz="2000" b="1">
                          <a:latin typeface="微软雅黑" panose="020B0503020204020204" charset="-122"/>
                          <a:ea typeface="微软雅黑" panose="020B0503020204020204" charset="-122"/>
                          <a:cs typeface="微软雅黑" panose="020B0503020204020204" charset="-122"/>
                        </a:rPr>
                        <a:t>宪法依据 </a:t>
                      </a:r>
                      <a:r>
                        <a:rPr lang="en-US" altLang="zh-CN" sz="2000" b="1">
                          <a:latin typeface="微软雅黑" panose="020B0503020204020204" charset="-122"/>
                          <a:ea typeface="微软雅黑" panose="020B0503020204020204" charset="-122"/>
                          <a:cs typeface="微软雅黑" panose="020B0503020204020204" charset="-122"/>
                        </a:rPr>
                        <a:t>/ </a:t>
                      </a:r>
                      <a:r>
                        <a:rPr lang="zh-CN" altLang="en-US" sz="2000" b="1">
                          <a:latin typeface="微软雅黑" panose="020B0503020204020204" charset="-122"/>
                          <a:ea typeface="微软雅黑" panose="020B0503020204020204" charset="-122"/>
                          <a:cs typeface="微软雅黑" panose="020B0503020204020204" charset="-122"/>
                        </a:rPr>
                        <a:t>示例</a:t>
                      </a:r>
                      <a:endParaRPr lang="zh-CN" altLang="en-US" sz="2000" b="1">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2029460">
                <a:tc>
                  <a:txBody>
                    <a:bodyPr/>
                    <a:p>
                      <a:pPr marL="0" indent="0" algn="l">
                        <a:lnSpc>
                          <a:spcPct val="120000"/>
                        </a:lnSpc>
                        <a:spcBef>
                          <a:spcPts val="0"/>
                        </a:spcBef>
                        <a:spcAft>
                          <a:spcPts val="0"/>
                        </a:spcAft>
                      </a:pPr>
                      <a:r>
                        <a:rPr lang="en-US" altLang="zh-CN" sz="2000" b="0" spc="130">
                          <a:latin typeface="微软雅黑" panose="020B0503020204020204" charset="-122"/>
                          <a:ea typeface="微软雅黑" panose="020B0503020204020204" charset="-122"/>
                          <a:cs typeface="微软雅黑" panose="020B0503020204020204" charset="-122"/>
                        </a:rPr>
                        <a:t>1. </a:t>
                      </a:r>
                      <a:r>
                        <a:rPr lang="zh-CN" altLang="en-US" sz="2000" b="0" spc="130">
                          <a:latin typeface="微软雅黑" panose="020B0503020204020204" charset="-122"/>
                          <a:ea typeface="微软雅黑" panose="020B0503020204020204" charset="-122"/>
                          <a:cs typeface="微软雅黑" panose="020B0503020204020204" charset="-122"/>
                        </a:rPr>
                        <a:t>国家与公民的关系</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cs typeface="微软雅黑" panose="020B0503020204020204" charset="-122"/>
                        </a:rPr>
                        <a:t>公民基本权利 </a:t>
                      </a:r>
                      <a:r>
                        <a:rPr lang="en-US" altLang="zh-CN" sz="2000" b="0" spc="130">
                          <a:latin typeface="微软雅黑" panose="020B0503020204020204" charset="-122"/>
                          <a:ea typeface="微软雅黑" panose="020B0503020204020204" charset="-122"/>
                          <a:cs typeface="微软雅黑" panose="020B0503020204020204" charset="-122"/>
                        </a:rPr>
                        <a:t>= </a:t>
                      </a:r>
                      <a:r>
                        <a:rPr lang="zh-CN" altLang="en-US" sz="2000" b="0" spc="130">
                          <a:latin typeface="微软雅黑" panose="020B0503020204020204" charset="-122"/>
                          <a:ea typeface="微软雅黑" panose="020B0503020204020204" charset="-122"/>
                          <a:cs typeface="微软雅黑" panose="020B0503020204020204" charset="-122"/>
                        </a:rPr>
                        <a:t>国家基本义务；国家权力 </a:t>
                      </a:r>
                      <a:r>
                        <a:rPr lang="en-US" altLang="zh-CN" sz="2000" b="0" spc="130">
                          <a:latin typeface="微软雅黑" panose="020B0503020204020204" charset="-122"/>
                          <a:ea typeface="微软雅黑" panose="020B0503020204020204" charset="-122"/>
                          <a:cs typeface="微软雅黑" panose="020B0503020204020204" charset="-122"/>
                        </a:rPr>
                        <a:t>= </a:t>
                      </a:r>
                      <a:r>
                        <a:rPr lang="zh-CN" altLang="en-US" sz="2000" b="0" spc="130">
                          <a:latin typeface="微软雅黑" panose="020B0503020204020204" charset="-122"/>
                          <a:ea typeface="微软雅黑" panose="020B0503020204020204" charset="-122"/>
                          <a:cs typeface="微软雅黑" panose="020B0503020204020204" charset="-122"/>
                        </a:rPr>
                        <a:t>公民基本义务（如公民言论自由</a:t>
                      </a:r>
                      <a:r>
                        <a:rPr lang="en-US" altLang="zh-CN" sz="2000" b="0" spc="130">
                          <a:latin typeface="微软雅黑" panose="020B0503020204020204" charset="-122"/>
                          <a:ea typeface="微软雅黑" panose="020B0503020204020204" charset="-122"/>
                          <a:cs typeface="微软雅黑" panose="020B0503020204020204" charset="-122"/>
                        </a:rPr>
                        <a:t>→</a:t>
                      </a:r>
                      <a:r>
                        <a:rPr lang="zh-CN" altLang="en-US" sz="2000" b="0" spc="130">
                          <a:latin typeface="微软雅黑" panose="020B0503020204020204" charset="-122"/>
                          <a:ea typeface="微软雅黑" panose="020B0503020204020204" charset="-122"/>
                          <a:cs typeface="微软雅黑" panose="020B0503020204020204" charset="-122"/>
                        </a:rPr>
                        <a:t>国家不非法限制）</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en-US" altLang="zh-CN" sz="2000" b="0" spc="130">
                          <a:latin typeface="微软雅黑" panose="020B0503020204020204" charset="-122"/>
                          <a:ea typeface="微软雅黑" panose="020B0503020204020204" charset="-122"/>
                          <a:cs typeface="微软雅黑" panose="020B0503020204020204" charset="-122"/>
                        </a:rPr>
                        <a:t>《</a:t>
                      </a:r>
                      <a:r>
                        <a:rPr lang="zh-CN" altLang="en-US" sz="2000" b="0" spc="130">
                          <a:latin typeface="微软雅黑" panose="020B0503020204020204" charset="-122"/>
                          <a:ea typeface="微软雅黑" panose="020B0503020204020204" charset="-122"/>
                          <a:cs typeface="微软雅黑" panose="020B0503020204020204" charset="-122"/>
                        </a:rPr>
                        <a:t>宪法</a:t>
                      </a:r>
                      <a:r>
                        <a:rPr lang="en-US" altLang="zh-CN" sz="2000" b="0" spc="130">
                          <a:latin typeface="微软雅黑" panose="020B0503020204020204" charset="-122"/>
                          <a:ea typeface="微软雅黑" panose="020B0503020204020204" charset="-122"/>
                          <a:cs typeface="微软雅黑" panose="020B0503020204020204" charset="-122"/>
                        </a:rPr>
                        <a:t>》</a:t>
                      </a:r>
                      <a:r>
                        <a:rPr lang="zh-CN" altLang="en-US" sz="2000" b="0" spc="130">
                          <a:latin typeface="微软雅黑" panose="020B0503020204020204" charset="-122"/>
                          <a:ea typeface="微软雅黑" panose="020B0503020204020204" charset="-122"/>
                          <a:cs typeface="微软雅黑" panose="020B0503020204020204" charset="-122"/>
                        </a:rPr>
                        <a:t>第 </a:t>
                      </a:r>
                      <a:r>
                        <a:rPr lang="en-US" altLang="zh-CN" sz="2000" b="0" spc="130">
                          <a:latin typeface="微软雅黑" panose="020B0503020204020204" charset="-122"/>
                          <a:ea typeface="微软雅黑" panose="020B0503020204020204" charset="-122"/>
                          <a:cs typeface="微软雅黑" panose="020B0503020204020204" charset="-122"/>
                        </a:rPr>
                        <a:t>35 </a:t>
                      </a:r>
                      <a:r>
                        <a:rPr lang="zh-CN" altLang="en-US" sz="2000" b="0" spc="130">
                          <a:latin typeface="微软雅黑" panose="020B0503020204020204" charset="-122"/>
                          <a:ea typeface="微软雅黑" panose="020B0503020204020204" charset="-122"/>
                          <a:cs typeface="微软雅黑" panose="020B0503020204020204" charset="-122"/>
                        </a:rPr>
                        <a:t>条（言论自由）、第 </a:t>
                      </a:r>
                      <a:r>
                        <a:rPr lang="en-US" altLang="zh-CN" sz="2000" b="0" spc="130">
                          <a:latin typeface="微软雅黑" panose="020B0503020204020204" charset="-122"/>
                          <a:ea typeface="微软雅黑" panose="020B0503020204020204" charset="-122"/>
                          <a:cs typeface="微软雅黑" panose="020B0503020204020204" charset="-122"/>
                        </a:rPr>
                        <a:t>56 </a:t>
                      </a:r>
                      <a:r>
                        <a:rPr lang="zh-CN" altLang="en-US" sz="2000" b="0" spc="130">
                          <a:latin typeface="微软雅黑" panose="020B0503020204020204" charset="-122"/>
                          <a:ea typeface="微软雅黑" panose="020B0503020204020204" charset="-122"/>
                          <a:cs typeface="微软雅黑" panose="020B0503020204020204" charset="-122"/>
                        </a:rPr>
                        <a:t>条（依法纳税）</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1179195">
                <a:tc>
                  <a:txBody>
                    <a:bodyPr/>
                    <a:p>
                      <a:pPr marL="0" indent="0" algn="l">
                        <a:lnSpc>
                          <a:spcPct val="120000"/>
                        </a:lnSpc>
                        <a:spcBef>
                          <a:spcPts val="0"/>
                        </a:spcBef>
                        <a:spcAft>
                          <a:spcPts val="0"/>
                        </a:spcAft>
                      </a:pPr>
                      <a:r>
                        <a:rPr lang="en-US" altLang="zh-CN" sz="2000" b="0" spc="130">
                          <a:latin typeface="微软雅黑" panose="020B0503020204020204" charset="-122"/>
                          <a:ea typeface="微软雅黑" panose="020B0503020204020204" charset="-122"/>
                          <a:cs typeface="微软雅黑" panose="020B0503020204020204" charset="-122"/>
                        </a:rPr>
                        <a:t>2. </a:t>
                      </a:r>
                      <a:r>
                        <a:rPr lang="zh-CN" altLang="en-US" sz="2000" b="0" spc="130">
                          <a:latin typeface="微软雅黑" panose="020B0503020204020204" charset="-122"/>
                          <a:ea typeface="微软雅黑" panose="020B0503020204020204" charset="-122"/>
                          <a:cs typeface="微软雅黑" panose="020B0503020204020204" charset="-122"/>
                        </a:rPr>
                        <a:t>国家与国内各民族的关系</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民族平等、保障少数民族权益，禁止歧视与分裂</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en-US" altLang="zh-CN" sz="2000" b="0" spc="130">
                          <a:latin typeface="微软雅黑" panose="020B0503020204020204" charset="-122"/>
                          <a:ea typeface="微软雅黑" panose="020B0503020204020204" charset="-122"/>
                          <a:cs typeface="微软雅黑" panose="020B0503020204020204" charset="-122"/>
                        </a:rPr>
                        <a:t>《</a:t>
                      </a:r>
                      <a:r>
                        <a:rPr lang="zh-CN" altLang="en-US" sz="2000" b="0" spc="130">
                          <a:latin typeface="微软雅黑" panose="020B0503020204020204" charset="-122"/>
                          <a:ea typeface="微软雅黑" panose="020B0503020204020204" charset="-122"/>
                          <a:cs typeface="微软雅黑" panose="020B0503020204020204" charset="-122"/>
                        </a:rPr>
                        <a:t>宪法</a:t>
                      </a:r>
                      <a:r>
                        <a:rPr lang="en-US" altLang="zh-CN" sz="2000" b="0" spc="130">
                          <a:latin typeface="微软雅黑" panose="020B0503020204020204" charset="-122"/>
                          <a:ea typeface="微软雅黑" panose="020B0503020204020204" charset="-122"/>
                          <a:cs typeface="微软雅黑" panose="020B0503020204020204" charset="-122"/>
                        </a:rPr>
                        <a:t>》</a:t>
                      </a:r>
                      <a:r>
                        <a:rPr lang="zh-CN" altLang="en-US" sz="2000" b="0" spc="130">
                          <a:latin typeface="微软雅黑" panose="020B0503020204020204" charset="-122"/>
                          <a:ea typeface="微软雅黑" panose="020B0503020204020204" charset="-122"/>
                          <a:cs typeface="微软雅黑" panose="020B0503020204020204" charset="-122"/>
                        </a:rPr>
                        <a:t>第 </a:t>
                      </a:r>
                      <a:r>
                        <a:rPr lang="en-US" altLang="zh-CN" sz="2000" b="0" spc="130">
                          <a:latin typeface="微软雅黑" panose="020B0503020204020204" charset="-122"/>
                          <a:ea typeface="微软雅黑" panose="020B0503020204020204" charset="-122"/>
                          <a:cs typeface="微软雅黑" panose="020B0503020204020204" charset="-122"/>
                        </a:rPr>
                        <a:t>4 </a:t>
                      </a:r>
                      <a:r>
                        <a:rPr lang="zh-CN" altLang="en-US" sz="2000" b="0" spc="130">
                          <a:latin typeface="微软雅黑" panose="020B0503020204020204" charset="-122"/>
                          <a:ea typeface="微软雅黑" panose="020B0503020204020204" charset="-122"/>
                          <a:cs typeface="微软雅黑" panose="020B0503020204020204" charset="-122"/>
                        </a:rPr>
                        <a:t>条 “各民族一律平等”</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r h="1178560">
                <a:tc>
                  <a:txBody>
                    <a:bodyPr/>
                    <a:p>
                      <a:pPr marL="0" indent="0" algn="l">
                        <a:lnSpc>
                          <a:spcPct val="120000"/>
                        </a:lnSpc>
                        <a:spcBef>
                          <a:spcPts val="0"/>
                        </a:spcBef>
                        <a:spcAft>
                          <a:spcPts val="0"/>
                        </a:spcAft>
                      </a:pPr>
                      <a:r>
                        <a:rPr lang="en-US" altLang="zh-CN" sz="2000" b="0" spc="130">
                          <a:latin typeface="微软雅黑" panose="020B0503020204020204" charset="-122"/>
                          <a:ea typeface="微软雅黑" panose="020B0503020204020204" charset="-122"/>
                          <a:cs typeface="微软雅黑" panose="020B0503020204020204" charset="-122"/>
                        </a:rPr>
                        <a:t>3. </a:t>
                      </a:r>
                      <a:r>
                        <a:rPr lang="zh-CN" altLang="en-US" sz="2000" b="0" spc="130">
                          <a:latin typeface="微软雅黑" panose="020B0503020204020204" charset="-122"/>
                          <a:ea typeface="微软雅黑" panose="020B0503020204020204" charset="-122"/>
                          <a:cs typeface="微软雅黑" panose="020B0503020204020204" charset="-122"/>
                        </a:rPr>
                        <a:t>国家与社会组织的关系</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zh-CN" altLang="en-US" sz="2000" b="0" spc="130">
                          <a:latin typeface="微软雅黑" panose="020B0503020204020204" charset="-122"/>
                          <a:ea typeface="微软雅黑" panose="020B0503020204020204" charset="-122"/>
                        </a:rPr>
                        <a:t>组织行使部分公民权利，履行基本义务</a:t>
                      </a:r>
                      <a:endParaRPr lang="zh-CN" altLang="en-US" sz="2000" b="0" spc="130">
                        <a:latin typeface="微软雅黑" panose="020B0503020204020204" charset="-122"/>
                        <a:ea typeface="微软雅黑" panose="020B0503020204020204" charset="-122"/>
                      </a:endParaRPr>
                    </a:p>
                  </a:txBody>
                  <a:tcPr marL="215900" marR="215900" marT="133350" marB="133350" anchor="ctr" anchorCtr="0"/>
                </a:tc>
                <a:tc>
                  <a:txBody>
                    <a:bodyPr/>
                    <a:p>
                      <a:pPr marL="0" indent="0" algn="l">
                        <a:lnSpc>
                          <a:spcPct val="120000"/>
                        </a:lnSpc>
                        <a:spcBef>
                          <a:spcPts val="0"/>
                        </a:spcBef>
                        <a:spcAft>
                          <a:spcPts val="0"/>
                        </a:spcAft>
                      </a:pPr>
                      <a:r>
                        <a:rPr lang="en-US" altLang="zh-CN" sz="2000" b="0" spc="130">
                          <a:latin typeface="微软雅黑" panose="020B0503020204020204" charset="-122"/>
                          <a:ea typeface="微软雅黑" panose="020B0503020204020204" charset="-122"/>
                          <a:cs typeface="微软雅黑" panose="020B0503020204020204" charset="-122"/>
                        </a:rPr>
                        <a:t>《</a:t>
                      </a:r>
                      <a:r>
                        <a:rPr lang="zh-CN" altLang="en-US" sz="2000" b="0" spc="130">
                          <a:latin typeface="微软雅黑" panose="020B0503020204020204" charset="-122"/>
                          <a:ea typeface="微软雅黑" panose="020B0503020204020204" charset="-122"/>
                          <a:cs typeface="微软雅黑" panose="020B0503020204020204" charset="-122"/>
                        </a:rPr>
                        <a:t>宪法</a:t>
                      </a:r>
                      <a:r>
                        <a:rPr lang="en-US" altLang="zh-CN" sz="2000" b="0" spc="130">
                          <a:latin typeface="微软雅黑" panose="020B0503020204020204" charset="-122"/>
                          <a:ea typeface="微软雅黑" panose="020B0503020204020204" charset="-122"/>
                          <a:cs typeface="微软雅黑" panose="020B0503020204020204" charset="-122"/>
                        </a:rPr>
                        <a:t>》</a:t>
                      </a:r>
                      <a:r>
                        <a:rPr lang="zh-CN" altLang="en-US" sz="2000" b="0" spc="130">
                          <a:latin typeface="微软雅黑" panose="020B0503020204020204" charset="-122"/>
                          <a:ea typeface="微软雅黑" panose="020B0503020204020204" charset="-122"/>
                          <a:cs typeface="微软雅黑" panose="020B0503020204020204" charset="-122"/>
                        </a:rPr>
                        <a:t>第 </a:t>
                      </a:r>
                      <a:r>
                        <a:rPr lang="en-US" altLang="zh-CN" sz="2000" b="0" spc="130">
                          <a:latin typeface="微软雅黑" panose="020B0503020204020204" charset="-122"/>
                          <a:ea typeface="微软雅黑" panose="020B0503020204020204" charset="-122"/>
                          <a:cs typeface="微软雅黑" panose="020B0503020204020204" charset="-122"/>
                        </a:rPr>
                        <a:t>13 </a:t>
                      </a:r>
                      <a:r>
                        <a:rPr lang="zh-CN" altLang="en-US" sz="2000" b="0" spc="130">
                          <a:latin typeface="微软雅黑" panose="020B0503020204020204" charset="-122"/>
                          <a:ea typeface="微软雅黑" panose="020B0503020204020204" charset="-122"/>
                          <a:cs typeface="微软雅黑" panose="020B0503020204020204" charset="-122"/>
                        </a:rPr>
                        <a:t>条（私有财产保护）、第 </a:t>
                      </a:r>
                      <a:r>
                        <a:rPr lang="en-US" altLang="zh-CN" sz="2000" b="0" spc="130">
                          <a:latin typeface="微软雅黑" panose="020B0503020204020204" charset="-122"/>
                          <a:ea typeface="微软雅黑" panose="020B0503020204020204" charset="-122"/>
                          <a:cs typeface="微软雅黑" panose="020B0503020204020204" charset="-122"/>
                        </a:rPr>
                        <a:t>5 </a:t>
                      </a:r>
                      <a:r>
                        <a:rPr lang="zh-CN" altLang="en-US" sz="2000" b="0" spc="130">
                          <a:latin typeface="微软雅黑" panose="020B0503020204020204" charset="-122"/>
                          <a:ea typeface="微软雅黑" panose="020B0503020204020204" charset="-122"/>
                          <a:cs typeface="微软雅黑" panose="020B0503020204020204" charset="-122"/>
                        </a:rPr>
                        <a:t>条（组织守法）</a:t>
                      </a:r>
                      <a:endParaRPr lang="zh-CN" altLang="en-US" sz="2000" b="0" spc="130">
                        <a:latin typeface="微软雅黑" panose="020B0503020204020204" charset="-122"/>
                        <a:ea typeface="微软雅黑" panose="020B0503020204020204" charset="-122"/>
                        <a:cs typeface="微软雅黑" panose="020B0503020204020204" charset="-122"/>
                      </a:endParaRPr>
                    </a:p>
                  </a:txBody>
                  <a:tcPr marL="215900" marR="215900" marT="133350" marB="133350" anchor="ctr" anchorCtr="0"/>
                </a:tc>
              </a:tr>
            </a:tbl>
          </a:graphicData>
        </a:graphic>
      </p:graphicFrame>
    </p:spTree>
    <p:custDataLst>
      <p:tags r:id="rId3"/>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custDataLst>
              <p:tags r:id="rId1"/>
            </p:custDataLst>
          </p:nvPr>
        </p:nvGraphicFramePr>
        <p:xfrm>
          <a:off x="607060" y="387350"/>
          <a:ext cx="10975975" cy="6038850"/>
        </p:xfrm>
        <a:graphic>
          <a:graphicData uri="http://schemas.openxmlformats.org/drawingml/2006/table">
            <a:tbl>
              <a:tblPr firstRow="1" bandRow="1">
                <a:tableStyleId>{5C22544A-7EE6-4342-B048-85BDC9FD1C3A}</a:tableStyleId>
              </a:tblPr>
              <a:tblGrid>
                <a:gridCol w="1933575"/>
                <a:gridCol w="5927725"/>
                <a:gridCol w="3114675"/>
              </a:tblGrid>
              <a:tr h="1960245">
                <a:tc>
                  <a:txBody>
                    <a:bodyPr/>
                    <a:p>
                      <a:pPr marL="0" indent="0" algn="ctr">
                        <a:lnSpc>
                          <a:spcPct val="120000"/>
                        </a:lnSpc>
                        <a:spcBef>
                          <a:spcPts val="0"/>
                        </a:spcBef>
                        <a:spcAft>
                          <a:spcPts val="0"/>
                        </a:spcAft>
                      </a:pPr>
                      <a:r>
                        <a:rPr lang="en-US" altLang="zh-CN" sz="2000" b="1" spc="120">
                          <a:latin typeface="微软雅黑" panose="020B0503020204020204" charset="-122"/>
                          <a:ea typeface="微软雅黑" panose="020B0503020204020204" charset="-122"/>
                          <a:cs typeface="微软雅黑" panose="020B0503020204020204" charset="-122"/>
                        </a:rPr>
                        <a:t>4. </a:t>
                      </a:r>
                      <a:r>
                        <a:rPr lang="zh-CN" altLang="en-US" sz="2000" b="1" spc="120">
                          <a:latin typeface="微软雅黑" panose="020B0503020204020204" charset="-122"/>
                          <a:ea typeface="微软雅黑" panose="020B0503020204020204" charset="-122"/>
                          <a:cs typeface="微软雅黑" panose="020B0503020204020204" charset="-122"/>
                        </a:rPr>
                        <a:t>国家机关之间的关系</a:t>
                      </a:r>
                      <a:endParaRPr lang="zh-CN" altLang="en-US" sz="2000" b="1" spc="12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zh-CN" altLang="en-US" sz="2000" b="1" spc="120">
                          <a:latin typeface="微软雅黑" panose="020B0503020204020204" charset="-122"/>
                          <a:ea typeface="微软雅黑" panose="020B0503020204020204" charset="-122"/>
                        </a:rPr>
                        <a:t>横向：权力分工（立法、行政、监察等）；</a:t>
                      </a:r>
                      <a:endParaRPr lang="zh-CN" altLang="en-US" sz="2000" b="1" spc="120">
                        <a:latin typeface="微软雅黑" panose="020B0503020204020204" charset="-122"/>
                        <a:ea typeface="微软雅黑" panose="020B0503020204020204" charset="-122"/>
                      </a:endParaRPr>
                    </a:p>
                    <a:p>
                      <a:pPr marL="0" indent="0" algn="ctr">
                        <a:lnSpc>
                          <a:spcPct val="120000"/>
                        </a:lnSpc>
                        <a:spcBef>
                          <a:spcPts val="0"/>
                        </a:spcBef>
                        <a:spcAft>
                          <a:spcPts val="0"/>
                        </a:spcAft>
                      </a:pPr>
                      <a:r>
                        <a:rPr lang="zh-CN" altLang="en-US" sz="2000" b="1" spc="120">
                          <a:latin typeface="微软雅黑" panose="020B0503020204020204" charset="-122"/>
                          <a:ea typeface="微软雅黑" panose="020B0503020204020204" charset="-122"/>
                        </a:rPr>
                        <a:t>纵向：中央与地方分权（单一制下中央统一领导）</a:t>
                      </a:r>
                      <a:endParaRPr lang="zh-CN" altLang="en-US" sz="2000" b="1" spc="120">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en-US" altLang="zh-CN" sz="2000" b="1" spc="120">
                          <a:latin typeface="微软雅黑" panose="020B0503020204020204" charset="-122"/>
                          <a:ea typeface="微软雅黑" panose="020B0503020204020204" charset="-122"/>
                          <a:cs typeface="微软雅黑" panose="020B0503020204020204" charset="-122"/>
                        </a:rPr>
                        <a:t>《</a:t>
                      </a:r>
                      <a:r>
                        <a:rPr lang="zh-CN" altLang="en-US" sz="2000" b="1" spc="120">
                          <a:latin typeface="微软雅黑" panose="020B0503020204020204" charset="-122"/>
                          <a:ea typeface="微软雅黑" panose="020B0503020204020204" charset="-122"/>
                          <a:cs typeface="微软雅黑" panose="020B0503020204020204" charset="-122"/>
                        </a:rPr>
                        <a:t>宪法</a:t>
                      </a:r>
                      <a:r>
                        <a:rPr lang="en-US" altLang="zh-CN" sz="2000" b="1" spc="120">
                          <a:latin typeface="微软雅黑" panose="020B0503020204020204" charset="-122"/>
                          <a:ea typeface="微软雅黑" panose="020B0503020204020204" charset="-122"/>
                          <a:cs typeface="微软雅黑" panose="020B0503020204020204" charset="-122"/>
                        </a:rPr>
                        <a:t>》</a:t>
                      </a:r>
                      <a:r>
                        <a:rPr lang="zh-CN" altLang="en-US" sz="2000" b="1" spc="120">
                          <a:latin typeface="微软雅黑" panose="020B0503020204020204" charset="-122"/>
                          <a:ea typeface="微软雅黑" panose="020B0503020204020204" charset="-122"/>
                          <a:cs typeface="微软雅黑" panose="020B0503020204020204" charset="-122"/>
                        </a:rPr>
                        <a:t>第 </a:t>
                      </a:r>
                      <a:r>
                        <a:rPr lang="en-US" altLang="zh-CN" sz="2000" b="1" spc="120">
                          <a:latin typeface="微软雅黑" panose="020B0503020204020204" charset="-122"/>
                          <a:ea typeface="微软雅黑" panose="020B0503020204020204" charset="-122"/>
                          <a:cs typeface="微软雅黑" panose="020B0503020204020204" charset="-122"/>
                        </a:rPr>
                        <a:t>3 </a:t>
                      </a:r>
                      <a:r>
                        <a:rPr lang="zh-CN" altLang="en-US" sz="2000" b="1" spc="120">
                          <a:latin typeface="微软雅黑" panose="020B0503020204020204" charset="-122"/>
                          <a:ea typeface="微软雅黑" panose="020B0503020204020204" charset="-122"/>
                          <a:cs typeface="微软雅黑" panose="020B0503020204020204" charset="-122"/>
                        </a:rPr>
                        <a:t>条</a:t>
                      </a:r>
                      <a:endParaRPr lang="zh-CN" altLang="en-US" sz="2000" b="1" spc="12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r>
              <a:tr h="1868170">
                <a:tc>
                  <a:txBody>
                    <a:bodyPr/>
                    <a:p>
                      <a:pPr marL="0" indent="0" algn="ctr">
                        <a:lnSpc>
                          <a:spcPct val="120000"/>
                        </a:lnSpc>
                        <a:spcBef>
                          <a:spcPts val="0"/>
                        </a:spcBef>
                        <a:spcAft>
                          <a:spcPts val="0"/>
                        </a:spcAft>
                      </a:pPr>
                      <a:r>
                        <a:rPr lang="en-US" altLang="zh-CN" sz="2000" b="0" spc="60">
                          <a:latin typeface="微软雅黑" panose="020B0503020204020204" charset="-122"/>
                          <a:ea typeface="微软雅黑" panose="020B0503020204020204" charset="-122"/>
                          <a:cs typeface="微软雅黑" panose="020B0503020204020204" charset="-122"/>
                        </a:rPr>
                        <a:t>5. </a:t>
                      </a:r>
                      <a:r>
                        <a:rPr lang="zh-CN" altLang="en-US" sz="2000" b="0" spc="60">
                          <a:latin typeface="微软雅黑" panose="020B0503020204020204" charset="-122"/>
                          <a:ea typeface="微软雅黑" panose="020B0503020204020204" charset="-122"/>
                          <a:cs typeface="微软雅黑" panose="020B0503020204020204" charset="-122"/>
                        </a:rPr>
                        <a:t>国家与政党的关系</a:t>
                      </a:r>
                      <a:endParaRPr lang="zh-CN" altLang="en-US" sz="20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zh-CN" altLang="en-US" sz="2000" b="0" spc="60">
                          <a:latin typeface="微软雅黑" panose="020B0503020204020204" charset="-122"/>
                          <a:ea typeface="微软雅黑" panose="020B0503020204020204" charset="-122"/>
                        </a:rPr>
                        <a:t>确认政党领导地位（如中共领导），规范政党义务（遵守宪法）</a:t>
                      </a:r>
                      <a:endParaRPr lang="zh-CN" altLang="en-US" sz="2000" b="0" spc="60">
                        <a:latin typeface="微软雅黑" panose="020B0503020204020204" charset="-122"/>
                        <a:ea typeface="微软雅黑" panose="020B0503020204020204" charset="-122"/>
                      </a:endParaRPr>
                    </a:p>
                  </a:txBody>
                  <a:tcPr marL="25400" marR="25400" marT="25400" marB="25400" anchor="ctr" anchorCtr="0"/>
                </a:tc>
                <a:tc>
                  <a:txBody>
                    <a:bodyPr/>
                    <a:p>
                      <a:pPr marL="0" indent="0" algn="l">
                        <a:lnSpc>
                          <a:spcPct val="120000"/>
                        </a:lnSpc>
                        <a:spcBef>
                          <a:spcPts val="0"/>
                        </a:spcBef>
                        <a:spcAft>
                          <a:spcPts val="0"/>
                        </a:spcAft>
                      </a:pPr>
                      <a:r>
                        <a:rPr lang="en-US" altLang="zh-CN" sz="2000" b="0" spc="60">
                          <a:latin typeface="微软雅黑" panose="020B0503020204020204" charset="-122"/>
                          <a:ea typeface="微软雅黑" panose="020B0503020204020204" charset="-122"/>
                          <a:cs typeface="微软雅黑" panose="020B0503020204020204" charset="-122"/>
                        </a:rPr>
                        <a:t>《</a:t>
                      </a:r>
                      <a:r>
                        <a:rPr lang="zh-CN" altLang="en-US" sz="2000" b="0" spc="60">
                          <a:latin typeface="微软雅黑" panose="020B0503020204020204" charset="-122"/>
                          <a:ea typeface="微软雅黑" panose="020B0503020204020204" charset="-122"/>
                          <a:cs typeface="微软雅黑" panose="020B0503020204020204" charset="-122"/>
                        </a:rPr>
                        <a:t>宪法</a:t>
                      </a:r>
                      <a:r>
                        <a:rPr lang="en-US" altLang="zh-CN" sz="2000" b="0" spc="60">
                          <a:latin typeface="微软雅黑" panose="020B0503020204020204" charset="-122"/>
                          <a:ea typeface="微软雅黑" panose="020B0503020204020204" charset="-122"/>
                          <a:cs typeface="微软雅黑" panose="020B0503020204020204" charset="-122"/>
                        </a:rPr>
                        <a:t>》</a:t>
                      </a:r>
                      <a:r>
                        <a:rPr lang="zh-CN" altLang="en-US" sz="2000" b="0" spc="60">
                          <a:latin typeface="微软雅黑" panose="020B0503020204020204" charset="-122"/>
                          <a:ea typeface="微软雅黑" panose="020B0503020204020204" charset="-122"/>
                          <a:cs typeface="微软雅黑" panose="020B0503020204020204" charset="-122"/>
                        </a:rPr>
                        <a:t>第</a:t>
                      </a:r>
                      <a:r>
                        <a:rPr lang="en-US" altLang="zh-CN" sz="2000" b="0" spc="60">
                          <a:latin typeface="微软雅黑" panose="020B0503020204020204" charset="-122"/>
                          <a:ea typeface="微软雅黑" panose="020B0503020204020204" charset="-122"/>
                          <a:cs typeface="微软雅黑" panose="020B0503020204020204" charset="-122"/>
                        </a:rPr>
                        <a:t>1</a:t>
                      </a:r>
                      <a:r>
                        <a:rPr lang="zh-CN" altLang="en-US" sz="2000" b="0" spc="60">
                          <a:latin typeface="微软雅黑" panose="020B0503020204020204" charset="-122"/>
                          <a:ea typeface="微软雅黑" panose="020B0503020204020204" charset="-122"/>
                          <a:cs typeface="微软雅黑" panose="020B0503020204020204" charset="-122"/>
                        </a:rPr>
                        <a:t>条（中共领导）、第 </a:t>
                      </a:r>
                      <a:r>
                        <a:rPr lang="en-US" altLang="zh-CN" sz="2000" b="0" spc="60">
                          <a:latin typeface="微软雅黑" panose="020B0503020204020204" charset="-122"/>
                          <a:ea typeface="微软雅黑" panose="020B0503020204020204" charset="-122"/>
                          <a:cs typeface="微软雅黑" panose="020B0503020204020204" charset="-122"/>
                        </a:rPr>
                        <a:t>5 </a:t>
                      </a:r>
                      <a:r>
                        <a:rPr lang="zh-CN" altLang="en-US" sz="2000" b="0" spc="60">
                          <a:latin typeface="微软雅黑" panose="020B0503020204020204" charset="-122"/>
                          <a:ea typeface="微软雅黑" panose="020B0503020204020204" charset="-122"/>
                          <a:cs typeface="微软雅黑" panose="020B0503020204020204" charset="-122"/>
                        </a:rPr>
                        <a:t>条（政党守法）</a:t>
                      </a:r>
                      <a:endParaRPr lang="zh-CN" altLang="en-US" sz="20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r>
              <a:tr h="2210435">
                <a:tc>
                  <a:txBody>
                    <a:bodyPr/>
                    <a:p>
                      <a:pPr marL="0" indent="0" algn="ctr">
                        <a:lnSpc>
                          <a:spcPct val="120000"/>
                        </a:lnSpc>
                        <a:spcBef>
                          <a:spcPts val="0"/>
                        </a:spcBef>
                        <a:spcAft>
                          <a:spcPts val="0"/>
                        </a:spcAft>
                      </a:pPr>
                      <a:r>
                        <a:rPr lang="en-US" altLang="zh-CN" sz="2000" b="0" spc="60">
                          <a:latin typeface="微软雅黑" panose="020B0503020204020204" charset="-122"/>
                          <a:ea typeface="微软雅黑" panose="020B0503020204020204" charset="-122"/>
                          <a:cs typeface="微软雅黑" panose="020B0503020204020204" charset="-122"/>
                        </a:rPr>
                        <a:t>6. </a:t>
                      </a:r>
                      <a:r>
                        <a:rPr lang="zh-CN" altLang="en-US" sz="2000" b="0" spc="60">
                          <a:latin typeface="微软雅黑" panose="020B0503020204020204" charset="-122"/>
                          <a:ea typeface="微软雅黑" panose="020B0503020204020204" charset="-122"/>
                          <a:cs typeface="微软雅黑" panose="020B0503020204020204" charset="-122"/>
                        </a:rPr>
                        <a:t>国家与外国人的关系</a:t>
                      </a:r>
                      <a:endParaRPr lang="zh-CN" altLang="en-US" sz="20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zh-CN" altLang="en-US" sz="2000" b="0" spc="60">
                          <a:latin typeface="微软雅黑" panose="020B0503020204020204" charset="-122"/>
                          <a:ea typeface="微软雅黑" panose="020B0503020204020204" charset="-122"/>
                        </a:rPr>
                        <a:t>保护外国人合法权益，提供政治庇护，外国人需遵守我国法律</a:t>
                      </a:r>
                      <a:endParaRPr lang="zh-CN" altLang="en-US" sz="2000" b="0" spc="60">
                        <a:latin typeface="微软雅黑" panose="020B0503020204020204" charset="-122"/>
                        <a:ea typeface="微软雅黑" panose="020B0503020204020204" charset="-122"/>
                      </a:endParaRPr>
                    </a:p>
                  </a:txBody>
                  <a:tcPr marL="25400" marR="25400" marT="25400" marB="25400" anchor="ctr" anchorCtr="0"/>
                </a:tc>
                <a:tc>
                  <a:txBody>
                    <a:bodyPr/>
                    <a:p>
                      <a:pPr marL="0" indent="0" algn="l">
                        <a:lnSpc>
                          <a:spcPct val="120000"/>
                        </a:lnSpc>
                        <a:spcBef>
                          <a:spcPts val="0"/>
                        </a:spcBef>
                        <a:spcAft>
                          <a:spcPts val="0"/>
                        </a:spcAft>
                      </a:pPr>
                      <a:r>
                        <a:rPr lang="en-US" altLang="zh-CN" sz="2000" b="0" spc="60">
                          <a:latin typeface="微软雅黑" panose="020B0503020204020204" charset="-122"/>
                          <a:ea typeface="微软雅黑" panose="020B0503020204020204" charset="-122"/>
                          <a:cs typeface="微软雅黑" panose="020B0503020204020204" charset="-122"/>
                        </a:rPr>
                        <a:t>《</a:t>
                      </a:r>
                      <a:r>
                        <a:rPr lang="zh-CN" altLang="en-US" sz="2000" b="0" spc="60">
                          <a:latin typeface="微软雅黑" panose="020B0503020204020204" charset="-122"/>
                          <a:ea typeface="微软雅黑" panose="020B0503020204020204" charset="-122"/>
                          <a:cs typeface="微软雅黑" panose="020B0503020204020204" charset="-122"/>
                        </a:rPr>
                        <a:t>宪法</a:t>
                      </a:r>
                      <a:r>
                        <a:rPr lang="en-US" altLang="zh-CN" sz="2000" b="0" spc="60">
                          <a:latin typeface="微软雅黑" panose="020B0503020204020204" charset="-122"/>
                          <a:ea typeface="微软雅黑" panose="020B0503020204020204" charset="-122"/>
                          <a:cs typeface="微软雅黑" panose="020B0503020204020204" charset="-122"/>
                        </a:rPr>
                        <a:t>》</a:t>
                      </a:r>
                      <a:r>
                        <a:rPr lang="zh-CN" altLang="en-US" sz="2000" b="0" spc="60">
                          <a:latin typeface="微软雅黑" panose="020B0503020204020204" charset="-122"/>
                          <a:ea typeface="微软雅黑" panose="020B0503020204020204" charset="-122"/>
                          <a:cs typeface="微软雅黑" panose="020B0503020204020204" charset="-122"/>
                        </a:rPr>
                        <a:t>第 </a:t>
                      </a:r>
                      <a:r>
                        <a:rPr lang="en-US" altLang="zh-CN" sz="2000" b="0" spc="60">
                          <a:latin typeface="微软雅黑" panose="020B0503020204020204" charset="-122"/>
                          <a:ea typeface="微软雅黑" panose="020B0503020204020204" charset="-122"/>
                          <a:cs typeface="微软雅黑" panose="020B0503020204020204" charset="-122"/>
                        </a:rPr>
                        <a:t>32 </a:t>
                      </a:r>
                      <a:r>
                        <a:rPr lang="zh-CN" altLang="en-US" sz="2000" b="0" spc="60">
                          <a:latin typeface="微软雅黑" panose="020B0503020204020204" charset="-122"/>
                          <a:ea typeface="微软雅黑" panose="020B0503020204020204" charset="-122"/>
                          <a:cs typeface="微软雅黑" panose="020B0503020204020204" charset="-122"/>
                        </a:rPr>
                        <a:t>条 “保护外国人合法权益”</a:t>
                      </a:r>
                      <a:endParaRPr lang="zh-CN" altLang="en-US" sz="20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r>
            </a:tbl>
          </a:graphicData>
        </a:graphic>
      </p:graphicFrame>
    </p:spTree>
    <p:custDataLst>
      <p:tags r:id="rId2"/>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35" y="2741295"/>
            <a:ext cx="12192635" cy="4116070"/>
          </a:xfrm>
          <a:prstGeom prst="rect">
            <a:avLst/>
          </a:prstGeom>
          <a:solidFill>
            <a:schemeClr val="bg1">
              <a:lumMod val="75000"/>
              <a:alpha val="2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0" y="0"/>
            <a:ext cx="12192635" cy="2741295"/>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custDataLst>
              <p:tags r:id="rId3"/>
            </p:custDataLst>
          </p:nvPr>
        </p:nvSpPr>
        <p:spPr>
          <a:xfrm>
            <a:off x="859155" y="792480"/>
            <a:ext cx="10473690" cy="5422265"/>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lIns="1188085" tIns="720090" rIns="1188085" bIns="720090" rtlCol="0" anchor="ctr">
            <a:normAutofit/>
          </a:bodyPr>
          <a:lstStyle/>
          <a:p>
            <a:pPr marL="0" lvl="0" indent="0" algn="just" fontAlgn="auto">
              <a:lnSpc>
                <a:spcPct val="150000"/>
              </a:lnSpc>
              <a:spcAft>
                <a:spcPts val="1200"/>
              </a:spcAft>
            </a:pPr>
            <a:r>
              <a:rPr lang="zh-CN" altLang="en-US" sz="3200" dirty="0">
                <a:solidFill>
                  <a:srgbClr val="C00000"/>
                </a:solidFill>
                <a:latin typeface="微软雅黑" panose="020B0503020204020204" charset="-122"/>
                <a:ea typeface="微软雅黑" panose="020B0503020204020204" charset="-122"/>
                <a:cs typeface="微软雅黑" panose="020B0503020204020204" charset="-122"/>
                <a:sym typeface="+mn-ea"/>
              </a:rPr>
              <a:t>讨论:</a:t>
            </a:r>
            <a:endParaRPr lang="zh-CN" altLang="en-US" sz="3200" dirty="0">
              <a:solidFill>
                <a:srgbClr val="C00000"/>
              </a:solidFill>
              <a:latin typeface="微软雅黑" panose="020B0503020204020204" charset="-122"/>
              <a:ea typeface="微软雅黑" panose="020B0503020204020204" charset="-122"/>
              <a:cs typeface="微软雅黑" panose="020B0503020204020204" charset="-122"/>
              <a:sym typeface="+mn-ea"/>
            </a:endParaRPr>
          </a:p>
          <a:p>
            <a:pPr marL="457200" lvl="1" indent="0" algn="just" fontAlgn="auto">
              <a:lnSpc>
                <a:spcPct val="150000"/>
              </a:lnSpc>
              <a:spcAft>
                <a:spcPts val="1200"/>
              </a:spcAft>
            </a:pPr>
            <a:r>
              <a:rPr lang="zh-CN" altLang="en-US" sz="3200" dirty="0">
                <a:solidFill>
                  <a:srgbClr val="C00000"/>
                </a:solidFill>
                <a:latin typeface="微软雅黑" panose="020B0503020204020204" charset="-122"/>
                <a:ea typeface="微软雅黑" panose="020B0503020204020204" charset="-122"/>
                <a:cs typeface="微软雅黑" panose="020B0503020204020204" charset="-122"/>
                <a:sym typeface="+mn-ea"/>
              </a:rPr>
              <a:t>当你说“我有受教育的权利”时,你的这个权利主要对应的是哪个主体的义务?是国家?是父母?还是学校?请分析这种宪法关系中的权利义务结构。</a:t>
            </a:r>
            <a:endParaRPr lang="zh-CN" altLang="en-US" sz="3200" dirty="0">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4"/>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381635" y="635"/>
            <a:ext cx="11572240" cy="1541780"/>
          </a:xfrm>
        </p:spPr>
        <p:txBody>
          <a:bodyPr>
            <a:normAutofit/>
          </a:bodyPr>
          <a:lstStyle/>
          <a:p>
            <a:r>
              <a:rPr lang="zh-CN" altLang="en-US" sz="3800"/>
              <a:t>当你说“我有受教育的权利”时，这实际上构成了一个典型的宪法关系，其中涉及多个主体的义务承担：</a:t>
            </a:r>
            <a:endParaRPr lang="zh-CN" altLang="en-US" sz="3800"/>
          </a:p>
        </p:txBody>
      </p:sp>
      <p:sp>
        <p:nvSpPr>
          <p:cNvPr id="8" name="矩形 7"/>
          <p:cNvSpPr/>
          <p:nvPr userDrawn="1">
            <p:custDataLst>
              <p:tags r:id="rId2"/>
            </p:custDataLst>
          </p:nvPr>
        </p:nvSpPr>
        <p:spPr>
          <a:xfrm>
            <a:off x="0" y="3048000"/>
            <a:ext cx="12192000" cy="3810000"/>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charset="-122"/>
              <a:ea typeface="微软雅黑" panose="020B0503020204020204" charset="-122"/>
              <a:sym typeface="+mn-ea"/>
            </a:endParaRPr>
          </a:p>
        </p:txBody>
      </p:sp>
      <p:sp useBgFill="1">
        <p:nvSpPr>
          <p:cNvPr id="5" name="矩形 4"/>
          <p:cNvSpPr/>
          <p:nvPr>
            <p:custDataLst>
              <p:tags r:id="rId3"/>
            </p:custDataLst>
          </p:nvPr>
        </p:nvSpPr>
        <p:spPr>
          <a:xfrm>
            <a:off x="635" y="1334135"/>
            <a:ext cx="12053570" cy="5280660"/>
          </a:xfrm>
          <a:prstGeom prst="rect">
            <a:avLst/>
          </a:prstGeom>
          <a:ln>
            <a:noFill/>
          </a:ln>
          <a:effectLst>
            <a:outerShdw blurRad="127000" dist="38100" dir="5400000" algn="t" rotWithShape="0">
              <a:schemeClr val="dk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0" rIns="360000" numCol="1" spcCol="0" rtlCol="0" fromWordArt="0" anchor="ctr" anchorCtr="0" forceAA="0" compatLnSpc="1">
            <a:noAutofit/>
          </a:bodyPr>
          <a:lstStyle/>
          <a:p>
            <a:pPr algn="just">
              <a:lnSpc>
                <a:spcPct val="130000"/>
              </a:lnSpc>
            </a:pPr>
            <a:endParaRPr lang="zh-CN" altLang="en-US" spc="150" dirty="0">
              <a:ln w="3175">
                <a:noFill/>
                <a:prstDash val="dash"/>
              </a:ln>
              <a:solidFill>
                <a:srgbClr val="262626"/>
              </a:solidFill>
              <a:uFillTx/>
              <a:latin typeface="+mn-ea"/>
              <a:ea typeface="微软雅黑" panose="020B0503020204020204" charset="-122"/>
              <a:cs typeface="微软雅黑" panose="020B0503020204020204" charset="-122"/>
              <a:sym typeface="+mn-ea"/>
            </a:endParaRPr>
          </a:p>
        </p:txBody>
      </p:sp>
      <p:sp>
        <p:nvSpPr>
          <p:cNvPr id="6" name="文本框 5"/>
          <p:cNvSpPr txBox="1"/>
          <p:nvPr>
            <p:custDataLst>
              <p:tags r:id="rId4"/>
            </p:custDataLst>
          </p:nvPr>
        </p:nvSpPr>
        <p:spPr>
          <a:xfrm>
            <a:off x="381000" y="829310"/>
            <a:ext cx="11572875" cy="5785485"/>
          </a:xfrm>
          <a:prstGeom prst="rect">
            <a:avLst/>
          </a:prstGeom>
          <a:noFill/>
        </p:spPr>
        <p:txBody>
          <a:bodyPr wrap="square" lIns="0" tIns="0" rIns="0" bIns="0" rtlCol="0" anchor="ctr" anchorCtr="0">
            <a:normAutofit lnSpcReduction="10000"/>
          </a:bodyPr>
          <a:lstStyle/>
          <a:p>
            <a:pPr marL="0" lvl="0" indent="0" fontAlgn="auto">
              <a:lnSpc>
                <a:spcPct val="150000"/>
              </a:lnSpc>
            </a:pPr>
            <a:r>
              <a:rPr lang="en-US" altLang="zh-CN"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 </a:t>
            </a:r>
            <a:r>
              <a:rPr lang="zh-CN" altLang="en-US"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国家是首要义务主体。</a:t>
            </a:r>
            <a:r>
              <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根据我国宪法第19条、第46条规定,国家负有发展教育事业、举办各类学校、保障公民受教育机会的核心义务。具体体现在：建立完善的教育制度体系;提供义务教育阶段的免费教育;保障教育公平,消除教育歧视;为特殊群体提供教育援助</a:t>
            </a:r>
            <a:endPar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lvl="0" indent="0" fontAlgn="auto">
              <a:lnSpc>
                <a:spcPct val="150000"/>
              </a:lnSpc>
            </a:pPr>
            <a:r>
              <a:rPr lang="en-US" altLang="zh-CN"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 </a:t>
            </a:r>
            <a:r>
              <a:rPr lang="zh-CN" altLang="en-US"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父母是重要义务主体。</a:t>
            </a:r>
            <a:r>
              <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虽然宪法条文未直接规定,但从宪法第49条“父母有抚养教育未成年子女的义务”可以推导出:保障适龄子女按时入学;为子女受教育提供必要条件;不得剥夺子女的受教育机会。</a:t>
            </a:r>
            <a:endPar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lvl="0" indent="0" fontAlgn="auto">
              <a:lnSpc>
                <a:spcPct val="150000"/>
              </a:lnSpc>
            </a:pPr>
            <a:r>
              <a:rPr lang="en-US" altLang="zh-CN"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 </a:t>
            </a:r>
            <a:r>
              <a:rPr lang="zh-CN" altLang="en-US"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学校是具体实施主体。</a:t>
            </a:r>
            <a:r>
              <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作为国家教育职能的具体承担者,学校负有提供符合标准的教育服务;保障教育过程公平公正;维护受教育者的合法权益。</a:t>
            </a:r>
            <a:endPar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914400" lvl="2" indent="0" fontAlgn="auto">
              <a:lnSpc>
                <a:spcPct val="150000"/>
              </a:lnSpc>
            </a:pPr>
            <a:r>
              <a:rPr lang="zh-CN" altLang="en-US"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宪法关系的复合型特征:</a:t>
            </a:r>
            <a:endParaRPr lang="zh-CN" altLang="en-US"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914400" lvl="2" indent="0" fontAlgn="auto">
              <a:lnSpc>
                <a:spcPct val="150000"/>
              </a:lnSpc>
            </a:pPr>
            <a:r>
              <a:rPr lang="zh-CN" altLang="en-US"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直接对应关系:</a:t>
            </a:r>
            <a:r>
              <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公民受教育权←→国家教育义务;</a:t>
            </a:r>
            <a:endPar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914400" lvl="2" indent="0" fontAlgn="auto">
              <a:lnSpc>
                <a:spcPct val="150000"/>
              </a:lnSpc>
            </a:pPr>
            <a:r>
              <a:rPr lang="zh-CN" altLang="en-US"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间接保障关系:</a:t>
            </a:r>
            <a:r>
              <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通过立法将国家义务分解给家庭、学校等主体;</a:t>
            </a:r>
            <a:endPar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914400" lvl="2" indent="0" fontAlgn="auto">
              <a:lnSpc>
                <a:spcPct val="150000"/>
              </a:lnSpc>
            </a:pPr>
            <a:r>
              <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动态平衡关系:各主体义务的履行共同保障权利的实现。</a:t>
            </a:r>
            <a:endPar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5"/>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4"/>
          <p:cNvSpPr/>
          <p:nvPr>
            <p:custDataLst>
              <p:tags r:id="rId1"/>
            </p:custDataLst>
          </p:nvPr>
        </p:nvSpPr>
        <p:spPr>
          <a:xfrm>
            <a:off x="0" y="254002"/>
            <a:ext cx="12192528" cy="4870932"/>
          </a:xfrm>
          <a:custGeom>
            <a:avLst/>
            <a:gdLst>
              <a:gd name="connsiteX0" fmla="*/ 0 w 12192000"/>
              <a:gd name="connsiteY0" fmla="*/ 0 h 4810608"/>
              <a:gd name="connsiteX1" fmla="*/ 12192000 w 12192000"/>
              <a:gd name="connsiteY1" fmla="*/ 0 h 4810608"/>
              <a:gd name="connsiteX2" fmla="*/ 12192000 w 12192000"/>
              <a:gd name="connsiteY2" fmla="*/ 4810608 h 4810608"/>
              <a:gd name="connsiteX3" fmla="*/ 0 w 12192000"/>
              <a:gd name="connsiteY3" fmla="*/ 2985118 h 4810608"/>
              <a:gd name="connsiteX4" fmla="*/ 0 w 12192000"/>
              <a:gd name="connsiteY4" fmla="*/ 0 h 4810608"/>
              <a:gd name="connsiteX0-1" fmla="*/ 0 w 12192000"/>
              <a:gd name="connsiteY0-2" fmla="*/ 0 h 4861408"/>
              <a:gd name="connsiteX1-3" fmla="*/ 12192000 w 12192000"/>
              <a:gd name="connsiteY1-4" fmla="*/ 0 h 4861408"/>
              <a:gd name="connsiteX2-5" fmla="*/ 12179300 w 12192000"/>
              <a:gd name="connsiteY2-6" fmla="*/ 4861408 h 4861408"/>
              <a:gd name="connsiteX3-7" fmla="*/ 0 w 12192000"/>
              <a:gd name="connsiteY3-8" fmla="*/ 2985118 h 4861408"/>
              <a:gd name="connsiteX4-9" fmla="*/ 0 w 12192000"/>
              <a:gd name="connsiteY4-10" fmla="*/ 0 h 4861408"/>
              <a:gd name="connsiteX0-11" fmla="*/ 0 w 12196861"/>
              <a:gd name="connsiteY0-12" fmla="*/ 0 h 4866170"/>
              <a:gd name="connsiteX1-13" fmla="*/ 12192000 w 12196861"/>
              <a:gd name="connsiteY1-14" fmla="*/ 0 h 4866170"/>
              <a:gd name="connsiteX2-15" fmla="*/ 12195969 w 12196861"/>
              <a:gd name="connsiteY2-16" fmla="*/ 4866170 h 4866170"/>
              <a:gd name="connsiteX3-17" fmla="*/ 0 w 12196861"/>
              <a:gd name="connsiteY3-18" fmla="*/ 2985118 h 4866170"/>
              <a:gd name="connsiteX4-19" fmla="*/ 0 w 12196861"/>
              <a:gd name="connsiteY4-20" fmla="*/ 0 h 4866170"/>
              <a:gd name="connsiteX0-21" fmla="*/ 0 w 12192000"/>
              <a:gd name="connsiteY0-22" fmla="*/ 0 h 4868551"/>
              <a:gd name="connsiteX1-23" fmla="*/ 12192000 w 12192000"/>
              <a:gd name="connsiteY1-24" fmla="*/ 0 h 4868551"/>
              <a:gd name="connsiteX2-25" fmla="*/ 12188826 w 12192000"/>
              <a:gd name="connsiteY2-26" fmla="*/ 4868551 h 4868551"/>
              <a:gd name="connsiteX3-27" fmla="*/ 0 w 12192000"/>
              <a:gd name="connsiteY3-28" fmla="*/ 2985118 h 4868551"/>
              <a:gd name="connsiteX4-29" fmla="*/ 0 w 12192000"/>
              <a:gd name="connsiteY4-30" fmla="*/ 0 h 4868551"/>
              <a:gd name="connsiteX0-31" fmla="*/ 0 w 12192528"/>
              <a:gd name="connsiteY0-32" fmla="*/ 0 h 4870932"/>
              <a:gd name="connsiteX1-33" fmla="*/ 12192000 w 12192528"/>
              <a:gd name="connsiteY1-34" fmla="*/ 0 h 4870932"/>
              <a:gd name="connsiteX2-35" fmla="*/ 12191207 w 12192528"/>
              <a:gd name="connsiteY2-36" fmla="*/ 4870932 h 4870932"/>
              <a:gd name="connsiteX3-37" fmla="*/ 0 w 12192528"/>
              <a:gd name="connsiteY3-38" fmla="*/ 2985118 h 4870932"/>
              <a:gd name="connsiteX4-39" fmla="*/ 0 w 12192528"/>
              <a:gd name="connsiteY4-40" fmla="*/ 0 h 487093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2528" h="4870932">
                <a:moveTo>
                  <a:pt x="0" y="0"/>
                </a:moveTo>
                <a:lnTo>
                  <a:pt x="12192000" y="0"/>
                </a:lnTo>
                <a:cubicBezTo>
                  <a:pt x="12187767" y="1620469"/>
                  <a:pt x="12195440" y="3250463"/>
                  <a:pt x="12191207" y="4870932"/>
                </a:cubicBezTo>
                <a:lnTo>
                  <a:pt x="0" y="2985118"/>
                </a:lnTo>
                <a:lnTo>
                  <a:pt x="0" y="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矩形 1"/>
          <p:cNvSpPr/>
          <p:nvPr>
            <p:custDataLst>
              <p:tags r:id="rId2"/>
            </p:custDataLst>
          </p:nvPr>
        </p:nvSpPr>
        <p:spPr>
          <a:xfrm>
            <a:off x="-1" y="0"/>
            <a:ext cx="12195175" cy="4749642"/>
          </a:xfrm>
          <a:custGeom>
            <a:avLst/>
            <a:gdLst>
              <a:gd name="connsiteX0" fmla="*/ 0 w 12192000"/>
              <a:gd name="connsiteY0" fmla="*/ 0 h 3147060"/>
              <a:gd name="connsiteX1" fmla="*/ 12192000 w 12192000"/>
              <a:gd name="connsiteY1" fmla="*/ 0 h 3147060"/>
              <a:gd name="connsiteX2" fmla="*/ 12192000 w 12192000"/>
              <a:gd name="connsiteY2" fmla="*/ 3147060 h 3147060"/>
              <a:gd name="connsiteX3" fmla="*/ 0 w 12192000"/>
              <a:gd name="connsiteY3" fmla="*/ 3147060 h 3147060"/>
              <a:gd name="connsiteX4" fmla="*/ 0 w 12192000"/>
              <a:gd name="connsiteY4" fmla="*/ 0 h 3147060"/>
              <a:gd name="connsiteX0-1" fmla="*/ 0 w 12204700"/>
              <a:gd name="connsiteY0-2" fmla="*/ 0 h 4747260"/>
              <a:gd name="connsiteX1-3" fmla="*/ 12192000 w 12204700"/>
              <a:gd name="connsiteY1-4" fmla="*/ 0 h 4747260"/>
              <a:gd name="connsiteX2-5" fmla="*/ 12204700 w 12204700"/>
              <a:gd name="connsiteY2-6" fmla="*/ 4747260 h 4747260"/>
              <a:gd name="connsiteX3-7" fmla="*/ 0 w 12204700"/>
              <a:gd name="connsiteY3-8" fmla="*/ 3147060 h 4747260"/>
              <a:gd name="connsiteX4-9" fmla="*/ 0 w 12204700"/>
              <a:gd name="connsiteY4-10" fmla="*/ 0 h 4747260"/>
              <a:gd name="connsiteX0-11" fmla="*/ 0 w 12195175"/>
              <a:gd name="connsiteY0-12" fmla="*/ 0 h 4749642"/>
              <a:gd name="connsiteX1-13" fmla="*/ 12192000 w 12195175"/>
              <a:gd name="connsiteY1-14" fmla="*/ 0 h 4749642"/>
              <a:gd name="connsiteX2-15" fmla="*/ 12195175 w 12195175"/>
              <a:gd name="connsiteY2-16" fmla="*/ 4749642 h 4749642"/>
              <a:gd name="connsiteX3-17" fmla="*/ 0 w 12195175"/>
              <a:gd name="connsiteY3-18" fmla="*/ 3147060 h 4749642"/>
              <a:gd name="connsiteX4-19" fmla="*/ 0 w 12195175"/>
              <a:gd name="connsiteY4-20" fmla="*/ 0 h 474964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5175" h="4749642">
                <a:moveTo>
                  <a:pt x="0" y="0"/>
                </a:moveTo>
                <a:lnTo>
                  <a:pt x="12192000" y="0"/>
                </a:lnTo>
                <a:cubicBezTo>
                  <a:pt x="12196233" y="1582420"/>
                  <a:pt x="12190942" y="3167222"/>
                  <a:pt x="12195175" y="4749642"/>
                </a:cubicBezTo>
                <a:lnTo>
                  <a:pt x="0" y="3147060"/>
                </a:lnTo>
                <a:lnTo>
                  <a:pt x="0" y="0"/>
                </a:lnTo>
                <a:close/>
              </a:path>
            </a:pathLst>
          </a:custGeom>
          <a:gradFill flip="none" rotWithShape="1">
            <a:gsLst>
              <a:gs pos="45000">
                <a:schemeClr val="accent1"/>
              </a:gs>
              <a:gs pos="100000">
                <a:schemeClr val="accent1">
                  <a:lumMod val="60000"/>
                  <a:lumOff val="40000"/>
                </a:schemeClr>
              </a:gs>
            </a:gsLst>
            <a:lin ang="3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矩形: 圆角 7"/>
          <p:cNvSpPr/>
          <p:nvPr>
            <p:custDataLst>
              <p:tags r:id="rId3"/>
            </p:custDataLst>
          </p:nvPr>
        </p:nvSpPr>
        <p:spPr>
          <a:xfrm>
            <a:off x="740410" y="2505710"/>
            <a:ext cx="10711815" cy="4236085"/>
          </a:xfrm>
          <a:prstGeom prst="roundRect">
            <a:avLst>
              <a:gd name="adj" fmla="val 1933"/>
            </a:avLst>
          </a:prstGeom>
          <a:solidFill>
            <a:schemeClr val="lt1">
              <a:lumMod val="100000"/>
            </a:schemeClr>
          </a:solidFill>
          <a:ln>
            <a:noFill/>
          </a:ln>
          <a:effectLst>
            <a:outerShdw blurRad="127000" dist="127000" dir="5400000" algn="t"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p:cNvSpPr>
            <a:spLocks noGrp="1"/>
          </p:cNvSpPr>
          <p:nvPr>
            <p:ph type="title"/>
            <p:custDataLst>
              <p:tags r:id="rId4"/>
            </p:custDataLst>
          </p:nvPr>
        </p:nvSpPr>
        <p:spPr>
          <a:xfrm>
            <a:off x="838200" y="155575"/>
            <a:ext cx="10515600" cy="1108075"/>
          </a:xfrm>
        </p:spPr>
        <p:txBody>
          <a:bodyPr/>
          <a:lstStyle/>
          <a:p>
            <a:r>
              <a:rPr lang="zh-CN" altLang="en-US">
                <a:solidFill>
                  <a:srgbClr val="FFFFFF"/>
                </a:solidFill>
              </a:rPr>
              <a:t>二、宪法规范</a:t>
            </a:r>
            <a:endParaRPr lang="zh-CN" altLang="en-US">
              <a:solidFill>
                <a:srgbClr val="FFFFFF"/>
              </a:solidFill>
            </a:endParaRPr>
          </a:p>
        </p:txBody>
      </p:sp>
      <p:sp>
        <p:nvSpPr>
          <p:cNvPr id="7" name="矩形 6"/>
          <p:cNvSpPr/>
          <p:nvPr>
            <p:custDataLst>
              <p:tags r:id="rId5"/>
            </p:custDataLst>
          </p:nvPr>
        </p:nvSpPr>
        <p:spPr>
          <a:xfrm>
            <a:off x="877570" y="1263015"/>
            <a:ext cx="10842625" cy="10744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p>
            <a:pPr marL="0" indent="0">
              <a:lnSpc>
                <a:spcPct val="150000"/>
              </a:lnSpc>
              <a:buNone/>
            </a:pPr>
            <a:r>
              <a:rPr lang="zh-CN" altLang="en-US" sz="2400" b="1" kern="0" spc="0" dirty="0">
                <a:ln>
                  <a:noFill/>
                  <a:prstDash val="sysDot"/>
                </a:ln>
                <a:solidFill>
                  <a:schemeClr val="lt1"/>
                </a:solidFill>
                <a:latin typeface="微软雅黑" panose="020B0503020204020204" charset="-122"/>
                <a:ea typeface="微软雅黑" panose="020B0503020204020204" charset="-122"/>
                <a:cs typeface="微软雅黑" panose="020B0503020204020204" charset="-122"/>
                <a:sym typeface="+mn-ea"/>
              </a:rPr>
              <a:t>宪法规范是调整宪法关系并具有最高法律效力的法律规范的总和</a:t>
            </a:r>
            <a:r>
              <a:rPr lang="en-US" altLang="zh-CN" sz="2400" b="1" kern="0" spc="0" dirty="0">
                <a:ln>
                  <a:noFill/>
                  <a:prstDash val="sysDot"/>
                </a:ln>
                <a:solidFill>
                  <a:schemeClr val="lt1"/>
                </a:solidFill>
                <a:latin typeface="微软雅黑" panose="020B0503020204020204" charset="-122"/>
                <a:ea typeface="微软雅黑" panose="020B0503020204020204" charset="-122"/>
                <a:cs typeface="微软雅黑" panose="020B0503020204020204" charset="-122"/>
                <a:sym typeface="+mn-ea"/>
              </a:rPr>
              <a:t>,</a:t>
            </a:r>
            <a:r>
              <a:rPr lang="zh-CN" altLang="en-US" sz="2400" b="1" kern="0" spc="0" dirty="0">
                <a:ln>
                  <a:noFill/>
                  <a:prstDash val="sysDot"/>
                </a:ln>
                <a:solidFill>
                  <a:schemeClr val="lt1"/>
                </a:solidFill>
                <a:latin typeface="微软雅黑" panose="020B0503020204020204" charset="-122"/>
                <a:ea typeface="微软雅黑" panose="020B0503020204020204" charset="-122"/>
                <a:cs typeface="微软雅黑" panose="020B0503020204020204" charset="-122"/>
                <a:sym typeface="+mn-ea"/>
              </a:rPr>
              <a:t>是依据特定价值次序编排、诠释宪法原则与价值的行为规则。</a:t>
            </a:r>
            <a:endParaRPr lang="zh-CN" altLang="en-US" sz="2400" b="1" kern="0" spc="0" dirty="0">
              <a:ln>
                <a:noFill/>
                <a:prstDash val="sysDot"/>
              </a:ln>
              <a:solidFill>
                <a:schemeClr val="lt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3" name="表格 2"/>
          <p:cNvGraphicFramePr/>
          <p:nvPr>
            <p:custDataLst>
              <p:tags r:id="rId6"/>
            </p:custDataLst>
          </p:nvPr>
        </p:nvGraphicFramePr>
        <p:xfrm>
          <a:off x="877570" y="2337435"/>
          <a:ext cx="10477500" cy="4585970"/>
        </p:xfrm>
        <a:graphic>
          <a:graphicData uri="http://schemas.openxmlformats.org/drawingml/2006/table">
            <a:tbl>
              <a:tblPr firstRow="1" bandRow="1">
                <a:tableStyleId>{5C22544A-7EE6-4342-B048-85BDC9FD1C3A}</a:tableStyleId>
              </a:tblPr>
              <a:tblGrid>
                <a:gridCol w="1775460"/>
                <a:gridCol w="4175125"/>
                <a:gridCol w="4526915"/>
              </a:tblGrid>
              <a:tr h="633095">
                <a:tc>
                  <a:txBody>
                    <a:bodyPr/>
                    <a:p>
                      <a:pPr marL="0" indent="0" algn="ctr">
                        <a:lnSpc>
                          <a:spcPct val="120000"/>
                        </a:lnSpc>
                        <a:spcBef>
                          <a:spcPts val="0"/>
                        </a:spcBef>
                        <a:spcAft>
                          <a:spcPts val="0"/>
                        </a:spcAft>
                      </a:pPr>
                      <a:r>
                        <a:rPr lang="zh-CN" altLang="en-US" sz="2000" b="1" spc="120">
                          <a:latin typeface="微软雅黑" panose="020B0503020204020204" charset="-122"/>
                          <a:ea typeface="微软雅黑" panose="020B0503020204020204" charset="-122"/>
                        </a:rPr>
                        <a:t>对比维度</a:t>
                      </a:r>
                      <a:endParaRPr lang="zh-CN" altLang="en-US" sz="2000" b="1"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000" b="1" spc="120">
                          <a:latin typeface="微软雅黑" panose="020B0503020204020204" charset="-122"/>
                          <a:ea typeface="微软雅黑" panose="020B0503020204020204" charset="-122"/>
                        </a:rPr>
                        <a:t>宪法规范</a:t>
                      </a:r>
                      <a:endParaRPr lang="zh-CN" altLang="en-US" sz="2000" b="1"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000" b="1" spc="120">
                          <a:latin typeface="微软雅黑" panose="020B0503020204020204" charset="-122"/>
                          <a:ea typeface="微软雅黑" panose="020B0503020204020204" charset="-122"/>
                        </a:rPr>
                        <a:t>普通法律规范</a:t>
                      </a:r>
                      <a:endParaRPr lang="zh-CN" altLang="en-US" sz="2000" b="1" spc="120">
                        <a:latin typeface="微软雅黑" panose="020B0503020204020204" charset="-122"/>
                        <a:ea typeface="微软雅黑" panose="020B0503020204020204" charset="-122"/>
                      </a:endParaRPr>
                    </a:p>
                  </a:txBody>
                  <a:tcPr marL="177800" marR="177800" marT="107950" marB="107950" anchor="ctr" anchorCtr="0"/>
                </a:tc>
              </a:tr>
              <a:tr h="907415">
                <a:tc>
                  <a:txBody>
                    <a:bodyPr/>
                    <a:p>
                      <a:pPr marL="0" indent="0" algn="ctr">
                        <a:lnSpc>
                          <a:spcPct val="120000"/>
                        </a:lnSpc>
                        <a:spcBef>
                          <a:spcPts val="0"/>
                        </a:spcBef>
                        <a:spcAft>
                          <a:spcPts val="0"/>
                        </a:spcAft>
                      </a:pPr>
                      <a:r>
                        <a:rPr lang="zh-CN" altLang="en-US" sz="1800" b="0" spc="120">
                          <a:latin typeface="微软雅黑" panose="020B0503020204020204" charset="-122"/>
                          <a:ea typeface="微软雅黑" panose="020B0503020204020204" charset="-122"/>
                        </a:rPr>
                        <a:t>制定修改程序</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cs typeface="微软雅黑" panose="020B0503020204020204" charset="-122"/>
                        </a:rPr>
                        <a:t>更严格（如我国需全国人大全体代表 </a:t>
                      </a:r>
                      <a:r>
                        <a:rPr lang="en-US" altLang="zh-CN" sz="1800" b="0" spc="120">
                          <a:latin typeface="微软雅黑" panose="020B0503020204020204" charset="-122"/>
                          <a:ea typeface="微软雅黑" panose="020B0503020204020204" charset="-122"/>
                          <a:cs typeface="微软雅黑" panose="020B0503020204020204" charset="-122"/>
                        </a:rPr>
                        <a:t>2/3 </a:t>
                      </a:r>
                      <a:r>
                        <a:rPr lang="zh-CN" altLang="en-US" sz="1800" b="0" spc="120">
                          <a:latin typeface="微软雅黑" panose="020B0503020204020204" charset="-122"/>
                          <a:ea typeface="微软雅黑" panose="020B0503020204020204" charset="-122"/>
                          <a:cs typeface="微软雅黑" panose="020B0503020204020204" charset="-122"/>
                        </a:rPr>
                        <a:t>以上多数通过）</a:t>
                      </a:r>
                      <a:endParaRPr lang="zh-CN" altLang="en-US" sz="18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较宽松（立法机关过半数通过即可）</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r>
              <a:tr h="907415">
                <a:tc>
                  <a:txBody>
                    <a:bodyPr/>
                    <a:p>
                      <a:pPr marL="0" indent="0" algn="ctr">
                        <a:lnSpc>
                          <a:spcPct val="120000"/>
                        </a:lnSpc>
                        <a:spcBef>
                          <a:spcPts val="0"/>
                        </a:spcBef>
                        <a:spcAft>
                          <a:spcPts val="0"/>
                        </a:spcAft>
                      </a:pPr>
                      <a:r>
                        <a:rPr lang="zh-CN" altLang="en-US" sz="1800" b="0" spc="120">
                          <a:latin typeface="微软雅黑" panose="020B0503020204020204" charset="-122"/>
                          <a:ea typeface="微软雅黑" panose="020B0503020204020204" charset="-122"/>
                        </a:rPr>
                        <a:t>调整对象</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全局性、根本性社会关系（如国家制度、公民基本权利）</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具体领域关系（如民事合同履行、刑事犯罪认定）</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r>
              <a:tr h="1230630">
                <a:tc>
                  <a:txBody>
                    <a:bodyPr/>
                    <a:p>
                      <a:pPr marL="0" indent="0" algn="ctr">
                        <a:lnSpc>
                          <a:spcPct val="120000"/>
                        </a:lnSpc>
                        <a:spcBef>
                          <a:spcPts val="0"/>
                        </a:spcBef>
                        <a:spcAft>
                          <a:spcPts val="0"/>
                        </a:spcAft>
                      </a:pPr>
                      <a:r>
                        <a:rPr lang="zh-CN" altLang="en-US" sz="1800" b="0" spc="120">
                          <a:latin typeface="微软雅黑" panose="020B0503020204020204" charset="-122"/>
                          <a:ea typeface="微软雅黑" panose="020B0503020204020204" charset="-122"/>
                        </a:rPr>
                        <a:t>内容特点</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原则性、概括性（仅规定根本规则，无细节条款）</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具体性、操作性（明确权利义务的实现方式）</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r>
              <a:tr h="907415">
                <a:tc>
                  <a:txBody>
                    <a:bodyPr/>
                    <a:p>
                      <a:pPr marL="0" indent="0" algn="ctr">
                        <a:lnSpc>
                          <a:spcPct val="120000"/>
                        </a:lnSpc>
                        <a:spcBef>
                          <a:spcPts val="0"/>
                        </a:spcBef>
                        <a:spcAft>
                          <a:spcPts val="0"/>
                        </a:spcAft>
                      </a:pPr>
                      <a:r>
                        <a:rPr lang="zh-CN" altLang="en-US" sz="1800" b="0" spc="120">
                          <a:latin typeface="微软雅黑" panose="020B0503020204020204" charset="-122"/>
                          <a:ea typeface="微软雅黑" panose="020B0503020204020204" charset="-122"/>
                        </a:rPr>
                        <a:t>规范对象</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cs typeface="微软雅黑" panose="020B0503020204020204" charset="-122"/>
                        </a:rPr>
                        <a:t>国家性质、基本政治 </a:t>
                      </a:r>
                      <a:r>
                        <a:rPr lang="en-US" altLang="zh-CN" sz="1800" b="0" spc="120">
                          <a:latin typeface="微软雅黑" panose="020B0503020204020204" charset="-122"/>
                          <a:ea typeface="微软雅黑" panose="020B0503020204020204" charset="-122"/>
                          <a:cs typeface="微软雅黑" panose="020B0503020204020204" charset="-122"/>
                        </a:rPr>
                        <a:t>/ </a:t>
                      </a:r>
                      <a:r>
                        <a:rPr lang="zh-CN" altLang="en-US" sz="1800" b="0" spc="120">
                          <a:latin typeface="微软雅黑" panose="020B0503020204020204" charset="-122"/>
                          <a:ea typeface="微软雅黑" panose="020B0503020204020204" charset="-122"/>
                          <a:cs typeface="微软雅黑" panose="020B0503020204020204" charset="-122"/>
                        </a:rPr>
                        <a:t>经济 </a:t>
                      </a:r>
                      <a:r>
                        <a:rPr lang="en-US" altLang="zh-CN" sz="1800" b="0" spc="120">
                          <a:latin typeface="微软雅黑" panose="020B0503020204020204" charset="-122"/>
                          <a:ea typeface="微软雅黑" panose="020B0503020204020204" charset="-122"/>
                          <a:cs typeface="微软雅黑" panose="020B0503020204020204" charset="-122"/>
                        </a:rPr>
                        <a:t>/ </a:t>
                      </a:r>
                      <a:r>
                        <a:rPr lang="zh-CN" altLang="en-US" sz="1800" b="0" spc="120">
                          <a:latin typeface="微软雅黑" panose="020B0503020204020204" charset="-122"/>
                          <a:ea typeface="微软雅黑" panose="020B0503020204020204" charset="-122"/>
                          <a:cs typeface="微软雅黑" panose="020B0503020204020204" charset="-122"/>
                        </a:rPr>
                        <a:t>文化制度等基础内容</a:t>
                      </a:r>
                      <a:endParaRPr lang="zh-CN" altLang="en-US" sz="18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特定法律制度（如</a:t>
                      </a:r>
                      <a:r>
                        <a:rPr lang="en-US" altLang="zh-CN" sz="1800" b="0" spc="120">
                          <a:latin typeface="微软雅黑" panose="020B0503020204020204" charset="-122"/>
                          <a:ea typeface="微软雅黑" panose="020B0503020204020204" charset="-122"/>
                        </a:rPr>
                        <a:t>《</a:t>
                      </a:r>
                      <a:r>
                        <a:rPr lang="zh-CN" altLang="en-US" sz="1800" b="0" spc="120">
                          <a:latin typeface="微软雅黑" panose="020B0503020204020204" charset="-122"/>
                          <a:ea typeface="微软雅黑" panose="020B0503020204020204" charset="-122"/>
                        </a:rPr>
                        <a:t>刑法</a:t>
                      </a:r>
                      <a:r>
                        <a:rPr lang="en-US" altLang="zh-CN" sz="1800" b="0" spc="120">
                          <a:latin typeface="微软雅黑" panose="020B0503020204020204" charset="-122"/>
                          <a:ea typeface="微软雅黑" panose="020B0503020204020204" charset="-122"/>
                        </a:rPr>
                        <a:t>》</a:t>
                      </a:r>
                      <a:r>
                        <a:rPr lang="zh-CN" altLang="en-US" sz="1800" b="0" spc="120">
                          <a:latin typeface="微软雅黑" panose="020B0503020204020204" charset="-122"/>
                          <a:ea typeface="微软雅黑" panose="020B0503020204020204" charset="-122"/>
                        </a:rPr>
                        <a:t>规定盗窃罪的量刑标准）</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r>
            </a:tbl>
          </a:graphicData>
        </a:graphic>
      </p:graphicFrame>
    </p:spTree>
    <p:custDataLst>
      <p:tags r:id="rId7"/>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10870" y="365125"/>
            <a:ext cx="10742930" cy="1325880"/>
          </a:xfrm>
        </p:spPr>
        <p:txBody>
          <a:bodyPr/>
          <a:lstStyle/>
          <a:p>
            <a:r>
              <a:rPr lang="zh-CN" altLang="en-US">
                <a:latin typeface="微软雅黑" panose="020B0503020204020204" charset="-122"/>
                <a:ea typeface="微软雅黑" panose="020B0503020204020204" charset="-122"/>
              </a:rPr>
              <a:t>（一）宪法规范的特点</a:t>
            </a:r>
            <a:endParaRPr lang="zh-CN" altLang="en-US">
              <a:latin typeface="微软雅黑" panose="020B0503020204020204" charset="-122"/>
              <a:ea typeface="微软雅黑" panose="020B0503020204020204" charset="-122"/>
            </a:endParaRPr>
          </a:p>
        </p:txBody>
      </p:sp>
      <p:sp useBgFill="1">
        <p:nvSpPr>
          <p:cNvPr id="34" name="圆角矩形 33"/>
          <p:cNvSpPr/>
          <p:nvPr>
            <p:custDataLst>
              <p:tags r:id="rId2"/>
            </p:custDataLst>
          </p:nvPr>
        </p:nvSpPr>
        <p:spPr>
          <a:xfrm>
            <a:off x="609600" y="1709251"/>
            <a:ext cx="5264779" cy="2048086"/>
          </a:xfrm>
          <a:prstGeom prst="roundRect">
            <a:avLst>
              <a:gd name="adj" fmla="val 7369"/>
            </a:avLst>
          </a:prstGeom>
          <a:ln w="9525" cap="rnd">
            <a:solidFill>
              <a:schemeClr val="tx1">
                <a:lumMod val="65000"/>
                <a:lumOff val="35000"/>
                <a:alpha val="20000"/>
              </a:schemeClr>
            </a:solidFill>
            <a:prstDash val="sysDash"/>
            <a:round/>
          </a:ln>
          <a:effectLst>
            <a:outerShdw blurRad="127000" dist="38100" dir="5400000" algn="t" rotWithShape="0">
              <a:schemeClr val="accent1">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useBgFill="1">
        <p:nvSpPr>
          <p:cNvPr id="3" name="圆角矩形 34"/>
          <p:cNvSpPr/>
          <p:nvPr>
            <p:custDataLst>
              <p:tags r:id="rId3"/>
            </p:custDataLst>
          </p:nvPr>
        </p:nvSpPr>
        <p:spPr>
          <a:xfrm>
            <a:off x="609600" y="1709420"/>
            <a:ext cx="5264785" cy="2173605"/>
          </a:xfrm>
          <a:prstGeom prst="roundRect">
            <a:avLst>
              <a:gd name="adj" fmla="val 7276"/>
            </a:avLst>
          </a:pr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mn-ea"/>
              <a:sym typeface="+mn-ea"/>
            </a:endParaRPr>
          </a:p>
        </p:txBody>
      </p:sp>
      <p:sp>
        <p:nvSpPr>
          <p:cNvPr id="4" name="圆角矩形 35"/>
          <p:cNvSpPr/>
          <p:nvPr>
            <p:custDataLst>
              <p:tags r:id="rId4"/>
            </p:custDataLst>
          </p:nvPr>
        </p:nvSpPr>
        <p:spPr>
          <a:xfrm>
            <a:off x="609600" y="1903730"/>
            <a:ext cx="5264785" cy="2098040"/>
          </a:xfrm>
          <a:prstGeom prst="roundRect">
            <a:avLst>
              <a:gd name="adj" fmla="val 7369"/>
            </a:avLst>
          </a:prstGeom>
          <a:gradFill>
            <a:gsLst>
              <a:gs pos="88000">
                <a:schemeClr val="accent1">
                  <a:lumMod val="60000"/>
                  <a:lumOff val="40000"/>
                  <a:alpha val="0"/>
                </a:schemeClr>
              </a:gs>
              <a:gs pos="0">
                <a:schemeClr val="accent1">
                  <a:lumMod val="60000"/>
                  <a:lumOff val="40000"/>
                  <a:alpha val="10000"/>
                </a:schemeClr>
              </a:gs>
            </a:gsLst>
            <a:path path="circle">
              <a:fillToRect l="50000" t="50000" r="50000" b="50000"/>
            </a:path>
            <a:tileRect/>
          </a:gra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mn-ea"/>
              <a:sym typeface="+mn-ea"/>
            </a:endParaRPr>
          </a:p>
        </p:txBody>
      </p:sp>
      <p:sp useBgFill="1">
        <p:nvSpPr>
          <p:cNvPr id="5" name="圆角矩形 7"/>
          <p:cNvSpPr/>
          <p:nvPr>
            <p:custDataLst>
              <p:tags r:id="rId5"/>
            </p:custDataLst>
          </p:nvPr>
        </p:nvSpPr>
        <p:spPr>
          <a:xfrm>
            <a:off x="6317621" y="4166827"/>
            <a:ext cx="5264779" cy="2048086"/>
          </a:xfrm>
          <a:prstGeom prst="roundRect">
            <a:avLst>
              <a:gd name="adj" fmla="val 7369"/>
            </a:avLst>
          </a:prstGeom>
          <a:ln w="9525" cap="rnd">
            <a:solidFill>
              <a:schemeClr val="tx1">
                <a:lumMod val="65000"/>
                <a:lumOff val="35000"/>
                <a:alpha val="20000"/>
              </a:schemeClr>
            </a:solidFill>
            <a:prstDash val="sysDash"/>
            <a:round/>
          </a:ln>
          <a:effectLst>
            <a:outerShdw blurRad="127000" dist="38100" dir="5400000" algn="t" rotWithShape="0">
              <a:schemeClr val="accent4">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useBgFill="1">
        <p:nvSpPr>
          <p:cNvPr id="10" name="圆角矩形 8"/>
          <p:cNvSpPr/>
          <p:nvPr>
            <p:custDataLst>
              <p:tags r:id="rId6"/>
            </p:custDataLst>
          </p:nvPr>
        </p:nvSpPr>
        <p:spPr>
          <a:xfrm>
            <a:off x="6317621" y="4166827"/>
            <a:ext cx="5264779" cy="2048086"/>
          </a:xfrm>
          <a:prstGeom prst="roundRect">
            <a:avLst>
              <a:gd name="adj" fmla="val 7276"/>
            </a:avLst>
          </a:pr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mn-ea"/>
              <a:sym typeface="+mn-ea"/>
            </a:endParaRPr>
          </a:p>
        </p:txBody>
      </p:sp>
      <p:sp>
        <p:nvSpPr>
          <p:cNvPr id="25" name="圆角矩形 24"/>
          <p:cNvSpPr/>
          <p:nvPr>
            <p:custDataLst>
              <p:tags r:id="rId7"/>
            </p:custDataLst>
          </p:nvPr>
        </p:nvSpPr>
        <p:spPr>
          <a:xfrm>
            <a:off x="6317621" y="4166827"/>
            <a:ext cx="5264779" cy="2048086"/>
          </a:xfrm>
          <a:prstGeom prst="roundRect">
            <a:avLst>
              <a:gd name="adj" fmla="val 7369"/>
            </a:avLst>
          </a:prstGeom>
          <a:gradFill>
            <a:gsLst>
              <a:gs pos="88000">
                <a:schemeClr val="accent4">
                  <a:lumMod val="60000"/>
                  <a:lumOff val="40000"/>
                  <a:alpha val="0"/>
                </a:schemeClr>
              </a:gs>
              <a:gs pos="0">
                <a:schemeClr val="accent4">
                  <a:lumMod val="60000"/>
                  <a:lumOff val="40000"/>
                  <a:alpha val="10000"/>
                </a:schemeClr>
              </a:gs>
            </a:gsLst>
            <a:path path="circle">
              <a:fillToRect l="50000" t="50000" r="50000" b="50000"/>
            </a:path>
            <a:tileRect/>
          </a:gra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mn-ea"/>
              <a:sym typeface="+mn-ea"/>
            </a:endParaRPr>
          </a:p>
        </p:txBody>
      </p:sp>
      <p:sp useBgFill="1">
        <p:nvSpPr>
          <p:cNvPr id="11" name="圆角矩形 12"/>
          <p:cNvSpPr/>
          <p:nvPr>
            <p:custDataLst>
              <p:tags r:id="rId8"/>
            </p:custDataLst>
          </p:nvPr>
        </p:nvSpPr>
        <p:spPr>
          <a:xfrm>
            <a:off x="609600" y="4166827"/>
            <a:ext cx="5264779" cy="2048086"/>
          </a:xfrm>
          <a:prstGeom prst="roundRect">
            <a:avLst>
              <a:gd name="adj" fmla="val 7369"/>
            </a:avLst>
          </a:prstGeom>
          <a:ln w="9525" cap="rnd">
            <a:solidFill>
              <a:schemeClr val="tx1">
                <a:lumMod val="65000"/>
                <a:lumOff val="35000"/>
                <a:alpha val="20000"/>
              </a:schemeClr>
            </a:solidFill>
            <a:prstDash val="sysDash"/>
            <a:round/>
          </a:ln>
          <a:effectLst>
            <a:outerShdw blurRad="127000" dist="38100" dir="5400000" algn="t" rotWithShape="0">
              <a:schemeClr val="accent3">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useBgFill="1">
        <p:nvSpPr>
          <p:cNvPr id="12" name="圆角矩形 14"/>
          <p:cNvSpPr/>
          <p:nvPr>
            <p:custDataLst>
              <p:tags r:id="rId9"/>
            </p:custDataLst>
          </p:nvPr>
        </p:nvSpPr>
        <p:spPr>
          <a:xfrm>
            <a:off x="609600" y="4166827"/>
            <a:ext cx="5264779" cy="2048086"/>
          </a:xfrm>
          <a:prstGeom prst="roundRect">
            <a:avLst>
              <a:gd name="adj" fmla="val 7276"/>
            </a:avLst>
          </a:pr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mn-ea"/>
              <a:sym typeface="+mn-ea"/>
            </a:endParaRPr>
          </a:p>
        </p:txBody>
      </p:sp>
      <p:sp>
        <p:nvSpPr>
          <p:cNvPr id="16" name="圆角矩形 15"/>
          <p:cNvSpPr/>
          <p:nvPr>
            <p:custDataLst>
              <p:tags r:id="rId10"/>
            </p:custDataLst>
          </p:nvPr>
        </p:nvSpPr>
        <p:spPr>
          <a:xfrm>
            <a:off x="609600" y="4166870"/>
            <a:ext cx="5264785" cy="2439035"/>
          </a:xfrm>
          <a:prstGeom prst="roundRect">
            <a:avLst>
              <a:gd name="adj" fmla="val 7369"/>
            </a:avLst>
          </a:prstGeom>
          <a:gradFill>
            <a:gsLst>
              <a:gs pos="88000">
                <a:schemeClr val="accent3">
                  <a:lumMod val="60000"/>
                  <a:lumOff val="40000"/>
                  <a:alpha val="0"/>
                </a:schemeClr>
              </a:gs>
              <a:gs pos="0">
                <a:schemeClr val="accent3">
                  <a:lumMod val="60000"/>
                  <a:lumOff val="40000"/>
                  <a:alpha val="10000"/>
                </a:schemeClr>
              </a:gs>
            </a:gsLst>
            <a:path path="circle">
              <a:fillToRect l="50000" t="50000" r="50000" b="50000"/>
            </a:path>
            <a:tileRect/>
          </a:gra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mn-ea"/>
              <a:sym typeface="+mn-ea"/>
            </a:endParaRPr>
          </a:p>
        </p:txBody>
      </p:sp>
      <p:sp>
        <p:nvSpPr>
          <p:cNvPr id="14" name="圆角矩形 4"/>
          <p:cNvSpPr/>
          <p:nvPr>
            <p:custDataLst>
              <p:tags r:id="rId11"/>
            </p:custDataLst>
          </p:nvPr>
        </p:nvSpPr>
        <p:spPr>
          <a:xfrm>
            <a:off x="6316348" y="1709251"/>
            <a:ext cx="5264779" cy="2048086"/>
          </a:xfrm>
          <a:prstGeom prst="roundRect">
            <a:avLst>
              <a:gd name="adj" fmla="val 5970"/>
            </a:avLst>
          </a:prstGeom>
          <a:gradFill>
            <a:gsLst>
              <a:gs pos="100000">
                <a:schemeClr val="accent2">
                  <a:lumMod val="60000"/>
                  <a:lumOff val="40000"/>
                  <a:alpha val="100000"/>
                </a:schemeClr>
              </a:gs>
              <a:gs pos="26000">
                <a:schemeClr val="accent2">
                  <a:alpha val="100000"/>
                </a:schemeClr>
              </a:gs>
            </a:gsLst>
            <a:lin ang="13500000" scaled="0"/>
          </a:gradFill>
          <a:ln>
            <a:noFill/>
          </a:ln>
          <a:effectLst>
            <a:outerShdw blurRad="101600" dist="50800" dir="5400000" algn="t" rotWithShape="0">
              <a:schemeClr val="accent2">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1" name="文本框 20"/>
          <p:cNvSpPr txBox="1"/>
          <p:nvPr>
            <p:custDataLst>
              <p:tags r:id="rId12"/>
            </p:custDataLst>
          </p:nvPr>
        </p:nvSpPr>
        <p:spPr>
          <a:xfrm>
            <a:off x="7200285" y="1903488"/>
            <a:ext cx="4032488" cy="454706"/>
          </a:xfrm>
          <a:prstGeom prst="rect">
            <a:avLst/>
          </a:prstGeom>
          <a:noFill/>
        </p:spPr>
        <p:txBody>
          <a:bodyPr wrap="square" lIns="0" tIns="0" rIns="0" bIns="0" rtlCol="0" anchor="b" anchorCtr="0">
            <a:noAutofit/>
          </a:bodyPr>
          <a:p>
            <a:pPr algn="l"/>
            <a:r>
              <a:rPr lang="zh-CN" altLang="en-US" sz="2800" b="1">
                <a:solidFill>
                  <a:srgbClr val="FF0000"/>
                </a:solidFill>
                <a:latin typeface="微软雅黑" panose="020B0503020204020204" charset="-122"/>
                <a:ea typeface="微软雅黑" panose="020B0503020204020204" charset="-122"/>
              </a:rPr>
              <a:t>最高性</a:t>
            </a:r>
            <a:endParaRPr lang="zh-CN" altLang="en-US" sz="2800" b="1">
              <a:solidFill>
                <a:srgbClr val="FF0000"/>
              </a:solidFill>
              <a:latin typeface="微软雅黑" panose="020B0503020204020204" charset="-122"/>
              <a:ea typeface="微软雅黑" panose="020B0503020204020204" charset="-122"/>
            </a:endParaRPr>
          </a:p>
        </p:txBody>
      </p:sp>
      <p:sp>
        <p:nvSpPr>
          <p:cNvPr id="17" name="圆角矩形 10"/>
          <p:cNvSpPr/>
          <p:nvPr>
            <p:custDataLst>
              <p:tags r:id="rId13"/>
            </p:custDataLst>
          </p:nvPr>
        </p:nvSpPr>
        <p:spPr>
          <a:xfrm>
            <a:off x="6643685" y="1983094"/>
            <a:ext cx="368095" cy="368095"/>
          </a:xfrm>
          <a:prstGeom prst="roundRect">
            <a:avLst/>
          </a:prstGeom>
          <a:solidFill>
            <a:srgbClr val="FFFFFF"/>
          </a:solidFill>
          <a:ln>
            <a:noFill/>
          </a:ln>
          <a:effectLst>
            <a:outerShdw blurRad="241300" dist="38100" dir="5400000" algn="t" rotWithShape="0">
              <a:schemeClr val="accent2">
                <a:lumMod val="75000"/>
                <a:alpha val="16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18" name="图片 11" descr="343439383331313b343532303032323bb2fac6b7d5b9cabe"/>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6725837" y="2065246"/>
            <a:ext cx="204427" cy="204427"/>
          </a:xfrm>
          <a:prstGeom prst="rect">
            <a:avLst/>
          </a:prstGeom>
        </p:spPr>
      </p:pic>
      <p:sp>
        <p:nvSpPr>
          <p:cNvPr id="19" name="任意多边形 13"/>
          <p:cNvSpPr/>
          <p:nvPr>
            <p:custDataLst>
              <p:tags r:id="rId17"/>
            </p:custDataLst>
          </p:nvPr>
        </p:nvSpPr>
        <p:spPr>
          <a:xfrm>
            <a:off x="10172430" y="1709251"/>
            <a:ext cx="1408749" cy="77503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212" h="1217">
                <a:moveTo>
                  <a:pt x="0" y="0"/>
                </a:moveTo>
                <a:lnTo>
                  <a:pt x="2020" y="0"/>
                </a:lnTo>
                <a:cubicBezTo>
                  <a:pt x="2126" y="0"/>
                  <a:pt x="2212" y="86"/>
                  <a:pt x="2212" y="192"/>
                </a:cubicBezTo>
                <a:lnTo>
                  <a:pt x="2212" y="1130"/>
                </a:lnTo>
                <a:lnTo>
                  <a:pt x="2185" y="1138"/>
                </a:lnTo>
                <a:cubicBezTo>
                  <a:pt x="2020" y="1190"/>
                  <a:pt x="1846" y="1217"/>
                  <a:pt x="1665" y="1217"/>
                </a:cubicBezTo>
                <a:cubicBezTo>
                  <a:pt x="896" y="1217"/>
                  <a:pt x="243" y="720"/>
                  <a:pt x="10" y="30"/>
                </a:cubicBezTo>
                <a:lnTo>
                  <a:pt x="0" y="0"/>
                </a:lnTo>
                <a:close/>
              </a:path>
            </a:pathLst>
          </a:custGeom>
          <a:gradFill>
            <a:gsLst>
              <a:gs pos="100000">
                <a:schemeClr val="accent2">
                  <a:lumMod val="60000"/>
                  <a:lumOff val="40000"/>
                  <a:alpha val="0"/>
                </a:schemeClr>
              </a:gs>
              <a:gs pos="0">
                <a:schemeClr val="accent2">
                  <a:lumMod val="40000"/>
                  <a:lumOff val="60000"/>
                  <a:alpha val="22000"/>
                </a:schemeClr>
              </a:gs>
            </a:gsLst>
            <a:lin ang="13500000" scaled="0"/>
          </a:gradFill>
          <a:ln w="9525">
            <a:gradFill>
              <a:gsLst>
                <a:gs pos="0">
                  <a:srgbClr val="FFFFFF">
                    <a:alpha val="50000"/>
                  </a:srgbClr>
                </a:gs>
                <a:gs pos="87000">
                  <a:schemeClr val="accent2">
                    <a:lumMod val="60000"/>
                    <a:lumOff val="40000"/>
                    <a:alpha val="0"/>
                  </a:schemeClr>
                </a:gs>
              </a:gsLst>
              <a:lin ang="10800000" scaled="1"/>
            </a:gra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solidFill>
                <a:schemeClr val="lt1"/>
              </a:solidFill>
            </a:endParaRPr>
          </a:p>
        </p:txBody>
      </p:sp>
      <p:sp>
        <p:nvSpPr>
          <p:cNvPr id="20" name="任意多边形 16"/>
          <p:cNvSpPr/>
          <p:nvPr>
            <p:custDataLst>
              <p:tags r:id="rId18"/>
            </p:custDataLst>
          </p:nvPr>
        </p:nvSpPr>
        <p:spPr>
          <a:xfrm>
            <a:off x="10852578" y="2641589"/>
            <a:ext cx="729822" cy="1115748"/>
          </a:xfrm>
          <a:custGeom>
            <a:avLst/>
            <a:gdLst>
              <a:gd name="adj" fmla="val 597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146" h="1752">
                <a:moveTo>
                  <a:pt x="1143" y="0"/>
                </a:moveTo>
                <a:lnTo>
                  <a:pt x="1146" y="0"/>
                </a:lnTo>
                <a:lnTo>
                  <a:pt x="1146" y="1560"/>
                </a:lnTo>
                <a:cubicBezTo>
                  <a:pt x="1146" y="1666"/>
                  <a:pt x="1060" y="1752"/>
                  <a:pt x="954" y="1752"/>
                </a:cubicBezTo>
                <a:lnTo>
                  <a:pt x="176" y="1752"/>
                </a:lnTo>
                <a:lnTo>
                  <a:pt x="165" y="1735"/>
                </a:lnTo>
                <a:cubicBezTo>
                  <a:pt x="60" y="1562"/>
                  <a:pt x="0" y="1359"/>
                  <a:pt x="0" y="1143"/>
                </a:cubicBezTo>
                <a:cubicBezTo>
                  <a:pt x="0" y="512"/>
                  <a:pt x="512" y="0"/>
                  <a:pt x="1143" y="0"/>
                </a:cubicBezTo>
                <a:close/>
              </a:path>
            </a:pathLst>
          </a:custGeom>
          <a:gradFill>
            <a:gsLst>
              <a:gs pos="52000">
                <a:schemeClr val="accent2">
                  <a:lumMod val="60000"/>
                  <a:lumOff val="40000"/>
                  <a:alpha val="0"/>
                </a:schemeClr>
              </a:gs>
              <a:gs pos="0">
                <a:schemeClr val="accent2">
                  <a:lumMod val="52000"/>
                  <a:lumOff val="48000"/>
                  <a:alpha val="23000"/>
                </a:schemeClr>
              </a:gs>
            </a:gsLst>
            <a:lin ang="18900000" scaled="0"/>
          </a:gradFill>
          <a:ln w="9525">
            <a:gradFill>
              <a:gsLst>
                <a:gs pos="0">
                  <a:srgbClr val="FFFFFF">
                    <a:alpha val="20000"/>
                  </a:srgbClr>
                </a:gs>
                <a:gs pos="77000">
                  <a:schemeClr val="accent2">
                    <a:lumMod val="60000"/>
                    <a:lumOff val="40000"/>
                    <a:alpha val="0"/>
                  </a:schemeClr>
                </a:gs>
              </a:gsLst>
              <a:lin ang="189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22" name="文本框 21"/>
          <p:cNvSpPr txBox="1"/>
          <p:nvPr>
            <p:custDataLst>
              <p:tags r:id="rId19"/>
            </p:custDataLst>
          </p:nvPr>
        </p:nvSpPr>
        <p:spPr>
          <a:xfrm>
            <a:off x="6412865" y="2409825"/>
            <a:ext cx="5126355" cy="1102995"/>
          </a:xfrm>
          <a:prstGeom prst="rect">
            <a:avLst/>
          </a:prstGeom>
          <a:noFill/>
        </p:spPr>
        <p:txBody>
          <a:bodyPr wrap="square" lIns="0" tIns="0" rIns="0" bIns="0" rtlCol="0">
            <a:noAutofit/>
          </a:bodyPr>
          <a:p>
            <a:pPr indent="0" algn="l" fontAlgn="auto">
              <a:lnSpc>
                <a:spcPct val="140000"/>
              </a:lnSpc>
            </a:pPr>
            <a:r>
              <a:rPr lang="zh-CN" altLang="en-US" sz="24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效力高于所有法律规范</a:t>
            </a:r>
            <a:r>
              <a:rPr lang="en-US" altLang="zh-CN" sz="24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约束一切国家机关、社会组织和公民。</a:t>
            </a:r>
            <a:endParaRPr lang="zh-CN" altLang="en-US" sz="24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3" name="任意多边形 17"/>
          <p:cNvSpPr/>
          <p:nvPr>
            <p:custDataLst>
              <p:tags r:id="rId20"/>
            </p:custDataLst>
          </p:nvPr>
        </p:nvSpPr>
        <p:spPr>
          <a:xfrm flipH="1">
            <a:off x="6316348" y="2641589"/>
            <a:ext cx="729822" cy="1115748"/>
          </a:xfrm>
          <a:custGeom>
            <a:avLst/>
            <a:gdLst>
              <a:gd name="adj" fmla="val 597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146" h="1752">
                <a:moveTo>
                  <a:pt x="1143" y="0"/>
                </a:moveTo>
                <a:lnTo>
                  <a:pt x="1146" y="0"/>
                </a:lnTo>
                <a:lnTo>
                  <a:pt x="1146" y="1560"/>
                </a:lnTo>
                <a:cubicBezTo>
                  <a:pt x="1146" y="1666"/>
                  <a:pt x="1060" y="1752"/>
                  <a:pt x="954" y="1752"/>
                </a:cubicBezTo>
                <a:lnTo>
                  <a:pt x="176" y="1752"/>
                </a:lnTo>
                <a:lnTo>
                  <a:pt x="165" y="1735"/>
                </a:lnTo>
                <a:cubicBezTo>
                  <a:pt x="60" y="1562"/>
                  <a:pt x="0" y="1359"/>
                  <a:pt x="0" y="1143"/>
                </a:cubicBezTo>
                <a:cubicBezTo>
                  <a:pt x="0" y="512"/>
                  <a:pt x="512" y="0"/>
                  <a:pt x="1143" y="0"/>
                </a:cubicBezTo>
                <a:close/>
              </a:path>
            </a:pathLst>
          </a:custGeom>
          <a:gradFill>
            <a:gsLst>
              <a:gs pos="52000">
                <a:schemeClr val="accent2">
                  <a:lumMod val="60000"/>
                  <a:lumOff val="40000"/>
                  <a:alpha val="0"/>
                </a:schemeClr>
              </a:gs>
              <a:gs pos="0">
                <a:schemeClr val="accent2">
                  <a:lumMod val="52000"/>
                  <a:lumOff val="48000"/>
                  <a:alpha val="23000"/>
                </a:schemeClr>
              </a:gs>
            </a:gsLst>
            <a:lin ang="18900000" scaled="0"/>
          </a:gradFill>
          <a:ln w="9525">
            <a:gradFill>
              <a:gsLst>
                <a:gs pos="0">
                  <a:srgbClr val="FFFFFF">
                    <a:alpha val="20000"/>
                  </a:srgbClr>
                </a:gs>
                <a:gs pos="77000">
                  <a:schemeClr val="accent2">
                    <a:lumMod val="60000"/>
                    <a:lumOff val="40000"/>
                    <a:alpha val="0"/>
                  </a:schemeClr>
                </a:gs>
              </a:gsLst>
              <a:lin ang="189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24" name="文本框 18"/>
          <p:cNvSpPr txBox="1"/>
          <p:nvPr>
            <p:custDataLst>
              <p:tags r:id="rId21"/>
            </p:custDataLst>
          </p:nvPr>
        </p:nvSpPr>
        <p:spPr>
          <a:xfrm>
            <a:off x="1479527" y="4354059"/>
            <a:ext cx="4087893" cy="454706"/>
          </a:xfrm>
          <a:prstGeom prst="rect">
            <a:avLst/>
          </a:prstGeom>
          <a:noFill/>
        </p:spPr>
        <p:txBody>
          <a:bodyPr wrap="square" lIns="0" tIns="0" rIns="0" bIns="0" rtlCol="0" anchor="b" anchorCtr="0">
            <a:noAutofit/>
          </a:bodyPr>
          <a:p>
            <a:pPr algn="l"/>
            <a:r>
              <a:rPr lang="zh-CN" altLang="en-US" sz="2800" b="1">
                <a:solidFill>
                  <a:srgbClr val="FF0000"/>
                </a:solidFill>
                <a:latin typeface="微软雅黑" panose="020B0503020204020204" charset="-122"/>
                <a:ea typeface="微软雅黑" panose="020B0503020204020204" charset="-122"/>
              </a:rPr>
              <a:t>原则性</a:t>
            </a:r>
            <a:endParaRPr lang="zh-CN" altLang="en-US" sz="2800" b="1">
              <a:solidFill>
                <a:srgbClr val="FF0000"/>
              </a:solidFill>
              <a:latin typeface="微软雅黑" panose="020B0503020204020204" charset="-122"/>
              <a:ea typeface="微软雅黑" panose="020B0503020204020204" charset="-122"/>
            </a:endParaRPr>
          </a:p>
        </p:txBody>
      </p:sp>
      <p:sp>
        <p:nvSpPr>
          <p:cNvPr id="26" name="圆角矩形 19"/>
          <p:cNvSpPr/>
          <p:nvPr>
            <p:custDataLst>
              <p:tags r:id="rId22"/>
            </p:custDataLst>
          </p:nvPr>
        </p:nvSpPr>
        <p:spPr>
          <a:xfrm>
            <a:off x="922927" y="4433665"/>
            <a:ext cx="368095" cy="368095"/>
          </a:xfrm>
          <a:prstGeom prst="roundRect">
            <a:avLst/>
          </a:prstGeom>
          <a:gradFill>
            <a:gsLst>
              <a:gs pos="100000">
                <a:schemeClr val="accent3">
                  <a:lumMod val="60000"/>
                  <a:lumOff val="40000"/>
                  <a:alpha val="100000"/>
                </a:schemeClr>
              </a:gs>
              <a:gs pos="5000">
                <a:schemeClr val="accent3">
                  <a:alpha val="100000"/>
                </a:schemeClr>
              </a:gs>
            </a:gsLst>
            <a:lin ang="13500000" scaled="0"/>
          </a:gradFill>
          <a:ln>
            <a:noFill/>
          </a:ln>
          <a:effectLst>
            <a:outerShdw blurRad="127000" dist="101600" dir="5400000" algn="t" rotWithShape="0">
              <a:schemeClr val="accent3">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7" name="文本框 22"/>
          <p:cNvSpPr txBox="1"/>
          <p:nvPr>
            <p:custDataLst>
              <p:tags r:id="rId23"/>
            </p:custDataLst>
          </p:nvPr>
        </p:nvSpPr>
        <p:spPr>
          <a:xfrm>
            <a:off x="768985" y="4934585"/>
            <a:ext cx="5015230" cy="1567180"/>
          </a:xfrm>
          <a:prstGeom prst="rect">
            <a:avLst/>
          </a:prstGeom>
          <a:noFill/>
        </p:spPr>
        <p:txBody>
          <a:bodyPr wrap="square" lIns="0" tIns="0" rIns="0" bIns="0" rtlCol="0">
            <a:noAutofit/>
          </a:bodyPr>
          <a:p>
            <a:pPr indent="0" algn="l" fontAlgn="auto">
              <a:lnSpc>
                <a:spcPct val="140000"/>
              </a:lnSpc>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仅规定根本原则</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不涉及具体操作细节</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需要由普通法律将原则转化为可执行规则。</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pic>
        <p:nvPicPr>
          <p:cNvPr id="28" name="图片 23" descr="343439383331313b343532303032343bb7a2b2bcb9dcc0ed"/>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1016542" y="4527280"/>
            <a:ext cx="180522" cy="180522"/>
          </a:xfrm>
          <a:prstGeom prst="rect">
            <a:avLst/>
          </a:prstGeom>
        </p:spPr>
      </p:pic>
      <p:sp>
        <p:nvSpPr>
          <p:cNvPr id="29" name="文本框 27"/>
          <p:cNvSpPr txBox="1"/>
          <p:nvPr>
            <p:custDataLst>
              <p:tags r:id="rId27"/>
            </p:custDataLst>
          </p:nvPr>
        </p:nvSpPr>
        <p:spPr>
          <a:xfrm>
            <a:off x="1506275" y="1828978"/>
            <a:ext cx="4087893" cy="454706"/>
          </a:xfrm>
          <a:prstGeom prst="rect">
            <a:avLst/>
          </a:prstGeom>
          <a:noFill/>
        </p:spPr>
        <p:txBody>
          <a:bodyPr wrap="square" lIns="0" tIns="0" rIns="0" bIns="0" rtlCol="0" anchor="b" anchorCtr="0">
            <a:noAutofit/>
          </a:bodyPr>
          <a:p>
            <a:pPr algn="l"/>
            <a:r>
              <a:rPr lang="zh-CN" altLang="en-US" sz="2800" b="1">
                <a:solidFill>
                  <a:srgbClr val="FF0000"/>
                </a:solidFill>
                <a:latin typeface="微软雅黑" panose="020B0503020204020204" charset="-122"/>
                <a:ea typeface="微软雅黑" panose="020B0503020204020204" charset="-122"/>
              </a:rPr>
              <a:t>政治性</a:t>
            </a:r>
            <a:endParaRPr lang="zh-CN" altLang="en-US" sz="2800" b="1">
              <a:solidFill>
                <a:srgbClr val="FF0000"/>
              </a:solidFill>
              <a:latin typeface="微软雅黑" panose="020B0503020204020204" charset="-122"/>
              <a:ea typeface="微软雅黑" panose="020B0503020204020204" charset="-122"/>
            </a:endParaRPr>
          </a:p>
        </p:txBody>
      </p:sp>
      <p:sp>
        <p:nvSpPr>
          <p:cNvPr id="30" name="圆角矩形 28"/>
          <p:cNvSpPr/>
          <p:nvPr>
            <p:custDataLst>
              <p:tags r:id="rId28"/>
            </p:custDataLst>
          </p:nvPr>
        </p:nvSpPr>
        <p:spPr>
          <a:xfrm>
            <a:off x="949674" y="1908583"/>
            <a:ext cx="368095" cy="368095"/>
          </a:xfrm>
          <a:prstGeom prst="roundRect">
            <a:avLst/>
          </a:prstGeom>
          <a:gradFill>
            <a:gsLst>
              <a:gs pos="100000">
                <a:schemeClr val="accent1">
                  <a:lumMod val="60000"/>
                  <a:lumOff val="40000"/>
                  <a:alpha val="100000"/>
                </a:schemeClr>
              </a:gs>
              <a:gs pos="5000">
                <a:schemeClr val="accent1">
                  <a:alpha val="100000"/>
                </a:schemeClr>
              </a:gs>
            </a:gsLst>
            <a:lin ang="13500000" scaled="0"/>
          </a:gradFill>
          <a:ln>
            <a:noFill/>
          </a:ln>
          <a:effectLst>
            <a:outerShdw blurRad="127000" dist="101600" dir="5400000" algn="t"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31" name="文本框 29"/>
          <p:cNvSpPr txBox="1"/>
          <p:nvPr>
            <p:custDataLst>
              <p:tags r:id="rId29"/>
            </p:custDataLst>
          </p:nvPr>
        </p:nvSpPr>
        <p:spPr>
          <a:xfrm>
            <a:off x="610235" y="2409825"/>
            <a:ext cx="5264150" cy="1473200"/>
          </a:xfrm>
          <a:prstGeom prst="rect">
            <a:avLst/>
          </a:prstGeom>
          <a:noFill/>
        </p:spPr>
        <p:txBody>
          <a:bodyPr wrap="square" lIns="0" tIns="0" rIns="0" bIns="0" rtlCol="0">
            <a:noAutofit/>
          </a:bodyPr>
          <a:p>
            <a:pPr indent="0" algn="l" fontAlgn="auto">
              <a:lnSpc>
                <a:spcPct val="140000"/>
              </a:lnSpc>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制宪、修宪过程是</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政治力量博弈</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的结果</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内容围绕国家权力配置、人权保障展开。</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pic>
        <p:nvPicPr>
          <p:cNvPr id="33" name="图片 30" descr="343439383331313b343532303032383bbfcdbba7b9dcc0ed"/>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a:off x="1043290" y="2002199"/>
            <a:ext cx="180522" cy="180522"/>
          </a:xfrm>
          <a:prstGeom prst="rect">
            <a:avLst/>
          </a:prstGeom>
        </p:spPr>
      </p:pic>
      <p:sp>
        <p:nvSpPr>
          <p:cNvPr id="38" name="文本框 37"/>
          <p:cNvSpPr txBox="1"/>
          <p:nvPr>
            <p:custDataLst>
              <p:tags r:id="rId33"/>
            </p:custDataLst>
          </p:nvPr>
        </p:nvSpPr>
        <p:spPr>
          <a:xfrm>
            <a:off x="7214296" y="4380170"/>
            <a:ext cx="4087893" cy="454706"/>
          </a:xfrm>
          <a:prstGeom prst="rect">
            <a:avLst/>
          </a:prstGeom>
          <a:noFill/>
        </p:spPr>
        <p:txBody>
          <a:bodyPr wrap="square" lIns="0" tIns="0" rIns="0" bIns="0" rtlCol="0" anchor="b" anchorCtr="0">
            <a:noAutofit/>
          </a:bodyPr>
          <a:p>
            <a:pPr algn="l"/>
            <a:r>
              <a:rPr lang="zh-CN" altLang="en-US" sz="2800" b="1">
                <a:solidFill>
                  <a:srgbClr val="FF0000"/>
                </a:solidFill>
                <a:latin typeface="微软雅黑" panose="020B0503020204020204" charset="-122"/>
                <a:ea typeface="微软雅黑" panose="020B0503020204020204" charset="-122"/>
              </a:rPr>
              <a:t>组织性和限制性</a:t>
            </a:r>
            <a:endParaRPr lang="zh-CN" altLang="en-US" sz="2800" b="1">
              <a:solidFill>
                <a:srgbClr val="FF0000"/>
              </a:solidFill>
              <a:latin typeface="微软雅黑" panose="020B0503020204020204" charset="-122"/>
              <a:ea typeface="微软雅黑" panose="020B0503020204020204" charset="-122"/>
            </a:endParaRPr>
          </a:p>
        </p:txBody>
      </p:sp>
      <p:sp>
        <p:nvSpPr>
          <p:cNvPr id="39" name="圆角矩形 38"/>
          <p:cNvSpPr/>
          <p:nvPr>
            <p:custDataLst>
              <p:tags r:id="rId34"/>
            </p:custDataLst>
          </p:nvPr>
        </p:nvSpPr>
        <p:spPr>
          <a:xfrm>
            <a:off x="6657695" y="4459775"/>
            <a:ext cx="368095" cy="368095"/>
          </a:xfrm>
          <a:prstGeom prst="roundRect">
            <a:avLst/>
          </a:prstGeom>
          <a:gradFill>
            <a:gsLst>
              <a:gs pos="100000">
                <a:schemeClr val="accent4">
                  <a:lumMod val="60000"/>
                  <a:lumOff val="40000"/>
                  <a:alpha val="100000"/>
                </a:schemeClr>
              </a:gs>
              <a:gs pos="5000">
                <a:schemeClr val="accent4">
                  <a:alpha val="100000"/>
                </a:schemeClr>
              </a:gs>
            </a:gsLst>
            <a:lin ang="13500000" scaled="0"/>
          </a:gradFill>
          <a:ln>
            <a:noFill/>
          </a:ln>
          <a:effectLst>
            <a:outerShdw blurRad="127000" dist="101600" dir="5400000" algn="t" rotWithShape="0">
              <a:schemeClr val="accent4">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0" name="文本框 39"/>
          <p:cNvSpPr txBox="1"/>
          <p:nvPr>
            <p:custDataLst>
              <p:tags r:id="rId35"/>
            </p:custDataLst>
          </p:nvPr>
        </p:nvSpPr>
        <p:spPr>
          <a:xfrm>
            <a:off x="6318250" y="4961255"/>
            <a:ext cx="5220970" cy="1539875"/>
          </a:xfrm>
          <a:prstGeom prst="rect">
            <a:avLst/>
          </a:prstGeom>
          <a:noFill/>
        </p:spPr>
        <p:txBody>
          <a:bodyPr wrap="square" lIns="0" tIns="0" rIns="0" bIns="0" rtlCol="0">
            <a:noAutofit/>
          </a:bodyPr>
          <a:p>
            <a:pPr indent="0" algn="l" fontAlgn="auto">
              <a:lnSpc>
                <a:spcPct val="140000"/>
              </a:lnSpc>
            </a:pPr>
            <a:r>
              <a:rPr lang="zh-CN" altLang="en-US" sz="2400" b="1" kern="0" dirty="0">
                <a:ln>
                  <a:noFill/>
                  <a:prstDash val="sysDot"/>
                </a:ln>
                <a:solidFill>
                  <a:schemeClr val="tx1">
                    <a:lumMod val="85000"/>
                    <a:lumOff val="15000"/>
                  </a:schemeClr>
                </a:solidFill>
                <a:latin typeface="+mn-ea"/>
                <a:sym typeface="+mn-ea"/>
              </a:rPr>
              <a:t>组织性</a:t>
            </a:r>
            <a:r>
              <a:rPr lang="en-US" altLang="zh-CN" sz="2400" b="1" kern="0" dirty="0">
                <a:ln>
                  <a:noFill/>
                  <a:prstDash val="sysDot"/>
                </a:ln>
                <a:solidFill>
                  <a:schemeClr val="tx1">
                    <a:lumMod val="85000"/>
                    <a:lumOff val="15000"/>
                  </a:schemeClr>
                </a:solidFill>
                <a:latin typeface="+mn-ea"/>
                <a:sym typeface="+mn-ea"/>
              </a:rPr>
              <a:t>:</a:t>
            </a:r>
            <a:r>
              <a:rPr lang="zh-CN" altLang="en-US" sz="2400" kern="0" dirty="0">
                <a:ln>
                  <a:noFill/>
                  <a:prstDash val="sysDot"/>
                </a:ln>
                <a:solidFill>
                  <a:schemeClr val="tx1">
                    <a:lumMod val="85000"/>
                    <a:lumOff val="15000"/>
                  </a:schemeClr>
                </a:solidFill>
                <a:latin typeface="+mn-ea"/>
                <a:sym typeface="+mn-ea"/>
              </a:rPr>
              <a:t>授予国家机关权力</a:t>
            </a:r>
            <a:r>
              <a:rPr lang="en-US" altLang="zh-CN" sz="2400" kern="0" dirty="0">
                <a:ln>
                  <a:noFill/>
                  <a:prstDash val="sysDot"/>
                </a:ln>
                <a:solidFill>
                  <a:schemeClr val="tx1">
                    <a:lumMod val="85000"/>
                    <a:lumOff val="15000"/>
                  </a:schemeClr>
                </a:solidFill>
                <a:latin typeface="+mn-ea"/>
                <a:sym typeface="+mn-ea"/>
              </a:rPr>
              <a:t>,</a:t>
            </a:r>
            <a:r>
              <a:rPr lang="zh-CN" altLang="en-US" sz="2400" kern="0" dirty="0">
                <a:ln>
                  <a:noFill/>
                  <a:prstDash val="sysDot"/>
                </a:ln>
                <a:solidFill>
                  <a:schemeClr val="tx1">
                    <a:lumMod val="85000"/>
                    <a:lumOff val="15000"/>
                  </a:schemeClr>
                </a:solidFill>
                <a:latin typeface="+mn-ea"/>
                <a:sym typeface="+mn-ea"/>
              </a:rPr>
              <a:t>明确其职权范围与运行框架</a:t>
            </a:r>
            <a:r>
              <a:rPr lang="en-US" altLang="zh-CN" sz="2400" b="1" kern="0" dirty="0">
                <a:ln>
                  <a:noFill/>
                  <a:prstDash val="sysDot"/>
                </a:ln>
                <a:solidFill>
                  <a:schemeClr val="tx1">
                    <a:lumMod val="85000"/>
                    <a:lumOff val="15000"/>
                  </a:schemeClr>
                </a:solidFill>
                <a:latin typeface="+mn-ea"/>
                <a:sym typeface="+mn-ea"/>
              </a:rPr>
              <a:t>;</a:t>
            </a:r>
            <a:r>
              <a:rPr lang="zh-CN" altLang="en-US" sz="2400" b="1" kern="0" dirty="0">
                <a:ln>
                  <a:noFill/>
                  <a:prstDash val="sysDot"/>
                </a:ln>
                <a:solidFill>
                  <a:schemeClr val="tx1">
                    <a:lumMod val="85000"/>
                    <a:lumOff val="15000"/>
                  </a:schemeClr>
                </a:solidFill>
                <a:latin typeface="+mn-ea"/>
                <a:sym typeface="+mn-ea"/>
              </a:rPr>
              <a:t>限制性</a:t>
            </a:r>
            <a:r>
              <a:rPr lang="en-US" altLang="zh-CN" sz="2400" b="1" kern="0" dirty="0">
                <a:ln>
                  <a:noFill/>
                  <a:prstDash val="sysDot"/>
                </a:ln>
                <a:solidFill>
                  <a:schemeClr val="tx1">
                    <a:lumMod val="85000"/>
                    <a:lumOff val="15000"/>
                  </a:schemeClr>
                </a:solidFill>
                <a:latin typeface="+mn-ea"/>
                <a:sym typeface="+mn-ea"/>
              </a:rPr>
              <a:t>:</a:t>
            </a:r>
            <a:r>
              <a:rPr lang="zh-CN" altLang="en-US" sz="2400" kern="0" dirty="0">
                <a:ln>
                  <a:noFill/>
                  <a:prstDash val="sysDot"/>
                </a:ln>
                <a:solidFill>
                  <a:schemeClr val="tx1">
                    <a:lumMod val="85000"/>
                    <a:lumOff val="15000"/>
                  </a:schemeClr>
                </a:solidFill>
                <a:latin typeface="+mn-ea"/>
                <a:sym typeface="+mn-ea"/>
              </a:rPr>
              <a:t>约束国家权力滥用</a:t>
            </a:r>
            <a:r>
              <a:rPr lang="en-US" altLang="zh-CN" sz="2400" kern="0" dirty="0">
                <a:ln>
                  <a:noFill/>
                  <a:prstDash val="sysDot"/>
                </a:ln>
                <a:solidFill>
                  <a:schemeClr val="tx1">
                    <a:lumMod val="85000"/>
                    <a:lumOff val="15000"/>
                  </a:schemeClr>
                </a:solidFill>
                <a:latin typeface="+mn-ea"/>
                <a:sym typeface="+mn-ea"/>
              </a:rPr>
              <a:t>,</a:t>
            </a:r>
            <a:r>
              <a:rPr lang="zh-CN" altLang="en-US" sz="2400" kern="0" dirty="0">
                <a:ln>
                  <a:noFill/>
                  <a:prstDash val="sysDot"/>
                </a:ln>
                <a:solidFill>
                  <a:schemeClr val="tx1">
                    <a:lumMod val="85000"/>
                    <a:lumOff val="15000"/>
                  </a:schemeClr>
                </a:solidFill>
                <a:latin typeface="+mn-ea"/>
                <a:sym typeface="+mn-ea"/>
              </a:rPr>
              <a:t>划定权力边界。</a:t>
            </a:r>
            <a:endParaRPr lang="zh-CN" altLang="en-US" sz="2400" kern="0" dirty="0">
              <a:ln>
                <a:noFill/>
                <a:prstDash val="sysDot"/>
              </a:ln>
              <a:solidFill>
                <a:schemeClr val="tx1">
                  <a:lumMod val="85000"/>
                  <a:lumOff val="15000"/>
                </a:schemeClr>
              </a:solidFill>
              <a:latin typeface="+mn-ea"/>
              <a:sym typeface="+mn-ea"/>
            </a:endParaRPr>
          </a:p>
        </p:txBody>
      </p:sp>
      <p:pic>
        <p:nvPicPr>
          <p:cNvPr id="41" name="图片 40" descr="343439383331313b343532303031393bd2b5bca8b9dcc0ed"/>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tretch>
            <a:fillRect/>
          </a:stretch>
        </p:blipFill>
        <p:spPr>
          <a:xfrm>
            <a:off x="6751311" y="4553391"/>
            <a:ext cx="180522" cy="180522"/>
          </a:xfrm>
          <a:prstGeom prst="rect">
            <a:avLst/>
          </a:prstGeom>
        </p:spPr>
      </p:pic>
    </p:spTree>
    <p:custDataLst>
      <p:tags r:id="rId39"/>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flipH="1">
            <a:off x="8348345" y="0"/>
            <a:ext cx="3843655" cy="6858635"/>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custDataLst>
              <p:tags r:id="rId2"/>
            </p:custDataLst>
          </p:nvPr>
        </p:nvSpPr>
        <p:spPr>
          <a:xfrm>
            <a:off x="1823720" y="1079183"/>
            <a:ext cx="8545195" cy="4688205"/>
          </a:xfrm>
          <a:prstGeom prst="rect">
            <a:avLst/>
          </a:prstGeom>
          <a:solidFill>
            <a:srgbClr val="FFFFFF"/>
          </a:solidFill>
          <a:ln>
            <a:noFill/>
          </a:ln>
          <a:effectLst>
            <a:outerShdw blurRad="254000" dist="38100" dir="5400000" algn="t" rotWithShape="0">
              <a:schemeClr val="bg1">
                <a:lumMod val="50000"/>
                <a:alpha val="67000"/>
              </a:schemeClr>
            </a:outerShdw>
          </a:effectLst>
        </p:spPr>
        <p:style>
          <a:lnRef idx="2">
            <a:schemeClr val="accent1">
              <a:lumMod val="75000"/>
            </a:schemeClr>
          </a:lnRef>
          <a:fillRef idx="1">
            <a:schemeClr val="accent1"/>
          </a:fillRef>
          <a:effectRef idx="0">
            <a:srgbClr val="FFFFFF"/>
          </a:effectRef>
          <a:fontRef idx="minor">
            <a:schemeClr val="lt1"/>
          </a:fontRef>
        </p:style>
        <p:txBody>
          <a:bodyPr wrap="square" lIns="1080135" rIns="899795" rtlCol="0" anchor="ctr">
            <a:normAutofit/>
          </a:bodyPr>
          <a:lstStyle/>
          <a:p>
            <a:pPr marL="0" lvl="0" indent="0" algn="just" fontAlgn="auto">
              <a:lnSpc>
                <a:spcPct val="150000"/>
              </a:lnSpc>
              <a:spcAft>
                <a:spcPts val="1200"/>
              </a:spcAft>
            </a:pPr>
            <a:r>
              <a:rPr lang="zh-CN" altLang="en-US" sz="2800">
                <a:solidFill>
                  <a:srgbClr val="C00000"/>
                </a:solidFill>
                <a:latin typeface="微软雅黑" panose="020B0503020204020204" charset="-122"/>
                <a:ea typeface="微软雅黑" panose="020B0503020204020204" charset="-122"/>
                <a:cs typeface="微软雅黑" panose="020B0503020204020204" charset="-122"/>
              </a:rPr>
              <a:t>讨论:</a:t>
            </a:r>
            <a:endParaRPr lang="zh-CN" altLang="en-US" sz="2800">
              <a:solidFill>
                <a:srgbClr val="C00000"/>
              </a:solidFill>
              <a:latin typeface="微软雅黑" panose="020B0503020204020204" charset="-122"/>
              <a:ea typeface="微软雅黑" panose="020B0503020204020204" charset="-122"/>
              <a:cs typeface="微软雅黑" panose="020B0503020204020204" charset="-122"/>
            </a:endParaRPr>
          </a:p>
          <a:p>
            <a:pPr marL="457200" lvl="1" indent="0" algn="just" fontAlgn="auto">
              <a:lnSpc>
                <a:spcPct val="150000"/>
              </a:lnSpc>
              <a:spcAft>
                <a:spcPts val="1200"/>
              </a:spcAft>
            </a:pPr>
            <a:r>
              <a:rPr lang="zh-CN" altLang="en-US" sz="2800">
                <a:solidFill>
                  <a:srgbClr val="C00000"/>
                </a:solidFill>
                <a:latin typeface="微软雅黑" panose="020B0503020204020204" charset="-122"/>
                <a:ea typeface="微软雅黑" panose="020B0503020204020204" charset="-122"/>
                <a:cs typeface="微软雅黑" panose="020B0503020204020204" charset="-122"/>
              </a:rPr>
              <a:t>宪法规范具有“原则性”,不规定具体细节。有人认为这使宪法“不实用”,是缺点;有人认为这给了法律发展空间,是优点。你支持哪种观点?为什么?</a:t>
            </a:r>
            <a:endParaRPr lang="zh-CN" altLang="en-US" sz="280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1" name="矩形 10"/>
          <p:cNvSpPr/>
          <p:nvPr>
            <p:custDataLst>
              <p:tags r:id="rId3"/>
            </p:custDataLst>
          </p:nvPr>
        </p:nvSpPr>
        <p:spPr>
          <a:xfrm flipH="1">
            <a:off x="1823720" y="1079500"/>
            <a:ext cx="184785" cy="4687570"/>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4"/>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支持</a:t>
            </a:r>
            <a:r>
              <a:rPr lang="en-US" altLang="zh-CN"/>
              <a:t>"</a:t>
            </a:r>
            <a:r>
              <a:rPr lang="zh-CN" altLang="en-US"/>
              <a:t>宪法规范的原则性是优点</a:t>
            </a:r>
            <a:r>
              <a:rPr lang="en-US" altLang="zh-CN"/>
              <a:t>"</a:t>
            </a:r>
            <a:r>
              <a:rPr lang="zh-CN" altLang="en-US"/>
              <a:t>这一观点，理由如下：</a:t>
            </a:r>
            <a:endParaRPr lang="zh-CN" altLang="en-US"/>
          </a:p>
        </p:txBody>
      </p:sp>
      <p:sp>
        <p:nvSpPr>
          <p:cNvPr id="9" name="对角圆角矩形 2"/>
          <p:cNvSpPr/>
          <p:nvPr>
            <p:custDataLst>
              <p:tags r:id="rId2"/>
            </p:custDataLst>
          </p:nvPr>
        </p:nvSpPr>
        <p:spPr>
          <a:xfrm>
            <a:off x="695960" y="1811337"/>
            <a:ext cx="3368040" cy="4561205"/>
          </a:xfrm>
          <a:prstGeom prst="round2DiagRect">
            <a:avLst>
              <a:gd name="adj1" fmla="val 12858"/>
              <a:gd name="adj2" fmla="val 0"/>
            </a:avLst>
          </a:prstGeom>
          <a:gradFill>
            <a:gsLst>
              <a:gs pos="0">
                <a:srgbClr val="FFFFFF">
                  <a:alpha val="5000"/>
                </a:srgbClr>
              </a:gs>
              <a:gs pos="100000">
                <a:schemeClr val="accent1">
                  <a:alpha val="25000"/>
                </a:schemeClr>
              </a:gs>
            </a:gsLst>
            <a:lin ang="5400000" scaled="0"/>
          </a:gradFill>
          <a:ln>
            <a:solidFill>
              <a:schemeClr val="accent1">
                <a:lumMod val="60000"/>
                <a:lumOff val="40000"/>
                <a:alpha val="45000"/>
              </a:schemeClr>
            </a:solidFill>
          </a:ln>
        </p:spPr>
        <p:style>
          <a:lnRef idx="2">
            <a:schemeClr val="accent1">
              <a:lumMod val="75000"/>
            </a:schemeClr>
          </a:lnRef>
          <a:fillRef idx="1">
            <a:schemeClr val="accent1"/>
          </a:fillRef>
          <a:effectRef idx="0">
            <a:srgbClr val="FFFFFF"/>
          </a:effectRef>
          <a:fontRef idx="minor">
            <a:schemeClr val="lt1"/>
          </a:fontRef>
        </p:style>
        <p:txBody>
          <a:bodyPr tIns="46990" bIns="46990" rtlCol="0" anchor="ctr" anchorCtr="0">
            <a:noAutofit/>
          </a:bodyPr>
          <a:p>
            <a:pPr>
              <a:lnSpc>
                <a:spcPct val="150000"/>
              </a:lnSpc>
            </a:pPr>
            <a:r>
              <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原则性是宪法本质的必然要求。宪法作为国家的根本大法</a:t>
            </a:r>
            <a:r>
              <a:rPr lang="en-US" altLang="zh-CN"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0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其首要功能是确立国家的基本制度和核心价值观。</a:t>
            </a:r>
            <a:r>
              <a:rPr lang="zh-CN" altLang="en-US"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如果宪法规定得过于具体</a:t>
            </a:r>
            <a:r>
              <a:rPr lang="en-US" altLang="zh-CN"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就会混淆根本法与普通法律的界限。</a:t>
            </a:r>
            <a:endParaRPr lang="zh-CN" altLang="en-US" sz="2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 name="正文"/>
          <p:cNvSpPr txBox="1"/>
          <p:nvPr>
            <p:custDataLst>
              <p:tags r:id="rId3"/>
            </p:custDataLst>
          </p:nvPr>
        </p:nvSpPr>
        <p:spPr>
          <a:xfrm>
            <a:off x="3218180" y="5675947"/>
            <a:ext cx="753745" cy="639445"/>
          </a:xfrm>
          <a:prstGeom prst="rect">
            <a:avLst/>
          </a:prstGeom>
          <a:noFill/>
        </p:spPr>
        <p:txBody>
          <a:bodyPr wrap="none" lIns="0" tIns="0" rIns="0" bIns="107950" rtlCol="0" anchor="ctr" anchorCtr="0">
            <a:normAutofit fontScale="60000"/>
          </a:bodyPr>
          <a:p>
            <a:pPr indent="0" algn="ctr" fontAlgn="auto">
              <a:lnSpc>
                <a:spcPct val="140000"/>
              </a:lnSpc>
              <a:spcAft>
                <a:spcPts val="1000"/>
              </a:spcAft>
            </a:pPr>
            <a:r>
              <a:rPr lang="en-US" altLang="zh-CN" sz="4000" b="1" dirty="0">
                <a:ln>
                  <a:noFill/>
                  <a:prstDash val="sysDot"/>
                </a:ln>
                <a:solidFill>
                  <a:schemeClr val="accent1">
                    <a:alpha val="15000"/>
                  </a:schemeClr>
                </a:solidFill>
                <a:uFillTx/>
                <a:latin typeface="+mn-ea"/>
                <a:cs typeface="MiSans Normal" panose="00000500000000000000" charset="-122"/>
                <a:sym typeface="MiSans Normal" panose="00000500000000000000" charset="-122"/>
              </a:rPr>
              <a:t>01</a:t>
            </a:r>
            <a:endParaRPr lang="en-US" altLang="zh-CN" sz="4000" b="1" dirty="0">
              <a:ln>
                <a:noFill/>
                <a:prstDash val="sysDot"/>
              </a:ln>
              <a:solidFill>
                <a:schemeClr val="accent1">
                  <a:alpha val="15000"/>
                </a:schemeClr>
              </a:solidFill>
              <a:uFillTx/>
              <a:latin typeface="+mn-ea"/>
              <a:cs typeface="MiSans Normal" panose="00000500000000000000" charset="-122"/>
              <a:sym typeface="MiSans Normal" panose="00000500000000000000" charset="-122"/>
            </a:endParaRPr>
          </a:p>
        </p:txBody>
      </p:sp>
      <p:sp>
        <p:nvSpPr>
          <p:cNvPr id="13" name="椭圆 4"/>
          <p:cNvSpPr/>
          <p:nvPr>
            <p:custDataLst>
              <p:tags r:id="rId4"/>
            </p:custDataLst>
          </p:nvPr>
        </p:nvSpPr>
        <p:spPr>
          <a:xfrm>
            <a:off x="2012950" y="1440497"/>
            <a:ext cx="734060" cy="734060"/>
          </a:xfrm>
          <a:prstGeom prst="ellipse">
            <a:avLst/>
          </a:prstGeom>
          <a:solidFill>
            <a:schemeClr val="accent1">
              <a:lumMod val="60000"/>
              <a:lumOff val="40000"/>
              <a:alpha val="25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4" name="椭圆 5"/>
          <p:cNvSpPr/>
          <p:nvPr>
            <p:custDataLst>
              <p:tags r:id="rId5"/>
            </p:custDataLst>
          </p:nvPr>
        </p:nvSpPr>
        <p:spPr>
          <a:xfrm>
            <a:off x="2113915" y="1541462"/>
            <a:ext cx="532130" cy="532130"/>
          </a:xfrm>
          <a:prstGeom prst="ellipse">
            <a:avLst/>
          </a:prstGeom>
          <a:gradFill>
            <a:gsLst>
              <a:gs pos="0">
                <a:schemeClr val="accent1">
                  <a:lumMod val="60000"/>
                  <a:lumOff val="40000"/>
                  <a:alpha val="100000"/>
                </a:schemeClr>
              </a:gs>
              <a:gs pos="100000">
                <a:schemeClr val="accent1">
                  <a:alpha val="100000"/>
                </a:schemeClr>
              </a:gs>
            </a:gsLst>
            <a:lin ang="2700000" scaled="0"/>
          </a:gradFill>
          <a:ln>
            <a:noFill/>
          </a:ln>
          <a:effectLst>
            <a:outerShdw blurRad="1397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16" name="图片 6" descr="333438303937363b333438313039323bcfeec4bfbcc6bbae"/>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2272030" y="1698942"/>
            <a:ext cx="215900" cy="216535"/>
          </a:xfrm>
          <a:prstGeom prst="rect">
            <a:avLst/>
          </a:prstGeom>
        </p:spPr>
      </p:pic>
      <p:sp>
        <p:nvSpPr>
          <p:cNvPr id="17" name="对角圆角矩形 7"/>
          <p:cNvSpPr/>
          <p:nvPr>
            <p:custDataLst>
              <p:tags r:id="rId9"/>
            </p:custDataLst>
          </p:nvPr>
        </p:nvSpPr>
        <p:spPr>
          <a:xfrm>
            <a:off x="4411980" y="1811337"/>
            <a:ext cx="3368040" cy="4561205"/>
          </a:xfrm>
          <a:prstGeom prst="round2DiagRect">
            <a:avLst>
              <a:gd name="adj1" fmla="val 12858"/>
              <a:gd name="adj2" fmla="val 0"/>
            </a:avLst>
          </a:prstGeom>
          <a:gradFill>
            <a:gsLst>
              <a:gs pos="0">
                <a:srgbClr val="FFFFFF">
                  <a:alpha val="5000"/>
                </a:srgbClr>
              </a:gs>
              <a:gs pos="100000">
                <a:schemeClr val="accent2">
                  <a:alpha val="25000"/>
                </a:schemeClr>
              </a:gs>
            </a:gsLst>
            <a:lin ang="5400000" scaled="0"/>
          </a:gradFill>
          <a:ln>
            <a:solidFill>
              <a:schemeClr val="accent2">
                <a:lumMod val="60000"/>
                <a:lumOff val="40000"/>
                <a:alpha val="45000"/>
              </a:schemeClr>
            </a:solidFill>
          </a:ln>
        </p:spPr>
        <p:style>
          <a:lnRef idx="2">
            <a:schemeClr val="accent1">
              <a:lumMod val="75000"/>
            </a:schemeClr>
          </a:lnRef>
          <a:fillRef idx="1">
            <a:schemeClr val="accent1"/>
          </a:fillRef>
          <a:effectRef idx="0">
            <a:srgbClr val="FFFFFF"/>
          </a:effectRef>
          <a:fontRef idx="minor">
            <a:schemeClr val="lt1"/>
          </a:fontRef>
        </p:style>
        <p:txBody>
          <a:bodyPr tIns="46990" bIns="46990" rtlCol="0" anchor="ctr" anchorCtr="0">
            <a:noAutofit/>
          </a:bodyPr>
          <a:p>
            <a:pPr>
              <a:lnSpc>
                <a:spcPct val="150000"/>
              </a:lnSpc>
            </a:pPr>
            <a:r>
              <a:rPr lang="zh-CN" altLang="en-US" sz="2000" kern="0" dirty="0">
                <a:ln>
                  <a:noFill/>
                  <a:prstDash val="sysDot"/>
                </a:ln>
                <a:solidFill>
                  <a:schemeClr val="tx1">
                    <a:lumMod val="85000"/>
                    <a:lumOff val="15000"/>
                  </a:schemeClr>
                </a:solidFill>
                <a:latin typeface="+mn-ea"/>
                <a:sym typeface="+mn-ea"/>
              </a:rPr>
              <a:t>原则性保障了宪法的稳定性与适应性。社会在发展</a:t>
            </a:r>
            <a:r>
              <a:rPr lang="en-US" altLang="zh-CN" sz="2000" kern="0" dirty="0">
                <a:ln>
                  <a:noFill/>
                  <a:prstDash val="sysDot"/>
                </a:ln>
                <a:solidFill>
                  <a:schemeClr val="tx1">
                    <a:lumMod val="85000"/>
                    <a:lumOff val="15000"/>
                  </a:schemeClr>
                </a:solidFill>
                <a:latin typeface="+mn-ea"/>
                <a:sym typeface="+mn-ea"/>
              </a:rPr>
              <a:t>,</a:t>
            </a:r>
            <a:r>
              <a:rPr lang="zh-CN" altLang="en-US" sz="2000" kern="0" dirty="0">
                <a:ln>
                  <a:noFill/>
                  <a:prstDash val="sysDot"/>
                </a:ln>
                <a:solidFill>
                  <a:schemeClr val="tx1">
                    <a:lumMod val="85000"/>
                    <a:lumOff val="15000"/>
                  </a:schemeClr>
                </a:solidFill>
                <a:latin typeface="+mn-ea"/>
                <a:sym typeface="+mn-ea"/>
              </a:rPr>
              <a:t>技术在进步</a:t>
            </a:r>
            <a:r>
              <a:rPr lang="en-US" altLang="zh-CN" sz="2000" kern="0" dirty="0">
                <a:ln>
                  <a:noFill/>
                  <a:prstDash val="sysDot"/>
                </a:ln>
                <a:solidFill>
                  <a:schemeClr val="tx1">
                    <a:lumMod val="85000"/>
                    <a:lumOff val="15000"/>
                  </a:schemeClr>
                </a:solidFill>
                <a:latin typeface="+mn-ea"/>
                <a:sym typeface="+mn-ea"/>
              </a:rPr>
              <a:t>,</a:t>
            </a:r>
            <a:r>
              <a:rPr lang="zh-CN" altLang="en-US" sz="2000" kern="0" dirty="0">
                <a:ln>
                  <a:noFill/>
                  <a:prstDash val="sysDot"/>
                </a:ln>
                <a:solidFill>
                  <a:schemeClr val="tx1">
                    <a:lumMod val="85000"/>
                    <a:lumOff val="15000"/>
                  </a:schemeClr>
                </a:solidFill>
                <a:latin typeface="+mn-ea"/>
                <a:sym typeface="+mn-ea"/>
              </a:rPr>
              <a:t>具体的社会关系在不断变化。</a:t>
            </a:r>
            <a:r>
              <a:rPr lang="zh-CN" altLang="en-US" sz="2000" b="1" kern="0" dirty="0">
                <a:ln>
                  <a:noFill/>
                  <a:prstDash val="sysDot"/>
                </a:ln>
                <a:solidFill>
                  <a:schemeClr val="tx1">
                    <a:lumMod val="85000"/>
                    <a:lumOff val="15000"/>
                  </a:schemeClr>
                </a:solidFill>
                <a:latin typeface="+mn-ea"/>
                <a:sym typeface="+mn-ea"/>
              </a:rPr>
              <a:t>宪法规范的原则性使其能够在不修改文本的情况下</a:t>
            </a:r>
            <a:r>
              <a:rPr lang="en-US" altLang="zh-CN" sz="2000" b="1" kern="0" dirty="0">
                <a:ln>
                  <a:noFill/>
                  <a:prstDash val="sysDot"/>
                </a:ln>
                <a:solidFill>
                  <a:schemeClr val="tx1">
                    <a:lumMod val="85000"/>
                    <a:lumOff val="15000"/>
                  </a:schemeClr>
                </a:solidFill>
                <a:latin typeface="+mn-ea"/>
                <a:sym typeface="+mn-ea"/>
              </a:rPr>
              <a:t>,</a:t>
            </a:r>
            <a:r>
              <a:rPr lang="zh-CN" altLang="en-US" sz="2000" b="1" kern="0" dirty="0">
                <a:ln>
                  <a:noFill/>
                  <a:prstDash val="sysDot"/>
                </a:ln>
                <a:solidFill>
                  <a:schemeClr val="tx1">
                    <a:lumMod val="85000"/>
                    <a:lumOff val="15000"/>
                  </a:schemeClr>
                </a:solidFill>
                <a:latin typeface="+mn-ea"/>
                <a:sym typeface="+mn-ea"/>
              </a:rPr>
              <a:t>通过宪法解释适应新的社会需求。</a:t>
            </a:r>
            <a:endParaRPr lang="zh-CN" altLang="en-US" sz="2000" b="1" kern="0" dirty="0">
              <a:ln>
                <a:noFill/>
                <a:prstDash val="sysDot"/>
              </a:ln>
              <a:solidFill>
                <a:schemeClr val="tx1">
                  <a:lumMod val="85000"/>
                  <a:lumOff val="15000"/>
                </a:schemeClr>
              </a:solidFill>
              <a:latin typeface="+mn-ea"/>
              <a:sym typeface="+mn-ea"/>
            </a:endParaRPr>
          </a:p>
        </p:txBody>
      </p:sp>
      <p:sp>
        <p:nvSpPr>
          <p:cNvPr id="19" name="正文"/>
          <p:cNvSpPr txBox="1"/>
          <p:nvPr>
            <p:custDataLst>
              <p:tags r:id="rId10"/>
            </p:custDataLst>
          </p:nvPr>
        </p:nvSpPr>
        <p:spPr>
          <a:xfrm>
            <a:off x="6934200" y="5675947"/>
            <a:ext cx="753745" cy="639445"/>
          </a:xfrm>
          <a:prstGeom prst="rect">
            <a:avLst/>
          </a:prstGeom>
          <a:noFill/>
        </p:spPr>
        <p:txBody>
          <a:bodyPr wrap="none" lIns="0" tIns="0" rIns="0" bIns="107950" rtlCol="0" anchor="ctr" anchorCtr="0">
            <a:normAutofit fontScale="60000"/>
          </a:bodyPr>
          <a:p>
            <a:pPr indent="0" algn="ctr" fontAlgn="auto">
              <a:lnSpc>
                <a:spcPct val="140000"/>
              </a:lnSpc>
              <a:spcAft>
                <a:spcPts val="1000"/>
              </a:spcAft>
            </a:pPr>
            <a:r>
              <a:rPr lang="en-US" altLang="zh-CN" sz="4000" b="1" dirty="0">
                <a:ln>
                  <a:noFill/>
                  <a:prstDash val="sysDot"/>
                </a:ln>
                <a:solidFill>
                  <a:schemeClr val="accent2">
                    <a:alpha val="15000"/>
                  </a:schemeClr>
                </a:solidFill>
                <a:uFillTx/>
                <a:latin typeface="+mn-ea"/>
                <a:cs typeface="MiSans Normal" panose="00000500000000000000" charset="-122"/>
                <a:sym typeface="MiSans Normal" panose="00000500000000000000" charset="-122"/>
              </a:rPr>
              <a:t>02</a:t>
            </a:r>
            <a:endParaRPr lang="en-US" altLang="zh-CN" sz="4000" b="1" dirty="0">
              <a:ln>
                <a:noFill/>
                <a:prstDash val="sysDot"/>
              </a:ln>
              <a:solidFill>
                <a:schemeClr val="accent2">
                  <a:alpha val="15000"/>
                </a:schemeClr>
              </a:solidFill>
              <a:uFillTx/>
              <a:latin typeface="+mn-ea"/>
              <a:cs typeface="MiSans Normal" panose="00000500000000000000" charset="-122"/>
              <a:sym typeface="MiSans Normal" panose="00000500000000000000" charset="-122"/>
            </a:endParaRPr>
          </a:p>
        </p:txBody>
      </p:sp>
      <p:sp>
        <p:nvSpPr>
          <p:cNvPr id="22" name="椭圆 10"/>
          <p:cNvSpPr/>
          <p:nvPr>
            <p:custDataLst>
              <p:tags r:id="rId11"/>
            </p:custDataLst>
          </p:nvPr>
        </p:nvSpPr>
        <p:spPr>
          <a:xfrm>
            <a:off x="5728970" y="1440497"/>
            <a:ext cx="734060" cy="734060"/>
          </a:xfrm>
          <a:prstGeom prst="ellipse">
            <a:avLst/>
          </a:prstGeom>
          <a:solidFill>
            <a:schemeClr val="accent2">
              <a:lumMod val="60000"/>
              <a:lumOff val="40000"/>
              <a:alpha val="25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3" name="椭圆 14"/>
          <p:cNvSpPr/>
          <p:nvPr>
            <p:custDataLst>
              <p:tags r:id="rId12"/>
            </p:custDataLst>
          </p:nvPr>
        </p:nvSpPr>
        <p:spPr>
          <a:xfrm>
            <a:off x="5830570" y="1541462"/>
            <a:ext cx="532130" cy="532130"/>
          </a:xfrm>
          <a:prstGeom prst="ellipse">
            <a:avLst/>
          </a:prstGeom>
          <a:gradFill>
            <a:gsLst>
              <a:gs pos="0">
                <a:schemeClr val="accent2">
                  <a:lumMod val="60000"/>
                  <a:lumOff val="40000"/>
                  <a:alpha val="100000"/>
                </a:schemeClr>
              </a:gs>
              <a:gs pos="100000">
                <a:schemeClr val="accent2">
                  <a:alpha val="100000"/>
                </a:schemeClr>
              </a:gs>
            </a:gsLst>
            <a:lin ang="2700000" scaled="0"/>
          </a:gradFill>
          <a:ln>
            <a:noFill/>
          </a:ln>
          <a:effectLst>
            <a:outerShdw blurRad="1397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25" name="图片 17" descr="333438303937363b333438313038303bd7e9d6afbcdcb9b9"/>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5975350" y="1686242"/>
            <a:ext cx="241935" cy="242570"/>
          </a:xfrm>
          <a:prstGeom prst="rect">
            <a:avLst/>
          </a:prstGeom>
        </p:spPr>
      </p:pic>
      <p:sp>
        <p:nvSpPr>
          <p:cNvPr id="28" name="对角圆角矩形 19"/>
          <p:cNvSpPr/>
          <p:nvPr>
            <p:custDataLst>
              <p:tags r:id="rId16"/>
            </p:custDataLst>
          </p:nvPr>
        </p:nvSpPr>
        <p:spPr>
          <a:xfrm>
            <a:off x="8128000" y="1812607"/>
            <a:ext cx="3368040" cy="4561205"/>
          </a:xfrm>
          <a:prstGeom prst="round2DiagRect">
            <a:avLst>
              <a:gd name="adj1" fmla="val 12858"/>
              <a:gd name="adj2" fmla="val 0"/>
            </a:avLst>
          </a:prstGeom>
          <a:gradFill>
            <a:gsLst>
              <a:gs pos="0">
                <a:srgbClr val="FFFFFF">
                  <a:alpha val="5000"/>
                </a:srgbClr>
              </a:gs>
              <a:gs pos="100000">
                <a:schemeClr val="accent3">
                  <a:alpha val="25000"/>
                </a:schemeClr>
              </a:gs>
            </a:gsLst>
            <a:lin ang="5400000" scaled="0"/>
          </a:gradFill>
          <a:ln>
            <a:solidFill>
              <a:schemeClr val="accent3">
                <a:lumMod val="60000"/>
                <a:lumOff val="40000"/>
                <a:alpha val="45000"/>
              </a:schemeClr>
            </a:solidFill>
          </a:ln>
        </p:spPr>
        <p:style>
          <a:lnRef idx="2">
            <a:schemeClr val="accent1">
              <a:lumMod val="75000"/>
            </a:schemeClr>
          </a:lnRef>
          <a:fillRef idx="1">
            <a:schemeClr val="accent1"/>
          </a:fillRef>
          <a:effectRef idx="0">
            <a:srgbClr val="FFFFFF"/>
          </a:effectRef>
          <a:fontRef idx="minor">
            <a:schemeClr val="lt1"/>
          </a:fontRef>
        </p:style>
        <p:txBody>
          <a:bodyPr tIns="46990" bIns="46990" rtlCol="0" anchor="ctr" anchorCtr="0">
            <a:noAutofit/>
          </a:bodyPr>
          <a:p>
            <a:pPr>
              <a:lnSpc>
                <a:spcPct val="150000"/>
              </a:lnSpc>
            </a:pPr>
            <a:r>
              <a:rPr lang="zh-CN" altLang="en-US" sz="2000" b="1" kern="0" dirty="0">
                <a:ln>
                  <a:noFill/>
                  <a:prstDash val="sysDot"/>
                </a:ln>
                <a:solidFill>
                  <a:schemeClr val="tx1">
                    <a:lumMod val="85000"/>
                    <a:lumOff val="15000"/>
                  </a:schemeClr>
                </a:solidFill>
                <a:latin typeface="+mn-ea"/>
                <a:sym typeface="+mn-ea"/>
              </a:rPr>
              <a:t>原则性为法律体系发展预留空间。</a:t>
            </a:r>
            <a:r>
              <a:rPr lang="zh-CN" altLang="en-US" sz="2000" kern="0" dirty="0">
                <a:ln>
                  <a:noFill/>
                  <a:prstDash val="sysDot"/>
                </a:ln>
                <a:solidFill>
                  <a:schemeClr val="tx1">
                    <a:lumMod val="85000"/>
                    <a:lumOff val="15000"/>
                  </a:schemeClr>
                </a:solidFill>
                <a:latin typeface="+mn-ea"/>
                <a:sym typeface="+mn-ea"/>
              </a:rPr>
              <a:t>宪法确立的基本原则需要通过普通法律加以具体化。这种</a:t>
            </a:r>
            <a:r>
              <a:rPr lang="en-US" altLang="zh-CN" sz="2000" kern="0" dirty="0">
                <a:ln>
                  <a:noFill/>
                  <a:prstDash val="sysDot"/>
                </a:ln>
                <a:solidFill>
                  <a:schemeClr val="tx1">
                    <a:lumMod val="85000"/>
                    <a:lumOff val="15000"/>
                  </a:schemeClr>
                </a:solidFill>
                <a:latin typeface="+mn-ea"/>
                <a:sym typeface="+mn-ea"/>
              </a:rPr>
              <a:t>"</a:t>
            </a:r>
            <a:r>
              <a:rPr lang="zh-CN" altLang="en-US" sz="2000" kern="0" dirty="0">
                <a:ln>
                  <a:noFill/>
                  <a:prstDash val="sysDot"/>
                </a:ln>
                <a:solidFill>
                  <a:schemeClr val="tx1">
                    <a:lumMod val="85000"/>
                    <a:lumOff val="15000"/>
                  </a:schemeClr>
                </a:solidFill>
                <a:latin typeface="+mn-ea"/>
                <a:sym typeface="+mn-ea"/>
              </a:rPr>
              <a:t>宪法原则</a:t>
            </a:r>
            <a:r>
              <a:rPr lang="en-US" altLang="zh-CN" sz="2000" kern="0" dirty="0">
                <a:ln>
                  <a:noFill/>
                  <a:prstDash val="sysDot"/>
                </a:ln>
                <a:solidFill>
                  <a:schemeClr val="tx1">
                    <a:lumMod val="85000"/>
                    <a:lumOff val="15000"/>
                  </a:schemeClr>
                </a:solidFill>
                <a:latin typeface="+mn-ea"/>
                <a:sym typeface="+mn-ea"/>
              </a:rPr>
              <a:t>+</a:t>
            </a:r>
            <a:r>
              <a:rPr lang="zh-CN" altLang="en-US" sz="2000" kern="0" dirty="0">
                <a:ln>
                  <a:noFill/>
                  <a:prstDash val="sysDot"/>
                </a:ln>
                <a:solidFill>
                  <a:schemeClr val="tx1">
                    <a:lumMod val="85000"/>
                    <a:lumOff val="15000"/>
                  </a:schemeClr>
                </a:solidFill>
                <a:latin typeface="+mn-ea"/>
                <a:sym typeface="+mn-ea"/>
              </a:rPr>
              <a:t>法律具体化</a:t>
            </a:r>
            <a:r>
              <a:rPr lang="en-US" altLang="zh-CN" sz="2000" kern="0" dirty="0">
                <a:ln>
                  <a:noFill/>
                  <a:prstDash val="sysDot"/>
                </a:ln>
                <a:solidFill>
                  <a:schemeClr val="tx1">
                    <a:lumMod val="85000"/>
                    <a:lumOff val="15000"/>
                  </a:schemeClr>
                </a:solidFill>
                <a:latin typeface="+mn-ea"/>
                <a:sym typeface="+mn-ea"/>
              </a:rPr>
              <a:t>"</a:t>
            </a:r>
            <a:r>
              <a:rPr lang="zh-CN" altLang="en-US" sz="2000" kern="0" dirty="0">
                <a:ln>
                  <a:noFill/>
                  <a:prstDash val="sysDot"/>
                </a:ln>
                <a:solidFill>
                  <a:schemeClr val="tx1">
                    <a:lumMod val="85000"/>
                    <a:lumOff val="15000"/>
                  </a:schemeClr>
                </a:solidFill>
                <a:latin typeface="+mn-ea"/>
                <a:sym typeface="+mn-ea"/>
              </a:rPr>
              <a:t>的模式</a:t>
            </a:r>
            <a:r>
              <a:rPr lang="en-US" altLang="zh-CN" sz="2000" kern="0" dirty="0">
                <a:ln>
                  <a:noFill/>
                  <a:prstDash val="sysDot"/>
                </a:ln>
                <a:solidFill>
                  <a:schemeClr val="tx1">
                    <a:lumMod val="85000"/>
                    <a:lumOff val="15000"/>
                  </a:schemeClr>
                </a:solidFill>
                <a:latin typeface="+mn-ea"/>
                <a:sym typeface="+mn-ea"/>
              </a:rPr>
              <a:t>,</a:t>
            </a:r>
            <a:r>
              <a:rPr lang="zh-CN" altLang="en-US" sz="2000" kern="0" dirty="0">
                <a:ln>
                  <a:noFill/>
                  <a:prstDash val="sysDot"/>
                </a:ln>
                <a:solidFill>
                  <a:schemeClr val="tx1">
                    <a:lumMod val="85000"/>
                    <a:lumOff val="15000"/>
                  </a:schemeClr>
                </a:solidFill>
                <a:latin typeface="+mn-ea"/>
                <a:sym typeface="+mn-ea"/>
              </a:rPr>
              <a:t>既确保了法律体系的统一性</a:t>
            </a:r>
            <a:r>
              <a:rPr lang="en-US" altLang="zh-CN" sz="2000" kern="0" dirty="0">
                <a:ln>
                  <a:noFill/>
                  <a:prstDash val="sysDot"/>
                </a:ln>
                <a:solidFill>
                  <a:schemeClr val="tx1">
                    <a:lumMod val="85000"/>
                    <a:lumOff val="15000"/>
                  </a:schemeClr>
                </a:solidFill>
                <a:latin typeface="+mn-ea"/>
                <a:sym typeface="+mn-ea"/>
              </a:rPr>
              <a:t>,</a:t>
            </a:r>
            <a:r>
              <a:rPr lang="zh-CN" altLang="en-US" sz="2000" kern="0" dirty="0">
                <a:ln>
                  <a:noFill/>
                  <a:prstDash val="sysDot"/>
                </a:ln>
                <a:solidFill>
                  <a:schemeClr val="tx1">
                    <a:lumMod val="85000"/>
                    <a:lumOff val="15000"/>
                  </a:schemeClr>
                </a:solidFill>
                <a:latin typeface="+mn-ea"/>
                <a:sym typeface="+mn-ea"/>
              </a:rPr>
              <a:t>又赋予了立法机关根据实际情况制定具体规则的灵活性。</a:t>
            </a:r>
            <a:endParaRPr lang="zh-CN" altLang="en-US" sz="2000" kern="0" dirty="0">
              <a:ln>
                <a:noFill/>
                <a:prstDash val="sysDot"/>
              </a:ln>
              <a:solidFill>
                <a:schemeClr val="tx1">
                  <a:lumMod val="85000"/>
                  <a:lumOff val="15000"/>
                </a:schemeClr>
              </a:solidFill>
              <a:latin typeface="+mn-ea"/>
              <a:sym typeface="+mn-ea"/>
            </a:endParaRPr>
          </a:p>
        </p:txBody>
      </p:sp>
      <p:sp>
        <p:nvSpPr>
          <p:cNvPr id="29" name="正文"/>
          <p:cNvSpPr txBox="1"/>
          <p:nvPr>
            <p:custDataLst>
              <p:tags r:id="rId17"/>
            </p:custDataLst>
          </p:nvPr>
        </p:nvSpPr>
        <p:spPr>
          <a:xfrm>
            <a:off x="10650220" y="5677217"/>
            <a:ext cx="753745" cy="639445"/>
          </a:xfrm>
          <a:prstGeom prst="rect">
            <a:avLst/>
          </a:prstGeom>
          <a:noFill/>
        </p:spPr>
        <p:txBody>
          <a:bodyPr wrap="none" lIns="0" tIns="0" rIns="0" bIns="107950" rtlCol="0" anchor="ctr" anchorCtr="0">
            <a:normAutofit fontScale="60000"/>
          </a:bodyPr>
          <a:p>
            <a:pPr indent="0" algn="ctr" fontAlgn="auto">
              <a:lnSpc>
                <a:spcPct val="140000"/>
              </a:lnSpc>
              <a:spcAft>
                <a:spcPts val="1000"/>
              </a:spcAft>
            </a:pPr>
            <a:r>
              <a:rPr lang="en-US" altLang="zh-CN" sz="4000" b="1" dirty="0">
                <a:ln>
                  <a:noFill/>
                  <a:prstDash val="sysDot"/>
                </a:ln>
                <a:solidFill>
                  <a:schemeClr val="accent3">
                    <a:alpha val="15000"/>
                  </a:schemeClr>
                </a:solidFill>
                <a:uFillTx/>
                <a:latin typeface="+mn-ea"/>
                <a:cs typeface="MiSans Normal" panose="00000500000000000000" charset="-122"/>
                <a:sym typeface="MiSans Normal" panose="00000500000000000000" charset="-122"/>
              </a:rPr>
              <a:t>03</a:t>
            </a:r>
            <a:endParaRPr lang="en-US" altLang="zh-CN" sz="4000" b="1" dirty="0">
              <a:ln>
                <a:noFill/>
                <a:prstDash val="sysDot"/>
              </a:ln>
              <a:solidFill>
                <a:schemeClr val="accent3">
                  <a:alpha val="15000"/>
                </a:schemeClr>
              </a:solidFill>
              <a:uFillTx/>
              <a:latin typeface="+mn-ea"/>
              <a:cs typeface="MiSans Normal" panose="00000500000000000000" charset="-122"/>
              <a:sym typeface="MiSans Normal" panose="00000500000000000000" charset="-122"/>
            </a:endParaRPr>
          </a:p>
        </p:txBody>
      </p:sp>
      <p:sp>
        <p:nvSpPr>
          <p:cNvPr id="30" name="椭圆 25"/>
          <p:cNvSpPr/>
          <p:nvPr>
            <p:custDataLst>
              <p:tags r:id="rId18"/>
            </p:custDataLst>
          </p:nvPr>
        </p:nvSpPr>
        <p:spPr>
          <a:xfrm>
            <a:off x="9444990" y="1439227"/>
            <a:ext cx="734060" cy="734060"/>
          </a:xfrm>
          <a:prstGeom prst="ellipse">
            <a:avLst/>
          </a:prstGeom>
          <a:solidFill>
            <a:schemeClr val="accent3">
              <a:lumMod val="60000"/>
              <a:lumOff val="40000"/>
              <a:alpha val="25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31" name="椭圆 26"/>
          <p:cNvSpPr/>
          <p:nvPr>
            <p:custDataLst>
              <p:tags r:id="rId19"/>
            </p:custDataLst>
          </p:nvPr>
        </p:nvSpPr>
        <p:spPr>
          <a:xfrm>
            <a:off x="9546590" y="1540192"/>
            <a:ext cx="532130" cy="532130"/>
          </a:xfrm>
          <a:prstGeom prst="ellipse">
            <a:avLst/>
          </a:prstGeom>
          <a:gradFill>
            <a:gsLst>
              <a:gs pos="0">
                <a:schemeClr val="accent3">
                  <a:lumMod val="60000"/>
                  <a:lumOff val="40000"/>
                  <a:alpha val="100000"/>
                </a:schemeClr>
              </a:gs>
              <a:gs pos="100000">
                <a:schemeClr val="accent3">
                  <a:alpha val="100000"/>
                </a:schemeClr>
              </a:gs>
            </a:gsLst>
            <a:lin ang="2700000" scaled="0"/>
          </a:gradFill>
          <a:ln>
            <a:noFill/>
          </a:ln>
          <a:effectLst>
            <a:outerShdw blurRad="139700" dist="38100" dir="2700000" algn="tl" rotWithShape="0">
              <a:schemeClr val="accent3">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32" name="图片 23" descr="333438303937363b333438313037333bcad0b3a1bebad5f9"/>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9691370" y="1684972"/>
            <a:ext cx="241935" cy="242570"/>
          </a:xfrm>
          <a:prstGeom prst="rect">
            <a:avLst/>
          </a:prstGeom>
        </p:spPr>
      </p:pic>
    </p:spTree>
    <p:custDataLst>
      <p:tags r:id="rId23"/>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25780" y="188595"/>
            <a:ext cx="10968990" cy="852805"/>
          </a:xfrm>
        </p:spPr>
        <p:txBody>
          <a:bodyPr/>
          <a:lstStyle/>
          <a:p>
            <a:pPr lvl="0" algn="l"/>
            <a:r>
              <a:rPr lang="zh-CN" altLang="en-US"/>
              <a:t>（二）宪法规范的种类</a:t>
            </a:r>
            <a:endParaRPr lang="zh-CN" altLang="en-US"/>
          </a:p>
        </p:txBody>
      </p:sp>
      <p:graphicFrame>
        <p:nvGraphicFramePr>
          <p:cNvPr id="4" name="表格 2"/>
          <p:cNvGraphicFramePr/>
          <p:nvPr>
            <p:custDataLst>
              <p:tags r:id="rId2"/>
            </p:custDataLst>
          </p:nvPr>
        </p:nvGraphicFramePr>
        <p:xfrm>
          <a:off x="465455" y="908685"/>
          <a:ext cx="11029315" cy="5676265"/>
        </p:xfrm>
        <a:graphic>
          <a:graphicData uri="http://schemas.openxmlformats.org/drawingml/2006/table">
            <a:tbl>
              <a:tblPr firstRow="1" bandRow="1">
                <a:tableStyleId>{38AC24E1-AC11-4891-B194-4D01ABB567AB}</a:tableStyleId>
              </a:tblPr>
              <a:tblGrid>
                <a:gridCol w="1440815"/>
                <a:gridCol w="1430655"/>
                <a:gridCol w="2673350"/>
                <a:gridCol w="5484495"/>
              </a:tblGrid>
              <a:tr h="944880">
                <a:tc>
                  <a:txBody>
                    <a:bodyPr/>
                    <a:p>
                      <a:pPr marL="0" indent="0" algn="ctr">
                        <a:lnSpc>
                          <a:spcPct val="120000"/>
                        </a:lnSpc>
                        <a:spcBef>
                          <a:spcPts val="0"/>
                        </a:spcBef>
                        <a:spcAft>
                          <a:spcPts val="0"/>
                        </a:spcAft>
                      </a:pPr>
                      <a:r>
                        <a:rPr lang="zh-CN" altLang="en-US" sz="2000" spc="120">
                          <a:latin typeface="微软雅黑" panose="020B0503020204020204" charset="-122"/>
                          <a:ea typeface="微软雅黑" panose="020B0503020204020204" charset="-122"/>
                        </a:rPr>
                        <a:t>分类标准</a:t>
                      </a:r>
                      <a:endParaRPr lang="zh-CN" altLang="en-US" sz="200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000" spc="120">
                          <a:latin typeface="微软雅黑" panose="020B0503020204020204" charset="-122"/>
                          <a:ea typeface="微软雅黑" panose="020B0503020204020204" charset="-122"/>
                        </a:rPr>
                        <a:t>具体类型</a:t>
                      </a:r>
                      <a:endParaRPr lang="zh-CN" altLang="en-US" sz="200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000" spc="120">
                          <a:latin typeface="微软雅黑" panose="020B0503020204020204" charset="-122"/>
                          <a:ea typeface="微软雅黑" panose="020B0503020204020204" charset="-122"/>
                        </a:rPr>
                        <a:t>核心定义</a:t>
                      </a:r>
                      <a:endParaRPr lang="zh-CN" altLang="en-US" sz="200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000" spc="120">
                          <a:latin typeface="微软雅黑" panose="020B0503020204020204" charset="-122"/>
                          <a:ea typeface="微软雅黑" panose="020B0503020204020204" charset="-122"/>
                        </a:rPr>
                        <a:t>我国宪法示例</a:t>
                      </a:r>
                      <a:endParaRPr lang="zh-CN" altLang="en-US" sz="2000" spc="120">
                        <a:latin typeface="微软雅黑" panose="020B0503020204020204" charset="-122"/>
                        <a:ea typeface="微软雅黑" panose="020B0503020204020204" charset="-122"/>
                      </a:endParaRPr>
                    </a:p>
                  </a:txBody>
                  <a:tcPr marL="177800" marR="177800" marT="107950" marB="107950" anchor="ctr" anchorCtr="0"/>
                </a:tc>
              </a:tr>
              <a:tr h="1181735">
                <a:tc rowSpan="2">
                  <a:txBody>
                    <a:bodyPr/>
                    <a:p>
                      <a:pPr marL="0" indent="0" algn="ctr">
                        <a:lnSpc>
                          <a:spcPct val="120000"/>
                        </a:lnSpc>
                        <a:spcBef>
                          <a:spcPts val="0"/>
                        </a:spcBef>
                        <a:spcAft>
                          <a:spcPts val="0"/>
                        </a:spcAft>
                      </a:pPr>
                      <a:r>
                        <a:rPr lang="en-US" altLang="zh-CN" sz="1800" b="1" spc="120">
                          <a:solidFill>
                            <a:schemeClr val="accent2"/>
                          </a:solidFill>
                          <a:latin typeface="微软雅黑" panose="020B0503020204020204" charset="-122"/>
                          <a:ea typeface="微软雅黑" panose="020B0503020204020204" charset="-122"/>
                          <a:cs typeface="微软雅黑" panose="020B0503020204020204" charset="-122"/>
                        </a:rPr>
                        <a:t>1. </a:t>
                      </a:r>
                      <a:r>
                        <a:rPr lang="zh-CN" altLang="en-US" sz="1800" b="1" spc="120">
                          <a:solidFill>
                            <a:schemeClr val="accent2"/>
                          </a:solidFill>
                          <a:latin typeface="微软雅黑" panose="020B0503020204020204" charset="-122"/>
                          <a:ea typeface="微软雅黑" panose="020B0503020204020204" charset="-122"/>
                          <a:cs typeface="微软雅黑" panose="020B0503020204020204" charset="-122"/>
                        </a:rPr>
                        <a:t>调整方式</a:t>
                      </a:r>
                      <a:endParaRPr lang="zh-CN" altLang="en-US" sz="1800" b="1" spc="120">
                        <a:solidFill>
                          <a:schemeClr val="accent2"/>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1800" b="1" spc="120">
                          <a:solidFill>
                            <a:schemeClr val="accent2"/>
                          </a:solidFill>
                          <a:latin typeface="微软雅黑" panose="020B0503020204020204" charset="-122"/>
                          <a:ea typeface="微软雅黑" panose="020B0503020204020204" charset="-122"/>
                        </a:rPr>
                        <a:t>授权性规范</a:t>
                      </a:r>
                      <a:endParaRPr lang="zh-CN" altLang="en-US" sz="1800" b="1" spc="120">
                        <a:solidFill>
                          <a:schemeClr val="accent2"/>
                        </a:solidFill>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spc="120">
                          <a:latin typeface="微软雅黑" panose="020B0503020204020204" charset="-122"/>
                          <a:ea typeface="微软雅黑" panose="020B0503020204020204" charset="-122"/>
                          <a:cs typeface="微软雅黑" panose="020B0503020204020204" charset="-122"/>
                        </a:rPr>
                        <a:t>赋予主体（国家机关 </a:t>
                      </a:r>
                      <a:r>
                        <a:rPr lang="en-US" altLang="zh-CN" sz="1800" spc="120">
                          <a:latin typeface="微软雅黑" panose="020B0503020204020204" charset="-122"/>
                          <a:ea typeface="微软雅黑" panose="020B0503020204020204" charset="-122"/>
                          <a:cs typeface="微软雅黑" panose="020B0503020204020204" charset="-122"/>
                        </a:rPr>
                        <a:t>/ </a:t>
                      </a:r>
                      <a:r>
                        <a:rPr lang="zh-CN" altLang="en-US" sz="1800" spc="120">
                          <a:latin typeface="微软雅黑" panose="020B0503020204020204" charset="-122"/>
                          <a:ea typeface="微软雅黑" panose="020B0503020204020204" charset="-122"/>
                          <a:cs typeface="微软雅黑" panose="020B0503020204020204" charset="-122"/>
                        </a:rPr>
                        <a:t>公民）特定权利或权力</a:t>
                      </a:r>
                      <a:endParaRPr lang="zh-CN" altLang="en-US" sz="180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en-US" altLang="zh-CN" sz="1800" spc="120">
                          <a:latin typeface="微软雅黑" panose="020B0503020204020204" charset="-122"/>
                          <a:ea typeface="微软雅黑" panose="020B0503020204020204" charset="-122"/>
                          <a:cs typeface="微软雅黑" panose="020B0503020204020204" charset="-122"/>
                        </a:rPr>
                        <a:t>《</a:t>
                      </a:r>
                      <a:r>
                        <a:rPr lang="zh-CN" altLang="en-US" sz="1800" spc="120">
                          <a:latin typeface="微软雅黑" panose="020B0503020204020204" charset="-122"/>
                          <a:ea typeface="微软雅黑" panose="020B0503020204020204" charset="-122"/>
                          <a:cs typeface="微软雅黑" panose="020B0503020204020204" charset="-122"/>
                        </a:rPr>
                        <a:t>宪法</a:t>
                      </a:r>
                      <a:r>
                        <a:rPr lang="en-US" altLang="zh-CN" sz="1800" spc="120">
                          <a:latin typeface="微软雅黑" panose="020B0503020204020204" charset="-122"/>
                          <a:ea typeface="微软雅黑" panose="020B0503020204020204" charset="-122"/>
                          <a:cs typeface="微软雅黑" panose="020B0503020204020204" charset="-122"/>
                        </a:rPr>
                        <a:t>》</a:t>
                      </a:r>
                      <a:r>
                        <a:rPr lang="zh-CN" altLang="en-US" sz="1800" spc="120">
                          <a:latin typeface="微软雅黑" panose="020B0503020204020204" charset="-122"/>
                          <a:ea typeface="微软雅黑" panose="020B0503020204020204" charset="-122"/>
                          <a:cs typeface="微软雅黑" panose="020B0503020204020204" charset="-122"/>
                        </a:rPr>
                        <a:t>第 </a:t>
                      </a:r>
                      <a:r>
                        <a:rPr lang="en-US" altLang="zh-CN" sz="1800" spc="120">
                          <a:latin typeface="微软雅黑" panose="020B0503020204020204" charset="-122"/>
                          <a:ea typeface="微软雅黑" panose="020B0503020204020204" charset="-122"/>
                          <a:cs typeface="微软雅黑" panose="020B0503020204020204" charset="-122"/>
                        </a:rPr>
                        <a:t>62 </a:t>
                      </a:r>
                      <a:r>
                        <a:rPr lang="zh-CN" altLang="en-US" sz="1800" spc="120">
                          <a:latin typeface="微软雅黑" panose="020B0503020204020204" charset="-122"/>
                          <a:ea typeface="微软雅黑" panose="020B0503020204020204" charset="-122"/>
                          <a:cs typeface="微软雅黑" panose="020B0503020204020204" charset="-122"/>
                        </a:rPr>
                        <a:t>条 “全国人民代表大会行使国家立法权”（授予权力）；第 </a:t>
                      </a:r>
                      <a:r>
                        <a:rPr lang="en-US" altLang="zh-CN" sz="1800" spc="120">
                          <a:latin typeface="微软雅黑" panose="020B0503020204020204" charset="-122"/>
                          <a:ea typeface="微软雅黑" panose="020B0503020204020204" charset="-122"/>
                          <a:cs typeface="微软雅黑" panose="020B0503020204020204" charset="-122"/>
                        </a:rPr>
                        <a:t>35 </a:t>
                      </a:r>
                      <a:r>
                        <a:rPr lang="zh-CN" altLang="en-US" sz="1800" spc="120">
                          <a:latin typeface="微软雅黑" panose="020B0503020204020204" charset="-122"/>
                          <a:ea typeface="微软雅黑" panose="020B0503020204020204" charset="-122"/>
                          <a:cs typeface="微软雅黑" panose="020B0503020204020204" charset="-122"/>
                        </a:rPr>
                        <a:t>条 “公民有言论、出版自由”（授予权利）</a:t>
                      </a:r>
                      <a:endParaRPr lang="zh-CN" altLang="en-US" sz="180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r h="1426845">
                <a:tc vMerge="1">
                  <a:tcPr marL="0" marR="0" marT="0" marB="0" anchor="ctr" anchorCtr="0"/>
                </a:tc>
                <a:tc>
                  <a:txBody>
                    <a:bodyPr/>
                    <a:p>
                      <a:pPr marL="0" indent="0" algn="ctr">
                        <a:lnSpc>
                          <a:spcPct val="120000"/>
                        </a:lnSpc>
                        <a:spcBef>
                          <a:spcPts val="0"/>
                        </a:spcBef>
                        <a:spcAft>
                          <a:spcPts val="0"/>
                        </a:spcAft>
                      </a:pPr>
                      <a:r>
                        <a:rPr lang="zh-CN" altLang="en-US" sz="1800" b="1" spc="120">
                          <a:solidFill>
                            <a:schemeClr val="accent2"/>
                          </a:solidFill>
                          <a:latin typeface="微软雅黑" panose="020B0503020204020204" charset="-122"/>
                          <a:ea typeface="微软雅黑" panose="020B0503020204020204" charset="-122"/>
                        </a:rPr>
                        <a:t>义务性规范</a:t>
                      </a:r>
                      <a:endParaRPr lang="zh-CN" altLang="en-US" sz="1800" b="1" spc="120">
                        <a:solidFill>
                          <a:schemeClr val="accent2"/>
                        </a:solidFill>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spc="120">
                          <a:latin typeface="微软雅黑" panose="020B0503020204020204" charset="-122"/>
                          <a:ea typeface="微软雅黑" panose="020B0503020204020204" charset="-122"/>
                        </a:rPr>
                        <a:t>要求主体必须作为（命令性）或不得作为（禁止性）</a:t>
                      </a:r>
                      <a:endParaRPr lang="zh-CN" altLang="en-US" sz="180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en-US" altLang="zh-CN" sz="1800" spc="120">
                          <a:latin typeface="微软雅黑" panose="020B0503020204020204" charset="-122"/>
                          <a:ea typeface="微软雅黑" panose="020B0503020204020204" charset="-122"/>
                          <a:cs typeface="微软雅黑" panose="020B0503020204020204" charset="-122"/>
                        </a:rPr>
                        <a:t>《</a:t>
                      </a:r>
                      <a:r>
                        <a:rPr lang="zh-CN" altLang="en-US" sz="1800" spc="120">
                          <a:latin typeface="微软雅黑" panose="020B0503020204020204" charset="-122"/>
                          <a:ea typeface="微软雅黑" panose="020B0503020204020204" charset="-122"/>
                          <a:cs typeface="微软雅黑" panose="020B0503020204020204" charset="-122"/>
                        </a:rPr>
                        <a:t>宪法</a:t>
                      </a:r>
                      <a:r>
                        <a:rPr lang="en-US" altLang="zh-CN" sz="1800" spc="120">
                          <a:latin typeface="微软雅黑" panose="020B0503020204020204" charset="-122"/>
                          <a:ea typeface="微软雅黑" panose="020B0503020204020204" charset="-122"/>
                          <a:cs typeface="微软雅黑" panose="020B0503020204020204" charset="-122"/>
                        </a:rPr>
                        <a:t>》</a:t>
                      </a:r>
                      <a:r>
                        <a:rPr lang="zh-CN" altLang="en-US" sz="1800" spc="120">
                          <a:latin typeface="微软雅黑" panose="020B0503020204020204" charset="-122"/>
                          <a:ea typeface="微软雅黑" panose="020B0503020204020204" charset="-122"/>
                          <a:cs typeface="微软雅黑" panose="020B0503020204020204" charset="-122"/>
                        </a:rPr>
                        <a:t>第 </a:t>
                      </a:r>
                      <a:r>
                        <a:rPr lang="en-US" altLang="zh-CN" sz="1800" spc="120">
                          <a:latin typeface="微软雅黑" panose="020B0503020204020204" charset="-122"/>
                          <a:ea typeface="微软雅黑" panose="020B0503020204020204" charset="-122"/>
                          <a:cs typeface="微软雅黑" panose="020B0503020204020204" charset="-122"/>
                        </a:rPr>
                        <a:t>56 </a:t>
                      </a:r>
                      <a:r>
                        <a:rPr lang="zh-CN" altLang="en-US" sz="1800" spc="120">
                          <a:latin typeface="微软雅黑" panose="020B0503020204020204" charset="-122"/>
                          <a:ea typeface="微软雅黑" panose="020B0503020204020204" charset="-122"/>
                          <a:cs typeface="微软雅黑" panose="020B0503020204020204" charset="-122"/>
                        </a:rPr>
                        <a:t>条 “公民有依照法律纳税的义务”（命令性）；第 </a:t>
                      </a:r>
                      <a:r>
                        <a:rPr lang="en-US" altLang="zh-CN" sz="1800" spc="120">
                          <a:latin typeface="微软雅黑" panose="020B0503020204020204" charset="-122"/>
                          <a:ea typeface="微软雅黑" panose="020B0503020204020204" charset="-122"/>
                          <a:cs typeface="微软雅黑" panose="020B0503020204020204" charset="-122"/>
                        </a:rPr>
                        <a:t>5 </a:t>
                      </a:r>
                      <a:r>
                        <a:rPr lang="zh-CN" altLang="en-US" sz="1800" spc="120">
                          <a:latin typeface="微软雅黑" panose="020B0503020204020204" charset="-122"/>
                          <a:ea typeface="微软雅黑" panose="020B0503020204020204" charset="-122"/>
                          <a:cs typeface="微软雅黑" panose="020B0503020204020204" charset="-122"/>
                        </a:rPr>
                        <a:t>条 “任何组织或者个人不得有超越宪法和法律的特权”（禁止性）</a:t>
                      </a:r>
                      <a:endParaRPr lang="zh-CN" altLang="en-US" sz="180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r h="1061720">
                <a:tc rowSpan="2">
                  <a:txBody>
                    <a:bodyPr/>
                    <a:p>
                      <a:pPr marL="0" indent="0" algn="ctr">
                        <a:lnSpc>
                          <a:spcPct val="120000"/>
                        </a:lnSpc>
                        <a:spcBef>
                          <a:spcPts val="0"/>
                        </a:spcBef>
                        <a:spcAft>
                          <a:spcPts val="0"/>
                        </a:spcAft>
                      </a:pPr>
                      <a:r>
                        <a:rPr lang="en-US" altLang="zh-CN" sz="1800" b="1" spc="120">
                          <a:solidFill>
                            <a:srgbClr val="FF0000"/>
                          </a:solidFill>
                          <a:latin typeface="微软雅黑" panose="020B0503020204020204" charset="-122"/>
                          <a:ea typeface="微软雅黑" panose="020B0503020204020204" charset="-122"/>
                          <a:cs typeface="微软雅黑" panose="020B0503020204020204" charset="-122"/>
                        </a:rPr>
                        <a:t>2. </a:t>
                      </a:r>
                      <a:r>
                        <a:rPr lang="zh-CN" altLang="en-US" sz="1800" b="1" spc="120">
                          <a:solidFill>
                            <a:srgbClr val="FF0000"/>
                          </a:solidFill>
                          <a:latin typeface="微软雅黑" panose="020B0503020204020204" charset="-122"/>
                          <a:ea typeface="微软雅黑" panose="020B0503020204020204" charset="-122"/>
                          <a:cs typeface="微软雅黑" panose="020B0503020204020204" charset="-122"/>
                        </a:rPr>
                        <a:t>表达方式</a:t>
                      </a:r>
                      <a:endParaRPr lang="zh-CN" altLang="en-US" sz="1800" b="1" spc="120">
                        <a:solidFill>
                          <a:srgbClr val="FF000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1800" b="1" spc="120">
                          <a:solidFill>
                            <a:srgbClr val="FF0000"/>
                          </a:solidFill>
                          <a:latin typeface="微软雅黑" panose="020B0503020204020204" charset="-122"/>
                          <a:ea typeface="微软雅黑" panose="020B0503020204020204" charset="-122"/>
                        </a:rPr>
                        <a:t>宣告性规范</a:t>
                      </a:r>
                      <a:endParaRPr lang="zh-CN" altLang="en-US" sz="1800" b="1" spc="120">
                        <a:solidFill>
                          <a:srgbClr val="FF0000"/>
                        </a:solidFill>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spc="120">
                          <a:latin typeface="微软雅黑" panose="020B0503020204020204" charset="-122"/>
                          <a:ea typeface="微软雅黑" panose="020B0503020204020204" charset="-122"/>
                        </a:rPr>
                        <a:t>明确国家对特定事项的认知与立场</a:t>
                      </a:r>
                      <a:endParaRPr lang="zh-CN" altLang="en-US" sz="180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en-US" altLang="zh-CN" sz="1800" spc="120">
                          <a:latin typeface="微软雅黑" panose="020B0503020204020204" charset="-122"/>
                          <a:ea typeface="微软雅黑" panose="020B0503020204020204" charset="-122"/>
                          <a:cs typeface="微软雅黑" panose="020B0503020204020204" charset="-122"/>
                        </a:rPr>
                        <a:t>《</a:t>
                      </a:r>
                      <a:r>
                        <a:rPr lang="zh-CN" altLang="en-US" sz="1800" spc="120">
                          <a:latin typeface="微软雅黑" panose="020B0503020204020204" charset="-122"/>
                          <a:ea typeface="微软雅黑" panose="020B0503020204020204" charset="-122"/>
                          <a:cs typeface="微软雅黑" panose="020B0503020204020204" charset="-122"/>
                        </a:rPr>
                        <a:t>宪法</a:t>
                      </a:r>
                      <a:r>
                        <a:rPr lang="en-US" altLang="zh-CN" sz="1800" spc="120">
                          <a:latin typeface="微软雅黑" panose="020B0503020204020204" charset="-122"/>
                          <a:ea typeface="微软雅黑" panose="020B0503020204020204" charset="-122"/>
                          <a:cs typeface="微软雅黑" panose="020B0503020204020204" charset="-122"/>
                        </a:rPr>
                        <a:t>》</a:t>
                      </a:r>
                      <a:r>
                        <a:rPr lang="zh-CN" altLang="en-US" sz="1800" spc="120">
                          <a:latin typeface="微软雅黑" panose="020B0503020204020204" charset="-122"/>
                          <a:ea typeface="微软雅黑" panose="020B0503020204020204" charset="-122"/>
                          <a:cs typeface="微软雅黑" panose="020B0503020204020204" charset="-122"/>
                        </a:rPr>
                        <a:t>序言 “中华人民共和国是工人阶级领导的、以工农联盟为基础的人民民主专政的社会主义国家”</a:t>
                      </a:r>
                      <a:endParaRPr lang="zh-CN" altLang="en-US" sz="180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r h="1061085">
                <a:tc vMerge="1">
                  <a:tcPr marL="0" marR="0" marT="0" marB="0" anchor="ctr" anchorCtr="0"/>
                </a:tc>
                <a:tc>
                  <a:txBody>
                    <a:bodyPr/>
                    <a:p>
                      <a:pPr marL="0" indent="0" algn="ctr">
                        <a:lnSpc>
                          <a:spcPct val="120000"/>
                        </a:lnSpc>
                        <a:spcBef>
                          <a:spcPts val="0"/>
                        </a:spcBef>
                        <a:spcAft>
                          <a:spcPts val="0"/>
                        </a:spcAft>
                      </a:pPr>
                      <a:r>
                        <a:rPr lang="zh-CN" altLang="en-US" sz="1800" b="1" spc="120">
                          <a:solidFill>
                            <a:srgbClr val="FF0000"/>
                          </a:solidFill>
                          <a:latin typeface="微软雅黑" panose="020B0503020204020204" charset="-122"/>
                          <a:ea typeface="微软雅黑" panose="020B0503020204020204" charset="-122"/>
                        </a:rPr>
                        <a:t>确认性规范</a:t>
                      </a:r>
                      <a:endParaRPr lang="zh-CN" altLang="en-US" sz="1800" b="1" spc="120">
                        <a:solidFill>
                          <a:srgbClr val="FF0000"/>
                        </a:solidFill>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spc="120">
                          <a:latin typeface="微软雅黑" panose="020B0503020204020204" charset="-122"/>
                          <a:ea typeface="微软雅黑" panose="020B0503020204020204" charset="-122"/>
                        </a:rPr>
                        <a:t>认可已存在的事实或制度，赋予其宪法效力</a:t>
                      </a:r>
                      <a:endParaRPr lang="zh-CN" altLang="en-US" sz="180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en-US" altLang="zh-CN" sz="1800" spc="120">
                          <a:latin typeface="微软雅黑" panose="020B0503020204020204" charset="-122"/>
                          <a:ea typeface="微软雅黑" panose="020B0503020204020204" charset="-122"/>
                          <a:cs typeface="微软雅黑" panose="020B0503020204020204" charset="-122"/>
                        </a:rPr>
                        <a:t>《</a:t>
                      </a:r>
                      <a:r>
                        <a:rPr lang="zh-CN" altLang="en-US" sz="1800" spc="120">
                          <a:latin typeface="微软雅黑" panose="020B0503020204020204" charset="-122"/>
                          <a:ea typeface="微软雅黑" panose="020B0503020204020204" charset="-122"/>
                          <a:cs typeface="微软雅黑" panose="020B0503020204020204" charset="-122"/>
                        </a:rPr>
                        <a:t>宪法</a:t>
                      </a:r>
                      <a:r>
                        <a:rPr lang="en-US" altLang="zh-CN" sz="1800" spc="120">
                          <a:latin typeface="微软雅黑" panose="020B0503020204020204" charset="-122"/>
                          <a:ea typeface="微软雅黑" panose="020B0503020204020204" charset="-122"/>
                          <a:cs typeface="微软雅黑" panose="020B0503020204020204" charset="-122"/>
                        </a:rPr>
                        <a:t>》</a:t>
                      </a:r>
                      <a:r>
                        <a:rPr lang="zh-CN" altLang="en-US" sz="1800" spc="120">
                          <a:latin typeface="微软雅黑" panose="020B0503020204020204" charset="-122"/>
                          <a:ea typeface="微软雅黑" panose="020B0503020204020204" charset="-122"/>
                          <a:cs typeface="微软雅黑" panose="020B0503020204020204" charset="-122"/>
                        </a:rPr>
                        <a:t>第 </a:t>
                      </a:r>
                      <a:r>
                        <a:rPr lang="en-US" altLang="zh-CN" sz="1800" spc="120">
                          <a:latin typeface="微软雅黑" panose="020B0503020204020204" charset="-122"/>
                          <a:ea typeface="微软雅黑" panose="020B0503020204020204" charset="-122"/>
                          <a:cs typeface="微软雅黑" panose="020B0503020204020204" charset="-122"/>
                        </a:rPr>
                        <a:t>1 </a:t>
                      </a:r>
                      <a:r>
                        <a:rPr lang="zh-CN" altLang="en-US" sz="1800" spc="120">
                          <a:latin typeface="微软雅黑" panose="020B0503020204020204" charset="-122"/>
                          <a:ea typeface="微软雅黑" panose="020B0503020204020204" charset="-122"/>
                          <a:cs typeface="微软雅黑" panose="020B0503020204020204" charset="-122"/>
                        </a:rPr>
                        <a:t>条 “社会主义制度是中华人民共和国的根本制度”（确认根本制度）</a:t>
                      </a:r>
                      <a:endParaRPr lang="zh-CN" altLang="en-US" sz="180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bl>
          </a:graphicData>
        </a:graphic>
      </p:graphicFrame>
    </p:spTree>
    <p:custDataLst>
      <p:tags r:id="rId3"/>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2"/>
          <p:cNvGraphicFramePr/>
          <p:nvPr>
            <p:custDataLst>
              <p:tags r:id="rId1"/>
            </p:custDataLst>
          </p:nvPr>
        </p:nvGraphicFramePr>
        <p:xfrm>
          <a:off x="351155" y="0"/>
          <a:ext cx="11489690" cy="6810375"/>
        </p:xfrm>
        <a:graphic>
          <a:graphicData uri="http://schemas.openxmlformats.org/drawingml/2006/table">
            <a:tbl>
              <a:tblPr firstRow="1" bandRow="1">
                <a:tableStyleId>{42C85A0E-EC14-4E10-82B5-822EC3F31B64}</a:tableStyleId>
              </a:tblPr>
              <a:tblGrid>
                <a:gridCol w="1357630"/>
                <a:gridCol w="1195705"/>
                <a:gridCol w="3045460"/>
                <a:gridCol w="5890895"/>
              </a:tblGrid>
              <a:tr h="1252220">
                <a:tc rowSpan="3">
                  <a:txBody>
                    <a:bodyPr/>
                    <a:p>
                      <a:pPr marL="0" indent="0" algn="l">
                        <a:lnSpc>
                          <a:spcPct val="120000"/>
                        </a:lnSpc>
                        <a:spcBef>
                          <a:spcPts val="0"/>
                        </a:spcBef>
                        <a:spcAft>
                          <a:spcPts val="0"/>
                        </a:spcAft>
                      </a:pPr>
                      <a:r>
                        <a:rPr lang="en-US" altLang="zh-CN" sz="1800" b="1" spc="60">
                          <a:solidFill>
                            <a:schemeClr val="accent4"/>
                          </a:solidFill>
                          <a:latin typeface="微软雅黑" panose="020B0503020204020204" charset="-122"/>
                          <a:ea typeface="微软雅黑" panose="020B0503020204020204" charset="-122"/>
                          <a:cs typeface="微软雅黑" panose="020B0503020204020204" charset="-122"/>
                        </a:rPr>
                        <a:t>3. </a:t>
                      </a:r>
                      <a:r>
                        <a:rPr lang="zh-CN" altLang="en-US" sz="1800" b="1" spc="60">
                          <a:solidFill>
                            <a:schemeClr val="accent4"/>
                          </a:solidFill>
                          <a:latin typeface="微软雅黑" panose="020B0503020204020204" charset="-122"/>
                          <a:ea typeface="微软雅黑" panose="020B0503020204020204" charset="-122"/>
                          <a:cs typeface="微软雅黑" panose="020B0503020204020204" charset="-122"/>
                        </a:rPr>
                        <a:t>约束力大小</a:t>
                      </a:r>
                      <a:endParaRPr lang="zh-CN" altLang="en-US" sz="1800" b="1" spc="60">
                        <a:solidFill>
                          <a:schemeClr val="accent4"/>
                        </a:solidFill>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zh-CN" altLang="en-US" sz="1800" b="1" spc="60">
                          <a:solidFill>
                            <a:schemeClr val="accent4"/>
                          </a:solidFill>
                          <a:latin typeface="微软雅黑" panose="020B0503020204020204" charset="-122"/>
                          <a:ea typeface="微软雅黑" panose="020B0503020204020204" charset="-122"/>
                        </a:rPr>
                        <a:t>倡导性规范</a:t>
                      </a:r>
                      <a:endParaRPr lang="zh-CN" altLang="en-US" sz="1800" b="1" spc="60">
                        <a:solidFill>
                          <a:schemeClr val="accent4"/>
                        </a:solidFill>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zh-CN" altLang="en-US" sz="1800" spc="60">
                          <a:latin typeface="微软雅黑" panose="020B0503020204020204" charset="-122"/>
                          <a:ea typeface="微软雅黑" panose="020B0503020204020204" charset="-122"/>
                        </a:rPr>
                        <a:t>鼓励主体实施特定行为，无强制约束力</a:t>
                      </a:r>
                      <a:endParaRPr lang="zh-CN" altLang="en-US" sz="1800" spc="60">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en-US" altLang="zh-CN" sz="1800" spc="60">
                          <a:latin typeface="微软雅黑" panose="020B0503020204020204" charset="-122"/>
                          <a:ea typeface="微软雅黑" panose="020B0503020204020204" charset="-122"/>
                          <a:cs typeface="微软雅黑" panose="020B0503020204020204" charset="-122"/>
                        </a:rPr>
                        <a:t>《</a:t>
                      </a:r>
                      <a:r>
                        <a:rPr lang="zh-CN" altLang="en-US" sz="1800" spc="60">
                          <a:latin typeface="微软雅黑" panose="020B0503020204020204" charset="-122"/>
                          <a:ea typeface="微软雅黑" panose="020B0503020204020204" charset="-122"/>
                          <a:cs typeface="微软雅黑" panose="020B0503020204020204" charset="-122"/>
                        </a:rPr>
                        <a:t>宪法</a:t>
                      </a:r>
                      <a:r>
                        <a:rPr lang="en-US" altLang="zh-CN" sz="1800" spc="60">
                          <a:latin typeface="微软雅黑" panose="020B0503020204020204" charset="-122"/>
                          <a:ea typeface="微软雅黑" panose="020B0503020204020204" charset="-122"/>
                          <a:cs typeface="微软雅黑" panose="020B0503020204020204" charset="-122"/>
                        </a:rPr>
                        <a:t>》</a:t>
                      </a:r>
                      <a:r>
                        <a:rPr lang="zh-CN" altLang="en-US" sz="1800" spc="60">
                          <a:latin typeface="微软雅黑" panose="020B0503020204020204" charset="-122"/>
                          <a:ea typeface="微软雅黑" panose="020B0503020204020204" charset="-122"/>
                          <a:cs typeface="微软雅黑" panose="020B0503020204020204" charset="-122"/>
                        </a:rPr>
                        <a:t>第 </a:t>
                      </a:r>
                      <a:r>
                        <a:rPr lang="en-US" altLang="zh-CN" sz="1800" spc="60">
                          <a:latin typeface="微软雅黑" panose="020B0503020204020204" charset="-122"/>
                          <a:ea typeface="微软雅黑" panose="020B0503020204020204" charset="-122"/>
                          <a:cs typeface="微软雅黑" panose="020B0503020204020204" charset="-122"/>
                        </a:rPr>
                        <a:t>47 </a:t>
                      </a:r>
                      <a:r>
                        <a:rPr lang="zh-CN" altLang="en-US" sz="1800" spc="60">
                          <a:latin typeface="微软雅黑" panose="020B0503020204020204" charset="-122"/>
                          <a:ea typeface="微软雅黑" panose="020B0503020204020204" charset="-122"/>
                          <a:cs typeface="微软雅黑" panose="020B0503020204020204" charset="-122"/>
                        </a:rPr>
                        <a:t>条 “国家鼓励和支持科学研究、文学艺术创作和其他文化事业的发展”</a:t>
                      </a:r>
                      <a:endParaRPr lang="zh-CN" altLang="en-US" sz="180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r>
              <a:tr h="1253490">
                <a:tc vMerge="1">
                  <a:tcPr marL="0" marR="0" marT="0" marB="0" anchor="ctr" anchorCtr="0"/>
                </a:tc>
                <a:tc>
                  <a:txBody>
                    <a:bodyPr/>
                    <a:p>
                      <a:pPr marL="0" indent="0" algn="ctr">
                        <a:lnSpc>
                          <a:spcPct val="120000"/>
                        </a:lnSpc>
                        <a:spcBef>
                          <a:spcPts val="0"/>
                        </a:spcBef>
                        <a:spcAft>
                          <a:spcPts val="0"/>
                        </a:spcAft>
                      </a:pPr>
                      <a:r>
                        <a:rPr lang="zh-CN" altLang="en-US" sz="1800" b="1" spc="60">
                          <a:solidFill>
                            <a:schemeClr val="accent4"/>
                          </a:solidFill>
                          <a:latin typeface="微软雅黑" panose="020B0503020204020204" charset="-122"/>
                          <a:ea typeface="微软雅黑" panose="020B0503020204020204" charset="-122"/>
                        </a:rPr>
                        <a:t>任意性规范</a:t>
                      </a:r>
                      <a:endParaRPr lang="zh-CN" altLang="en-US" sz="1800" b="1" spc="60">
                        <a:solidFill>
                          <a:schemeClr val="accent4"/>
                        </a:solidFill>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zh-CN" altLang="en-US" sz="1800" spc="60">
                          <a:latin typeface="微软雅黑" panose="020B0503020204020204" charset="-122"/>
                          <a:ea typeface="微软雅黑" panose="020B0503020204020204" charset="-122"/>
                        </a:rPr>
                        <a:t>允许主体根据自由意志选择是否实施行为</a:t>
                      </a:r>
                      <a:endParaRPr lang="zh-CN" altLang="en-US" sz="1800" spc="60">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en-US" altLang="zh-CN" sz="1800" spc="60">
                          <a:latin typeface="微软雅黑" panose="020B0503020204020204" charset="-122"/>
                          <a:ea typeface="微软雅黑" panose="020B0503020204020204" charset="-122"/>
                          <a:cs typeface="微软雅黑" panose="020B0503020204020204" charset="-122"/>
                        </a:rPr>
                        <a:t>《</a:t>
                      </a:r>
                      <a:r>
                        <a:rPr lang="zh-CN" altLang="en-US" sz="1800" spc="60">
                          <a:latin typeface="微软雅黑" panose="020B0503020204020204" charset="-122"/>
                          <a:ea typeface="微软雅黑" panose="020B0503020204020204" charset="-122"/>
                          <a:cs typeface="微软雅黑" panose="020B0503020204020204" charset="-122"/>
                        </a:rPr>
                        <a:t>宪法</a:t>
                      </a:r>
                      <a:r>
                        <a:rPr lang="en-US" altLang="zh-CN" sz="1800" spc="60">
                          <a:latin typeface="微软雅黑" panose="020B0503020204020204" charset="-122"/>
                          <a:ea typeface="微软雅黑" panose="020B0503020204020204" charset="-122"/>
                          <a:cs typeface="微软雅黑" panose="020B0503020204020204" charset="-122"/>
                        </a:rPr>
                        <a:t>》</a:t>
                      </a:r>
                      <a:r>
                        <a:rPr lang="zh-CN" altLang="en-US" sz="1800" spc="60">
                          <a:latin typeface="微软雅黑" panose="020B0503020204020204" charset="-122"/>
                          <a:ea typeface="微软雅黑" panose="020B0503020204020204" charset="-122"/>
                          <a:cs typeface="微软雅黑" panose="020B0503020204020204" charset="-122"/>
                        </a:rPr>
                        <a:t>第 </a:t>
                      </a:r>
                      <a:r>
                        <a:rPr lang="en-US" altLang="zh-CN" sz="1800" spc="60">
                          <a:latin typeface="微软雅黑" panose="020B0503020204020204" charset="-122"/>
                          <a:ea typeface="微软雅黑" panose="020B0503020204020204" charset="-122"/>
                          <a:cs typeface="微软雅黑" panose="020B0503020204020204" charset="-122"/>
                        </a:rPr>
                        <a:t>35 </a:t>
                      </a:r>
                      <a:r>
                        <a:rPr lang="zh-CN" altLang="en-US" sz="1800" spc="60">
                          <a:latin typeface="微软雅黑" panose="020B0503020204020204" charset="-122"/>
                          <a:ea typeface="微软雅黑" panose="020B0503020204020204" charset="-122"/>
                          <a:cs typeface="微软雅黑" panose="020B0503020204020204" charset="-122"/>
                        </a:rPr>
                        <a:t>条 “公民可自主选择是否行使言论自由”（非强制行使）</a:t>
                      </a:r>
                      <a:endParaRPr lang="zh-CN" altLang="en-US" sz="180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r>
              <a:tr h="1016635">
                <a:tc vMerge="1">
                  <a:tcPr marL="0" marR="0" marT="0" marB="0" anchor="ctr" anchorCtr="0"/>
                </a:tc>
                <a:tc>
                  <a:txBody>
                    <a:bodyPr/>
                    <a:p>
                      <a:pPr marL="0" indent="0" algn="ctr">
                        <a:lnSpc>
                          <a:spcPct val="120000"/>
                        </a:lnSpc>
                        <a:spcBef>
                          <a:spcPts val="0"/>
                        </a:spcBef>
                        <a:spcAft>
                          <a:spcPts val="0"/>
                        </a:spcAft>
                      </a:pPr>
                      <a:r>
                        <a:rPr lang="zh-CN" altLang="en-US" sz="1800" b="1" spc="60">
                          <a:solidFill>
                            <a:schemeClr val="accent4"/>
                          </a:solidFill>
                          <a:latin typeface="微软雅黑" panose="020B0503020204020204" charset="-122"/>
                          <a:ea typeface="微软雅黑" panose="020B0503020204020204" charset="-122"/>
                        </a:rPr>
                        <a:t>强制性规范</a:t>
                      </a:r>
                      <a:endParaRPr lang="zh-CN" altLang="en-US" sz="1800" b="1" spc="60">
                        <a:solidFill>
                          <a:schemeClr val="accent4"/>
                        </a:solidFill>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zh-CN" altLang="en-US" sz="1800" spc="60">
                          <a:latin typeface="微软雅黑" panose="020B0503020204020204" charset="-122"/>
                          <a:ea typeface="微软雅黑" panose="020B0503020204020204" charset="-122"/>
                        </a:rPr>
                        <a:t>强制主体实施或不得实施行为，违反需承担责任</a:t>
                      </a:r>
                      <a:endParaRPr lang="zh-CN" altLang="en-US" sz="1800" spc="60">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en-US" altLang="zh-CN" sz="1800" spc="60">
                          <a:latin typeface="微软雅黑" panose="020B0503020204020204" charset="-122"/>
                          <a:ea typeface="微软雅黑" panose="020B0503020204020204" charset="-122"/>
                          <a:cs typeface="微软雅黑" panose="020B0503020204020204" charset="-122"/>
                        </a:rPr>
                        <a:t>《</a:t>
                      </a:r>
                      <a:r>
                        <a:rPr lang="zh-CN" altLang="en-US" sz="1800" spc="60">
                          <a:latin typeface="微软雅黑" panose="020B0503020204020204" charset="-122"/>
                          <a:ea typeface="微软雅黑" panose="020B0503020204020204" charset="-122"/>
                          <a:cs typeface="微软雅黑" panose="020B0503020204020204" charset="-122"/>
                        </a:rPr>
                        <a:t>宪法</a:t>
                      </a:r>
                      <a:r>
                        <a:rPr lang="en-US" altLang="zh-CN" sz="1800" spc="60">
                          <a:latin typeface="微软雅黑" panose="020B0503020204020204" charset="-122"/>
                          <a:ea typeface="微软雅黑" panose="020B0503020204020204" charset="-122"/>
                          <a:cs typeface="微软雅黑" panose="020B0503020204020204" charset="-122"/>
                        </a:rPr>
                        <a:t>》</a:t>
                      </a:r>
                      <a:r>
                        <a:rPr lang="zh-CN" altLang="en-US" sz="1800" spc="60">
                          <a:latin typeface="微软雅黑" panose="020B0503020204020204" charset="-122"/>
                          <a:ea typeface="微软雅黑" panose="020B0503020204020204" charset="-122"/>
                          <a:cs typeface="微软雅黑" panose="020B0503020204020204" charset="-122"/>
                        </a:rPr>
                        <a:t>第 </a:t>
                      </a:r>
                      <a:r>
                        <a:rPr lang="en-US" altLang="zh-CN" sz="1800" spc="60">
                          <a:latin typeface="微软雅黑" panose="020B0503020204020204" charset="-122"/>
                          <a:ea typeface="微软雅黑" panose="020B0503020204020204" charset="-122"/>
                          <a:cs typeface="微软雅黑" panose="020B0503020204020204" charset="-122"/>
                        </a:rPr>
                        <a:t>5 </a:t>
                      </a:r>
                      <a:r>
                        <a:rPr lang="zh-CN" altLang="en-US" sz="1800" spc="60">
                          <a:latin typeface="微软雅黑" panose="020B0503020204020204" charset="-122"/>
                          <a:ea typeface="微软雅黑" panose="020B0503020204020204" charset="-122"/>
                          <a:cs typeface="微软雅黑" panose="020B0503020204020204" charset="-122"/>
                        </a:rPr>
                        <a:t>条 “一切法律、行政法规和地方性法规都不得同宪法相抵触”（强制不得抵触）</a:t>
                      </a:r>
                      <a:endParaRPr lang="zh-CN" altLang="en-US" sz="180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r>
              <a:tr h="1073150">
                <a:tc rowSpan="3">
                  <a:txBody>
                    <a:bodyPr/>
                    <a:p>
                      <a:pPr marL="0" indent="0" algn="l">
                        <a:lnSpc>
                          <a:spcPct val="120000"/>
                        </a:lnSpc>
                        <a:spcBef>
                          <a:spcPts val="0"/>
                        </a:spcBef>
                        <a:spcAft>
                          <a:spcPts val="0"/>
                        </a:spcAft>
                      </a:pPr>
                      <a:r>
                        <a:rPr lang="en-US" altLang="zh-CN" sz="1800" b="1" spc="60">
                          <a:solidFill>
                            <a:schemeClr val="accent6"/>
                          </a:solidFill>
                          <a:latin typeface="微软雅黑" panose="020B0503020204020204" charset="-122"/>
                          <a:ea typeface="微软雅黑" panose="020B0503020204020204" charset="-122"/>
                          <a:cs typeface="微软雅黑" panose="020B0503020204020204" charset="-122"/>
                        </a:rPr>
                        <a:t>4. </a:t>
                      </a:r>
                      <a:r>
                        <a:rPr lang="zh-CN" altLang="en-US" sz="1800" b="1" spc="60">
                          <a:solidFill>
                            <a:schemeClr val="accent6"/>
                          </a:solidFill>
                          <a:latin typeface="微软雅黑" panose="020B0503020204020204" charset="-122"/>
                          <a:ea typeface="微软雅黑" panose="020B0503020204020204" charset="-122"/>
                          <a:cs typeface="微软雅黑" panose="020B0503020204020204" charset="-122"/>
                        </a:rPr>
                        <a:t>后果性质</a:t>
                      </a:r>
                      <a:endParaRPr lang="zh-CN" altLang="en-US" sz="1800" b="1" spc="60">
                        <a:solidFill>
                          <a:schemeClr val="accent6"/>
                        </a:solidFill>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zh-CN" altLang="en-US" sz="1800" b="1" spc="60">
                          <a:solidFill>
                            <a:schemeClr val="accent6"/>
                          </a:solidFill>
                          <a:latin typeface="微软雅黑" panose="020B0503020204020204" charset="-122"/>
                          <a:ea typeface="微软雅黑" panose="020B0503020204020204" charset="-122"/>
                        </a:rPr>
                        <a:t>保护性规范</a:t>
                      </a:r>
                      <a:endParaRPr lang="zh-CN" altLang="en-US" sz="1800" b="1" spc="60">
                        <a:solidFill>
                          <a:schemeClr val="accent6"/>
                        </a:solidFill>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zh-CN" altLang="en-US" sz="1800" spc="60">
                          <a:latin typeface="微软雅黑" panose="020B0503020204020204" charset="-122"/>
                          <a:ea typeface="微软雅黑" panose="020B0503020204020204" charset="-122"/>
                        </a:rPr>
                        <a:t>确认并保护主体的合法权利或利益</a:t>
                      </a:r>
                      <a:endParaRPr lang="zh-CN" altLang="en-US" sz="1800" spc="60">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en-US" altLang="zh-CN" sz="1800" spc="60">
                          <a:latin typeface="微软雅黑" panose="020B0503020204020204" charset="-122"/>
                          <a:ea typeface="微软雅黑" panose="020B0503020204020204" charset="-122"/>
                          <a:cs typeface="微软雅黑" panose="020B0503020204020204" charset="-122"/>
                        </a:rPr>
                        <a:t>《</a:t>
                      </a:r>
                      <a:r>
                        <a:rPr lang="zh-CN" altLang="en-US" sz="1800" spc="60">
                          <a:latin typeface="微软雅黑" panose="020B0503020204020204" charset="-122"/>
                          <a:ea typeface="微软雅黑" panose="020B0503020204020204" charset="-122"/>
                          <a:cs typeface="微软雅黑" panose="020B0503020204020204" charset="-122"/>
                        </a:rPr>
                        <a:t>宪法</a:t>
                      </a:r>
                      <a:r>
                        <a:rPr lang="en-US" altLang="zh-CN" sz="1800" spc="60">
                          <a:latin typeface="微软雅黑" panose="020B0503020204020204" charset="-122"/>
                          <a:ea typeface="微软雅黑" panose="020B0503020204020204" charset="-122"/>
                          <a:cs typeface="微软雅黑" panose="020B0503020204020204" charset="-122"/>
                        </a:rPr>
                        <a:t>》</a:t>
                      </a:r>
                      <a:r>
                        <a:rPr lang="zh-CN" altLang="en-US" sz="1800" spc="60">
                          <a:latin typeface="微软雅黑" panose="020B0503020204020204" charset="-122"/>
                          <a:ea typeface="微软雅黑" panose="020B0503020204020204" charset="-122"/>
                          <a:cs typeface="微软雅黑" panose="020B0503020204020204" charset="-122"/>
                        </a:rPr>
                        <a:t>第 </a:t>
                      </a:r>
                      <a:r>
                        <a:rPr lang="en-US" altLang="zh-CN" sz="1800" spc="60">
                          <a:latin typeface="微软雅黑" panose="020B0503020204020204" charset="-122"/>
                          <a:ea typeface="微软雅黑" panose="020B0503020204020204" charset="-122"/>
                          <a:cs typeface="微软雅黑" panose="020B0503020204020204" charset="-122"/>
                        </a:rPr>
                        <a:t>38 </a:t>
                      </a:r>
                      <a:r>
                        <a:rPr lang="zh-CN" altLang="en-US" sz="1800" spc="60">
                          <a:latin typeface="微软雅黑" panose="020B0503020204020204" charset="-122"/>
                          <a:ea typeface="微软雅黑" panose="020B0503020204020204" charset="-122"/>
                          <a:cs typeface="微软雅黑" panose="020B0503020204020204" charset="-122"/>
                        </a:rPr>
                        <a:t>条 “中华人民共和国公民的人格尊严不受侵犯”（保护人格尊严）</a:t>
                      </a:r>
                      <a:endParaRPr lang="zh-CN" altLang="en-US" sz="180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r>
              <a:tr h="1106170">
                <a:tc vMerge="1">
                  <a:tcPr/>
                </a:tc>
                <a:tc>
                  <a:txBody>
                    <a:bodyPr/>
                    <a:p>
                      <a:pPr marL="0" indent="0" algn="ctr">
                        <a:lnSpc>
                          <a:spcPct val="120000"/>
                        </a:lnSpc>
                        <a:spcBef>
                          <a:spcPts val="0"/>
                        </a:spcBef>
                        <a:spcAft>
                          <a:spcPts val="0"/>
                        </a:spcAft>
                        <a:buNone/>
                      </a:pPr>
                      <a:r>
                        <a:rPr lang="zh-CN" altLang="en-US" sz="1800" b="1" spc="60">
                          <a:solidFill>
                            <a:schemeClr val="accent6"/>
                          </a:solidFill>
                          <a:latin typeface="微软雅黑" panose="020B0503020204020204" charset="-122"/>
                          <a:ea typeface="微软雅黑" panose="020B0503020204020204" charset="-122"/>
                        </a:rPr>
                        <a:t>奖励性规范</a:t>
                      </a:r>
                      <a:endParaRPr lang="zh-CN" altLang="en-US" sz="1800" b="1" spc="60">
                        <a:solidFill>
                          <a:schemeClr val="accent6"/>
                        </a:solidFill>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buNone/>
                      </a:pPr>
                      <a:r>
                        <a:rPr lang="zh-CN" altLang="en-US" sz="1800" spc="60">
                          <a:latin typeface="微软雅黑" panose="020B0503020204020204" charset="-122"/>
                          <a:ea typeface="微软雅黑" panose="020B0503020204020204" charset="-122"/>
                        </a:rPr>
                        <a:t>对积极贡献行为作出宪法层面肯定评价</a:t>
                      </a:r>
                      <a:endParaRPr lang="zh-CN" altLang="en-US" sz="1800" spc="60">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buNone/>
                      </a:pPr>
                      <a:r>
                        <a:rPr lang="zh-CN" altLang="en-US" sz="1800" spc="60">
                          <a:latin typeface="微软雅黑" panose="020B0503020204020204" charset="-122"/>
                          <a:ea typeface="微软雅黑" panose="020B0503020204020204" charset="-122"/>
                          <a:cs typeface="微软雅黑" panose="020B0503020204020204" charset="-122"/>
                        </a:rPr>
                        <a:t>《宪法》第</a:t>
                      </a:r>
                      <a:r>
                        <a:rPr lang="en-US" altLang="zh-CN" sz="1800" spc="60">
                          <a:latin typeface="微软雅黑" panose="020B0503020204020204" charset="-122"/>
                          <a:ea typeface="微软雅黑" panose="020B0503020204020204" charset="-122"/>
                          <a:cs typeface="微软雅黑" panose="020B0503020204020204" charset="-122"/>
                        </a:rPr>
                        <a:t>42</a:t>
                      </a:r>
                      <a:r>
                        <a:rPr lang="zh-CN" altLang="en-US" sz="1800" spc="60">
                          <a:latin typeface="微软雅黑" panose="020B0503020204020204" charset="-122"/>
                          <a:ea typeface="微软雅黑" panose="020B0503020204020204" charset="-122"/>
                          <a:cs typeface="微软雅黑" panose="020B0503020204020204" charset="-122"/>
                        </a:rPr>
                        <a:t>条对</a:t>
                      </a:r>
                      <a:r>
                        <a:rPr lang="en-US" altLang="zh-CN" sz="1800" spc="60">
                          <a:latin typeface="微软雅黑" panose="020B0503020204020204" charset="-122"/>
                          <a:ea typeface="微软雅黑" panose="020B0503020204020204" charset="-122"/>
                          <a:cs typeface="微软雅黑" panose="020B0503020204020204" charset="-122"/>
                        </a:rPr>
                        <a:t> “</a:t>
                      </a:r>
                      <a:r>
                        <a:rPr lang="zh-CN" altLang="en-US" sz="1800" spc="60">
                          <a:latin typeface="微软雅黑" panose="020B0503020204020204" charset="-122"/>
                          <a:ea typeface="微软雅黑" panose="020B0503020204020204" charset="-122"/>
                          <a:cs typeface="微软雅黑" panose="020B0503020204020204" charset="-122"/>
                        </a:rPr>
                        <a:t>劳动模范</a:t>
                      </a:r>
                      <a:r>
                        <a:rPr lang="en-US" altLang="zh-CN" sz="1800" spc="60">
                          <a:latin typeface="微软雅黑" panose="020B0503020204020204" charset="-122"/>
                          <a:ea typeface="微软雅黑" panose="020B0503020204020204" charset="-122"/>
                          <a:cs typeface="微软雅黑" panose="020B0503020204020204" charset="-122"/>
                        </a:rPr>
                        <a:t>”“</a:t>
                      </a:r>
                      <a:r>
                        <a:rPr lang="zh-CN" altLang="en-US" sz="1800" spc="60">
                          <a:latin typeface="微软雅黑" panose="020B0503020204020204" charset="-122"/>
                          <a:ea typeface="微软雅黑" panose="020B0503020204020204" charset="-122"/>
                          <a:cs typeface="微软雅黑" panose="020B0503020204020204" charset="-122"/>
                        </a:rPr>
                        <a:t>先进集体</a:t>
                      </a:r>
                      <a:r>
                        <a:rPr lang="en-US" altLang="zh-CN" sz="1800" spc="60">
                          <a:latin typeface="微软雅黑" panose="020B0503020204020204" charset="-122"/>
                          <a:ea typeface="微软雅黑" panose="020B0503020204020204" charset="-122"/>
                          <a:cs typeface="微软雅黑" panose="020B0503020204020204" charset="-122"/>
                        </a:rPr>
                        <a:t>” </a:t>
                      </a:r>
                      <a:r>
                        <a:rPr lang="zh-CN" altLang="en-US" sz="1800" spc="60">
                          <a:latin typeface="微软雅黑" panose="020B0503020204020204" charset="-122"/>
                          <a:ea typeface="微软雅黑" panose="020B0503020204020204" charset="-122"/>
                          <a:cs typeface="微软雅黑" panose="020B0503020204020204" charset="-122"/>
                        </a:rPr>
                        <a:t>的精神认可（具体由普通法律规定奖励细则）</a:t>
                      </a:r>
                      <a:endParaRPr lang="zh-CN" altLang="en-US" sz="180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r>
              <a:tr h="1108710">
                <a:tc vMerge="1">
                  <a:tcPr marL="0" marR="0" marT="0" marB="0" anchor="ctr" anchorCtr="0"/>
                </a:tc>
                <a:tc>
                  <a:txBody>
                    <a:bodyPr/>
                    <a:p>
                      <a:pPr marL="0" indent="0" algn="ctr">
                        <a:lnSpc>
                          <a:spcPct val="120000"/>
                        </a:lnSpc>
                        <a:spcBef>
                          <a:spcPts val="0"/>
                        </a:spcBef>
                        <a:spcAft>
                          <a:spcPts val="0"/>
                        </a:spcAft>
                      </a:pPr>
                      <a:r>
                        <a:rPr lang="zh-CN" altLang="en-US" sz="1800" b="1" spc="60">
                          <a:solidFill>
                            <a:schemeClr val="accent6"/>
                          </a:solidFill>
                          <a:latin typeface="微软雅黑" panose="020B0503020204020204" charset="-122"/>
                          <a:ea typeface="微软雅黑" panose="020B0503020204020204" charset="-122"/>
                        </a:rPr>
                        <a:t>制裁性规范</a:t>
                      </a:r>
                      <a:endParaRPr lang="zh-CN" altLang="en-US" sz="1800" b="1" spc="60">
                        <a:solidFill>
                          <a:schemeClr val="accent6"/>
                        </a:solidFill>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zh-CN" altLang="en-US" sz="1800" spc="60">
                          <a:latin typeface="微软雅黑" panose="020B0503020204020204" charset="-122"/>
                          <a:ea typeface="微软雅黑" panose="020B0503020204020204" charset="-122"/>
                        </a:rPr>
                        <a:t>对违宪行为作出否定性评价，规定纠正措施</a:t>
                      </a:r>
                      <a:endParaRPr lang="zh-CN" altLang="en-US" sz="1800" spc="60">
                        <a:latin typeface="微软雅黑" panose="020B0503020204020204" charset="-122"/>
                        <a:ea typeface="微软雅黑" panose="020B0503020204020204" charset="-122"/>
                      </a:endParaRPr>
                    </a:p>
                  </a:txBody>
                  <a:tcPr marL="25400" marR="25400" marT="25400" marB="25400" anchor="ctr" anchorCtr="0"/>
                </a:tc>
                <a:tc>
                  <a:txBody>
                    <a:bodyPr/>
                    <a:p>
                      <a:pPr marL="0" indent="0" algn="ctr">
                        <a:lnSpc>
                          <a:spcPct val="120000"/>
                        </a:lnSpc>
                        <a:spcBef>
                          <a:spcPts val="0"/>
                        </a:spcBef>
                        <a:spcAft>
                          <a:spcPts val="0"/>
                        </a:spcAft>
                      </a:pPr>
                      <a:r>
                        <a:rPr lang="en-US" altLang="zh-CN" sz="1800" spc="60">
                          <a:latin typeface="微软雅黑" panose="020B0503020204020204" charset="-122"/>
                          <a:ea typeface="微软雅黑" panose="020B0503020204020204" charset="-122"/>
                          <a:cs typeface="微软雅黑" panose="020B0503020204020204" charset="-122"/>
                        </a:rPr>
                        <a:t>《</a:t>
                      </a:r>
                      <a:r>
                        <a:rPr lang="zh-CN" altLang="en-US" sz="1800" spc="60">
                          <a:latin typeface="微软雅黑" panose="020B0503020204020204" charset="-122"/>
                          <a:ea typeface="微软雅黑" panose="020B0503020204020204" charset="-122"/>
                          <a:cs typeface="微软雅黑" panose="020B0503020204020204" charset="-122"/>
                        </a:rPr>
                        <a:t>宪法</a:t>
                      </a:r>
                      <a:r>
                        <a:rPr lang="en-US" altLang="zh-CN" sz="1800" spc="60">
                          <a:latin typeface="微软雅黑" panose="020B0503020204020204" charset="-122"/>
                          <a:ea typeface="微软雅黑" panose="020B0503020204020204" charset="-122"/>
                          <a:cs typeface="微软雅黑" panose="020B0503020204020204" charset="-122"/>
                        </a:rPr>
                        <a:t>》</a:t>
                      </a:r>
                      <a:r>
                        <a:rPr lang="zh-CN" altLang="en-US" sz="1800" spc="60">
                          <a:latin typeface="微软雅黑" panose="020B0503020204020204" charset="-122"/>
                          <a:ea typeface="微软雅黑" panose="020B0503020204020204" charset="-122"/>
                          <a:cs typeface="微软雅黑" panose="020B0503020204020204" charset="-122"/>
                        </a:rPr>
                        <a:t>第 </a:t>
                      </a:r>
                      <a:r>
                        <a:rPr lang="en-US" altLang="zh-CN" sz="1800" spc="60">
                          <a:latin typeface="微软雅黑" panose="020B0503020204020204" charset="-122"/>
                          <a:ea typeface="微软雅黑" panose="020B0503020204020204" charset="-122"/>
                          <a:cs typeface="微软雅黑" panose="020B0503020204020204" charset="-122"/>
                        </a:rPr>
                        <a:t>67 </a:t>
                      </a:r>
                      <a:r>
                        <a:rPr lang="zh-CN" altLang="en-US" sz="1800" spc="60">
                          <a:latin typeface="微软雅黑" panose="020B0503020204020204" charset="-122"/>
                          <a:ea typeface="微软雅黑" panose="020B0503020204020204" charset="-122"/>
                          <a:cs typeface="微软雅黑" panose="020B0503020204020204" charset="-122"/>
                        </a:rPr>
                        <a:t>条 “全国人民代表大会常务委员会有权撤销同宪法和法律相抵触的行政法规、地方性法规”</a:t>
                      </a:r>
                      <a:endParaRPr lang="zh-CN" altLang="en-US" sz="180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tc>
              </a:tr>
            </a:tbl>
          </a:graphicData>
        </a:graphic>
      </p:graphicFrame>
    </p:spTree>
    <p:custDataLst>
      <p:tags r:id="rId2"/>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80110" y="266700"/>
            <a:ext cx="10515600" cy="1325563"/>
          </a:xfrm>
        </p:spPr>
        <p:txBody>
          <a:bodyPr/>
          <a:lstStyle/>
          <a:p>
            <a:r>
              <a:rPr lang="zh-CN" altLang="en-US">
                <a:latin typeface="微软雅黑" panose="020B0503020204020204" charset="-122"/>
                <a:ea typeface="微软雅黑" panose="020B0503020204020204" charset="-122"/>
              </a:rPr>
              <a:t>（三）宪法规范的逻辑结构</a:t>
            </a:r>
            <a:endParaRPr lang="zh-CN" altLang="en-US">
              <a:latin typeface="微软雅黑" panose="020B0503020204020204" charset="-122"/>
              <a:ea typeface="微软雅黑" panose="020B0503020204020204" charset="-122"/>
            </a:endParaRPr>
          </a:p>
        </p:txBody>
      </p:sp>
      <p:sp useBgFill="1">
        <p:nvSpPr>
          <p:cNvPr id="4" name="圆角矩形 4"/>
          <p:cNvSpPr/>
          <p:nvPr>
            <p:custDataLst>
              <p:tags r:id="rId2"/>
            </p:custDataLst>
          </p:nvPr>
        </p:nvSpPr>
        <p:spPr>
          <a:xfrm>
            <a:off x="736600" y="1755139"/>
            <a:ext cx="5210810" cy="4545330"/>
          </a:xfrm>
          <a:prstGeom prst="roundRect">
            <a:avLst>
              <a:gd name="adj" fmla="val 2283"/>
            </a:avLst>
          </a:prstGeom>
          <a:ln>
            <a:noFill/>
          </a:ln>
          <a:effectLst>
            <a:outerShdw blurRad="368300" dist="317500" dir="5400000" algn="t" rotWithShape="0">
              <a:prstClr val="black">
                <a:alpha val="8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useBgFill="1">
        <p:nvSpPr>
          <p:cNvPr id="6" name="任意多边形 2"/>
          <p:cNvSpPr/>
          <p:nvPr>
            <p:custDataLst>
              <p:tags r:id="rId3"/>
            </p:custDataLst>
          </p:nvPr>
        </p:nvSpPr>
        <p:spPr>
          <a:xfrm>
            <a:off x="736600" y="1755139"/>
            <a:ext cx="5210175" cy="4545330"/>
          </a:xfrm>
          <a:custGeom>
            <a:avLst/>
            <a:gdLst>
              <a:gd name="connsiteX0" fmla="*/ 1075 w 8205"/>
              <a:gd name="connsiteY0" fmla="*/ 0 h 7158"/>
              <a:gd name="connsiteX1" fmla="*/ 8042 w 8205"/>
              <a:gd name="connsiteY1" fmla="*/ 0 h 7158"/>
              <a:gd name="connsiteX2" fmla="*/ 8205 w 8205"/>
              <a:gd name="connsiteY2" fmla="*/ 163 h 7158"/>
              <a:gd name="connsiteX3" fmla="*/ 8205 w 8205"/>
              <a:gd name="connsiteY3" fmla="*/ 6995 h 7158"/>
              <a:gd name="connsiteX4" fmla="*/ 8042 w 8205"/>
              <a:gd name="connsiteY4" fmla="*/ 7158 h 7158"/>
              <a:gd name="connsiteX5" fmla="*/ 163 w 8205"/>
              <a:gd name="connsiteY5" fmla="*/ 7158 h 7158"/>
              <a:gd name="connsiteX6" fmla="*/ 0 w 8205"/>
              <a:gd name="connsiteY6" fmla="*/ 6995 h 7158"/>
              <a:gd name="connsiteX7" fmla="*/ 0 w 8205"/>
              <a:gd name="connsiteY7" fmla="*/ 163 h 7158"/>
              <a:gd name="connsiteX8" fmla="*/ 163 w 8205"/>
              <a:gd name="connsiteY8" fmla="*/ 0 h 7158"/>
              <a:gd name="connsiteX9" fmla="*/ 231 w 8205"/>
              <a:gd name="connsiteY9" fmla="*/ 0 h 7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05" h="7158">
                <a:moveTo>
                  <a:pt x="1075" y="0"/>
                </a:moveTo>
                <a:lnTo>
                  <a:pt x="8042" y="0"/>
                </a:lnTo>
                <a:cubicBezTo>
                  <a:pt x="8132" y="0"/>
                  <a:pt x="8205" y="73"/>
                  <a:pt x="8205" y="163"/>
                </a:cubicBezTo>
                <a:lnTo>
                  <a:pt x="8205" y="6995"/>
                </a:lnTo>
                <a:cubicBezTo>
                  <a:pt x="8205" y="7085"/>
                  <a:pt x="8132" y="7158"/>
                  <a:pt x="8042" y="7158"/>
                </a:cubicBezTo>
                <a:lnTo>
                  <a:pt x="163" y="7158"/>
                </a:lnTo>
                <a:cubicBezTo>
                  <a:pt x="73" y="7158"/>
                  <a:pt x="0" y="7085"/>
                  <a:pt x="0" y="6995"/>
                </a:cubicBezTo>
                <a:lnTo>
                  <a:pt x="0" y="163"/>
                </a:lnTo>
                <a:cubicBezTo>
                  <a:pt x="0" y="73"/>
                  <a:pt x="73" y="0"/>
                  <a:pt x="163" y="0"/>
                </a:cubicBezTo>
                <a:lnTo>
                  <a:pt x="231" y="0"/>
                </a:lnTo>
              </a:path>
            </a:pathLst>
          </a:custGeom>
          <a:solidFill>
            <a:srgbClr val="FFFFFF">
              <a:alpha val="10000"/>
            </a:srgbClr>
          </a:solidFill>
          <a:ln w="9525">
            <a:gradFill>
              <a:gsLst>
                <a:gs pos="0">
                  <a:schemeClr val="accent1">
                    <a:alpha val="10000"/>
                  </a:schemeClr>
                </a:gs>
                <a:gs pos="100000">
                  <a:schemeClr val="accent1">
                    <a:lumMod val="60000"/>
                    <a:lumOff val="40000"/>
                    <a:alpha val="50000"/>
                  </a:schemeClr>
                </a:gs>
              </a:gsLst>
              <a:lin ang="108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7" name="文本框 57"/>
          <p:cNvSpPr txBox="1"/>
          <p:nvPr>
            <p:custDataLst>
              <p:tags r:id="rId4"/>
            </p:custDataLst>
          </p:nvPr>
        </p:nvSpPr>
        <p:spPr>
          <a:xfrm>
            <a:off x="1089660" y="1987549"/>
            <a:ext cx="4401820" cy="735330"/>
          </a:xfrm>
          <a:prstGeom prst="rect">
            <a:avLst/>
          </a:prstGeom>
          <a:noFill/>
        </p:spPr>
        <p:txBody>
          <a:bodyPr wrap="square" lIns="0" tIns="0" rIns="0" bIns="0" rtlCol="0" anchor="b" anchorCtr="0">
            <a:noAutofit/>
          </a:bodyPr>
          <a:p>
            <a:r>
              <a:rPr lang="zh-CN" altLang="en-US" sz="2400" b="1">
                <a:solidFill>
                  <a:schemeClr val="tx1"/>
                </a:solidFill>
                <a:latin typeface="微软雅黑" panose="020B0503020204020204" charset="-122"/>
                <a:ea typeface="微软雅黑" panose="020B0503020204020204" charset="-122"/>
              </a:rPr>
              <a:t>核心构成</a:t>
            </a:r>
            <a:endParaRPr lang="zh-CN" altLang="en-US" sz="2400" b="1">
              <a:solidFill>
                <a:schemeClr val="tx1"/>
              </a:solidFill>
              <a:latin typeface="微软雅黑" panose="020B0503020204020204" charset="-122"/>
              <a:ea typeface="微软雅黑" panose="020B0503020204020204" charset="-122"/>
            </a:endParaRPr>
          </a:p>
        </p:txBody>
      </p:sp>
      <p:sp>
        <p:nvSpPr>
          <p:cNvPr id="9" name="文本框 64"/>
          <p:cNvSpPr txBox="1"/>
          <p:nvPr>
            <p:custDataLst>
              <p:tags r:id="rId5"/>
            </p:custDataLst>
          </p:nvPr>
        </p:nvSpPr>
        <p:spPr>
          <a:xfrm>
            <a:off x="1089660" y="2832734"/>
            <a:ext cx="4401820" cy="3120390"/>
          </a:xfrm>
          <a:prstGeom prst="rect">
            <a:avLst/>
          </a:prstGeom>
          <a:noFill/>
        </p:spPr>
        <p:txBody>
          <a:bodyPr wrap="square" lIns="0" tIns="0" rIns="0" bIns="0" rtlCol="0" anchor="t" anchorCtr="0">
            <a:noAutofit/>
          </a:bodyPr>
          <a:p>
            <a:pPr marL="285750" indent="-285750" algn="just" fontAlgn="auto">
              <a:lnSpc>
                <a:spcPct val="150000"/>
              </a:lnSpc>
              <a:spcBef>
                <a:spcPts val="1200"/>
              </a:spcBef>
              <a:buFont typeface="Arial" panose="020B0604020202020204" pitchFamily="34" charset="0"/>
              <a:buChar char="•"/>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行为模式</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 </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法律后果</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useBgFill="1">
        <p:nvSpPr>
          <p:cNvPr id="11" name="圆角矩形 16"/>
          <p:cNvSpPr/>
          <p:nvPr>
            <p:custDataLst>
              <p:tags r:id="rId6"/>
            </p:custDataLst>
          </p:nvPr>
        </p:nvSpPr>
        <p:spPr>
          <a:xfrm>
            <a:off x="6284595" y="1755139"/>
            <a:ext cx="5210810" cy="4545330"/>
          </a:xfrm>
          <a:prstGeom prst="roundRect">
            <a:avLst>
              <a:gd name="adj" fmla="val 2283"/>
            </a:avLst>
          </a:prstGeom>
          <a:ln>
            <a:noFill/>
          </a:ln>
          <a:effectLst>
            <a:outerShdw blurRad="368300" dist="317500" dir="5400000" algn="t" rotWithShape="0">
              <a:prstClr val="black">
                <a:alpha val="8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useBgFill="1">
        <p:nvSpPr>
          <p:cNvPr id="12" name="任意多边形 17"/>
          <p:cNvSpPr/>
          <p:nvPr>
            <p:custDataLst>
              <p:tags r:id="rId7"/>
            </p:custDataLst>
          </p:nvPr>
        </p:nvSpPr>
        <p:spPr>
          <a:xfrm>
            <a:off x="6284595" y="1755139"/>
            <a:ext cx="5210175" cy="4545330"/>
          </a:xfrm>
          <a:custGeom>
            <a:avLst/>
            <a:gdLst>
              <a:gd name="connsiteX0" fmla="*/ 1075 w 8205"/>
              <a:gd name="connsiteY0" fmla="*/ 0 h 7158"/>
              <a:gd name="connsiteX1" fmla="*/ 8042 w 8205"/>
              <a:gd name="connsiteY1" fmla="*/ 0 h 7158"/>
              <a:gd name="connsiteX2" fmla="*/ 8205 w 8205"/>
              <a:gd name="connsiteY2" fmla="*/ 163 h 7158"/>
              <a:gd name="connsiteX3" fmla="*/ 8205 w 8205"/>
              <a:gd name="connsiteY3" fmla="*/ 6995 h 7158"/>
              <a:gd name="connsiteX4" fmla="*/ 8042 w 8205"/>
              <a:gd name="connsiteY4" fmla="*/ 7158 h 7158"/>
              <a:gd name="connsiteX5" fmla="*/ 163 w 8205"/>
              <a:gd name="connsiteY5" fmla="*/ 7158 h 7158"/>
              <a:gd name="connsiteX6" fmla="*/ 0 w 8205"/>
              <a:gd name="connsiteY6" fmla="*/ 6995 h 7158"/>
              <a:gd name="connsiteX7" fmla="*/ 0 w 8205"/>
              <a:gd name="connsiteY7" fmla="*/ 163 h 7158"/>
              <a:gd name="connsiteX8" fmla="*/ 163 w 8205"/>
              <a:gd name="connsiteY8" fmla="*/ 0 h 7158"/>
              <a:gd name="connsiteX9" fmla="*/ 231 w 8205"/>
              <a:gd name="connsiteY9" fmla="*/ 0 h 7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05" h="7158">
                <a:moveTo>
                  <a:pt x="1075" y="0"/>
                </a:moveTo>
                <a:lnTo>
                  <a:pt x="8042" y="0"/>
                </a:lnTo>
                <a:cubicBezTo>
                  <a:pt x="8132" y="0"/>
                  <a:pt x="8205" y="73"/>
                  <a:pt x="8205" y="163"/>
                </a:cubicBezTo>
                <a:lnTo>
                  <a:pt x="8205" y="6995"/>
                </a:lnTo>
                <a:cubicBezTo>
                  <a:pt x="8205" y="7085"/>
                  <a:pt x="8132" y="7158"/>
                  <a:pt x="8042" y="7158"/>
                </a:cubicBezTo>
                <a:lnTo>
                  <a:pt x="163" y="7158"/>
                </a:lnTo>
                <a:cubicBezTo>
                  <a:pt x="73" y="7158"/>
                  <a:pt x="0" y="7085"/>
                  <a:pt x="0" y="6995"/>
                </a:cubicBezTo>
                <a:lnTo>
                  <a:pt x="0" y="163"/>
                </a:lnTo>
                <a:cubicBezTo>
                  <a:pt x="0" y="73"/>
                  <a:pt x="73" y="0"/>
                  <a:pt x="163" y="0"/>
                </a:cubicBezTo>
                <a:lnTo>
                  <a:pt x="231" y="0"/>
                </a:lnTo>
              </a:path>
            </a:pathLst>
          </a:custGeom>
          <a:solidFill>
            <a:srgbClr val="FFFFFF">
              <a:alpha val="10000"/>
            </a:srgbClr>
          </a:solidFill>
          <a:ln w="9525">
            <a:gradFill>
              <a:gsLst>
                <a:gs pos="0">
                  <a:schemeClr val="accent2">
                    <a:alpha val="10000"/>
                  </a:schemeClr>
                </a:gs>
                <a:gs pos="100000">
                  <a:schemeClr val="accent2">
                    <a:lumMod val="60000"/>
                    <a:lumOff val="40000"/>
                    <a:alpha val="50000"/>
                  </a:schemeClr>
                </a:gs>
              </a:gsLst>
              <a:lin ang="108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13" name="文本框 19"/>
          <p:cNvSpPr txBox="1"/>
          <p:nvPr>
            <p:custDataLst>
              <p:tags r:id="rId8"/>
            </p:custDataLst>
          </p:nvPr>
        </p:nvSpPr>
        <p:spPr>
          <a:xfrm>
            <a:off x="6637655" y="1978024"/>
            <a:ext cx="4401820" cy="735330"/>
          </a:xfrm>
          <a:prstGeom prst="rect">
            <a:avLst/>
          </a:prstGeom>
          <a:noFill/>
        </p:spPr>
        <p:txBody>
          <a:bodyPr wrap="square" lIns="0" tIns="0" rIns="0" bIns="0" rtlCol="0" anchor="b" anchorCtr="0">
            <a:noAutofit/>
          </a:bodyPr>
          <a:p>
            <a:r>
              <a:rPr lang="zh-CN" altLang="en-US" sz="2400" b="1">
                <a:solidFill>
                  <a:schemeClr val="tx1"/>
                </a:solidFill>
                <a:latin typeface="微软雅黑" panose="020B0503020204020204" charset="-122"/>
                <a:ea typeface="微软雅黑" panose="020B0503020204020204" charset="-122"/>
                <a:sym typeface="+mn-ea"/>
              </a:rPr>
              <a:t>区别于传统理论</a:t>
            </a:r>
            <a:endParaRPr lang="zh-CN" altLang="en-US" sz="2400" b="1">
              <a:solidFill>
                <a:schemeClr val="tx1"/>
              </a:solidFill>
              <a:latin typeface="微软雅黑" panose="020B0503020204020204" charset="-122"/>
              <a:ea typeface="微软雅黑" panose="020B0503020204020204" charset="-122"/>
              <a:sym typeface="+mn-ea"/>
            </a:endParaRPr>
          </a:p>
        </p:txBody>
      </p:sp>
      <p:pic>
        <p:nvPicPr>
          <p:cNvPr id="14" name="图形 7"/>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935355" y="1543684"/>
            <a:ext cx="441600" cy="432000"/>
          </a:xfrm>
          <a:prstGeom prst="rect">
            <a:avLst/>
          </a:prstGeom>
        </p:spPr>
      </p:pic>
      <p:sp>
        <p:nvSpPr>
          <p:cNvPr id="15" name="文本框 20"/>
          <p:cNvSpPr txBox="1"/>
          <p:nvPr>
            <p:custDataLst>
              <p:tags r:id="rId12"/>
            </p:custDataLst>
          </p:nvPr>
        </p:nvSpPr>
        <p:spPr>
          <a:xfrm>
            <a:off x="6637655" y="2832735"/>
            <a:ext cx="4687570" cy="3273425"/>
          </a:xfrm>
          <a:prstGeom prst="rect">
            <a:avLst/>
          </a:prstGeom>
          <a:noFill/>
        </p:spPr>
        <p:txBody>
          <a:bodyPr wrap="square" lIns="0" tIns="0" rIns="0" bIns="0" rtlCol="0" anchor="t" anchorCtr="0">
            <a:noAutofit/>
          </a:bodyPr>
          <a:p>
            <a:pPr marL="285750" indent="-285750" algn="just" fontAlgn="auto">
              <a:lnSpc>
                <a:spcPct val="150000"/>
              </a:lnSpc>
              <a:spcBef>
                <a:spcPts val="1200"/>
              </a:spcBef>
              <a:buFont typeface="Arial" panose="020B0604020202020204" pitchFamily="34" charset="0"/>
              <a:buChar char="•"/>
            </a:pP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传统法律规范</a:t>
            </a:r>
            <a:r>
              <a:rPr lang="zh-CN" altLang="en-US"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“假定</a:t>
            </a:r>
            <a:r>
              <a:rPr lang="en-US" altLang="zh-CN"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 </a:t>
            </a:r>
            <a:r>
              <a:rPr lang="zh-CN" altLang="en-US"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处理</a:t>
            </a:r>
            <a:r>
              <a:rPr lang="en-US" altLang="zh-CN"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 </a:t>
            </a:r>
            <a:r>
              <a:rPr lang="zh-CN" altLang="en-US"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制裁”</a:t>
            </a:r>
            <a:r>
              <a:rPr lang="en-US" altLang="zh-CN"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三要素</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不适用宪法</a:t>
            </a:r>
            <a:r>
              <a:rPr lang="en-US" altLang="zh-CN"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 </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a:t>
            </a:r>
            <a:r>
              <a:rPr lang="en-US" altLang="zh-CN"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“法律后果”不仅包括消极制裁</a:t>
            </a:r>
            <a:r>
              <a:rPr lang="en-US" altLang="zh-CN"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还包括积极保障</a:t>
            </a:r>
            <a:r>
              <a:rPr lang="en-US" altLang="zh-CN"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如权利救济</a:t>
            </a:r>
            <a:r>
              <a:rPr lang="en-US" altLang="zh-CN"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且两要素可拆分存在。</a:t>
            </a:r>
            <a:endPar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pic>
        <p:nvPicPr>
          <p:cNvPr id="16" name="图形 9"/>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6494780" y="1546224"/>
            <a:ext cx="422609" cy="432000"/>
          </a:xfrm>
          <a:prstGeom prst="rect">
            <a:avLst/>
          </a:prstGeom>
        </p:spPr>
      </p:pic>
    </p:spTree>
    <p:custDataLst>
      <p:tags r:id="rId16"/>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4660" y="167640"/>
            <a:ext cx="11122660" cy="746760"/>
          </a:xfrm>
        </p:spPr>
        <p:txBody>
          <a:bodyPr/>
          <a:lstStyle/>
          <a:p>
            <a:pPr lvl="0" algn="l"/>
            <a:r>
              <a:rPr lang="zh-CN" altLang="en-US" sz="3600" spc="150" dirty="0">
                <a:solidFill>
                  <a:schemeClr val="tx1"/>
                </a:solidFill>
                <a:latin typeface="微软雅黑" panose="020B0503020204020204" charset="-122"/>
                <a:ea typeface="微软雅黑" panose="020B0503020204020204" charset="-122"/>
                <a:sym typeface="+mn-ea"/>
              </a:rPr>
              <a:t>宪法规范和宪法条文的关系：</a:t>
            </a:r>
            <a:endParaRPr lang="zh-CN" altLang="en-US" sz="3600" spc="150" dirty="0">
              <a:solidFill>
                <a:schemeClr val="tx1"/>
              </a:solidFill>
              <a:latin typeface="微软雅黑" panose="020B0503020204020204" charset="-122"/>
              <a:ea typeface="微软雅黑" panose="020B0503020204020204" charset="-122"/>
              <a:sym typeface="+mn-ea"/>
            </a:endParaRPr>
          </a:p>
        </p:txBody>
      </p:sp>
      <p:sp>
        <p:nvSpPr>
          <p:cNvPr id="113" name="正文"/>
          <p:cNvSpPr txBox="1"/>
          <p:nvPr>
            <p:custDataLst>
              <p:tags r:id="rId2"/>
            </p:custDataLst>
          </p:nvPr>
        </p:nvSpPr>
        <p:spPr>
          <a:xfrm>
            <a:off x="544830" y="964565"/>
            <a:ext cx="10656570" cy="743585"/>
          </a:xfrm>
          <a:prstGeom prst="rect">
            <a:avLst/>
          </a:prstGeom>
          <a:noFill/>
        </p:spPr>
        <p:txBody>
          <a:bodyPr wrap="square" lIns="0" tIns="0" rIns="0" bIns="0" rtlCol="0" anchor="t" anchorCtr="0">
            <a:normAutofit lnSpcReduction="10000"/>
          </a:bodyPr>
          <a:lstStyle/>
          <a:p>
            <a:pPr lvl="0"/>
            <a:r>
              <a:rPr lang="zh-CN" altLang="en-US" sz="2400" spc="150" dirty="0">
                <a:latin typeface="微软雅黑" panose="020B0503020204020204" charset="-122"/>
                <a:ea typeface="微软雅黑" panose="020B0503020204020204" charset="-122"/>
                <a:sym typeface="+mn-ea"/>
              </a:rPr>
              <a:t>宪法规范借助宪法条文的形式得以展现，宪法条文实质体现宪法规范</a:t>
            </a:r>
            <a:endParaRPr lang="zh-CN" altLang="en-US" sz="2400" spc="150" dirty="0">
              <a:solidFill>
                <a:schemeClr val="tx1"/>
              </a:solidFill>
              <a:latin typeface="微软雅黑" panose="020B0503020204020204" charset="-122"/>
              <a:ea typeface="微软雅黑" panose="020B0503020204020204" charset="-122"/>
              <a:sym typeface="+mn-ea"/>
            </a:endParaRPr>
          </a:p>
        </p:txBody>
      </p:sp>
      <p:graphicFrame>
        <p:nvGraphicFramePr>
          <p:cNvPr id="3" name="表格 2"/>
          <p:cNvGraphicFramePr/>
          <p:nvPr>
            <p:custDataLst>
              <p:tags r:id="rId3"/>
            </p:custDataLst>
          </p:nvPr>
        </p:nvGraphicFramePr>
        <p:xfrm>
          <a:off x="336550" y="1532890"/>
          <a:ext cx="11576685" cy="5142865"/>
        </p:xfrm>
        <a:graphic>
          <a:graphicData uri="http://schemas.openxmlformats.org/drawingml/2006/table">
            <a:tbl>
              <a:tblPr firstRow="1" bandRow="1">
                <a:tableStyleId>{5C22544A-7EE6-4342-B048-85BDC9FD1C3A}</a:tableStyleId>
              </a:tblPr>
              <a:tblGrid>
                <a:gridCol w="2060575"/>
                <a:gridCol w="2560320"/>
                <a:gridCol w="6955790"/>
              </a:tblGrid>
              <a:tr h="808355">
                <a:tc>
                  <a:txBody>
                    <a:bodyPr/>
                    <a:p>
                      <a:pPr marL="0" indent="0" algn="ctr">
                        <a:lnSpc>
                          <a:spcPct val="120000"/>
                        </a:lnSpc>
                        <a:spcBef>
                          <a:spcPts val="0"/>
                        </a:spcBef>
                        <a:spcAft>
                          <a:spcPts val="0"/>
                        </a:spcAft>
                      </a:pPr>
                      <a:r>
                        <a:rPr lang="zh-CN" altLang="en-US" sz="2000" b="1" spc="120">
                          <a:latin typeface="微软雅黑" panose="020B0503020204020204" charset="-122"/>
                          <a:ea typeface="微软雅黑" panose="020B0503020204020204" charset="-122"/>
                        </a:rPr>
                        <a:t>表现形式</a:t>
                      </a:r>
                      <a:endParaRPr lang="zh-CN" altLang="en-US" sz="2000" b="1"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000" b="1" spc="120">
                          <a:latin typeface="微软雅黑" panose="020B0503020204020204" charset="-122"/>
                          <a:ea typeface="微软雅黑" panose="020B0503020204020204" charset="-122"/>
                        </a:rPr>
                        <a:t>核心特征</a:t>
                      </a:r>
                      <a:endParaRPr lang="zh-CN" altLang="en-US" sz="2000" b="1"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000" b="1" spc="120">
                          <a:latin typeface="微软雅黑" panose="020B0503020204020204" charset="-122"/>
                          <a:ea typeface="微软雅黑" panose="020B0503020204020204" charset="-122"/>
                        </a:rPr>
                        <a:t>我国宪法示例</a:t>
                      </a:r>
                      <a:endParaRPr lang="zh-CN" altLang="en-US" sz="2000" b="1" spc="120">
                        <a:latin typeface="微软雅黑" panose="020B0503020204020204" charset="-122"/>
                        <a:ea typeface="微软雅黑" panose="020B0503020204020204" charset="-122"/>
                      </a:endParaRPr>
                    </a:p>
                  </a:txBody>
                  <a:tcPr marL="177800" marR="177800" marT="107950" marB="107950" anchor="ctr" anchorCtr="0"/>
                </a:tc>
              </a:tr>
              <a:tr h="1158875">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同一条文含两要素</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行为模式与法律后果在同一宪法条文中完整体现</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宪法</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第 </a:t>
                      </a:r>
                      <a:r>
                        <a:rPr lang="en-US" altLang="zh-CN" sz="1800" b="0" spc="120">
                          <a:latin typeface="微软雅黑" panose="020B0503020204020204" charset="-122"/>
                          <a:ea typeface="微软雅黑" panose="020B0503020204020204" charset="-122"/>
                          <a:cs typeface="微软雅黑" panose="020B0503020204020204" charset="-122"/>
                        </a:rPr>
                        <a:t>84 </a:t>
                      </a:r>
                      <a:r>
                        <a:rPr lang="zh-CN" altLang="en-US" sz="1800" b="0" spc="120">
                          <a:latin typeface="微软雅黑" panose="020B0503020204020204" charset="-122"/>
                          <a:ea typeface="微软雅黑" panose="020B0503020204020204" charset="-122"/>
                          <a:cs typeface="微软雅黑" panose="020B0503020204020204" charset="-122"/>
                        </a:rPr>
                        <a:t>条第 </a:t>
                      </a:r>
                      <a:r>
                        <a:rPr lang="en-US" altLang="zh-CN" sz="1800" b="0" spc="120">
                          <a:latin typeface="微软雅黑" panose="020B0503020204020204" charset="-122"/>
                          <a:ea typeface="微软雅黑" panose="020B0503020204020204" charset="-122"/>
                          <a:cs typeface="微软雅黑" panose="020B0503020204020204" charset="-122"/>
                        </a:rPr>
                        <a:t>1 </a:t>
                      </a:r>
                      <a:r>
                        <a:rPr lang="zh-CN" altLang="en-US" sz="1800" b="0" spc="120">
                          <a:latin typeface="微软雅黑" panose="020B0503020204020204" charset="-122"/>
                          <a:ea typeface="微软雅黑" panose="020B0503020204020204" charset="-122"/>
                          <a:cs typeface="微软雅黑" panose="020B0503020204020204" charset="-122"/>
                        </a:rPr>
                        <a:t>款：“中华人民共和国主席缺位的时候，由副主席继任主席的职位”（行为模式：主席缺位；法律后果：副主席继任）</a:t>
                      </a:r>
                      <a:endParaRPr lang="zh-CN" altLang="en-US" sz="18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r h="1565910">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两要素分属不同条文</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rPr>
                        <a:t>行为模式在甲条文，法律后果在乙条文</a:t>
                      </a:r>
                      <a:endParaRPr lang="zh-CN" altLang="en-US" sz="18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cs typeface="微软雅黑" panose="020B0503020204020204" charset="-122"/>
                        </a:rPr>
                        <a:t>行为模式：</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宪法</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第 </a:t>
                      </a:r>
                      <a:r>
                        <a:rPr lang="en-US" altLang="zh-CN" sz="1800" b="0" spc="120">
                          <a:latin typeface="微软雅黑" panose="020B0503020204020204" charset="-122"/>
                          <a:ea typeface="微软雅黑" panose="020B0503020204020204" charset="-122"/>
                          <a:cs typeface="微软雅黑" panose="020B0503020204020204" charset="-122"/>
                        </a:rPr>
                        <a:t>5 </a:t>
                      </a:r>
                      <a:r>
                        <a:rPr lang="zh-CN" altLang="en-US" sz="1800" b="0" spc="120">
                          <a:latin typeface="微软雅黑" panose="020B0503020204020204" charset="-122"/>
                          <a:ea typeface="微软雅黑" panose="020B0503020204020204" charset="-122"/>
                          <a:cs typeface="微软雅黑" panose="020B0503020204020204" charset="-122"/>
                        </a:rPr>
                        <a:t>条第 </a:t>
                      </a:r>
                      <a:r>
                        <a:rPr lang="en-US" altLang="zh-CN" sz="1800" b="0" spc="120">
                          <a:latin typeface="微软雅黑" panose="020B0503020204020204" charset="-122"/>
                          <a:ea typeface="微软雅黑" panose="020B0503020204020204" charset="-122"/>
                          <a:cs typeface="微软雅黑" panose="020B0503020204020204" charset="-122"/>
                        </a:rPr>
                        <a:t>3 </a:t>
                      </a:r>
                      <a:r>
                        <a:rPr lang="zh-CN" altLang="en-US" sz="1800" b="0" spc="120">
                          <a:latin typeface="微软雅黑" panose="020B0503020204020204" charset="-122"/>
                          <a:ea typeface="微软雅黑" panose="020B0503020204020204" charset="-122"/>
                          <a:cs typeface="微软雅黑" panose="020B0503020204020204" charset="-122"/>
                        </a:rPr>
                        <a:t>款 “一切法律不得同宪法相抵触”</a:t>
                      </a:r>
                      <a:endParaRPr lang="zh-CN" altLang="en-US" sz="1800" b="0" spc="120">
                        <a:latin typeface="微软雅黑" panose="020B0503020204020204" charset="-122"/>
                        <a:ea typeface="微软雅黑" panose="020B0503020204020204" charset="-122"/>
                        <a:cs typeface="微软雅黑" panose="020B0503020204020204" charset="-122"/>
                      </a:endParaRPr>
                    </a:p>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cs typeface="微软雅黑" panose="020B0503020204020204" charset="-122"/>
                        </a:rPr>
                        <a:t>法律后果：</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宪法</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第 </a:t>
                      </a:r>
                      <a:r>
                        <a:rPr lang="en-US" altLang="zh-CN" sz="1800" b="0" spc="120">
                          <a:latin typeface="微软雅黑" panose="020B0503020204020204" charset="-122"/>
                          <a:ea typeface="微软雅黑" panose="020B0503020204020204" charset="-122"/>
                          <a:cs typeface="微软雅黑" panose="020B0503020204020204" charset="-122"/>
                        </a:rPr>
                        <a:t>67 </a:t>
                      </a:r>
                      <a:r>
                        <a:rPr lang="zh-CN" altLang="en-US" sz="1800" b="0" spc="120">
                          <a:latin typeface="微软雅黑" panose="020B0503020204020204" charset="-122"/>
                          <a:ea typeface="微软雅黑" panose="020B0503020204020204" charset="-122"/>
                          <a:cs typeface="微软雅黑" panose="020B0503020204020204" charset="-122"/>
                        </a:rPr>
                        <a:t>条 “全国人大常委会撤销同宪法相抵触的法律”</a:t>
                      </a:r>
                      <a:endParaRPr lang="zh-CN" altLang="en-US" sz="18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r h="1565910">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cs typeface="微软雅黑" panose="020B0503020204020204" charset="-122"/>
                        </a:rPr>
                        <a:t>宪法 </a:t>
                      </a:r>
                      <a:r>
                        <a:rPr lang="en-US" altLang="zh-CN" sz="1800" b="0" spc="120">
                          <a:latin typeface="微软雅黑" panose="020B0503020204020204" charset="-122"/>
                          <a:ea typeface="微软雅黑" panose="020B0503020204020204" charset="-122"/>
                          <a:cs typeface="微软雅黑" panose="020B0503020204020204" charset="-122"/>
                        </a:rPr>
                        <a:t>+ </a:t>
                      </a:r>
                      <a:r>
                        <a:rPr lang="zh-CN" altLang="en-US" sz="1800" b="0" spc="120">
                          <a:latin typeface="微软雅黑" panose="020B0503020204020204" charset="-122"/>
                          <a:ea typeface="微软雅黑" panose="020B0503020204020204" charset="-122"/>
                          <a:cs typeface="微软雅黑" panose="020B0503020204020204" charset="-122"/>
                        </a:rPr>
                        <a:t>普通法律分工</a:t>
                      </a:r>
                      <a:endParaRPr lang="zh-CN" altLang="en-US" sz="18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1" spc="120">
                          <a:latin typeface="微软雅黑" panose="020B0503020204020204" charset="-122"/>
                          <a:ea typeface="微软雅黑" panose="020B0503020204020204" charset="-122"/>
                        </a:rPr>
                        <a:t>宪法规定行为模式，普通法律规定法律后果</a:t>
                      </a:r>
                      <a:endParaRPr lang="zh-CN" altLang="en-US" sz="1800" b="1"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cs typeface="微软雅黑" panose="020B0503020204020204" charset="-122"/>
                        </a:rPr>
                        <a:t>行为模式：</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宪法</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第 </a:t>
                      </a:r>
                      <a:r>
                        <a:rPr lang="en-US" altLang="zh-CN" sz="1800" b="0" spc="120">
                          <a:latin typeface="微软雅黑" panose="020B0503020204020204" charset="-122"/>
                          <a:ea typeface="微软雅黑" panose="020B0503020204020204" charset="-122"/>
                          <a:cs typeface="微软雅黑" panose="020B0503020204020204" charset="-122"/>
                        </a:rPr>
                        <a:t>141 </a:t>
                      </a:r>
                      <a:r>
                        <a:rPr lang="zh-CN" altLang="en-US" sz="1800" b="0" spc="120">
                          <a:latin typeface="微软雅黑" panose="020B0503020204020204" charset="-122"/>
                          <a:ea typeface="微软雅黑" panose="020B0503020204020204" charset="-122"/>
                          <a:cs typeface="微软雅黑" panose="020B0503020204020204" charset="-122"/>
                        </a:rPr>
                        <a:t>条第 </a:t>
                      </a:r>
                      <a:r>
                        <a:rPr lang="en-US" altLang="zh-CN" sz="1800" b="0" spc="120">
                          <a:latin typeface="微软雅黑" panose="020B0503020204020204" charset="-122"/>
                          <a:ea typeface="微软雅黑" panose="020B0503020204020204" charset="-122"/>
                          <a:cs typeface="微软雅黑" panose="020B0503020204020204" charset="-122"/>
                        </a:rPr>
                        <a:t>2 </a:t>
                      </a:r>
                      <a:r>
                        <a:rPr lang="zh-CN" altLang="en-US" sz="1800" b="0" spc="120">
                          <a:latin typeface="微软雅黑" panose="020B0503020204020204" charset="-122"/>
                          <a:ea typeface="微软雅黑" panose="020B0503020204020204" charset="-122"/>
                          <a:cs typeface="微软雅黑" panose="020B0503020204020204" charset="-122"/>
                        </a:rPr>
                        <a:t>款 “中华人民共和国国歌是</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义勇军进行曲</a:t>
                      </a:r>
                      <a:r>
                        <a:rPr lang="en-US" altLang="zh-CN" sz="1800" b="0" spc="120">
                          <a:latin typeface="微软雅黑" panose="020B0503020204020204" charset="-122"/>
                          <a:ea typeface="微软雅黑" panose="020B0503020204020204" charset="-122"/>
                          <a:cs typeface="微软雅黑" panose="020B0503020204020204" charset="-122"/>
                        </a:rPr>
                        <a:t>》”</a:t>
                      </a:r>
                      <a:endParaRPr lang="zh-CN" altLang="en-US" sz="1800" b="0" spc="120">
                        <a:latin typeface="微软雅黑" panose="020B0503020204020204" charset="-122"/>
                        <a:ea typeface="微软雅黑" panose="020B0503020204020204" charset="-122"/>
                        <a:cs typeface="微软雅黑" panose="020B0503020204020204" charset="-122"/>
                      </a:endParaRPr>
                    </a:p>
                    <a:p>
                      <a:pPr marL="0" indent="0" algn="l">
                        <a:lnSpc>
                          <a:spcPct val="120000"/>
                        </a:lnSpc>
                        <a:spcBef>
                          <a:spcPts val="0"/>
                        </a:spcBef>
                        <a:spcAft>
                          <a:spcPts val="0"/>
                        </a:spcAft>
                      </a:pPr>
                      <a:r>
                        <a:rPr lang="zh-CN" altLang="en-US" sz="1800" b="0" spc="120">
                          <a:latin typeface="微软雅黑" panose="020B0503020204020204" charset="-122"/>
                          <a:ea typeface="微软雅黑" panose="020B0503020204020204" charset="-122"/>
                          <a:cs typeface="微软雅黑" panose="020B0503020204020204" charset="-122"/>
                        </a:rPr>
                        <a:t>法律后果：</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国歌法</a:t>
                      </a:r>
                      <a:r>
                        <a:rPr lang="en-US" altLang="zh-CN" sz="1800" b="0" spc="120">
                          <a:latin typeface="微软雅黑" panose="020B0503020204020204" charset="-122"/>
                          <a:ea typeface="微软雅黑" panose="020B0503020204020204" charset="-122"/>
                          <a:cs typeface="微软雅黑" panose="020B0503020204020204" charset="-122"/>
                        </a:rPr>
                        <a:t>》</a:t>
                      </a:r>
                      <a:r>
                        <a:rPr lang="zh-CN" altLang="en-US" sz="1800" b="0" spc="120">
                          <a:latin typeface="微软雅黑" panose="020B0503020204020204" charset="-122"/>
                          <a:ea typeface="微软雅黑" panose="020B0503020204020204" charset="-122"/>
                          <a:cs typeface="微软雅黑" panose="020B0503020204020204" charset="-122"/>
                        </a:rPr>
                        <a:t>第 </a:t>
                      </a:r>
                      <a:r>
                        <a:rPr lang="en-US" altLang="zh-CN" sz="1800" b="0" spc="120">
                          <a:latin typeface="微软雅黑" panose="020B0503020204020204" charset="-122"/>
                          <a:ea typeface="微软雅黑" panose="020B0503020204020204" charset="-122"/>
                          <a:cs typeface="微软雅黑" panose="020B0503020204020204" charset="-122"/>
                        </a:rPr>
                        <a:t>15 </a:t>
                      </a:r>
                      <a:r>
                        <a:rPr lang="zh-CN" altLang="en-US" sz="1800" b="0" spc="120">
                          <a:latin typeface="微软雅黑" panose="020B0503020204020204" charset="-122"/>
                          <a:ea typeface="微软雅黑" panose="020B0503020204020204" charset="-122"/>
                          <a:cs typeface="微软雅黑" panose="020B0503020204020204" charset="-122"/>
                        </a:rPr>
                        <a:t>条“在公共场合故意侮辱国歌，处行政拘留或追究刑事责任”</a:t>
                      </a:r>
                      <a:endParaRPr lang="zh-CN" altLang="en-US" sz="18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bl>
          </a:graphicData>
        </a:graphic>
      </p:graphicFrame>
    </p:spTree>
    <p:custDataLst>
      <p:tags r:id="rId4"/>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normAutofit/>
          </a:bodyPr>
          <a:lstStyle/>
          <a:p>
            <a:r>
              <a:rPr lang="zh-CN" altLang="en-US"/>
              <a:t>第五节</a:t>
            </a:r>
            <a:r>
              <a:rPr lang="en-US" altLang="zh-CN"/>
              <a:t>   </a:t>
            </a:r>
            <a:r>
              <a:rPr lang="zh-CN" altLang="en-US"/>
              <a:t>宪法的效力和作用</a:t>
            </a:r>
            <a:endParaRPr lang="zh-CN" altLang="en-US"/>
          </a:p>
        </p:txBody>
      </p:sp>
    </p:spTree>
    <p:custDataLst>
      <p:tags r:id="rId2"/>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370205" y="308610"/>
            <a:ext cx="11283950" cy="1134110"/>
          </a:xfrm>
        </p:spPr>
        <p:txBody>
          <a:bodyPr>
            <a:normAutofit fontScale="90000"/>
          </a:bodyPr>
          <a:lstStyle/>
          <a:p>
            <a:r>
              <a:rPr lang="zh-CN" altLang="en-US"/>
              <a:t>一、宪法的效力</a:t>
            </a:r>
            <a:br>
              <a:rPr lang="zh-CN" altLang="en-US"/>
            </a:br>
            <a:br>
              <a:rPr lang="zh-CN" altLang="en-US"/>
            </a:br>
            <a:r>
              <a:rPr lang="zh-CN" altLang="en-US">
                <a:solidFill>
                  <a:srgbClr val="C00000"/>
                </a:solidFill>
              </a:rPr>
              <a:t>（一）纵向效力：最高法律效力</a:t>
            </a:r>
            <a:endParaRPr lang="zh-CN" altLang="en-US">
              <a:solidFill>
                <a:srgbClr val="C00000"/>
              </a:solidFill>
            </a:endParaRPr>
          </a:p>
        </p:txBody>
      </p:sp>
      <p:sp>
        <p:nvSpPr>
          <p:cNvPr id="14" name="圆角矩形 3"/>
          <p:cNvSpPr/>
          <p:nvPr>
            <p:custDataLst>
              <p:tags r:id="rId2"/>
            </p:custDataLst>
          </p:nvPr>
        </p:nvSpPr>
        <p:spPr>
          <a:xfrm>
            <a:off x="782870" y="1743135"/>
            <a:ext cx="5179593" cy="4244203"/>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16" name="圆角矩形 3"/>
          <p:cNvSpPr/>
          <p:nvPr>
            <p:custDataLst>
              <p:tags r:id="rId3"/>
            </p:custDataLst>
          </p:nvPr>
        </p:nvSpPr>
        <p:spPr>
          <a:xfrm>
            <a:off x="651510" y="1628274"/>
            <a:ext cx="5207456" cy="4263819"/>
          </a:xfrm>
          <a:prstGeom prst="roundRect">
            <a:avLst>
              <a:gd name="adj" fmla="val 5223"/>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40000"/>
              </a:lnSpc>
              <a:buClrTx/>
              <a:buSzTx/>
              <a:buFontTx/>
            </a:pPr>
            <a:r>
              <a:rPr lang="zh-CN"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核心内涵</a:t>
            </a:r>
            <a:r>
              <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lvl="0" algn="just">
              <a:lnSpc>
                <a:spcPct val="140000"/>
              </a:lnSpc>
              <a:buClrTx/>
              <a:buSzTx/>
              <a:buFontTx/>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在法律体系中</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宪法效力高于普通法律、行政法规、地方性法规等所有规范性文件</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是国家法律体系的“金字塔顶端”。</a:t>
            </a:r>
            <a:endPar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7" name="圆角矩形 3"/>
          <p:cNvSpPr/>
          <p:nvPr>
            <p:custDataLst>
              <p:tags r:id="rId4"/>
            </p:custDataLst>
          </p:nvPr>
        </p:nvSpPr>
        <p:spPr>
          <a:xfrm>
            <a:off x="6316506" y="1743135"/>
            <a:ext cx="5179593" cy="4244203"/>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3" name="圆角矩形 3"/>
          <p:cNvSpPr/>
          <p:nvPr>
            <p:custDataLst>
              <p:tags r:id="rId5"/>
            </p:custDataLst>
          </p:nvPr>
        </p:nvSpPr>
        <p:spPr>
          <a:xfrm>
            <a:off x="6185146" y="1628274"/>
            <a:ext cx="5207456" cy="4263819"/>
          </a:xfrm>
          <a:prstGeom prst="roundRect">
            <a:avLst>
              <a:gd name="adj" fmla="val 5223"/>
            </a:avLst>
          </a:prstGeom>
          <a:solidFill>
            <a:schemeClr val="lt1">
              <a:lumMod val="100000"/>
              <a:alpha val="10000"/>
            </a:schemeClr>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40000"/>
              </a:lnSpc>
              <a:buClrTx/>
              <a:buSzTx/>
              <a:buFontTx/>
            </a:pPr>
            <a:r>
              <a:rPr lang="zh-CN" altLang="zh-CN" sz="2400" b="1" dirty="0">
                <a:solidFill>
                  <a:schemeClr val="tx1">
                    <a:lumMod val="85000"/>
                    <a:lumOff val="15000"/>
                  </a:schemeClr>
                </a:solidFill>
                <a:latin typeface="+mn-ea"/>
                <a:cs typeface="+mn-ea"/>
                <a:sym typeface="+mn-ea"/>
              </a:rPr>
              <a:t>具体体现</a:t>
            </a:r>
            <a:r>
              <a:rPr lang="en-US" altLang="zh-CN" sz="2400" b="1" dirty="0">
                <a:solidFill>
                  <a:schemeClr val="tx1">
                    <a:lumMod val="85000"/>
                    <a:lumOff val="15000"/>
                  </a:schemeClr>
                </a:solidFill>
                <a:latin typeface="+mn-ea"/>
                <a:cs typeface="+mn-ea"/>
                <a:sym typeface="+mn-ea"/>
              </a:rPr>
              <a:t>:</a:t>
            </a:r>
            <a:endParaRPr lang="en-US" altLang="zh-CN" sz="2400" b="1" dirty="0">
              <a:solidFill>
                <a:schemeClr val="tx1">
                  <a:lumMod val="85000"/>
                  <a:lumOff val="15000"/>
                </a:schemeClr>
              </a:solidFill>
              <a:latin typeface="+mn-ea"/>
              <a:cs typeface="+mn-ea"/>
              <a:sym typeface="+mn-ea"/>
            </a:endParaRPr>
          </a:p>
          <a:p>
            <a:pPr lvl="0" algn="just">
              <a:lnSpc>
                <a:spcPct val="140000"/>
              </a:lnSpc>
              <a:buClrTx/>
              <a:buSzTx/>
              <a:buFontTx/>
            </a:pPr>
            <a:r>
              <a:rPr lang="zh-CN" altLang="en-US" sz="2400" b="1" dirty="0">
                <a:solidFill>
                  <a:schemeClr val="tx1">
                    <a:lumMod val="85000"/>
                    <a:lumOff val="15000"/>
                  </a:schemeClr>
                </a:solidFill>
                <a:latin typeface="+mn-ea"/>
                <a:cs typeface="+mn-ea"/>
                <a:sym typeface="+mn-ea"/>
              </a:rPr>
              <a:t>立法依据</a:t>
            </a:r>
            <a:r>
              <a:rPr lang="en-US" altLang="zh-CN" sz="2400" b="1" dirty="0">
                <a:solidFill>
                  <a:schemeClr val="tx1">
                    <a:lumMod val="85000"/>
                    <a:lumOff val="15000"/>
                  </a:schemeClr>
                </a:solidFill>
                <a:latin typeface="+mn-ea"/>
                <a:cs typeface="+mn-ea"/>
                <a:sym typeface="+mn-ea"/>
              </a:rPr>
              <a:t>:</a:t>
            </a:r>
            <a:r>
              <a:rPr lang="zh-CN" altLang="en-US" sz="2400" dirty="0">
                <a:solidFill>
                  <a:schemeClr val="tx1">
                    <a:lumMod val="85000"/>
                    <a:lumOff val="15000"/>
                  </a:schemeClr>
                </a:solidFill>
                <a:latin typeface="+mn-ea"/>
                <a:cs typeface="+mn-ea"/>
                <a:sym typeface="+mn-ea"/>
              </a:rPr>
              <a:t>普通法律必须以宪法为制定基础</a:t>
            </a:r>
            <a:r>
              <a:rPr lang="en-US" altLang="zh-CN" sz="2400" dirty="0">
                <a:solidFill>
                  <a:schemeClr val="tx1">
                    <a:lumMod val="85000"/>
                    <a:lumOff val="15000"/>
                  </a:schemeClr>
                </a:solidFill>
                <a:latin typeface="+mn-ea"/>
                <a:cs typeface="+mn-ea"/>
                <a:sym typeface="+mn-ea"/>
              </a:rPr>
              <a:t>;</a:t>
            </a:r>
            <a:r>
              <a:rPr lang="zh-CN" altLang="en-US" sz="2400" dirty="0">
                <a:solidFill>
                  <a:schemeClr val="tx1">
                    <a:lumMod val="85000"/>
                    <a:lumOff val="15000"/>
                  </a:schemeClr>
                </a:solidFill>
                <a:latin typeface="+mn-ea"/>
                <a:cs typeface="+mn-ea"/>
                <a:sym typeface="+mn-ea"/>
              </a:rPr>
              <a:t>抵触无效</a:t>
            </a:r>
            <a:r>
              <a:rPr lang="en-US" altLang="zh-CN" sz="2400" dirty="0">
                <a:solidFill>
                  <a:schemeClr val="tx1">
                    <a:lumMod val="85000"/>
                    <a:lumOff val="15000"/>
                  </a:schemeClr>
                </a:solidFill>
                <a:latin typeface="+mn-ea"/>
                <a:cs typeface="+mn-ea"/>
                <a:sym typeface="+mn-ea"/>
              </a:rPr>
              <a:t>:</a:t>
            </a:r>
            <a:r>
              <a:rPr lang="zh-CN" altLang="en-US" sz="2400" dirty="0">
                <a:solidFill>
                  <a:schemeClr val="tx1">
                    <a:lumMod val="85000"/>
                    <a:lumOff val="15000"/>
                  </a:schemeClr>
                </a:solidFill>
                <a:latin typeface="+mn-ea"/>
                <a:cs typeface="+mn-ea"/>
                <a:sym typeface="+mn-ea"/>
              </a:rPr>
              <a:t>与宪法相抵触的普通法律全部或部分无效</a:t>
            </a:r>
            <a:r>
              <a:rPr lang="en-US" altLang="zh-CN" sz="2400" dirty="0">
                <a:solidFill>
                  <a:schemeClr val="tx1">
                    <a:lumMod val="85000"/>
                    <a:lumOff val="15000"/>
                  </a:schemeClr>
                </a:solidFill>
                <a:latin typeface="+mn-ea"/>
                <a:cs typeface="+mn-ea"/>
                <a:sym typeface="+mn-ea"/>
              </a:rPr>
              <a:t>;</a:t>
            </a:r>
            <a:endParaRPr lang="en-US" altLang="zh-CN" sz="2400" dirty="0">
              <a:solidFill>
                <a:schemeClr val="tx1">
                  <a:lumMod val="85000"/>
                  <a:lumOff val="15000"/>
                </a:schemeClr>
              </a:solidFill>
              <a:latin typeface="+mn-ea"/>
              <a:cs typeface="+mn-ea"/>
              <a:sym typeface="+mn-ea"/>
            </a:endParaRPr>
          </a:p>
          <a:p>
            <a:pPr lvl="0" algn="just">
              <a:lnSpc>
                <a:spcPct val="140000"/>
              </a:lnSpc>
              <a:buClrTx/>
              <a:buSzTx/>
              <a:buFontTx/>
            </a:pPr>
            <a:r>
              <a:rPr lang="zh-CN" altLang="en-US" sz="2400" b="1" dirty="0">
                <a:solidFill>
                  <a:schemeClr val="tx1">
                    <a:lumMod val="85000"/>
                    <a:lumOff val="15000"/>
                  </a:schemeClr>
                </a:solidFill>
                <a:latin typeface="+mn-ea"/>
                <a:cs typeface="+mn-ea"/>
                <a:sym typeface="+mn-ea"/>
              </a:rPr>
              <a:t>监督保障</a:t>
            </a:r>
            <a:r>
              <a:rPr lang="en-US" altLang="zh-CN" sz="2400" b="1" dirty="0">
                <a:solidFill>
                  <a:schemeClr val="tx1">
                    <a:lumMod val="85000"/>
                    <a:lumOff val="15000"/>
                  </a:schemeClr>
                </a:solidFill>
                <a:latin typeface="+mn-ea"/>
                <a:cs typeface="+mn-ea"/>
                <a:sym typeface="+mn-ea"/>
              </a:rPr>
              <a:t>:</a:t>
            </a:r>
            <a:r>
              <a:rPr lang="zh-CN" altLang="en-US" sz="2400" dirty="0">
                <a:solidFill>
                  <a:schemeClr val="tx1">
                    <a:lumMod val="85000"/>
                    <a:lumOff val="15000"/>
                  </a:schemeClr>
                </a:solidFill>
                <a:latin typeface="+mn-ea"/>
                <a:cs typeface="+mn-ea"/>
                <a:sym typeface="+mn-ea"/>
              </a:rPr>
              <a:t>各国通过合宪性审查制度维护宪法最高效力</a:t>
            </a:r>
            <a:r>
              <a:rPr lang="en-US" altLang="zh-CN" sz="2400" dirty="0">
                <a:solidFill>
                  <a:schemeClr val="tx1">
                    <a:lumMod val="85000"/>
                    <a:lumOff val="15000"/>
                  </a:schemeClr>
                </a:solidFill>
                <a:latin typeface="+mn-ea"/>
                <a:cs typeface="+mn-ea"/>
                <a:sym typeface="+mn-ea"/>
              </a:rPr>
              <a:t>,</a:t>
            </a:r>
            <a:r>
              <a:rPr lang="zh-CN" altLang="en-US" sz="2400" dirty="0">
                <a:solidFill>
                  <a:schemeClr val="tx1">
                    <a:lumMod val="85000"/>
                    <a:lumOff val="15000"/>
                  </a:schemeClr>
                </a:solidFill>
                <a:latin typeface="+mn-ea"/>
                <a:cs typeface="+mn-ea"/>
                <a:sym typeface="+mn-ea"/>
              </a:rPr>
              <a:t>我国由全国人大常委会行使宪法监督权。</a:t>
            </a:r>
            <a:endParaRPr lang="zh-CN" altLang="en-US" sz="2400" dirty="0">
              <a:solidFill>
                <a:schemeClr val="tx1">
                  <a:lumMod val="85000"/>
                  <a:lumOff val="15000"/>
                </a:schemeClr>
              </a:solidFill>
              <a:latin typeface="+mn-ea"/>
              <a:cs typeface="+mn-ea"/>
              <a:sym typeface="+mn-ea"/>
            </a:endParaRPr>
          </a:p>
        </p:txBody>
      </p:sp>
      <p:sp>
        <p:nvSpPr>
          <p:cNvPr id="4" name="圆角矩形 16"/>
          <p:cNvSpPr/>
          <p:nvPr>
            <p:custDataLst>
              <p:tags r:id="rId6"/>
            </p:custDataLst>
          </p:nvPr>
        </p:nvSpPr>
        <p:spPr>
          <a:xfrm>
            <a:off x="651510" y="5210810"/>
            <a:ext cx="478155" cy="494030"/>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p>
            <a:pPr algn="ctr">
              <a:spcBef>
                <a:spcPct val="0"/>
              </a:spcBef>
              <a:spcAft>
                <a:spcPct val="0"/>
              </a:spcAft>
            </a:pPr>
            <a:r>
              <a:rPr lang="en-US" altLang="zh-CN" b="1">
                <a:solidFill>
                  <a:srgbClr val="FFFFFF"/>
                </a:solidFill>
                <a:latin typeface="+mn-ea"/>
                <a:cs typeface="+mn-ea"/>
                <a:sym typeface="+mn-ea"/>
              </a:rPr>
              <a:t>01</a:t>
            </a:r>
            <a:endParaRPr lang="en-US" altLang="zh-CN" b="1">
              <a:solidFill>
                <a:srgbClr val="FFFFFF"/>
              </a:solidFill>
              <a:latin typeface="+mn-ea"/>
              <a:cs typeface="+mn-ea"/>
              <a:sym typeface="+mn-ea"/>
            </a:endParaRPr>
          </a:p>
        </p:txBody>
      </p:sp>
      <p:sp>
        <p:nvSpPr>
          <p:cNvPr id="5" name="圆角矩形 16"/>
          <p:cNvSpPr/>
          <p:nvPr>
            <p:custDataLst>
              <p:tags r:id="rId7"/>
            </p:custDataLst>
          </p:nvPr>
        </p:nvSpPr>
        <p:spPr>
          <a:xfrm>
            <a:off x="6129020" y="5210810"/>
            <a:ext cx="491490" cy="494030"/>
          </a:xfrm>
          <a:prstGeom prst="roundRect">
            <a:avLst>
              <a:gd name="adj" fmla="val 23765"/>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p>
            <a:pPr algn="ctr">
              <a:spcBef>
                <a:spcPct val="0"/>
              </a:spcBef>
              <a:spcAft>
                <a:spcPct val="0"/>
              </a:spcAft>
            </a:pPr>
            <a:r>
              <a:rPr lang="en-US" altLang="zh-CN" b="1">
                <a:solidFill>
                  <a:srgbClr val="FFFFFF"/>
                </a:solidFill>
                <a:latin typeface="+mn-ea"/>
                <a:cs typeface="+mn-ea"/>
                <a:sym typeface="+mn-ea"/>
              </a:rPr>
              <a:t>02</a:t>
            </a:r>
            <a:endParaRPr lang="en-US" altLang="zh-CN" b="1">
              <a:solidFill>
                <a:srgbClr val="FFFFFF"/>
              </a:solidFill>
              <a:latin typeface="+mn-ea"/>
              <a:cs typeface="+mn-ea"/>
              <a:sym typeface="+mn-ea"/>
            </a:endParaRPr>
          </a:p>
        </p:txBody>
      </p:sp>
    </p:spTree>
    <p:custDataLst>
      <p:tags r:id="rId8"/>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a:xfrm>
            <a:off x="50165" y="365125"/>
            <a:ext cx="11303635" cy="1325880"/>
          </a:xfrm>
        </p:spPr>
        <p:txBody>
          <a:bodyPr/>
          <a:lstStyle/>
          <a:p>
            <a:r>
              <a:rPr lang="zh-CN" altLang="en-US">
                <a:solidFill>
                  <a:srgbClr val="C00000"/>
                </a:solidFill>
                <a:latin typeface="微软雅黑" panose="020B0503020204020204" charset="-122"/>
                <a:ea typeface="微软雅黑" panose="020B0503020204020204" charset="-122"/>
              </a:rPr>
              <a:t>（二）横向效力：宪法的地域适用范围</a:t>
            </a:r>
            <a:endParaRPr lang="zh-CN" altLang="en-US">
              <a:solidFill>
                <a:srgbClr val="C00000"/>
              </a:solidFill>
              <a:latin typeface="微软雅黑" panose="020B0503020204020204" charset="-122"/>
              <a:ea typeface="微软雅黑" panose="020B0503020204020204" charset="-122"/>
            </a:endParaRPr>
          </a:p>
        </p:txBody>
      </p:sp>
      <p:sp>
        <p:nvSpPr>
          <p:cNvPr id="5" name="椭圆 21"/>
          <p:cNvSpPr/>
          <p:nvPr>
            <p:custDataLst>
              <p:tags r:id="rId2"/>
            </p:custDataLst>
          </p:nvPr>
        </p:nvSpPr>
        <p:spPr>
          <a:xfrm>
            <a:off x="4662478" y="2264353"/>
            <a:ext cx="2972422" cy="2972422"/>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 name="椭圆 20"/>
          <p:cNvSpPr/>
          <p:nvPr>
            <p:custDataLst>
              <p:tags r:id="rId3"/>
            </p:custDataLst>
          </p:nvPr>
        </p:nvSpPr>
        <p:spPr>
          <a:xfrm>
            <a:off x="4800511" y="2402386"/>
            <a:ext cx="2696222" cy="269622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en-US" sz="3600" b="1" dirty="0">
                <a:solidFill>
                  <a:srgbClr val="FFFFFF"/>
                </a:solidFill>
                <a:latin typeface="微软雅黑" panose="020B0503020204020204" charset="-122"/>
                <a:ea typeface="微软雅黑" panose="020B0503020204020204" charset="-122"/>
                <a:cs typeface="微软雅黑" panose="020B0503020204020204" charset="-122"/>
                <a:sym typeface="+mn-ea"/>
              </a:rPr>
              <a:t>1. </a:t>
            </a:r>
            <a:r>
              <a:rPr lang="zh-CN" altLang="en-US" sz="3600" b="1" dirty="0">
                <a:solidFill>
                  <a:srgbClr val="FFFFFF"/>
                </a:solidFill>
                <a:latin typeface="微软雅黑" panose="020B0503020204020204" charset="-122"/>
                <a:ea typeface="微软雅黑" panose="020B0503020204020204" charset="-122"/>
                <a:cs typeface="微软雅黑" panose="020B0503020204020204" charset="-122"/>
                <a:sym typeface="+mn-ea"/>
              </a:rPr>
              <a:t>空间效力：宪法的地域适用范围</a:t>
            </a:r>
            <a:endParaRPr lang="zh-CN" altLang="en-US" sz="3600"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1"/>
          <p:cNvSpPr/>
          <p:nvPr>
            <p:custDataLst>
              <p:tags r:id="rId4"/>
            </p:custDataLst>
          </p:nvPr>
        </p:nvSpPr>
        <p:spPr>
          <a:xfrm>
            <a:off x="365760" y="1684340"/>
            <a:ext cx="3479716" cy="4132625"/>
          </a:xfrm>
          <a:prstGeom prst="rect">
            <a:avLst/>
          </a:prstGeom>
          <a:noFill/>
        </p:spPr>
        <p:txBody>
          <a:bodyPr wrap="square" lIns="0" tIns="0" rIns="0" bIns="0" rtlCol="0" anchor="ctr" anchorCtr="0">
            <a:noAutofit/>
          </a:bodyPr>
          <a:p>
            <a:pPr algn="r">
              <a:lnSpc>
                <a:spcPct val="150000"/>
              </a:lnSpc>
              <a:spcBef>
                <a:spcPct val="0"/>
              </a:spcBef>
              <a:spcAft>
                <a:spcPct val="0"/>
              </a:spcAft>
            </a:pP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核心规则</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宪法效力及于国家行使主权的全部领土</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包括本土、领海、领空及延伸领土</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0" name="矩形 2"/>
          <p:cNvSpPr/>
          <p:nvPr>
            <p:custDataLst>
              <p:tags r:id="rId5"/>
            </p:custDataLst>
          </p:nvPr>
        </p:nvSpPr>
        <p:spPr>
          <a:xfrm>
            <a:off x="8041011" y="1508125"/>
            <a:ext cx="3966204" cy="5036207"/>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我国实践</a:t>
            </a:r>
            <a:r>
              <a:rPr lang="en-US" altLang="zh-CN"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nSpc>
                <a:spcPct val="150000"/>
              </a:lnSpc>
              <a:spcBef>
                <a:spcPct val="0"/>
              </a:spcBef>
              <a:spcAft>
                <a:spcPct val="0"/>
              </a:spcAft>
            </a:pPr>
            <a:r>
              <a:rPr lang="zh-CN" altLang="en-US"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宪法效力覆盖大陆及台湾地区</a:t>
            </a:r>
            <a:r>
              <a:rPr lang="en-US" altLang="zh-CN"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《宪法》序言明确“台湾是中国神圣领土的一部分”</a:t>
            </a:r>
            <a:r>
              <a:rPr lang="en-US" altLang="zh-CN"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nSpc>
                <a:spcPct val="150000"/>
              </a:lnSpc>
              <a:spcBef>
                <a:spcPct val="0"/>
              </a:spcBef>
              <a:spcAft>
                <a:spcPct val="0"/>
              </a:spcAft>
            </a:pPr>
            <a:r>
              <a:rPr lang="zh-CN" altLang="en-US"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宪法效力及于特别行政区</a:t>
            </a:r>
            <a:r>
              <a:rPr lang="en-US" altLang="zh-CN"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香港、澳门特别行政区基本法以宪法为依据</a:t>
            </a:r>
            <a:r>
              <a:rPr lang="en-US" altLang="zh-CN"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宪法是特区制度的根本基础</a:t>
            </a:r>
            <a:r>
              <a:rPr lang="en-US" altLang="zh-CN"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40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useBgFill="1">
        <p:nvSpPr>
          <p:cNvPr id="11" name="椭圆 22"/>
          <p:cNvSpPr/>
          <p:nvPr>
            <p:custDataLst>
              <p:tags r:id="rId6"/>
            </p:custDataLst>
          </p:nvPr>
        </p:nvSpPr>
        <p:spPr>
          <a:xfrm>
            <a:off x="4346973" y="3372701"/>
            <a:ext cx="755568" cy="755568"/>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endParaRPr>
          </a:p>
        </p:txBody>
      </p:sp>
      <p:pic>
        <p:nvPicPr>
          <p:cNvPr id="12" name="图片 27" descr="333639373138363b343435303831343bb9b5cda8b9dcc0ed"/>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4567283" y="3610690"/>
            <a:ext cx="308395" cy="308395"/>
          </a:xfrm>
          <a:prstGeom prst="rect">
            <a:avLst/>
          </a:prstGeom>
        </p:spPr>
      </p:pic>
      <p:sp useBgFill="1">
        <p:nvSpPr>
          <p:cNvPr id="13" name="椭圆 23"/>
          <p:cNvSpPr/>
          <p:nvPr>
            <p:custDataLst>
              <p:tags r:id="rId10"/>
            </p:custDataLst>
          </p:nvPr>
        </p:nvSpPr>
        <p:spPr>
          <a:xfrm>
            <a:off x="7215078" y="3372701"/>
            <a:ext cx="755568" cy="755568"/>
          </a:xfrm>
          <a:prstGeom prst="ellipse">
            <a:avLst/>
          </a:prstGeom>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pic>
        <p:nvPicPr>
          <p:cNvPr id="14" name="图形 6"/>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7434027" y="3610690"/>
            <a:ext cx="315401" cy="280029"/>
          </a:xfrm>
          <a:prstGeom prst="rect">
            <a:avLst/>
          </a:prstGeom>
        </p:spPr>
      </p:pic>
    </p:spTree>
    <p:custDataLst>
      <p:tags r:id="rId14"/>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en-US" altLang="en-US"/>
              <a:t>2. </a:t>
            </a:r>
            <a:r>
              <a:rPr lang="zh-CN" altLang="en-US"/>
              <a:t>时间效力：宪法的生效与失效</a:t>
            </a:r>
            <a:endParaRPr lang="zh-CN" altLang="en-US"/>
          </a:p>
        </p:txBody>
      </p:sp>
      <p:sp>
        <p:nvSpPr>
          <p:cNvPr id="2" name="圆角矩形 1"/>
          <p:cNvSpPr/>
          <p:nvPr>
            <p:custDataLst>
              <p:tags r:id="rId2"/>
            </p:custDataLst>
          </p:nvPr>
        </p:nvSpPr>
        <p:spPr>
          <a:xfrm>
            <a:off x="683260" y="1413510"/>
            <a:ext cx="10989310" cy="5005070"/>
          </a:xfrm>
          <a:prstGeom prst="roundRect">
            <a:avLst>
              <a:gd name="adj" fmla="val 7054"/>
            </a:avLst>
          </a:prstGeom>
          <a:noFill/>
          <a:ln w="9525">
            <a:solidFill>
              <a:schemeClr val="accent1">
                <a:alpha val="70000"/>
              </a:schemeClr>
            </a:solidFill>
          </a:ln>
          <a:effectLst>
            <a:outerShdw blurRad="38100" dist="38100" dir="2700000" algn="tl" rotWithShape="0">
              <a:schemeClr val="accent1">
                <a:alpha val="21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椭圆 11"/>
          <p:cNvSpPr/>
          <p:nvPr>
            <p:custDataLst>
              <p:tags r:id="rId3"/>
            </p:custDataLst>
          </p:nvPr>
        </p:nvSpPr>
        <p:spPr>
          <a:xfrm>
            <a:off x="11577320" y="2411730"/>
            <a:ext cx="165735" cy="165735"/>
          </a:xfrm>
          <a:prstGeom prst="ellipse">
            <a:avLst/>
          </a:prstGeom>
          <a:solidFill>
            <a:schemeClr val="bg2"/>
          </a:solidFill>
          <a:ln w="12700">
            <a:gradFill>
              <a:gsLst>
                <a:gs pos="0">
                  <a:schemeClr val="accent1">
                    <a:alpha val="45000"/>
                  </a:schemeClr>
                </a:gs>
                <a:gs pos="100000">
                  <a:schemeClr val="accent1">
                    <a:alpha val="100000"/>
                  </a:schemeClr>
                </a:gs>
              </a:gsLst>
              <a:lin ang="162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椭圆 15"/>
          <p:cNvSpPr/>
          <p:nvPr>
            <p:custDataLst>
              <p:tags r:id="rId4"/>
            </p:custDataLst>
          </p:nvPr>
        </p:nvSpPr>
        <p:spPr>
          <a:xfrm>
            <a:off x="11577320" y="3129915"/>
            <a:ext cx="165735" cy="165735"/>
          </a:xfrm>
          <a:prstGeom prst="ellipse">
            <a:avLst/>
          </a:prstGeom>
          <a:solidFill>
            <a:schemeClr val="bg2"/>
          </a:solidFill>
          <a:ln w="12700">
            <a:gradFill>
              <a:gsLst>
                <a:gs pos="0">
                  <a:schemeClr val="accent1">
                    <a:alpha val="45000"/>
                  </a:schemeClr>
                </a:gs>
                <a:gs pos="100000">
                  <a:schemeClr val="accent1">
                    <a:alpha val="100000"/>
                  </a:schemeClr>
                </a:gs>
              </a:gsLst>
              <a:lin ang="162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椭圆 18"/>
          <p:cNvSpPr/>
          <p:nvPr>
            <p:custDataLst>
              <p:tags r:id="rId5"/>
            </p:custDataLst>
          </p:nvPr>
        </p:nvSpPr>
        <p:spPr>
          <a:xfrm>
            <a:off x="11577320" y="3848100"/>
            <a:ext cx="165735" cy="165735"/>
          </a:xfrm>
          <a:prstGeom prst="ellipse">
            <a:avLst/>
          </a:prstGeom>
          <a:solidFill>
            <a:schemeClr val="bg2"/>
          </a:solidFill>
          <a:ln w="12700">
            <a:gradFill>
              <a:gsLst>
                <a:gs pos="0">
                  <a:schemeClr val="accent1">
                    <a:alpha val="45000"/>
                  </a:schemeClr>
                </a:gs>
                <a:gs pos="100000">
                  <a:schemeClr val="accent1">
                    <a:alpha val="100000"/>
                  </a:schemeClr>
                </a:gs>
              </a:gsLst>
              <a:lin ang="162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圆角矩形 20"/>
          <p:cNvSpPr/>
          <p:nvPr>
            <p:custDataLst>
              <p:tags r:id="rId6"/>
            </p:custDataLst>
          </p:nvPr>
        </p:nvSpPr>
        <p:spPr>
          <a:xfrm>
            <a:off x="623570" y="2550478"/>
            <a:ext cx="109220" cy="1323975"/>
          </a:xfrm>
          <a:prstGeom prst="roundRect">
            <a:avLst>
              <a:gd name="adj" fmla="val 30813"/>
            </a:avLst>
          </a:prstGeom>
          <a:gradFill>
            <a:gsLst>
              <a:gs pos="0">
                <a:schemeClr val="accent1">
                  <a:lumMod val="60000"/>
                  <a:lumOff val="40000"/>
                  <a:alpha val="80000"/>
                </a:schemeClr>
              </a:gs>
              <a:gs pos="100000">
                <a:schemeClr val="accent1">
                  <a:alpha val="100000"/>
                </a:schemeClr>
              </a:gs>
            </a:gsLst>
            <a:lin ang="1620000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7" name="表格 2"/>
          <p:cNvGraphicFramePr/>
          <p:nvPr>
            <p:custDataLst>
              <p:tags r:id="rId7"/>
            </p:custDataLst>
          </p:nvPr>
        </p:nvGraphicFramePr>
        <p:xfrm>
          <a:off x="948690" y="1669415"/>
          <a:ext cx="10458450" cy="4667885"/>
        </p:xfrm>
        <a:graphic>
          <a:graphicData uri="http://schemas.openxmlformats.org/drawingml/2006/table">
            <a:tbl>
              <a:tblPr firstRow="1" bandRow="1">
                <a:tableStyleId>{5C22544A-7EE6-4342-B048-85BDC9FD1C3A}</a:tableStyleId>
              </a:tblPr>
              <a:tblGrid>
                <a:gridCol w="1433830"/>
                <a:gridCol w="5584825"/>
                <a:gridCol w="3439795"/>
              </a:tblGrid>
              <a:tr h="931545">
                <a:tc>
                  <a:txBody>
                    <a:bodyPr/>
                    <a:p>
                      <a:pPr marL="0" indent="0" algn="ctr">
                        <a:lnSpc>
                          <a:spcPct val="120000"/>
                        </a:lnSpc>
                        <a:spcBef>
                          <a:spcPts val="0"/>
                        </a:spcBef>
                        <a:spcAft>
                          <a:spcPts val="0"/>
                        </a:spcAft>
                      </a:pPr>
                      <a:r>
                        <a:rPr lang="zh-CN" altLang="en-US" sz="2400" b="1" spc="130">
                          <a:latin typeface="微软雅黑" panose="020B0503020204020204" charset="-122"/>
                          <a:ea typeface="微软雅黑" panose="020B0503020204020204" charset="-122"/>
                        </a:rPr>
                        <a:t>效力类型</a:t>
                      </a:r>
                      <a:endParaRPr lang="zh-CN" altLang="en-US" sz="2400" b="1" spc="13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400" b="1" spc="130">
                          <a:latin typeface="微软雅黑" panose="020B0503020204020204" charset="-122"/>
                          <a:ea typeface="微软雅黑" panose="020B0503020204020204" charset="-122"/>
                        </a:rPr>
                        <a:t>具体规则</a:t>
                      </a:r>
                      <a:endParaRPr lang="zh-CN" altLang="en-US" sz="2400" b="1" spc="130">
                        <a:latin typeface="微软雅黑" panose="020B0503020204020204" charset="-122"/>
                        <a:ea typeface="微软雅黑" panose="020B0503020204020204" charset="-122"/>
                      </a:endParaRPr>
                    </a:p>
                  </a:txBody>
                  <a:tcPr marL="177800" marR="177800" marT="107950" marB="107950" anchor="ctr" anchorCtr="0"/>
                </a:tc>
                <a:tc>
                  <a:txBody>
                    <a:bodyPr/>
                    <a:p>
                      <a:pPr marL="0" indent="0" algn="ctr">
                        <a:lnSpc>
                          <a:spcPct val="120000"/>
                        </a:lnSpc>
                        <a:spcBef>
                          <a:spcPts val="0"/>
                        </a:spcBef>
                        <a:spcAft>
                          <a:spcPts val="0"/>
                        </a:spcAft>
                      </a:pPr>
                      <a:r>
                        <a:rPr lang="zh-CN" altLang="en-US" sz="2400" b="1" spc="130">
                          <a:latin typeface="微软雅黑" panose="020B0503020204020204" charset="-122"/>
                          <a:ea typeface="微软雅黑" panose="020B0503020204020204" charset="-122"/>
                        </a:rPr>
                        <a:t>示例</a:t>
                      </a:r>
                      <a:endParaRPr lang="zh-CN" altLang="en-US" sz="2400" b="1" spc="130">
                        <a:latin typeface="微软雅黑" panose="020B0503020204020204" charset="-122"/>
                        <a:ea typeface="微软雅黑" panose="020B0503020204020204" charset="-122"/>
                      </a:endParaRPr>
                    </a:p>
                  </a:txBody>
                  <a:tcPr marL="177800" marR="177800" marT="107950" marB="107950" anchor="ctr" anchorCtr="0"/>
                </a:tc>
              </a:tr>
              <a:tr h="2367915">
                <a:tc>
                  <a:txBody>
                    <a:bodyPr/>
                    <a:p>
                      <a:pPr marL="0" indent="0" algn="ctr">
                        <a:lnSpc>
                          <a:spcPct val="120000"/>
                        </a:lnSpc>
                        <a:spcBef>
                          <a:spcPts val="0"/>
                        </a:spcBef>
                        <a:spcAft>
                          <a:spcPts val="0"/>
                        </a:spcAft>
                      </a:pPr>
                      <a:r>
                        <a:rPr lang="zh-CN" altLang="en-US" sz="2000" b="0" spc="120">
                          <a:latin typeface="微软雅黑" panose="020B0503020204020204" charset="-122"/>
                          <a:ea typeface="微软雅黑" panose="020B0503020204020204" charset="-122"/>
                        </a:rPr>
                        <a:t>生效时间</a:t>
                      </a:r>
                      <a:endParaRPr lang="zh-CN" altLang="en-US" sz="20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en-US" altLang="zh-CN" sz="2000" b="0" spc="120">
                          <a:latin typeface="微软雅黑" panose="020B0503020204020204" charset="-122"/>
                          <a:ea typeface="微软雅黑" panose="020B0503020204020204" charset="-122"/>
                          <a:cs typeface="微软雅黑" panose="020B0503020204020204" charset="-122"/>
                        </a:rPr>
                        <a:t>1. </a:t>
                      </a:r>
                      <a:r>
                        <a:rPr lang="zh-CN" altLang="en-US" sz="2000" b="0" spc="120">
                          <a:latin typeface="微软雅黑" panose="020B0503020204020204" charset="-122"/>
                          <a:ea typeface="微软雅黑" panose="020B0503020204020204" charset="-122"/>
                          <a:cs typeface="微软雅黑" panose="020B0503020204020204" charset="-122"/>
                        </a:rPr>
                        <a:t>宪法文本明确规定（如葡萄牙宪法）</a:t>
                      </a:r>
                      <a:endParaRPr lang="zh-CN" altLang="en-US" sz="2000" b="0" spc="120">
                        <a:latin typeface="微软雅黑" panose="020B0503020204020204" charset="-122"/>
                        <a:ea typeface="微软雅黑" panose="020B0503020204020204" charset="-122"/>
                        <a:cs typeface="微软雅黑" panose="020B0503020204020204" charset="-122"/>
                      </a:endParaRPr>
                    </a:p>
                    <a:p>
                      <a:pPr marL="0" indent="0" algn="l">
                        <a:lnSpc>
                          <a:spcPct val="120000"/>
                        </a:lnSpc>
                        <a:spcBef>
                          <a:spcPts val="0"/>
                        </a:spcBef>
                        <a:spcAft>
                          <a:spcPts val="0"/>
                        </a:spcAft>
                      </a:pPr>
                      <a:r>
                        <a:rPr lang="en-US" altLang="zh-CN" sz="2000" b="0" spc="120">
                          <a:latin typeface="微软雅黑" panose="020B0503020204020204" charset="-122"/>
                          <a:ea typeface="微软雅黑" panose="020B0503020204020204" charset="-122"/>
                          <a:cs typeface="微软雅黑" panose="020B0503020204020204" charset="-122"/>
                        </a:rPr>
                        <a:t>2. </a:t>
                      </a:r>
                      <a:r>
                        <a:rPr lang="zh-CN" altLang="en-US" sz="2000" b="0" spc="120">
                          <a:latin typeface="微软雅黑" panose="020B0503020204020204" charset="-122"/>
                          <a:ea typeface="微软雅黑" panose="020B0503020204020204" charset="-122"/>
                          <a:cs typeface="微软雅黑" panose="020B0503020204020204" charset="-122"/>
                        </a:rPr>
                        <a:t>公布之日 </a:t>
                      </a:r>
                      <a:r>
                        <a:rPr lang="en-US" altLang="zh-CN" sz="2000" b="0" spc="120">
                          <a:latin typeface="微软雅黑" panose="020B0503020204020204" charset="-122"/>
                          <a:ea typeface="微软雅黑" panose="020B0503020204020204" charset="-122"/>
                          <a:cs typeface="微软雅黑" panose="020B0503020204020204" charset="-122"/>
                        </a:rPr>
                        <a:t>/ </a:t>
                      </a:r>
                      <a:r>
                        <a:rPr lang="zh-CN" altLang="en-US" sz="2000" b="0" spc="120">
                          <a:latin typeface="微软雅黑" panose="020B0503020204020204" charset="-122"/>
                          <a:ea typeface="微软雅黑" panose="020B0503020204020204" charset="-122"/>
                          <a:cs typeface="微软雅黑" panose="020B0503020204020204" charset="-122"/>
                        </a:rPr>
                        <a:t>期满生效（如德国基本法）</a:t>
                      </a:r>
                      <a:endParaRPr lang="zh-CN" altLang="en-US" sz="2000" b="0" spc="120">
                        <a:latin typeface="微软雅黑" panose="020B0503020204020204" charset="-122"/>
                        <a:ea typeface="微软雅黑" panose="020B0503020204020204" charset="-122"/>
                        <a:cs typeface="微软雅黑" panose="020B0503020204020204" charset="-122"/>
                      </a:endParaRPr>
                    </a:p>
                    <a:p>
                      <a:pPr marL="0" indent="0" algn="l">
                        <a:lnSpc>
                          <a:spcPct val="120000"/>
                        </a:lnSpc>
                        <a:spcBef>
                          <a:spcPts val="0"/>
                        </a:spcBef>
                        <a:spcAft>
                          <a:spcPts val="0"/>
                        </a:spcAft>
                      </a:pPr>
                      <a:r>
                        <a:rPr lang="en-US" altLang="zh-CN" sz="2000" b="0" spc="120">
                          <a:latin typeface="微软雅黑" panose="020B0503020204020204" charset="-122"/>
                          <a:ea typeface="微软雅黑" panose="020B0503020204020204" charset="-122"/>
                          <a:cs typeface="微软雅黑" panose="020B0503020204020204" charset="-122"/>
                        </a:rPr>
                        <a:t>3. </a:t>
                      </a:r>
                      <a:r>
                        <a:rPr lang="zh-CN" altLang="en-US" sz="2000" b="0" spc="120">
                          <a:latin typeface="微软雅黑" panose="020B0503020204020204" charset="-122"/>
                          <a:ea typeface="微软雅黑" panose="020B0503020204020204" charset="-122"/>
                          <a:cs typeface="微软雅黑" panose="020B0503020204020204" charset="-122"/>
                        </a:rPr>
                        <a:t>通过之日生效（我国采用）</a:t>
                      </a:r>
                      <a:endParaRPr lang="zh-CN" altLang="en-US" sz="2000" b="0" spc="120">
                        <a:latin typeface="微软雅黑" panose="020B0503020204020204" charset="-122"/>
                        <a:ea typeface="微软雅黑" panose="020B0503020204020204" charset="-122"/>
                        <a:cs typeface="微软雅黑" panose="020B0503020204020204" charset="-122"/>
                      </a:endParaRPr>
                    </a:p>
                    <a:p>
                      <a:pPr marL="0" indent="0" algn="l">
                        <a:lnSpc>
                          <a:spcPct val="120000"/>
                        </a:lnSpc>
                        <a:spcBef>
                          <a:spcPts val="0"/>
                        </a:spcBef>
                        <a:spcAft>
                          <a:spcPts val="0"/>
                        </a:spcAft>
                      </a:pPr>
                      <a:r>
                        <a:rPr lang="en-US" altLang="zh-CN" sz="2000" b="0" spc="120">
                          <a:latin typeface="微软雅黑" panose="020B0503020204020204" charset="-122"/>
                          <a:ea typeface="微软雅黑" panose="020B0503020204020204" charset="-122"/>
                          <a:cs typeface="微软雅黑" panose="020B0503020204020204" charset="-122"/>
                        </a:rPr>
                        <a:t>4. </a:t>
                      </a:r>
                      <a:r>
                        <a:rPr lang="zh-CN" altLang="en-US" sz="2000" b="0" spc="120">
                          <a:latin typeface="微软雅黑" panose="020B0503020204020204" charset="-122"/>
                          <a:ea typeface="微软雅黑" panose="020B0503020204020204" charset="-122"/>
                          <a:cs typeface="微软雅黑" panose="020B0503020204020204" charset="-122"/>
                        </a:rPr>
                        <a:t>批准之日生效（如美国宪法）</a:t>
                      </a:r>
                      <a:endParaRPr lang="zh-CN" altLang="en-US" sz="20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2000" b="0" spc="120">
                          <a:latin typeface="微软雅黑" panose="020B0503020204020204" charset="-122"/>
                          <a:ea typeface="微软雅黑" panose="020B0503020204020204" charset="-122"/>
                          <a:cs typeface="微软雅黑" panose="020B0503020204020204" charset="-122"/>
                        </a:rPr>
                        <a:t>我国 </a:t>
                      </a:r>
                      <a:r>
                        <a:rPr lang="en-US" altLang="zh-CN" sz="2000" b="0" spc="120">
                          <a:latin typeface="微软雅黑" panose="020B0503020204020204" charset="-122"/>
                          <a:ea typeface="微软雅黑" panose="020B0503020204020204" charset="-122"/>
                          <a:cs typeface="微软雅黑" panose="020B0503020204020204" charset="-122"/>
                        </a:rPr>
                        <a:t>1982 </a:t>
                      </a:r>
                      <a:r>
                        <a:rPr lang="zh-CN" altLang="en-US" sz="2000" b="0" spc="120">
                          <a:latin typeface="微软雅黑" panose="020B0503020204020204" charset="-122"/>
                          <a:ea typeface="微软雅黑" panose="020B0503020204020204" charset="-122"/>
                          <a:cs typeface="微软雅黑" panose="020B0503020204020204" charset="-122"/>
                        </a:rPr>
                        <a:t>年宪法：</a:t>
                      </a:r>
                      <a:r>
                        <a:rPr lang="en-US" altLang="zh-CN" sz="2000" b="0" spc="120">
                          <a:latin typeface="微软雅黑" panose="020B0503020204020204" charset="-122"/>
                          <a:ea typeface="微软雅黑" panose="020B0503020204020204" charset="-122"/>
                          <a:cs typeface="微软雅黑" panose="020B0503020204020204" charset="-122"/>
                        </a:rPr>
                        <a:t>1982 </a:t>
                      </a:r>
                      <a:r>
                        <a:rPr lang="zh-CN" altLang="en-US" sz="2000" b="0" spc="120">
                          <a:latin typeface="微软雅黑" panose="020B0503020204020204" charset="-122"/>
                          <a:ea typeface="微软雅黑" panose="020B0503020204020204" charset="-122"/>
                          <a:cs typeface="微软雅黑" panose="020B0503020204020204" charset="-122"/>
                        </a:rPr>
                        <a:t>年 </a:t>
                      </a:r>
                      <a:r>
                        <a:rPr lang="en-US" altLang="zh-CN" sz="2000" b="0" spc="120">
                          <a:latin typeface="微软雅黑" panose="020B0503020204020204" charset="-122"/>
                          <a:ea typeface="微软雅黑" panose="020B0503020204020204" charset="-122"/>
                          <a:cs typeface="微软雅黑" panose="020B0503020204020204" charset="-122"/>
                        </a:rPr>
                        <a:t>12 </a:t>
                      </a:r>
                      <a:r>
                        <a:rPr lang="zh-CN" altLang="en-US" sz="2000" b="0" spc="120">
                          <a:latin typeface="微软雅黑" panose="020B0503020204020204" charset="-122"/>
                          <a:ea typeface="微软雅黑" panose="020B0503020204020204" charset="-122"/>
                          <a:cs typeface="微软雅黑" panose="020B0503020204020204" charset="-122"/>
                        </a:rPr>
                        <a:t>月 </a:t>
                      </a:r>
                      <a:r>
                        <a:rPr lang="en-US" altLang="zh-CN" sz="2000" b="0" spc="120">
                          <a:latin typeface="微软雅黑" panose="020B0503020204020204" charset="-122"/>
                          <a:ea typeface="微软雅黑" panose="020B0503020204020204" charset="-122"/>
                          <a:cs typeface="微软雅黑" panose="020B0503020204020204" charset="-122"/>
                        </a:rPr>
                        <a:t>4 </a:t>
                      </a:r>
                      <a:r>
                        <a:rPr lang="zh-CN" altLang="en-US" sz="2000" b="0" spc="120">
                          <a:latin typeface="微软雅黑" panose="020B0503020204020204" charset="-122"/>
                          <a:ea typeface="微软雅黑" panose="020B0503020204020204" charset="-122"/>
                          <a:cs typeface="微软雅黑" panose="020B0503020204020204" charset="-122"/>
                        </a:rPr>
                        <a:t>日全国人大通过之日生效</a:t>
                      </a:r>
                      <a:endParaRPr lang="zh-CN" altLang="en-US" sz="20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r h="1368425">
                <a:tc>
                  <a:txBody>
                    <a:bodyPr/>
                    <a:p>
                      <a:pPr marL="0" indent="0" algn="ctr">
                        <a:lnSpc>
                          <a:spcPct val="120000"/>
                        </a:lnSpc>
                        <a:spcBef>
                          <a:spcPts val="0"/>
                        </a:spcBef>
                        <a:spcAft>
                          <a:spcPts val="0"/>
                        </a:spcAft>
                      </a:pPr>
                      <a:r>
                        <a:rPr lang="zh-CN" altLang="en-US" sz="2000" b="0" spc="120">
                          <a:latin typeface="微软雅黑" panose="020B0503020204020204" charset="-122"/>
                          <a:ea typeface="微软雅黑" panose="020B0503020204020204" charset="-122"/>
                        </a:rPr>
                        <a:t>失效方式</a:t>
                      </a:r>
                      <a:endParaRPr lang="zh-CN" altLang="en-US" sz="2000" b="0" spc="120">
                        <a:latin typeface="微软雅黑" panose="020B0503020204020204" charset="-122"/>
                        <a:ea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en-US" altLang="zh-CN" sz="2000" b="0" spc="120">
                          <a:latin typeface="微软雅黑" panose="020B0503020204020204" charset="-122"/>
                          <a:ea typeface="微软雅黑" panose="020B0503020204020204" charset="-122"/>
                          <a:cs typeface="微软雅黑" panose="020B0503020204020204" charset="-122"/>
                        </a:rPr>
                        <a:t>1. </a:t>
                      </a:r>
                      <a:r>
                        <a:rPr lang="zh-CN" altLang="en-US" sz="2000" b="0" spc="120">
                          <a:latin typeface="微软雅黑" panose="020B0503020204020204" charset="-122"/>
                          <a:ea typeface="微软雅黑" panose="020B0503020204020204" charset="-122"/>
                          <a:cs typeface="微软雅黑" panose="020B0503020204020204" charset="-122"/>
                        </a:rPr>
                        <a:t>明示失效（新宪法废止旧宪法）</a:t>
                      </a:r>
                      <a:endParaRPr lang="zh-CN" altLang="en-US" sz="2000" b="0" spc="120">
                        <a:latin typeface="微软雅黑" panose="020B0503020204020204" charset="-122"/>
                        <a:ea typeface="微软雅黑" panose="020B0503020204020204" charset="-122"/>
                        <a:cs typeface="微软雅黑" panose="020B0503020204020204" charset="-122"/>
                      </a:endParaRPr>
                    </a:p>
                    <a:p>
                      <a:pPr marL="0" indent="0" algn="l">
                        <a:lnSpc>
                          <a:spcPct val="120000"/>
                        </a:lnSpc>
                        <a:spcBef>
                          <a:spcPts val="0"/>
                        </a:spcBef>
                        <a:spcAft>
                          <a:spcPts val="0"/>
                        </a:spcAft>
                      </a:pPr>
                      <a:r>
                        <a:rPr lang="en-US" altLang="zh-CN" sz="2000" b="0" spc="120">
                          <a:latin typeface="微软雅黑" panose="020B0503020204020204" charset="-122"/>
                          <a:ea typeface="微软雅黑" panose="020B0503020204020204" charset="-122"/>
                          <a:cs typeface="微软雅黑" panose="020B0503020204020204" charset="-122"/>
                        </a:rPr>
                        <a:t>2. </a:t>
                      </a:r>
                      <a:r>
                        <a:rPr lang="zh-CN" altLang="en-US" sz="2000" b="0" spc="120">
                          <a:latin typeface="微软雅黑" panose="020B0503020204020204" charset="-122"/>
                          <a:ea typeface="微软雅黑" panose="020B0503020204020204" charset="-122"/>
                          <a:cs typeface="微软雅黑" panose="020B0503020204020204" charset="-122"/>
                        </a:rPr>
                        <a:t>默示失效（新宪法生效后旧宪法自动失效）</a:t>
                      </a:r>
                      <a:endParaRPr lang="zh-CN" altLang="en-US" sz="20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c>
                  <a:txBody>
                    <a:bodyPr/>
                    <a:p>
                      <a:pPr marL="0" indent="0" algn="l">
                        <a:lnSpc>
                          <a:spcPct val="120000"/>
                        </a:lnSpc>
                        <a:spcBef>
                          <a:spcPts val="0"/>
                        </a:spcBef>
                        <a:spcAft>
                          <a:spcPts val="0"/>
                        </a:spcAft>
                      </a:pPr>
                      <a:r>
                        <a:rPr lang="zh-CN" altLang="en-US" sz="2000" b="0" spc="120">
                          <a:latin typeface="微软雅黑" panose="020B0503020204020204" charset="-122"/>
                          <a:ea typeface="微软雅黑" panose="020B0503020204020204" charset="-122"/>
                          <a:cs typeface="微软雅黑" panose="020B0503020204020204" charset="-122"/>
                        </a:rPr>
                        <a:t>我国 </a:t>
                      </a:r>
                      <a:r>
                        <a:rPr lang="en-US" altLang="zh-CN" sz="2000" b="0" spc="120">
                          <a:latin typeface="微软雅黑" panose="020B0503020204020204" charset="-122"/>
                          <a:ea typeface="微软雅黑" panose="020B0503020204020204" charset="-122"/>
                          <a:cs typeface="微软雅黑" panose="020B0503020204020204" charset="-122"/>
                        </a:rPr>
                        <a:t>1975 </a:t>
                      </a:r>
                      <a:r>
                        <a:rPr lang="zh-CN" altLang="en-US" sz="2000" b="0" spc="120">
                          <a:latin typeface="微软雅黑" panose="020B0503020204020204" charset="-122"/>
                          <a:ea typeface="微软雅黑" panose="020B0503020204020204" charset="-122"/>
                          <a:cs typeface="微软雅黑" panose="020B0503020204020204" charset="-122"/>
                        </a:rPr>
                        <a:t>年宪法随 </a:t>
                      </a:r>
                      <a:r>
                        <a:rPr lang="en-US" altLang="zh-CN" sz="2000" b="0" spc="120">
                          <a:latin typeface="微软雅黑" panose="020B0503020204020204" charset="-122"/>
                          <a:ea typeface="微软雅黑" panose="020B0503020204020204" charset="-122"/>
                          <a:cs typeface="微软雅黑" panose="020B0503020204020204" charset="-122"/>
                        </a:rPr>
                        <a:t>1978 </a:t>
                      </a:r>
                      <a:r>
                        <a:rPr lang="zh-CN" altLang="en-US" sz="2000" b="0" spc="120">
                          <a:latin typeface="微软雅黑" panose="020B0503020204020204" charset="-122"/>
                          <a:ea typeface="微软雅黑" panose="020B0503020204020204" charset="-122"/>
                          <a:cs typeface="微软雅黑" panose="020B0503020204020204" charset="-122"/>
                        </a:rPr>
                        <a:t>年宪法生效而默示失效</a:t>
                      </a:r>
                      <a:endParaRPr lang="zh-CN" altLang="en-US" sz="2000" b="0" spc="120">
                        <a:latin typeface="微软雅黑" panose="020B0503020204020204" charset="-122"/>
                        <a:ea typeface="微软雅黑" panose="020B0503020204020204" charset="-122"/>
                        <a:cs typeface="微软雅黑" panose="020B0503020204020204" charset="-122"/>
                      </a:endParaRPr>
                    </a:p>
                  </a:txBody>
                  <a:tcPr marL="177800" marR="177800" marT="107950" marB="107950" anchor="ctr" anchorCtr="0"/>
                </a:tc>
              </a:tr>
            </a:tbl>
          </a:graphicData>
        </a:graphic>
      </p:graphicFrame>
    </p:spTree>
    <p:custDataLst>
      <p:tags r:id="rId8"/>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a:xfrm>
            <a:off x="608330" y="514985"/>
            <a:ext cx="10968990" cy="798830"/>
          </a:xfrm>
        </p:spPr>
        <p:txBody>
          <a:bodyPr/>
          <a:lstStyle/>
          <a:p>
            <a:r>
              <a:rPr lang="en-US" altLang="en-US"/>
              <a:t>3. </a:t>
            </a:r>
            <a:r>
              <a:rPr lang="zh-CN" altLang="en-US"/>
              <a:t>对人效力：宪法约束的主体范围</a:t>
            </a:r>
            <a:endParaRPr lang="zh-CN" altLang="en-US"/>
          </a:p>
        </p:txBody>
      </p:sp>
      <p:sp>
        <p:nvSpPr>
          <p:cNvPr id="8" name="Freeform 12"/>
          <p:cNvSpPr/>
          <p:nvPr>
            <p:custDataLst>
              <p:tags r:id="rId2"/>
            </p:custDataLst>
          </p:nvPr>
        </p:nvSpPr>
        <p:spPr bwMode="auto">
          <a:xfrm>
            <a:off x="2680335" y="2390775"/>
            <a:ext cx="2762885" cy="1114425"/>
          </a:xfrm>
          <a:custGeom>
            <a:avLst/>
            <a:gdLst>
              <a:gd name="T0" fmla="*/ 864 w 969"/>
              <a:gd name="T1" fmla="*/ 0 h 482"/>
              <a:gd name="T2" fmla="*/ 485 w 969"/>
              <a:gd name="T3" fmla="*/ 376 h 482"/>
              <a:gd name="T4" fmla="*/ 106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6" y="0"/>
                </a:cubicBezTo>
                <a:cubicBezTo>
                  <a:pt x="0" y="0"/>
                  <a:pt x="0" y="0"/>
                  <a:pt x="0" y="0"/>
                </a:cubicBezTo>
                <a:cubicBezTo>
                  <a:pt x="2" y="266"/>
                  <a:pt x="218" y="482"/>
                  <a:pt x="485" y="482"/>
                </a:cubicBezTo>
                <a:cubicBezTo>
                  <a:pt x="751" y="482"/>
                  <a:pt x="968" y="266"/>
                  <a:pt x="969" y="0"/>
                </a:cubicBezTo>
                <a:lnTo>
                  <a:pt x="864" y="0"/>
                </a:lnTo>
                <a:close/>
              </a:path>
            </a:pathLst>
          </a:custGeom>
          <a:gradFill flip="none" rotWithShape="1">
            <a:gsLst>
              <a:gs pos="0">
                <a:schemeClr val="accent1">
                  <a:lumMod val="20000"/>
                  <a:lumOff val="80000"/>
                  <a:alpha val="0"/>
                </a:schemeClr>
              </a:gs>
              <a:gs pos="65000">
                <a:schemeClr val="accent1">
                  <a:lumMod val="20000"/>
                  <a:lumOff val="80000"/>
                  <a:alpha val="48000"/>
                </a:schemeClr>
              </a:gs>
              <a:gs pos="100000">
                <a:schemeClr val="accent1">
                  <a:lumMod val="20000"/>
                  <a:lumOff val="80000"/>
                  <a:alpha val="87000"/>
                </a:schemeClr>
              </a:gs>
            </a:gsLst>
            <a:lin ang="540000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en-US">
              <a:solidFill>
                <a:schemeClr val="dk1"/>
              </a:solidFill>
            </a:endParaRPr>
          </a:p>
        </p:txBody>
      </p:sp>
      <p:sp>
        <p:nvSpPr>
          <p:cNvPr id="9" name="Oval 16"/>
          <p:cNvSpPr>
            <a:spLocks noChangeArrowheads="1"/>
          </p:cNvSpPr>
          <p:nvPr>
            <p:custDataLst>
              <p:tags r:id="rId3"/>
            </p:custDataLst>
          </p:nvPr>
        </p:nvSpPr>
        <p:spPr bwMode="auto">
          <a:xfrm>
            <a:off x="2733040" y="1513840"/>
            <a:ext cx="2597150" cy="1753235"/>
          </a:xfrm>
          <a:prstGeom prst="ellipse">
            <a:avLst/>
          </a:prstGeom>
          <a:gradFill flip="none" rotWithShape="1">
            <a:gsLst>
              <a:gs pos="0">
                <a:schemeClr val="accent1">
                  <a:lumMod val="60000"/>
                  <a:lumOff val="40000"/>
                  <a:alpha val="100000"/>
                </a:schemeClr>
              </a:gs>
              <a:gs pos="70000">
                <a:schemeClr val="accent1">
                  <a:alpha val="100000"/>
                </a:schemeClr>
              </a:gs>
            </a:gsLst>
            <a:lin ang="5400000" scaled="1"/>
            <a:tileRect/>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defTabSz="913765">
              <a:spcBef>
                <a:spcPct val="0"/>
              </a:spcBef>
              <a:spcAft>
                <a:spcPct val="0"/>
              </a:spcAft>
            </a:pPr>
            <a:r>
              <a:rPr lang="zh-CN" altLang="en-US" sz="3200" b="1" dirty="0">
                <a:solidFill>
                  <a:srgbClr val="FFFFFF"/>
                </a:solidFill>
                <a:latin typeface="+mn-ea"/>
                <a:cs typeface="+mn-ea"/>
                <a:sym typeface="+mn-ea"/>
              </a:rPr>
              <a:t>约束主体</a:t>
            </a:r>
            <a:endParaRPr lang="zh-CN" altLang="en-US" sz="3200" b="1" dirty="0">
              <a:solidFill>
                <a:srgbClr val="FFFFFF"/>
              </a:solidFill>
              <a:latin typeface="+mn-ea"/>
              <a:cs typeface="+mn-ea"/>
              <a:sym typeface="+mn-ea"/>
            </a:endParaRPr>
          </a:p>
        </p:txBody>
      </p:sp>
      <p:sp>
        <p:nvSpPr>
          <p:cNvPr id="10" name="矩形 1"/>
          <p:cNvSpPr/>
          <p:nvPr>
            <p:custDataLst>
              <p:tags r:id="rId4"/>
            </p:custDataLst>
          </p:nvPr>
        </p:nvSpPr>
        <p:spPr>
          <a:xfrm>
            <a:off x="1489075" y="3825875"/>
            <a:ext cx="4152265" cy="2864485"/>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一切公权力主体</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国家机关、政党、社会团体</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均受宪法约束。</a:t>
            </a:r>
            <a:endPar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1" name="Oval 18"/>
          <p:cNvSpPr>
            <a:spLocks noChangeArrowheads="1"/>
          </p:cNvSpPr>
          <p:nvPr>
            <p:custDataLst>
              <p:tags r:id="rId5"/>
            </p:custDataLst>
          </p:nvPr>
        </p:nvSpPr>
        <p:spPr bwMode="auto">
          <a:xfrm>
            <a:off x="3976213" y="3462095"/>
            <a:ext cx="170815" cy="168731"/>
          </a:xfrm>
          <a:prstGeom prst="ellipse">
            <a:avLst/>
          </a:prstGeom>
          <a:gradFill>
            <a:gsLst>
              <a:gs pos="0">
                <a:schemeClr val="accent1">
                  <a:alpha val="100000"/>
                </a:schemeClr>
              </a:gs>
              <a:gs pos="100000">
                <a:schemeClr val="accent1">
                  <a:lumMod val="80000"/>
                  <a:lumOff val="20000"/>
                  <a:alpha val="100000"/>
                </a:schemeClr>
              </a:gs>
            </a:gsLst>
            <a:path path="circle">
              <a:fillToRect l="50000" t="50000" r="50000" b="50000"/>
            </a:path>
            <a:tileRect/>
          </a:gradFill>
          <a:ln w="9525" cap="flat">
            <a:gradFill>
              <a:gsLst>
                <a:gs pos="0">
                  <a:srgbClr val="FFFFFF"/>
                </a:gs>
                <a:gs pos="53000">
                  <a:srgbClr val="FFFFFF">
                    <a:alpha val="0"/>
                  </a:srgbClr>
                </a:gs>
              </a:gsLst>
              <a:lin ang="16200000" scaled="0"/>
            </a:gradFill>
            <a:prstDash val="solid"/>
            <a:miter/>
          </a:ln>
          <a:effectLst>
            <a:outerShdw blurRad="342900" sx="102000" sy="102000" algn="ctr" rotWithShape="0">
              <a:schemeClr val="accent1">
                <a:alpha val="40000"/>
              </a:schemeClr>
            </a:outerShdw>
          </a:effectLst>
        </p:spPr>
        <p:txBody>
          <a:bodyPr rot="0" spcFirstLastPara="0" vertOverflow="overflow" horzOverflow="overflow" vert="horz" wrap="square" lIns="431800" tIns="647700" rIns="431800" bIns="288290" numCol="1" spcCol="0" rtlCol="0" fromWordArt="0" anchor="ctr" anchorCtr="0" forceAA="0" compatLnSpc="1">
            <a:normAutofit fontScale="25000" lnSpcReduction="20000"/>
          </a:bodyPr>
          <a:p>
            <a:pPr algn="ctr"/>
            <a:endParaRPr lang="en-US" b="1" spc="130">
              <a:solidFill>
                <a:schemeClr val="tx1"/>
              </a:solidFill>
              <a:latin typeface="+中文标题" charset="0"/>
              <a:ea typeface="+mj-ea"/>
              <a:cs typeface="+mj-ea"/>
            </a:endParaRPr>
          </a:p>
        </p:txBody>
      </p:sp>
      <p:sp>
        <p:nvSpPr>
          <p:cNvPr id="12" name="Freeform 12"/>
          <p:cNvSpPr/>
          <p:nvPr>
            <p:custDataLst>
              <p:tags r:id="rId6"/>
            </p:custDataLst>
          </p:nvPr>
        </p:nvSpPr>
        <p:spPr bwMode="auto">
          <a:xfrm>
            <a:off x="6614160" y="2390775"/>
            <a:ext cx="2814955" cy="1070610"/>
          </a:xfrm>
          <a:custGeom>
            <a:avLst/>
            <a:gdLst>
              <a:gd name="T0" fmla="*/ 864 w 969"/>
              <a:gd name="T1" fmla="*/ 0 h 482"/>
              <a:gd name="T2" fmla="*/ 485 w 969"/>
              <a:gd name="T3" fmla="*/ 376 h 482"/>
              <a:gd name="T4" fmla="*/ 106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6" y="0"/>
                </a:cubicBezTo>
                <a:cubicBezTo>
                  <a:pt x="0" y="0"/>
                  <a:pt x="0" y="0"/>
                  <a:pt x="0" y="0"/>
                </a:cubicBezTo>
                <a:cubicBezTo>
                  <a:pt x="2" y="266"/>
                  <a:pt x="218" y="482"/>
                  <a:pt x="485" y="482"/>
                </a:cubicBezTo>
                <a:cubicBezTo>
                  <a:pt x="751" y="482"/>
                  <a:pt x="968" y="266"/>
                  <a:pt x="969" y="0"/>
                </a:cubicBezTo>
                <a:lnTo>
                  <a:pt x="864" y="0"/>
                </a:lnTo>
                <a:close/>
              </a:path>
            </a:pathLst>
          </a:custGeom>
          <a:gradFill flip="none" rotWithShape="1">
            <a:gsLst>
              <a:gs pos="0">
                <a:schemeClr val="accent2">
                  <a:lumMod val="20000"/>
                  <a:lumOff val="80000"/>
                  <a:alpha val="0"/>
                </a:schemeClr>
              </a:gs>
              <a:gs pos="65000">
                <a:schemeClr val="accent2">
                  <a:lumMod val="20000"/>
                  <a:lumOff val="80000"/>
                  <a:alpha val="48000"/>
                </a:schemeClr>
              </a:gs>
              <a:gs pos="100000">
                <a:schemeClr val="accent2">
                  <a:lumMod val="20000"/>
                  <a:lumOff val="80000"/>
                  <a:alpha val="87000"/>
                </a:schemeClr>
              </a:gs>
            </a:gsLst>
            <a:lin ang="540000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en-US">
              <a:solidFill>
                <a:schemeClr val="dk1"/>
              </a:solidFill>
            </a:endParaRPr>
          </a:p>
        </p:txBody>
      </p:sp>
      <p:sp>
        <p:nvSpPr>
          <p:cNvPr id="13" name="Oval 16"/>
          <p:cNvSpPr>
            <a:spLocks noChangeArrowheads="1"/>
          </p:cNvSpPr>
          <p:nvPr>
            <p:custDataLst>
              <p:tags r:id="rId7"/>
            </p:custDataLst>
          </p:nvPr>
        </p:nvSpPr>
        <p:spPr bwMode="auto">
          <a:xfrm>
            <a:off x="6673215" y="1513840"/>
            <a:ext cx="2595880" cy="1753235"/>
          </a:xfrm>
          <a:prstGeom prst="ellipse">
            <a:avLst/>
          </a:prstGeom>
          <a:gradFill flip="none" rotWithShape="1">
            <a:gsLst>
              <a:gs pos="0">
                <a:schemeClr val="accent2">
                  <a:lumMod val="60000"/>
                  <a:lumOff val="40000"/>
                  <a:alpha val="100000"/>
                </a:schemeClr>
              </a:gs>
              <a:gs pos="70000">
                <a:schemeClr val="accent2">
                  <a:alpha val="100000"/>
                </a:schemeClr>
              </a:gs>
            </a:gsLst>
            <a:lin ang="5400000" scaled="1"/>
            <a:tileRect/>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defTabSz="913765">
              <a:spcBef>
                <a:spcPct val="0"/>
              </a:spcBef>
              <a:spcAft>
                <a:spcPct val="0"/>
              </a:spcAft>
            </a:pPr>
            <a:r>
              <a:rPr lang="zh-CN" altLang="en-US" sz="3200" b="1">
                <a:solidFill>
                  <a:srgbClr val="FFFFFF"/>
                </a:solidFill>
                <a:latin typeface="微软雅黑" panose="020B0503020204020204" charset="-122"/>
                <a:ea typeface="微软雅黑" panose="020B0503020204020204" charset="-122"/>
                <a:cs typeface="+mn-ea"/>
                <a:sym typeface="+mn-ea"/>
              </a:rPr>
              <a:t>权利主体</a:t>
            </a:r>
            <a:endParaRPr lang="zh-CN" altLang="en-US" sz="3200" b="1">
              <a:solidFill>
                <a:srgbClr val="FFFFFF"/>
              </a:solidFill>
              <a:latin typeface="微软雅黑" panose="020B0503020204020204" charset="-122"/>
              <a:ea typeface="微软雅黑" panose="020B0503020204020204" charset="-122"/>
              <a:cs typeface="+mn-ea"/>
              <a:sym typeface="+mn-ea"/>
            </a:endParaRPr>
          </a:p>
        </p:txBody>
      </p:sp>
      <p:sp>
        <p:nvSpPr>
          <p:cNvPr id="14" name="矩形 2"/>
          <p:cNvSpPr/>
          <p:nvPr>
            <p:custDataLst>
              <p:tags r:id="rId8"/>
            </p:custDataLst>
          </p:nvPr>
        </p:nvSpPr>
        <p:spPr>
          <a:xfrm>
            <a:off x="6268720" y="3760470"/>
            <a:ext cx="4624070" cy="292989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主要为公民</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同时涵盖外国人和无国籍人</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我国《宪法》第</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32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条保护外国人合法权益</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、法人</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部分基本权利如财产权可由法人享有</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5" name="Oval 18"/>
          <p:cNvSpPr>
            <a:spLocks noChangeArrowheads="1"/>
          </p:cNvSpPr>
          <p:nvPr>
            <p:custDataLst>
              <p:tags r:id="rId9"/>
            </p:custDataLst>
          </p:nvPr>
        </p:nvSpPr>
        <p:spPr bwMode="auto">
          <a:xfrm>
            <a:off x="8038919" y="3387165"/>
            <a:ext cx="170815" cy="168731"/>
          </a:xfrm>
          <a:prstGeom prst="ellipse">
            <a:avLst/>
          </a:prstGeom>
          <a:gradFill flip="none" rotWithShape="1">
            <a:gsLst>
              <a:gs pos="0">
                <a:schemeClr val="accent2">
                  <a:lumMod val="60000"/>
                  <a:lumOff val="40000"/>
                  <a:alpha val="100000"/>
                </a:schemeClr>
              </a:gs>
              <a:gs pos="70000">
                <a:schemeClr val="accent2">
                  <a:alpha val="100000"/>
                </a:schemeClr>
              </a:gs>
            </a:gsLst>
            <a:lin ang="5400000" scaled="1"/>
            <a:tileRect/>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25000" lnSpcReduction="20000"/>
          </a:bodyPr>
          <a:p>
            <a:pPr algn="ctr" defTabSz="913765"/>
            <a:endParaRPr lang="en-US" sz="2000" b="1">
              <a:solidFill>
                <a:schemeClr val="bg1"/>
              </a:solidFill>
            </a:endParaRPr>
          </a:p>
        </p:txBody>
      </p:sp>
    </p:spTree>
    <p:custDataLst>
      <p:tags r:id="rId10"/>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28650" y="281305"/>
            <a:ext cx="10725150" cy="1214120"/>
          </a:xfrm>
        </p:spPr>
        <p:txBody>
          <a:bodyPr/>
          <a:lstStyle/>
          <a:p>
            <a:r>
              <a:rPr lang="en-US" altLang="en-US"/>
              <a:t>4. </a:t>
            </a:r>
            <a:r>
              <a:rPr lang="zh-CN" altLang="en-US"/>
              <a:t>对事效力：宪法调整的事项范围</a:t>
            </a:r>
            <a:endParaRPr lang="zh-CN" altLang="en-US"/>
          </a:p>
        </p:txBody>
      </p:sp>
      <p:sp>
        <p:nvSpPr>
          <p:cNvPr id="2" name="圆角矩形 5"/>
          <p:cNvSpPr/>
          <p:nvPr>
            <p:custDataLst>
              <p:tags r:id="rId2"/>
            </p:custDataLst>
          </p:nvPr>
        </p:nvSpPr>
        <p:spPr>
          <a:xfrm>
            <a:off x="616258" y="1374140"/>
            <a:ext cx="11025924" cy="1982664"/>
          </a:xfrm>
          <a:prstGeom prst="roundRect">
            <a:avLst>
              <a:gd name="adj" fmla="val 10446"/>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传统范围</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仅调整公共领域事项</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国家与公民关系、国家机关关系</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endPar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4" name="圆角矩形 6"/>
          <p:cNvSpPr/>
          <p:nvPr>
            <p:custDataLst>
              <p:tags r:id="rId3"/>
            </p:custDataLst>
          </p:nvPr>
        </p:nvSpPr>
        <p:spPr>
          <a:xfrm>
            <a:off x="616258" y="3537105"/>
            <a:ext cx="11025924" cy="3237710"/>
          </a:xfrm>
          <a:prstGeom prst="roundRect">
            <a:avLst>
              <a:gd name="adj" fmla="val 10446"/>
            </a:avLst>
          </a:prstGeom>
          <a:solidFill>
            <a:schemeClr val="accent2">
              <a:lumMod val="60000"/>
              <a:lumOff val="40000"/>
              <a:alpha val="12000"/>
            </a:schemeClr>
          </a:solidFill>
          <a:ln w="9525">
            <a:gradFill>
              <a:gsLst>
                <a:gs pos="100000">
                  <a:schemeClr val="accent2">
                    <a:alpha val="15000"/>
                  </a:schemeClr>
                </a:gs>
                <a:gs pos="0">
                  <a:schemeClr val="accent2">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现代拓展</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“基本权利第三人效力”理论</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宪法可通过三种学说对私人领域产生影响</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a:p>
            <a:pPr lvl="0" algn="l">
              <a:lnSpc>
                <a:spcPct val="150000"/>
              </a:lnSpc>
              <a:buClrTx/>
              <a:buSzTx/>
              <a:buFontTx/>
            </a:pP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直接效力说</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尼伯代</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基本权利可直接约束私人关系</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a:p>
            <a:pPr lvl="0" algn="l">
              <a:lnSpc>
                <a:spcPct val="150000"/>
              </a:lnSpc>
              <a:buClrTx/>
              <a:buSzTx/>
              <a:buFontTx/>
            </a:pPr>
            <a:r>
              <a:rPr lang="zh-CN" altLang="en-US" sz="2400" b="1"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间接效力说</a:t>
            </a:r>
            <a:r>
              <a:rPr lang="en-US" altLang="zh-CN" sz="2400" b="1"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b="1"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德国通说</a:t>
            </a:r>
            <a:r>
              <a:rPr lang="en-US" altLang="zh-CN" sz="2400" b="1"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b="1"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宪法通过普通法律间接影响私人关系</a:t>
            </a:r>
            <a:r>
              <a:rPr lang="en-US" altLang="zh-CN" sz="2400" b="1"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b="1"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a:p>
            <a:pPr lvl="0" algn="l">
              <a:lnSpc>
                <a:spcPct val="150000"/>
              </a:lnSpc>
              <a:buClrTx/>
              <a:buSzTx/>
              <a:buFontTx/>
            </a:pP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国家行为理论说</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美国</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仅国家行为受宪法约束</a:t>
            </a: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私人行为原则上不受调整。</a:t>
            </a:r>
            <a:endPar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5" name="圆角矩形 10"/>
          <p:cNvSpPr/>
          <p:nvPr>
            <p:custDataLst>
              <p:tags r:id="rId4"/>
            </p:custDataLst>
          </p:nvPr>
        </p:nvSpPr>
        <p:spPr>
          <a:xfrm>
            <a:off x="847566" y="1374782"/>
            <a:ext cx="744185" cy="92050"/>
          </a:xfrm>
          <a:prstGeom prst="roundRect">
            <a:avLst>
              <a:gd name="adj" fmla="val 50000"/>
            </a:avLst>
          </a:prstGeom>
          <a:gradFill>
            <a:gsLst>
              <a:gs pos="100000">
                <a:schemeClr val="accent1">
                  <a:lumMod val="60000"/>
                  <a:lumOff val="40000"/>
                  <a:alpha val="71000"/>
                </a:schemeClr>
              </a:gs>
              <a:gs pos="0">
                <a:schemeClr val="accent1">
                  <a:alpha val="100000"/>
                </a:schemeClr>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8" name="圆角矩形 11"/>
          <p:cNvSpPr/>
          <p:nvPr>
            <p:custDataLst>
              <p:tags r:id="rId5"/>
            </p:custDataLst>
          </p:nvPr>
        </p:nvSpPr>
        <p:spPr>
          <a:xfrm>
            <a:off x="847566" y="3538010"/>
            <a:ext cx="744185" cy="92050"/>
          </a:xfrm>
          <a:prstGeom prst="roundRect">
            <a:avLst>
              <a:gd name="adj" fmla="val 50000"/>
            </a:avLst>
          </a:prstGeom>
          <a:gradFill>
            <a:gsLst>
              <a:gs pos="100000">
                <a:schemeClr val="accent2">
                  <a:lumMod val="60000"/>
                  <a:lumOff val="40000"/>
                  <a:alpha val="71000"/>
                </a:schemeClr>
              </a:gs>
              <a:gs pos="0">
                <a:schemeClr val="accent2">
                  <a:alpha val="100000"/>
                </a:schemeClr>
              </a:gs>
            </a:gsLst>
            <a:lin ang="0"/>
          </a:gradFill>
          <a:ln>
            <a:noFill/>
          </a:ln>
          <a:effectLst>
            <a:outerShdw blurRad="508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6"/>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838200" y="154940"/>
            <a:ext cx="10515600" cy="1129665"/>
          </a:xfrm>
        </p:spPr>
        <p:txBody>
          <a:bodyPr/>
          <a:lstStyle/>
          <a:p>
            <a:r>
              <a:rPr lang="zh-CN" altLang="en-US"/>
              <a:t>（三）我国宪法序言的法律效力</a:t>
            </a:r>
            <a:endParaRPr lang="zh-CN" altLang="en-US"/>
          </a:p>
        </p:txBody>
      </p:sp>
      <p:sp>
        <p:nvSpPr>
          <p:cNvPr id="6" name="椭圆 1"/>
          <p:cNvSpPr/>
          <p:nvPr>
            <p:custDataLst>
              <p:tags r:id="rId2"/>
            </p:custDataLst>
          </p:nvPr>
        </p:nvSpPr>
        <p:spPr>
          <a:xfrm rot="10800000">
            <a:off x="5850890" y="2737485"/>
            <a:ext cx="1280160" cy="1188085"/>
          </a:xfrm>
          <a:prstGeom prst="ellipse">
            <a:avLst/>
          </a:prstGeom>
          <a:solidFill>
            <a:schemeClr val="accent2">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dirty="0">
              <a:solidFill>
                <a:schemeClr val="lt1"/>
              </a:solidFill>
            </a:endParaRPr>
          </a:p>
        </p:txBody>
      </p:sp>
      <p:sp>
        <p:nvSpPr>
          <p:cNvPr id="8" name="椭圆 3"/>
          <p:cNvSpPr/>
          <p:nvPr>
            <p:custDataLst>
              <p:tags r:id="rId3"/>
            </p:custDataLst>
          </p:nvPr>
        </p:nvSpPr>
        <p:spPr>
          <a:xfrm rot="10800000">
            <a:off x="4843145" y="2737485"/>
            <a:ext cx="1329690" cy="1188720"/>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9" name="矩形 2"/>
          <p:cNvSpPr/>
          <p:nvPr>
            <p:custDataLst>
              <p:tags r:id="rId4"/>
            </p:custDataLst>
          </p:nvPr>
        </p:nvSpPr>
        <p:spPr>
          <a:xfrm>
            <a:off x="7354570" y="2181225"/>
            <a:ext cx="4640580" cy="3710305"/>
          </a:xfrm>
          <a:prstGeom prst="rect">
            <a:avLst/>
          </a:prstGeom>
        </p:spPr>
        <p:txBody>
          <a:bodyPr wrap="square" lIns="0" tIns="0" rIns="0" bIns="0">
            <a:noAutofit/>
          </a:bodyPr>
          <a:p>
            <a:pPr>
              <a:lnSpc>
                <a:spcPct val="150000"/>
              </a:lnSpc>
              <a:spcBef>
                <a:spcPct val="0"/>
              </a:spcBef>
              <a:spcAft>
                <a:spcPct val="0"/>
              </a:spcAft>
            </a:pP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①</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序言明确宪法是国家根本法</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具有最高法律效力</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是整部宪法效力的基础</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nSpc>
                <a:spcPct val="150000"/>
              </a:lnSpc>
              <a:spcBef>
                <a:spcPct val="0"/>
              </a:spcBef>
              <a:spcAft>
                <a:spcPct val="0"/>
              </a:spcAft>
            </a:pP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②</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序言是宪法不可分割的组成部分</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宪法效力具有整体性</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不得分割对待</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nSpc>
                <a:spcPct val="150000"/>
              </a:lnSpc>
              <a:spcBef>
                <a:spcPct val="0"/>
              </a:spcBef>
              <a:spcAft>
                <a:spcPct val="0"/>
              </a:spcAft>
            </a:pP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③</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序言确认中国共产党的领导地位</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是我国宪法的基石</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nSpc>
                <a:spcPct val="150000"/>
              </a:lnSpc>
              <a:spcBef>
                <a:spcPct val="0"/>
              </a:spcBef>
              <a:spcAft>
                <a:spcPct val="0"/>
              </a:spcAft>
            </a:pP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④</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序言对宪法条文具有统领和指导作用</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约束宪法解释与修改。</a:t>
            </a:r>
            <a:endPar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0" name="矩形 4"/>
          <p:cNvSpPr/>
          <p:nvPr>
            <p:custDataLst>
              <p:tags r:id="rId5"/>
            </p:custDataLst>
          </p:nvPr>
        </p:nvSpPr>
        <p:spPr>
          <a:xfrm>
            <a:off x="7499985" y="1700530"/>
            <a:ext cx="4495800" cy="386080"/>
          </a:xfrm>
          <a:prstGeom prst="rect">
            <a:avLst/>
          </a:prstGeom>
          <a:noFill/>
        </p:spPr>
        <p:txBody>
          <a:bodyPr wrap="square" lIns="0" tIns="0" rIns="0" bIns="0" rtlCol="0" anchor="b" anchorCtr="0">
            <a:noAutofit/>
          </a:bodyPr>
          <a:p>
            <a:pPr>
              <a:spcBef>
                <a:spcPct val="0"/>
              </a:spcBef>
              <a:spcAft>
                <a:spcPct val="0"/>
              </a:spcAft>
            </a:pPr>
            <a:r>
              <a:rPr lang="zh-CN" altLang="en-US" sz="3200" b="1" kern="0" dirty="0">
                <a:solidFill>
                  <a:schemeClr val="accent2"/>
                </a:solidFill>
                <a:latin typeface="+mn-ea"/>
                <a:cs typeface="+mn-ea"/>
              </a:rPr>
              <a:t>关键依据</a:t>
            </a:r>
            <a:endParaRPr lang="zh-CN" altLang="en-US" sz="3200" b="1" kern="0" dirty="0">
              <a:solidFill>
                <a:schemeClr val="accent2"/>
              </a:solidFill>
              <a:latin typeface="+mn-ea"/>
              <a:cs typeface="+mn-ea"/>
            </a:endParaRPr>
          </a:p>
        </p:txBody>
      </p:sp>
      <p:sp>
        <p:nvSpPr>
          <p:cNvPr id="11" name="矩形 7"/>
          <p:cNvSpPr/>
          <p:nvPr>
            <p:custDataLst>
              <p:tags r:id="rId6"/>
            </p:custDataLst>
          </p:nvPr>
        </p:nvSpPr>
        <p:spPr>
          <a:xfrm>
            <a:off x="1229995" y="2181039"/>
            <a:ext cx="3349704" cy="3430851"/>
          </a:xfrm>
          <a:prstGeom prst="rect">
            <a:avLst/>
          </a:prstGeom>
        </p:spPr>
        <p:txBody>
          <a:bodyPr wrap="square" lIns="0" tIns="0" rIns="0" bIns="0">
            <a:noAutofit/>
          </a:bodyPr>
          <a:p>
            <a:pPr algn="r">
              <a:lnSpc>
                <a:spcPct val="150000"/>
              </a:lnSpc>
              <a:spcBef>
                <a:spcPct val="0"/>
              </a:spcBef>
              <a:spcAft>
                <a:spcPct val="0"/>
              </a:spcAft>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宪法序言与条文构成有机整体</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具有最高法律效力</a:t>
            </a:r>
            <a:r>
              <a:rPr lang="zh-CN" altLang="en-US" sz="2400" dirty="0">
                <a:solidFill>
                  <a:schemeClr val="tx1">
                    <a:lumMod val="85000"/>
                    <a:lumOff val="15000"/>
                  </a:schemeClr>
                </a:solidFill>
                <a:latin typeface="微软雅黑" panose="020B0503020204020204" charset="-122"/>
                <a:ea typeface="微软雅黑" panose="020B0503020204020204" charset="-122"/>
                <a:cs typeface="+mn-ea"/>
              </a:rPr>
              <a:t>。</a:t>
            </a:r>
            <a:endParaRPr lang="zh-CN" altLang="en-US" sz="2400" dirty="0">
              <a:solidFill>
                <a:schemeClr val="tx1">
                  <a:lumMod val="85000"/>
                  <a:lumOff val="15000"/>
                </a:schemeClr>
              </a:solidFill>
              <a:latin typeface="微软雅黑" panose="020B0503020204020204" charset="-122"/>
              <a:ea typeface="微软雅黑" panose="020B0503020204020204" charset="-122"/>
              <a:cs typeface="+mn-ea"/>
            </a:endParaRPr>
          </a:p>
        </p:txBody>
      </p:sp>
      <p:sp>
        <p:nvSpPr>
          <p:cNvPr id="13" name="矩形 8"/>
          <p:cNvSpPr/>
          <p:nvPr>
            <p:custDataLst>
              <p:tags r:id="rId7"/>
            </p:custDataLst>
          </p:nvPr>
        </p:nvSpPr>
        <p:spPr>
          <a:xfrm>
            <a:off x="817245" y="1700769"/>
            <a:ext cx="3349038" cy="385788"/>
          </a:xfrm>
          <a:prstGeom prst="rect">
            <a:avLst/>
          </a:prstGeom>
          <a:noFill/>
        </p:spPr>
        <p:txBody>
          <a:bodyPr wrap="square" lIns="0" tIns="0" rIns="0" bIns="0" rtlCol="0" anchor="b" anchorCtr="0">
            <a:noAutofit/>
          </a:bodyPr>
          <a:p>
            <a:pPr algn="r">
              <a:spcBef>
                <a:spcPct val="0"/>
              </a:spcBef>
              <a:spcAft>
                <a:spcPct val="0"/>
              </a:spcAft>
            </a:pPr>
            <a:r>
              <a:rPr lang="zh-CN" altLang="en-US" sz="3200" b="1" kern="0">
                <a:solidFill>
                  <a:schemeClr val="accent1"/>
                </a:solidFill>
                <a:latin typeface="+mn-ea"/>
                <a:cs typeface="+mn-ea"/>
              </a:rPr>
              <a:t>核心结论</a:t>
            </a:r>
            <a:endParaRPr lang="zh-CN" altLang="en-US" sz="3200" b="1" kern="0">
              <a:solidFill>
                <a:schemeClr val="accent1"/>
              </a:solidFill>
              <a:latin typeface="+mn-ea"/>
              <a:cs typeface="+mn-ea"/>
            </a:endParaRPr>
          </a:p>
        </p:txBody>
      </p:sp>
      <p:pic>
        <p:nvPicPr>
          <p:cNvPr id="15" name="图片 3" descr="343439383331313b343532303031393bd2b5bca8b9dcc0ed"/>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5260957" y="3128849"/>
            <a:ext cx="414803" cy="414803"/>
          </a:xfrm>
          <a:prstGeom prst="rect">
            <a:avLst/>
          </a:prstGeom>
        </p:spPr>
      </p:pic>
      <p:pic>
        <p:nvPicPr>
          <p:cNvPr id="16" name="图片 4" descr="343439383331313b343532303032303bb8f6c8cbd0c5cfa2"/>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356871" y="3128366"/>
            <a:ext cx="407260" cy="407260"/>
          </a:xfrm>
          <a:prstGeom prst="rect">
            <a:avLst/>
          </a:prstGeom>
        </p:spPr>
      </p:pic>
    </p:spTree>
    <p:custDataLst>
      <p:tags r:id="rId14"/>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8200" y="365125"/>
            <a:ext cx="10515600" cy="1287145"/>
          </a:xfrm>
        </p:spPr>
        <p:txBody>
          <a:bodyPr/>
          <a:lstStyle/>
          <a:p>
            <a:r>
              <a:rPr lang="zh-CN" altLang="en-US"/>
              <a:t>二、宪法的作用</a:t>
            </a:r>
            <a:endParaRPr lang="zh-CN" altLang="en-US"/>
          </a:p>
        </p:txBody>
      </p:sp>
      <p:sp useBgFill="1">
        <p:nvSpPr>
          <p:cNvPr id="26" name="矩形 25"/>
          <p:cNvSpPr/>
          <p:nvPr>
            <p:custDataLst>
              <p:tags r:id="rId2"/>
            </p:custDataLst>
          </p:nvPr>
        </p:nvSpPr>
        <p:spPr>
          <a:xfrm>
            <a:off x="6258039" y="1660899"/>
            <a:ext cx="5240542" cy="4530111"/>
          </a:xfrm>
          <a:prstGeom prst="rect">
            <a:avLst/>
          </a:prstGeom>
          <a:ln w="3175">
            <a:noFill/>
          </a:ln>
          <a:effectLst>
            <a:outerShdw blurRad="215900" dist="50800" dir="5400000" sx="102000" sy="102000" algn="ctr" rotWithShape="0">
              <a:schemeClr val="accent2">
                <a:alpha val="15000"/>
              </a:schemeClr>
            </a:outerShdw>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p:nvSpPr>
          <p:cNvPr id="27" name="矩形 26"/>
          <p:cNvSpPr/>
          <p:nvPr>
            <p:custDataLst>
              <p:tags r:id="rId3"/>
            </p:custDataLst>
          </p:nvPr>
        </p:nvSpPr>
        <p:spPr>
          <a:xfrm>
            <a:off x="6257925" y="1691005"/>
            <a:ext cx="5240655" cy="4865370"/>
          </a:xfrm>
          <a:prstGeom prst="rect">
            <a:avLst/>
          </a:prstGeom>
          <a:solidFill>
            <a:srgbClr val="FFFFFF">
              <a:alpha val="20000"/>
            </a:srgbClr>
          </a:solidFill>
          <a:ln w="3175">
            <a:noFill/>
          </a:ln>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useBgFill="1">
        <p:nvSpPr>
          <p:cNvPr id="4" name="矩形 3"/>
          <p:cNvSpPr/>
          <p:nvPr>
            <p:custDataLst>
              <p:tags r:id="rId4"/>
            </p:custDataLst>
          </p:nvPr>
        </p:nvSpPr>
        <p:spPr>
          <a:xfrm>
            <a:off x="695960" y="1660899"/>
            <a:ext cx="5240542" cy="4530111"/>
          </a:xfrm>
          <a:prstGeom prst="rect">
            <a:avLst/>
          </a:prstGeom>
          <a:ln w="3175">
            <a:noFill/>
          </a:ln>
          <a:effectLst>
            <a:outerShdw blurRad="215900" dist="50800" dir="5400000" sx="102000" sy="102000" algn="ctr" rotWithShape="0">
              <a:schemeClr val="accent1">
                <a:alpha val="15000"/>
              </a:schemeClr>
            </a:outerShdw>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p:nvSpPr>
          <p:cNvPr id="19" name="矩形 18"/>
          <p:cNvSpPr/>
          <p:nvPr>
            <p:custDataLst>
              <p:tags r:id="rId5"/>
            </p:custDataLst>
          </p:nvPr>
        </p:nvSpPr>
        <p:spPr>
          <a:xfrm>
            <a:off x="695960" y="1652270"/>
            <a:ext cx="5240655" cy="4865370"/>
          </a:xfrm>
          <a:prstGeom prst="rect">
            <a:avLst/>
          </a:prstGeom>
          <a:solidFill>
            <a:srgbClr val="FFFFFF">
              <a:alpha val="20000"/>
            </a:srgbClr>
          </a:solidFill>
          <a:ln w="3175">
            <a:noFill/>
          </a:ln>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p:nvSpPr>
          <p:cNvPr id="21" name="任意多边形 20"/>
          <p:cNvSpPr/>
          <p:nvPr>
            <p:custDataLst>
              <p:tags r:id="rId6"/>
            </p:custDataLst>
          </p:nvPr>
        </p:nvSpPr>
        <p:spPr>
          <a:xfrm>
            <a:off x="929170" y="1462639"/>
            <a:ext cx="1058657" cy="135922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113" h="1429">
                <a:moveTo>
                  <a:pt x="1113" y="201"/>
                </a:moveTo>
                <a:lnTo>
                  <a:pt x="996" y="201"/>
                </a:lnTo>
                <a:lnTo>
                  <a:pt x="1113" y="201"/>
                </a:lnTo>
                <a:close/>
                <a:moveTo>
                  <a:pt x="173" y="0"/>
                </a:moveTo>
                <a:lnTo>
                  <a:pt x="183" y="0"/>
                </a:lnTo>
                <a:lnTo>
                  <a:pt x="1113" y="0"/>
                </a:lnTo>
                <a:lnTo>
                  <a:pt x="1113" y="1"/>
                </a:lnTo>
                <a:lnTo>
                  <a:pt x="1108" y="1"/>
                </a:lnTo>
                <a:cubicBezTo>
                  <a:pt x="1045" y="6"/>
                  <a:pt x="995" y="82"/>
                  <a:pt x="995" y="174"/>
                </a:cubicBezTo>
                <a:cubicBezTo>
                  <a:pt x="995" y="183"/>
                  <a:pt x="995" y="192"/>
                  <a:pt x="996" y="200"/>
                </a:cubicBezTo>
                <a:lnTo>
                  <a:pt x="996" y="201"/>
                </a:lnTo>
                <a:lnTo>
                  <a:pt x="989" y="201"/>
                </a:lnTo>
                <a:lnTo>
                  <a:pt x="989" y="904"/>
                </a:lnTo>
                <a:lnTo>
                  <a:pt x="989" y="909"/>
                </a:lnTo>
                <a:cubicBezTo>
                  <a:pt x="990" y="917"/>
                  <a:pt x="990" y="925"/>
                  <a:pt x="990" y="934"/>
                </a:cubicBezTo>
                <a:cubicBezTo>
                  <a:pt x="990" y="943"/>
                  <a:pt x="990" y="951"/>
                  <a:pt x="989" y="959"/>
                </a:cubicBezTo>
                <a:lnTo>
                  <a:pt x="989" y="964"/>
                </a:lnTo>
                <a:lnTo>
                  <a:pt x="989" y="971"/>
                </a:lnTo>
                <a:lnTo>
                  <a:pt x="989" y="973"/>
                </a:lnTo>
                <a:cubicBezTo>
                  <a:pt x="988" y="999"/>
                  <a:pt x="984" y="1025"/>
                  <a:pt x="977" y="1050"/>
                </a:cubicBezTo>
                <a:lnTo>
                  <a:pt x="975" y="1055"/>
                </a:lnTo>
                <a:lnTo>
                  <a:pt x="974" y="1058"/>
                </a:lnTo>
                <a:cubicBezTo>
                  <a:pt x="919" y="1271"/>
                  <a:pt x="726" y="1429"/>
                  <a:pt x="495" y="1429"/>
                </a:cubicBezTo>
                <a:cubicBezTo>
                  <a:pt x="264" y="1429"/>
                  <a:pt x="71" y="1271"/>
                  <a:pt x="16" y="1058"/>
                </a:cubicBezTo>
                <a:lnTo>
                  <a:pt x="15" y="1055"/>
                </a:lnTo>
                <a:lnTo>
                  <a:pt x="13" y="1050"/>
                </a:lnTo>
                <a:cubicBezTo>
                  <a:pt x="6" y="1025"/>
                  <a:pt x="2" y="999"/>
                  <a:pt x="1" y="973"/>
                </a:cubicBezTo>
                <a:lnTo>
                  <a:pt x="1" y="971"/>
                </a:lnTo>
                <a:lnTo>
                  <a:pt x="1" y="964"/>
                </a:lnTo>
                <a:lnTo>
                  <a:pt x="1" y="959"/>
                </a:lnTo>
                <a:cubicBezTo>
                  <a:pt x="0" y="951"/>
                  <a:pt x="0" y="943"/>
                  <a:pt x="0" y="934"/>
                </a:cubicBezTo>
                <a:cubicBezTo>
                  <a:pt x="0" y="925"/>
                  <a:pt x="0" y="917"/>
                  <a:pt x="1" y="909"/>
                </a:cubicBezTo>
                <a:lnTo>
                  <a:pt x="1" y="904"/>
                </a:lnTo>
                <a:lnTo>
                  <a:pt x="1" y="185"/>
                </a:lnTo>
                <a:lnTo>
                  <a:pt x="1" y="185"/>
                </a:lnTo>
                <a:lnTo>
                  <a:pt x="1" y="183"/>
                </a:lnTo>
                <a:cubicBezTo>
                  <a:pt x="1" y="181"/>
                  <a:pt x="1" y="178"/>
                  <a:pt x="1" y="175"/>
                </a:cubicBezTo>
                <a:cubicBezTo>
                  <a:pt x="1" y="84"/>
                  <a:pt x="72" y="10"/>
                  <a:pt x="164" y="1"/>
                </a:cubicBezTo>
                <a:lnTo>
                  <a:pt x="164" y="1"/>
                </a:lnTo>
                <a:lnTo>
                  <a:pt x="167" y="0"/>
                </a:lnTo>
                <a:cubicBezTo>
                  <a:pt x="169" y="0"/>
                  <a:pt x="171" y="0"/>
                  <a:pt x="173" y="0"/>
                </a:cubicBezTo>
                <a:close/>
              </a:path>
            </a:pathLst>
          </a:custGeom>
          <a:gradFill>
            <a:gsLst>
              <a:gs pos="0">
                <a:schemeClr val="accent1">
                  <a:lumMod val="60000"/>
                  <a:lumOff val="40000"/>
                  <a:alpha val="100000"/>
                </a:schemeClr>
              </a:gs>
              <a:gs pos="71000">
                <a:schemeClr val="accent1">
                  <a:alpha val="100000"/>
                </a:schemeClr>
              </a:gs>
            </a:gsLst>
            <a:lin ang="2700000" scaled="0"/>
          </a:gradFill>
          <a:ln>
            <a:noFill/>
          </a:ln>
          <a:effectLst>
            <a:outerShdw blurRad="101600" dist="25400" dir="5400000" sx="103000" sy="103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rIns="17970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sz="2800" b="1">
                <a:solidFill>
                  <a:schemeClr val="lt1"/>
                </a:solidFill>
                <a:latin typeface="+mn-ea"/>
                <a:cs typeface="+mn-ea"/>
                <a:sym typeface="+mn-ea"/>
              </a:rPr>
              <a:t>01</a:t>
            </a:r>
            <a:endParaRPr lang="en-US" altLang="zh-CN" sz="2800" b="1">
              <a:solidFill>
                <a:schemeClr val="lt1"/>
              </a:solidFill>
              <a:latin typeface="+mn-ea"/>
              <a:cs typeface="+mn-ea"/>
              <a:sym typeface="+mn-ea"/>
            </a:endParaRPr>
          </a:p>
        </p:txBody>
      </p:sp>
      <p:sp>
        <p:nvSpPr>
          <p:cNvPr id="22" name="任意多边形 21"/>
          <p:cNvSpPr/>
          <p:nvPr>
            <p:custDataLst>
              <p:tags r:id="rId7"/>
            </p:custDataLst>
          </p:nvPr>
        </p:nvSpPr>
        <p:spPr>
          <a:xfrm>
            <a:off x="1862643" y="1462004"/>
            <a:ext cx="256721" cy="189999"/>
          </a:xfrm>
          <a:custGeom>
            <a:avLst/>
            <a:gdLst/>
            <a:ahLst/>
            <a:cxnLst>
              <a:cxn ang="3">
                <a:pos x="hc" y="t"/>
              </a:cxn>
              <a:cxn ang="cd2">
                <a:pos x="l" y="vc"/>
              </a:cxn>
              <a:cxn ang="cd4">
                <a:pos x="hc" y="b"/>
              </a:cxn>
              <a:cxn ang="0">
                <a:pos x="r" y="vc"/>
              </a:cxn>
            </a:cxnLst>
            <a:rect l="l" t="t" r="r" b="b"/>
            <a:pathLst>
              <a:path w="340" h="253">
                <a:moveTo>
                  <a:pt x="170" y="0"/>
                </a:moveTo>
                <a:cubicBezTo>
                  <a:pt x="264" y="0"/>
                  <a:pt x="340" y="98"/>
                  <a:pt x="340" y="220"/>
                </a:cubicBezTo>
                <a:cubicBezTo>
                  <a:pt x="340" y="231"/>
                  <a:pt x="339" y="242"/>
                  <a:pt x="338" y="253"/>
                </a:cubicBezTo>
                <a:lnTo>
                  <a:pt x="338" y="253"/>
                </a:lnTo>
                <a:lnTo>
                  <a:pt x="2" y="253"/>
                </a:lnTo>
                <a:lnTo>
                  <a:pt x="2" y="253"/>
                </a:lnTo>
                <a:cubicBezTo>
                  <a:pt x="1" y="242"/>
                  <a:pt x="0" y="231"/>
                  <a:pt x="0" y="220"/>
                </a:cubicBezTo>
                <a:cubicBezTo>
                  <a:pt x="0" y="98"/>
                  <a:pt x="76" y="0"/>
                  <a:pt x="170"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5" name="矩形 4"/>
          <p:cNvSpPr/>
          <p:nvPr>
            <p:custDataLst>
              <p:tags r:id="rId8"/>
            </p:custDataLst>
          </p:nvPr>
        </p:nvSpPr>
        <p:spPr>
          <a:xfrm>
            <a:off x="2120000" y="1927787"/>
            <a:ext cx="3341822" cy="893440"/>
          </a:xfrm>
          <a:prstGeom prst="rect">
            <a:avLst/>
          </a:prstGeom>
          <a:noFill/>
        </p:spPr>
        <p:txBody>
          <a:bodyPr wrap="square" lIns="0" tIns="0" rIns="0" bIns="0" rtlCol="0" anchor="t" anchorCtr="0">
            <a:noAutofit/>
          </a:bodyPr>
          <a:lstStyle/>
          <a:p>
            <a:pPr algn="l">
              <a:spcBef>
                <a:spcPct val="0"/>
              </a:spcBef>
              <a:spcAft>
                <a:spcPct val="0"/>
              </a:spcAft>
            </a:pPr>
            <a:r>
              <a:rPr lang="zh-CN" altLang="en-US" sz="2800" b="1">
                <a:solidFill>
                  <a:schemeClr val="accent1"/>
                </a:solidFill>
                <a:latin typeface="+mn-ea"/>
                <a:cs typeface="+mn-ea"/>
              </a:rPr>
              <a:t>确认和规范国家权力</a:t>
            </a:r>
            <a:endParaRPr lang="zh-CN" altLang="en-US" sz="2800" b="1">
              <a:solidFill>
                <a:schemeClr val="accent1"/>
              </a:solidFill>
              <a:latin typeface="+mn-ea"/>
              <a:cs typeface="+mn-ea"/>
            </a:endParaRPr>
          </a:p>
        </p:txBody>
      </p:sp>
      <p:sp>
        <p:nvSpPr>
          <p:cNvPr id="9" name="矩形 8"/>
          <p:cNvSpPr/>
          <p:nvPr>
            <p:custDataLst>
              <p:tags r:id="rId9"/>
            </p:custDataLst>
          </p:nvPr>
        </p:nvSpPr>
        <p:spPr>
          <a:xfrm>
            <a:off x="929005" y="2821305"/>
            <a:ext cx="4755515" cy="3005455"/>
          </a:xfrm>
          <a:prstGeom prst="rect">
            <a:avLst/>
          </a:prstGeom>
          <a:noFill/>
        </p:spPr>
        <p:txBody>
          <a:bodyPr wrap="square" lIns="0" tIns="0" rIns="0" bIns="0" rtlCol="0" anchor="t" anchorCtr="0">
            <a:noAutofit/>
          </a:bodyPr>
          <a:lstStyle/>
          <a:p>
            <a:pPr indent="0" fontAlgn="auto">
              <a:lnSpc>
                <a:spcPct val="150000"/>
              </a:lnSpc>
              <a:spcBef>
                <a:spcPct val="0"/>
              </a:spcBef>
              <a:spcAft>
                <a:spcPct val="0"/>
              </a:spcAft>
            </a:pP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rPr>
              <a:t>确认权力归属</a:t>
            </a:r>
            <a:r>
              <a:rPr lang="en-US" altLang="zh-CN" sz="2000" b="1" dirty="0">
                <a:solidFill>
                  <a:srgbClr val="C00000"/>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明确国家性质</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我国《宪法》第</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1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条</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“人民民主专政的社会主义国家”</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宣告权力属于人民</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spcBef>
                <a:spcPct val="0"/>
              </a:spcBef>
              <a:spcAft>
                <a:spcPct val="0"/>
              </a:spcAft>
            </a:pP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rPr>
              <a:t>规范权力运行</a:t>
            </a:r>
            <a:r>
              <a:rPr lang="en-US" altLang="zh-CN" sz="2000" b="1" dirty="0">
                <a:solidFill>
                  <a:srgbClr val="C00000"/>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划分权力分工</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立法、行政、监察、司法等</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规定运行程序与监督方式</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如我国人大对政府的监督权</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4" name="任意多边形 13"/>
          <p:cNvSpPr/>
          <p:nvPr>
            <p:custDataLst>
              <p:tags r:id="rId10"/>
            </p:custDataLst>
          </p:nvPr>
        </p:nvSpPr>
        <p:spPr>
          <a:xfrm>
            <a:off x="6491248" y="1462639"/>
            <a:ext cx="1058657" cy="135922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113" h="1429">
                <a:moveTo>
                  <a:pt x="1113" y="201"/>
                </a:moveTo>
                <a:lnTo>
                  <a:pt x="996" y="201"/>
                </a:lnTo>
                <a:lnTo>
                  <a:pt x="1113" y="201"/>
                </a:lnTo>
                <a:close/>
                <a:moveTo>
                  <a:pt x="173" y="0"/>
                </a:moveTo>
                <a:lnTo>
                  <a:pt x="183" y="0"/>
                </a:lnTo>
                <a:lnTo>
                  <a:pt x="1113" y="0"/>
                </a:lnTo>
                <a:lnTo>
                  <a:pt x="1113" y="1"/>
                </a:lnTo>
                <a:lnTo>
                  <a:pt x="1108" y="1"/>
                </a:lnTo>
                <a:cubicBezTo>
                  <a:pt x="1045" y="6"/>
                  <a:pt x="995" y="82"/>
                  <a:pt x="995" y="174"/>
                </a:cubicBezTo>
                <a:cubicBezTo>
                  <a:pt x="995" y="183"/>
                  <a:pt x="995" y="192"/>
                  <a:pt x="996" y="200"/>
                </a:cubicBezTo>
                <a:lnTo>
                  <a:pt x="996" y="201"/>
                </a:lnTo>
                <a:lnTo>
                  <a:pt x="989" y="201"/>
                </a:lnTo>
                <a:lnTo>
                  <a:pt x="989" y="904"/>
                </a:lnTo>
                <a:lnTo>
                  <a:pt x="989" y="909"/>
                </a:lnTo>
                <a:cubicBezTo>
                  <a:pt x="990" y="917"/>
                  <a:pt x="990" y="925"/>
                  <a:pt x="990" y="934"/>
                </a:cubicBezTo>
                <a:cubicBezTo>
                  <a:pt x="990" y="943"/>
                  <a:pt x="990" y="951"/>
                  <a:pt x="989" y="959"/>
                </a:cubicBezTo>
                <a:lnTo>
                  <a:pt x="989" y="964"/>
                </a:lnTo>
                <a:lnTo>
                  <a:pt x="989" y="971"/>
                </a:lnTo>
                <a:lnTo>
                  <a:pt x="989" y="973"/>
                </a:lnTo>
                <a:cubicBezTo>
                  <a:pt x="988" y="999"/>
                  <a:pt x="984" y="1025"/>
                  <a:pt x="977" y="1050"/>
                </a:cubicBezTo>
                <a:lnTo>
                  <a:pt x="975" y="1055"/>
                </a:lnTo>
                <a:lnTo>
                  <a:pt x="974" y="1058"/>
                </a:lnTo>
                <a:cubicBezTo>
                  <a:pt x="919" y="1271"/>
                  <a:pt x="726" y="1429"/>
                  <a:pt x="495" y="1429"/>
                </a:cubicBezTo>
                <a:cubicBezTo>
                  <a:pt x="264" y="1429"/>
                  <a:pt x="71" y="1271"/>
                  <a:pt x="16" y="1058"/>
                </a:cubicBezTo>
                <a:lnTo>
                  <a:pt x="15" y="1055"/>
                </a:lnTo>
                <a:lnTo>
                  <a:pt x="13" y="1050"/>
                </a:lnTo>
                <a:cubicBezTo>
                  <a:pt x="6" y="1025"/>
                  <a:pt x="2" y="999"/>
                  <a:pt x="1" y="973"/>
                </a:cubicBezTo>
                <a:lnTo>
                  <a:pt x="1" y="971"/>
                </a:lnTo>
                <a:lnTo>
                  <a:pt x="1" y="964"/>
                </a:lnTo>
                <a:lnTo>
                  <a:pt x="1" y="959"/>
                </a:lnTo>
                <a:cubicBezTo>
                  <a:pt x="0" y="951"/>
                  <a:pt x="0" y="943"/>
                  <a:pt x="0" y="934"/>
                </a:cubicBezTo>
                <a:cubicBezTo>
                  <a:pt x="0" y="925"/>
                  <a:pt x="0" y="917"/>
                  <a:pt x="1" y="909"/>
                </a:cubicBezTo>
                <a:lnTo>
                  <a:pt x="1" y="904"/>
                </a:lnTo>
                <a:lnTo>
                  <a:pt x="1" y="185"/>
                </a:lnTo>
                <a:lnTo>
                  <a:pt x="1" y="185"/>
                </a:lnTo>
                <a:lnTo>
                  <a:pt x="1" y="183"/>
                </a:lnTo>
                <a:cubicBezTo>
                  <a:pt x="1" y="181"/>
                  <a:pt x="1" y="178"/>
                  <a:pt x="1" y="175"/>
                </a:cubicBezTo>
                <a:cubicBezTo>
                  <a:pt x="1" y="84"/>
                  <a:pt x="72" y="10"/>
                  <a:pt x="164" y="1"/>
                </a:cubicBezTo>
                <a:lnTo>
                  <a:pt x="164" y="1"/>
                </a:lnTo>
                <a:lnTo>
                  <a:pt x="167" y="0"/>
                </a:lnTo>
                <a:cubicBezTo>
                  <a:pt x="169" y="0"/>
                  <a:pt x="171" y="0"/>
                  <a:pt x="173" y="0"/>
                </a:cubicBezTo>
                <a:close/>
              </a:path>
            </a:pathLst>
          </a:custGeom>
          <a:gradFill>
            <a:gsLst>
              <a:gs pos="0">
                <a:schemeClr val="accent2">
                  <a:lumMod val="60000"/>
                  <a:lumOff val="40000"/>
                  <a:alpha val="100000"/>
                </a:schemeClr>
              </a:gs>
              <a:gs pos="71000">
                <a:schemeClr val="accent2">
                  <a:alpha val="100000"/>
                </a:schemeClr>
              </a:gs>
            </a:gsLst>
            <a:lin ang="2700000" scaled="0"/>
          </a:gradFill>
          <a:ln>
            <a:noFill/>
          </a:ln>
          <a:effectLst>
            <a:outerShdw blurRad="101600" dist="25400" dir="5400000" sx="103000" sy="103000" algn="t"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rIns="17970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sz="2800" b="1">
                <a:solidFill>
                  <a:schemeClr val="lt1"/>
                </a:solidFill>
                <a:latin typeface="+mn-ea"/>
                <a:cs typeface="+mn-ea"/>
                <a:sym typeface="+mn-ea"/>
              </a:rPr>
              <a:t>02</a:t>
            </a:r>
            <a:endParaRPr lang="en-US" altLang="zh-CN" sz="2800" b="1">
              <a:solidFill>
                <a:schemeClr val="lt1"/>
              </a:solidFill>
              <a:latin typeface="+mn-ea"/>
              <a:cs typeface="+mn-ea"/>
              <a:sym typeface="+mn-ea"/>
            </a:endParaRPr>
          </a:p>
        </p:txBody>
      </p:sp>
      <p:sp>
        <p:nvSpPr>
          <p:cNvPr id="15" name="任意多边形 14"/>
          <p:cNvSpPr/>
          <p:nvPr>
            <p:custDataLst>
              <p:tags r:id="rId11"/>
            </p:custDataLst>
          </p:nvPr>
        </p:nvSpPr>
        <p:spPr>
          <a:xfrm>
            <a:off x="7424722" y="1462004"/>
            <a:ext cx="256721" cy="189999"/>
          </a:xfrm>
          <a:custGeom>
            <a:avLst/>
            <a:gdLst/>
            <a:ahLst/>
            <a:cxnLst>
              <a:cxn ang="3">
                <a:pos x="hc" y="t"/>
              </a:cxn>
              <a:cxn ang="cd2">
                <a:pos x="l" y="vc"/>
              </a:cxn>
              <a:cxn ang="cd4">
                <a:pos x="hc" y="b"/>
              </a:cxn>
              <a:cxn ang="0">
                <a:pos x="r" y="vc"/>
              </a:cxn>
            </a:cxnLst>
            <a:rect l="l" t="t" r="r" b="b"/>
            <a:pathLst>
              <a:path w="340" h="253">
                <a:moveTo>
                  <a:pt x="170" y="0"/>
                </a:moveTo>
                <a:cubicBezTo>
                  <a:pt x="264" y="0"/>
                  <a:pt x="340" y="98"/>
                  <a:pt x="340" y="220"/>
                </a:cubicBezTo>
                <a:cubicBezTo>
                  <a:pt x="340" y="231"/>
                  <a:pt x="339" y="242"/>
                  <a:pt x="338" y="253"/>
                </a:cubicBezTo>
                <a:lnTo>
                  <a:pt x="338" y="253"/>
                </a:lnTo>
                <a:lnTo>
                  <a:pt x="2" y="253"/>
                </a:lnTo>
                <a:lnTo>
                  <a:pt x="2" y="253"/>
                </a:lnTo>
                <a:cubicBezTo>
                  <a:pt x="1" y="242"/>
                  <a:pt x="0" y="231"/>
                  <a:pt x="0" y="220"/>
                </a:cubicBezTo>
                <a:cubicBezTo>
                  <a:pt x="0" y="98"/>
                  <a:pt x="76" y="0"/>
                  <a:pt x="170"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17" name="矩形 16"/>
          <p:cNvSpPr/>
          <p:nvPr>
            <p:custDataLst>
              <p:tags r:id="rId12"/>
            </p:custDataLst>
          </p:nvPr>
        </p:nvSpPr>
        <p:spPr>
          <a:xfrm>
            <a:off x="7682078" y="1927787"/>
            <a:ext cx="3341822" cy="893440"/>
          </a:xfrm>
          <a:prstGeom prst="rect">
            <a:avLst/>
          </a:prstGeom>
          <a:noFill/>
        </p:spPr>
        <p:txBody>
          <a:bodyPr wrap="square" lIns="0" tIns="0" rIns="0" bIns="0" rtlCol="0" anchor="t" anchorCtr="0">
            <a:noAutofit/>
          </a:bodyPr>
          <a:lstStyle/>
          <a:p>
            <a:pPr algn="l">
              <a:spcBef>
                <a:spcPct val="0"/>
              </a:spcBef>
              <a:spcAft>
                <a:spcPct val="0"/>
              </a:spcAft>
            </a:pPr>
            <a:r>
              <a:rPr lang="zh-CN" altLang="en-US" sz="2800" b="1">
                <a:solidFill>
                  <a:schemeClr val="accent2"/>
                </a:solidFill>
                <a:latin typeface="+mn-ea"/>
                <a:cs typeface="+mn-ea"/>
              </a:rPr>
              <a:t>保障公民基本权利</a:t>
            </a:r>
            <a:endParaRPr lang="zh-CN" altLang="en-US" sz="2800" b="1">
              <a:solidFill>
                <a:schemeClr val="accent2"/>
              </a:solidFill>
              <a:latin typeface="+mn-ea"/>
              <a:cs typeface="+mn-ea"/>
            </a:endParaRPr>
          </a:p>
        </p:txBody>
      </p:sp>
      <p:sp>
        <p:nvSpPr>
          <p:cNvPr id="18" name="矩形 17"/>
          <p:cNvSpPr/>
          <p:nvPr>
            <p:custDataLst>
              <p:tags r:id="rId13"/>
            </p:custDataLst>
          </p:nvPr>
        </p:nvSpPr>
        <p:spPr>
          <a:xfrm>
            <a:off x="6602095" y="2821305"/>
            <a:ext cx="4700270" cy="3291840"/>
          </a:xfrm>
          <a:prstGeom prst="rect">
            <a:avLst/>
          </a:prstGeom>
          <a:noFill/>
        </p:spPr>
        <p:txBody>
          <a:bodyPr wrap="square" lIns="0" tIns="0" rIns="0" bIns="0" rtlCol="0" anchor="t" anchorCtr="0">
            <a:noAutofit/>
          </a:bodyPr>
          <a:lstStyle/>
          <a:p>
            <a:pPr indent="0" fontAlgn="auto">
              <a:lnSpc>
                <a:spcPct val="150000"/>
              </a:lnSpc>
              <a:spcBef>
                <a:spcPct val="0"/>
              </a:spcBef>
              <a:spcAft>
                <a:spcPct val="0"/>
              </a:spcAft>
            </a:pP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rPr>
              <a:t>核心地位</a:t>
            </a:r>
            <a:r>
              <a:rPr lang="en-US" altLang="zh-CN" sz="2000" b="1" dirty="0">
                <a:solidFill>
                  <a:srgbClr val="C00000"/>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公民基本权利是宪法的核心内容</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我国宪法专章规定公民权利</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spcBef>
                <a:spcPct val="0"/>
              </a:spcBef>
              <a:spcAft>
                <a:spcPct val="0"/>
              </a:spcAft>
            </a:pPr>
            <a:r>
              <a:rPr lang="zh-CN" altLang="zh-CN" sz="2000" b="1" dirty="0">
                <a:solidFill>
                  <a:srgbClr val="C00000"/>
                </a:solidFill>
                <a:latin typeface="微软雅黑" panose="020B0503020204020204" charset="-122"/>
                <a:ea typeface="微软雅黑" panose="020B0503020204020204" charset="-122"/>
                <a:cs typeface="微软雅黑" panose="020B0503020204020204" charset="-122"/>
              </a:rPr>
              <a:t>保障机制</a:t>
            </a:r>
            <a:r>
              <a:rPr lang="en-US" altLang="zh-CN" sz="2000" b="1" dirty="0">
                <a:solidFill>
                  <a:srgbClr val="C00000"/>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直接规定基本权利</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如言论自由、人格尊严</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限制权利滥用</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明确权利行使边界</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制度保障</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通过社会保障制度、合宪性审查落实权利</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确立“国家尊重和保障人权”</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原则</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签署国际人权公约。</a:t>
            </a:r>
            <a:endPar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Tree>
    <p:custDataLst>
      <p:tags r:id="rId14"/>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6" name="矩形 25"/>
          <p:cNvSpPr/>
          <p:nvPr>
            <p:custDataLst>
              <p:tags r:id="rId1"/>
            </p:custDataLst>
          </p:nvPr>
        </p:nvSpPr>
        <p:spPr>
          <a:xfrm>
            <a:off x="6258039" y="1660899"/>
            <a:ext cx="5240542" cy="4530111"/>
          </a:xfrm>
          <a:prstGeom prst="rect">
            <a:avLst/>
          </a:prstGeom>
          <a:ln w="3175">
            <a:noFill/>
          </a:ln>
          <a:effectLst>
            <a:outerShdw blurRad="215900" dist="50800" dir="5400000" sx="102000" sy="102000" algn="ctr" rotWithShape="0">
              <a:schemeClr val="accent2">
                <a:alpha val="15000"/>
              </a:schemeClr>
            </a:outerShdw>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p:nvSpPr>
          <p:cNvPr id="27" name="矩形 26"/>
          <p:cNvSpPr/>
          <p:nvPr>
            <p:custDataLst>
              <p:tags r:id="rId2"/>
            </p:custDataLst>
          </p:nvPr>
        </p:nvSpPr>
        <p:spPr>
          <a:xfrm>
            <a:off x="6257925" y="1661795"/>
            <a:ext cx="5240655" cy="4520565"/>
          </a:xfrm>
          <a:prstGeom prst="rect">
            <a:avLst/>
          </a:prstGeom>
          <a:solidFill>
            <a:srgbClr val="FFFFFF">
              <a:alpha val="20000"/>
            </a:srgbClr>
          </a:solidFill>
          <a:ln w="3175">
            <a:noFill/>
          </a:ln>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useBgFill="1">
        <p:nvSpPr>
          <p:cNvPr id="4" name="矩形 3"/>
          <p:cNvSpPr/>
          <p:nvPr>
            <p:custDataLst>
              <p:tags r:id="rId3"/>
            </p:custDataLst>
          </p:nvPr>
        </p:nvSpPr>
        <p:spPr>
          <a:xfrm>
            <a:off x="695960" y="1660899"/>
            <a:ext cx="5240542" cy="4530111"/>
          </a:xfrm>
          <a:prstGeom prst="rect">
            <a:avLst/>
          </a:prstGeom>
          <a:ln w="3175">
            <a:noFill/>
          </a:ln>
          <a:effectLst>
            <a:outerShdw blurRad="215900" dist="50800" dir="5400000" sx="102000" sy="102000" algn="ctr" rotWithShape="0">
              <a:schemeClr val="accent1">
                <a:alpha val="15000"/>
              </a:schemeClr>
            </a:outerShdw>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p:nvSpPr>
          <p:cNvPr id="19" name="矩形 18"/>
          <p:cNvSpPr/>
          <p:nvPr>
            <p:custDataLst>
              <p:tags r:id="rId4"/>
            </p:custDataLst>
          </p:nvPr>
        </p:nvSpPr>
        <p:spPr>
          <a:xfrm>
            <a:off x="695960" y="1462405"/>
            <a:ext cx="5240655" cy="4719955"/>
          </a:xfrm>
          <a:prstGeom prst="rect">
            <a:avLst/>
          </a:prstGeom>
          <a:solidFill>
            <a:srgbClr val="FFFFFF">
              <a:alpha val="20000"/>
            </a:srgbClr>
          </a:solidFill>
          <a:ln w="3175">
            <a:noFill/>
          </a:ln>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p:nvSpPr>
          <p:cNvPr id="21" name="任意多边形 20"/>
          <p:cNvSpPr/>
          <p:nvPr>
            <p:custDataLst>
              <p:tags r:id="rId5"/>
            </p:custDataLst>
          </p:nvPr>
        </p:nvSpPr>
        <p:spPr>
          <a:xfrm>
            <a:off x="929170" y="1462639"/>
            <a:ext cx="1058657" cy="135922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113" h="1429">
                <a:moveTo>
                  <a:pt x="1113" y="201"/>
                </a:moveTo>
                <a:lnTo>
                  <a:pt x="996" y="201"/>
                </a:lnTo>
                <a:lnTo>
                  <a:pt x="1113" y="201"/>
                </a:lnTo>
                <a:close/>
                <a:moveTo>
                  <a:pt x="173" y="0"/>
                </a:moveTo>
                <a:lnTo>
                  <a:pt x="183" y="0"/>
                </a:lnTo>
                <a:lnTo>
                  <a:pt x="1113" y="0"/>
                </a:lnTo>
                <a:lnTo>
                  <a:pt x="1113" y="1"/>
                </a:lnTo>
                <a:lnTo>
                  <a:pt x="1108" y="1"/>
                </a:lnTo>
                <a:cubicBezTo>
                  <a:pt x="1045" y="6"/>
                  <a:pt x="995" y="82"/>
                  <a:pt x="995" y="174"/>
                </a:cubicBezTo>
                <a:cubicBezTo>
                  <a:pt x="995" y="183"/>
                  <a:pt x="995" y="192"/>
                  <a:pt x="996" y="200"/>
                </a:cubicBezTo>
                <a:lnTo>
                  <a:pt x="996" y="201"/>
                </a:lnTo>
                <a:lnTo>
                  <a:pt x="989" y="201"/>
                </a:lnTo>
                <a:lnTo>
                  <a:pt x="989" y="904"/>
                </a:lnTo>
                <a:lnTo>
                  <a:pt x="989" y="909"/>
                </a:lnTo>
                <a:cubicBezTo>
                  <a:pt x="990" y="917"/>
                  <a:pt x="990" y="925"/>
                  <a:pt x="990" y="934"/>
                </a:cubicBezTo>
                <a:cubicBezTo>
                  <a:pt x="990" y="943"/>
                  <a:pt x="990" y="951"/>
                  <a:pt x="989" y="959"/>
                </a:cubicBezTo>
                <a:lnTo>
                  <a:pt x="989" y="964"/>
                </a:lnTo>
                <a:lnTo>
                  <a:pt x="989" y="971"/>
                </a:lnTo>
                <a:lnTo>
                  <a:pt x="989" y="973"/>
                </a:lnTo>
                <a:cubicBezTo>
                  <a:pt x="988" y="999"/>
                  <a:pt x="984" y="1025"/>
                  <a:pt x="977" y="1050"/>
                </a:cubicBezTo>
                <a:lnTo>
                  <a:pt x="975" y="1055"/>
                </a:lnTo>
                <a:lnTo>
                  <a:pt x="974" y="1058"/>
                </a:lnTo>
                <a:cubicBezTo>
                  <a:pt x="919" y="1271"/>
                  <a:pt x="726" y="1429"/>
                  <a:pt x="495" y="1429"/>
                </a:cubicBezTo>
                <a:cubicBezTo>
                  <a:pt x="264" y="1429"/>
                  <a:pt x="71" y="1271"/>
                  <a:pt x="16" y="1058"/>
                </a:cubicBezTo>
                <a:lnTo>
                  <a:pt x="15" y="1055"/>
                </a:lnTo>
                <a:lnTo>
                  <a:pt x="13" y="1050"/>
                </a:lnTo>
                <a:cubicBezTo>
                  <a:pt x="6" y="1025"/>
                  <a:pt x="2" y="999"/>
                  <a:pt x="1" y="973"/>
                </a:cubicBezTo>
                <a:lnTo>
                  <a:pt x="1" y="971"/>
                </a:lnTo>
                <a:lnTo>
                  <a:pt x="1" y="964"/>
                </a:lnTo>
                <a:lnTo>
                  <a:pt x="1" y="959"/>
                </a:lnTo>
                <a:cubicBezTo>
                  <a:pt x="0" y="951"/>
                  <a:pt x="0" y="943"/>
                  <a:pt x="0" y="934"/>
                </a:cubicBezTo>
                <a:cubicBezTo>
                  <a:pt x="0" y="925"/>
                  <a:pt x="0" y="917"/>
                  <a:pt x="1" y="909"/>
                </a:cubicBezTo>
                <a:lnTo>
                  <a:pt x="1" y="904"/>
                </a:lnTo>
                <a:lnTo>
                  <a:pt x="1" y="185"/>
                </a:lnTo>
                <a:lnTo>
                  <a:pt x="1" y="185"/>
                </a:lnTo>
                <a:lnTo>
                  <a:pt x="1" y="183"/>
                </a:lnTo>
                <a:cubicBezTo>
                  <a:pt x="1" y="181"/>
                  <a:pt x="1" y="178"/>
                  <a:pt x="1" y="175"/>
                </a:cubicBezTo>
                <a:cubicBezTo>
                  <a:pt x="1" y="84"/>
                  <a:pt x="72" y="10"/>
                  <a:pt x="164" y="1"/>
                </a:cubicBezTo>
                <a:lnTo>
                  <a:pt x="164" y="1"/>
                </a:lnTo>
                <a:lnTo>
                  <a:pt x="167" y="0"/>
                </a:lnTo>
                <a:cubicBezTo>
                  <a:pt x="169" y="0"/>
                  <a:pt x="171" y="0"/>
                  <a:pt x="173" y="0"/>
                </a:cubicBezTo>
                <a:close/>
              </a:path>
            </a:pathLst>
          </a:custGeom>
          <a:gradFill>
            <a:gsLst>
              <a:gs pos="0">
                <a:schemeClr val="accent1">
                  <a:lumMod val="60000"/>
                  <a:lumOff val="40000"/>
                  <a:alpha val="100000"/>
                </a:schemeClr>
              </a:gs>
              <a:gs pos="71000">
                <a:schemeClr val="accent1">
                  <a:alpha val="100000"/>
                </a:schemeClr>
              </a:gs>
            </a:gsLst>
            <a:lin ang="2700000" scaled="0"/>
          </a:gradFill>
          <a:ln>
            <a:noFill/>
          </a:ln>
          <a:effectLst>
            <a:outerShdw blurRad="101600" dist="25400" dir="5400000" sx="103000" sy="103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rIns="17970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sz="2800" b="1">
                <a:solidFill>
                  <a:schemeClr val="lt1"/>
                </a:solidFill>
                <a:latin typeface="+mn-ea"/>
                <a:cs typeface="+mn-ea"/>
                <a:sym typeface="+mn-ea"/>
              </a:rPr>
              <a:t>03</a:t>
            </a:r>
            <a:endParaRPr lang="en-US" altLang="zh-CN" sz="2800" b="1">
              <a:solidFill>
                <a:schemeClr val="lt1"/>
              </a:solidFill>
              <a:latin typeface="+mn-ea"/>
              <a:cs typeface="+mn-ea"/>
              <a:sym typeface="+mn-ea"/>
            </a:endParaRPr>
          </a:p>
        </p:txBody>
      </p:sp>
      <p:sp>
        <p:nvSpPr>
          <p:cNvPr id="22" name="任意多边形 21"/>
          <p:cNvSpPr/>
          <p:nvPr>
            <p:custDataLst>
              <p:tags r:id="rId6"/>
            </p:custDataLst>
          </p:nvPr>
        </p:nvSpPr>
        <p:spPr>
          <a:xfrm>
            <a:off x="1862643" y="1462004"/>
            <a:ext cx="256721" cy="189999"/>
          </a:xfrm>
          <a:custGeom>
            <a:avLst/>
            <a:gdLst/>
            <a:ahLst/>
            <a:cxnLst>
              <a:cxn ang="3">
                <a:pos x="hc" y="t"/>
              </a:cxn>
              <a:cxn ang="cd2">
                <a:pos x="l" y="vc"/>
              </a:cxn>
              <a:cxn ang="cd4">
                <a:pos x="hc" y="b"/>
              </a:cxn>
              <a:cxn ang="0">
                <a:pos x="r" y="vc"/>
              </a:cxn>
            </a:cxnLst>
            <a:rect l="l" t="t" r="r" b="b"/>
            <a:pathLst>
              <a:path w="340" h="253">
                <a:moveTo>
                  <a:pt x="170" y="0"/>
                </a:moveTo>
                <a:cubicBezTo>
                  <a:pt x="264" y="0"/>
                  <a:pt x="340" y="98"/>
                  <a:pt x="340" y="220"/>
                </a:cubicBezTo>
                <a:cubicBezTo>
                  <a:pt x="340" y="231"/>
                  <a:pt x="339" y="242"/>
                  <a:pt x="338" y="253"/>
                </a:cubicBezTo>
                <a:lnTo>
                  <a:pt x="338" y="253"/>
                </a:lnTo>
                <a:lnTo>
                  <a:pt x="2" y="253"/>
                </a:lnTo>
                <a:lnTo>
                  <a:pt x="2" y="253"/>
                </a:lnTo>
                <a:cubicBezTo>
                  <a:pt x="1" y="242"/>
                  <a:pt x="0" y="231"/>
                  <a:pt x="0" y="220"/>
                </a:cubicBezTo>
                <a:cubicBezTo>
                  <a:pt x="0" y="98"/>
                  <a:pt x="76" y="0"/>
                  <a:pt x="170"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5" name="矩形 4"/>
          <p:cNvSpPr/>
          <p:nvPr>
            <p:custDataLst>
              <p:tags r:id="rId7"/>
            </p:custDataLst>
          </p:nvPr>
        </p:nvSpPr>
        <p:spPr>
          <a:xfrm>
            <a:off x="2120000" y="1927787"/>
            <a:ext cx="3341822" cy="893440"/>
          </a:xfrm>
          <a:prstGeom prst="rect">
            <a:avLst/>
          </a:prstGeom>
          <a:noFill/>
        </p:spPr>
        <p:txBody>
          <a:bodyPr wrap="square" lIns="0" tIns="0" rIns="0" bIns="0" rtlCol="0" anchor="t" anchorCtr="0">
            <a:noAutofit/>
          </a:bodyPr>
          <a:lstStyle/>
          <a:p>
            <a:pPr algn="l">
              <a:spcBef>
                <a:spcPct val="0"/>
              </a:spcBef>
              <a:spcAft>
                <a:spcPct val="0"/>
              </a:spcAft>
            </a:pPr>
            <a:r>
              <a:rPr lang="zh-CN" altLang="en-US" sz="2800" b="1">
                <a:solidFill>
                  <a:schemeClr val="accent1"/>
                </a:solidFill>
                <a:latin typeface="+mn-ea"/>
                <a:cs typeface="+mn-ea"/>
              </a:rPr>
              <a:t>维护国家法制统一</a:t>
            </a:r>
            <a:endParaRPr lang="zh-CN" altLang="en-US" sz="2800" b="1">
              <a:solidFill>
                <a:schemeClr val="accent1"/>
              </a:solidFill>
              <a:latin typeface="+mn-ea"/>
              <a:cs typeface="+mn-ea"/>
            </a:endParaRPr>
          </a:p>
        </p:txBody>
      </p:sp>
      <p:sp>
        <p:nvSpPr>
          <p:cNvPr id="9" name="矩形 8"/>
          <p:cNvSpPr/>
          <p:nvPr>
            <p:custDataLst>
              <p:tags r:id="rId8"/>
            </p:custDataLst>
          </p:nvPr>
        </p:nvSpPr>
        <p:spPr>
          <a:xfrm>
            <a:off x="983615" y="2930525"/>
            <a:ext cx="4652010" cy="2896235"/>
          </a:xfrm>
          <a:prstGeom prst="rect">
            <a:avLst/>
          </a:prstGeom>
          <a:noFill/>
        </p:spPr>
        <p:txBody>
          <a:bodyPr wrap="square" lIns="0" tIns="0" rIns="0" bIns="0" rtlCol="0" anchor="t" anchorCtr="0">
            <a:noAutofit/>
          </a:bodyPr>
          <a:lstStyle/>
          <a:p>
            <a:pPr indent="0" fontAlgn="auto">
              <a:lnSpc>
                <a:spcPct val="150000"/>
              </a:lnSpc>
              <a:spcBef>
                <a:spcPct val="0"/>
              </a:spcBef>
              <a:spcAft>
                <a:spcPct val="0"/>
              </a:spcAft>
            </a:pP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核心功能</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宪法为法律体系提供统一基础</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所有法律不得与宪法抵触</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形成中国特色社会主义法律体系</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spcBef>
                <a:spcPct val="0"/>
              </a:spcBef>
              <a:spcAft>
                <a:spcPct val="0"/>
              </a:spcAft>
            </a:pP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实践要求</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重大改革需“于宪有源</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在宪法框架内推进。</a:t>
            </a:r>
            <a:endPar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4" name="任意多边形 13"/>
          <p:cNvSpPr/>
          <p:nvPr>
            <p:custDataLst>
              <p:tags r:id="rId9"/>
            </p:custDataLst>
          </p:nvPr>
        </p:nvSpPr>
        <p:spPr>
          <a:xfrm>
            <a:off x="6491248" y="1462639"/>
            <a:ext cx="1058657" cy="135922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113" h="1429">
                <a:moveTo>
                  <a:pt x="1113" y="201"/>
                </a:moveTo>
                <a:lnTo>
                  <a:pt x="996" y="201"/>
                </a:lnTo>
                <a:lnTo>
                  <a:pt x="1113" y="201"/>
                </a:lnTo>
                <a:close/>
                <a:moveTo>
                  <a:pt x="173" y="0"/>
                </a:moveTo>
                <a:lnTo>
                  <a:pt x="183" y="0"/>
                </a:lnTo>
                <a:lnTo>
                  <a:pt x="1113" y="0"/>
                </a:lnTo>
                <a:lnTo>
                  <a:pt x="1113" y="1"/>
                </a:lnTo>
                <a:lnTo>
                  <a:pt x="1108" y="1"/>
                </a:lnTo>
                <a:cubicBezTo>
                  <a:pt x="1045" y="6"/>
                  <a:pt x="995" y="82"/>
                  <a:pt x="995" y="174"/>
                </a:cubicBezTo>
                <a:cubicBezTo>
                  <a:pt x="995" y="183"/>
                  <a:pt x="995" y="192"/>
                  <a:pt x="996" y="200"/>
                </a:cubicBezTo>
                <a:lnTo>
                  <a:pt x="996" y="201"/>
                </a:lnTo>
                <a:lnTo>
                  <a:pt x="989" y="201"/>
                </a:lnTo>
                <a:lnTo>
                  <a:pt x="989" y="904"/>
                </a:lnTo>
                <a:lnTo>
                  <a:pt x="989" y="909"/>
                </a:lnTo>
                <a:cubicBezTo>
                  <a:pt x="990" y="917"/>
                  <a:pt x="990" y="925"/>
                  <a:pt x="990" y="934"/>
                </a:cubicBezTo>
                <a:cubicBezTo>
                  <a:pt x="990" y="943"/>
                  <a:pt x="990" y="951"/>
                  <a:pt x="989" y="959"/>
                </a:cubicBezTo>
                <a:lnTo>
                  <a:pt x="989" y="964"/>
                </a:lnTo>
                <a:lnTo>
                  <a:pt x="989" y="971"/>
                </a:lnTo>
                <a:lnTo>
                  <a:pt x="989" y="973"/>
                </a:lnTo>
                <a:cubicBezTo>
                  <a:pt x="988" y="999"/>
                  <a:pt x="984" y="1025"/>
                  <a:pt x="977" y="1050"/>
                </a:cubicBezTo>
                <a:lnTo>
                  <a:pt x="975" y="1055"/>
                </a:lnTo>
                <a:lnTo>
                  <a:pt x="974" y="1058"/>
                </a:lnTo>
                <a:cubicBezTo>
                  <a:pt x="919" y="1271"/>
                  <a:pt x="726" y="1429"/>
                  <a:pt x="495" y="1429"/>
                </a:cubicBezTo>
                <a:cubicBezTo>
                  <a:pt x="264" y="1429"/>
                  <a:pt x="71" y="1271"/>
                  <a:pt x="16" y="1058"/>
                </a:cubicBezTo>
                <a:lnTo>
                  <a:pt x="15" y="1055"/>
                </a:lnTo>
                <a:lnTo>
                  <a:pt x="13" y="1050"/>
                </a:lnTo>
                <a:cubicBezTo>
                  <a:pt x="6" y="1025"/>
                  <a:pt x="2" y="999"/>
                  <a:pt x="1" y="973"/>
                </a:cubicBezTo>
                <a:lnTo>
                  <a:pt x="1" y="971"/>
                </a:lnTo>
                <a:lnTo>
                  <a:pt x="1" y="964"/>
                </a:lnTo>
                <a:lnTo>
                  <a:pt x="1" y="959"/>
                </a:lnTo>
                <a:cubicBezTo>
                  <a:pt x="0" y="951"/>
                  <a:pt x="0" y="943"/>
                  <a:pt x="0" y="934"/>
                </a:cubicBezTo>
                <a:cubicBezTo>
                  <a:pt x="0" y="925"/>
                  <a:pt x="0" y="917"/>
                  <a:pt x="1" y="909"/>
                </a:cubicBezTo>
                <a:lnTo>
                  <a:pt x="1" y="904"/>
                </a:lnTo>
                <a:lnTo>
                  <a:pt x="1" y="185"/>
                </a:lnTo>
                <a:lnTo>
                  <a:pt x="1" y="185"/>
                </a:lnTo>
                <a:lnTo>
                  <a:pt x="1" y="183"/>
                </a:lnTo>
                <a:cubicBezTo>
                  <a:pt x="1" y="181"/>
                  <a:pt x="1" y="178"/>
                  <a:pt x="1" y="175"/>
                </a:cubicBezTo>
                <a:cubicBezTo>
                  <a:pt x="1" y="84"/>
                  <a:pt x="72" y="10"/>
                  <a:pt x="164" y="1"/>
                </a:cubicBezTo>
                <a:lnTo>
                  <a:pt x="164" y="1"/>
                </a:lnTo>
                <a:lnTo>
                  <a:pt x="167" y="0"/>
                </a:lnTo>
                <a:cubicBezTo>
                  <a:pt x="169" y="0"/>
                  <a:pt x="171" y="0"/>
                  <a:pt x="173" y="0"/>
                </a:cubicBezTo>
                <a:close/>
              </a:path>
            </a:pathLst>
          </a:custGeom>
          <a:gradFill>
            <a:gsLst>
              <a:gs pos="0">
                <a:schemeClr val="accent2">
                  <a:lumMod val="60000"/>
                  <a:lumOff val="40000"/>
                  <a:alpha val="100000"/>
                </a:schemeClr>
              </a:gs>
              <a:gs pos="71000">
                <a:schemeClr val="accent2">
                  <a:alpha val="100000"/>
                </a:schemeClr>
              </a:gs>
            </a:gsLst>
            <a:lin ang="2700000" scaled="0"/>
          </a:gradFill>
          <a:ln>
            <a:noFill/>
          </a:ln>
          <a:effectLst>
            <a:outerShdw blurRad="101600" dist="25400" dir="5400000" sx="103000" sy="103000" algn="t"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rIns="17970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sz="2800" b="1">
                <a:solidFill>
                  <a:schemeClr val="lt1"/>
                </a:solidFill>
                <a:latin typeface="+mn-ea"/>
                <a:cs typeface="+mn-ea"/>
                <a:sym typeface="+mn-ea"/>
              </a:rPr>
              <a:t>04</a:t>
            </a:r>
            <a:endParaRPr lang="en-US" altLang="zh-CN" sz="2800" b="1">
              <a:solidFill>
                <a:schemeClr val="lt1"/>
              </a:solidFill>
              <a:latin typeface="+mn-ea"/>
              <a:cs typeface="+mn-ea"/>
              <a:sym typeface="+mn-ea"/>
            </a:endParaRPr>
          </a:p>
        </p:txBody>
      </p:sp>
      <p:sp>
        <p:nvSpPr>
          <p:cNvPr id="15" name="任意多边形 14"/>
          <p:cNvSpPr/>
          <p:nvPr>
            <p:custDataLst>
              <p:tags r:id="rId10"/>
            </p:custDataLst>
          </p:nvPr>
        </p:nvSpPr>
        <p:spPr>
          <a:xfrm>
            <a:off x="7424722" y="1462004"/>
            <a:ext cx="256721" cy="189999"/>
          </a:xfrm>
          <a:custGeom>
            <a:avLst/>
            <a:gdLst/>
            <a:ahLst/>
            <a:cxnLst>
              <a:cxn ang="3">
                <a:pos x="hc" y="t"/>
              </a:cxn>
              <a:cxn ang="cd2">
                <a:pos x="l" y="vc"/>
              </a:cxn>
              <a:cxn ang="cd4">
                <a:pos x="hc" y="b"/>
              </a:cxn>
              <a:cxn ang="0">
                <a:pos x="r" y="vc"/>
              </a:cxn>
            </a:cxnLst>
            <a:rect l="l" t="t" r="r" b="b"/>
            <a:pathLst>
              <a:path w="340" h="253">
                <a:moveTo>
                  <a:pt x="170" y="0"/>
                </a:moveTo>
                <a:cubicBezTo>
                  <a:pt x="264" y="0"/>
                  <a:pt x="340" y="98"/>
                  <a:pt x="340" y="220"/>
                </a:cubicBezTo>
                <a:cubicBezTo>
                  <a:pt x="340" y="231"/>
                  <a:pt x="339" y="242"/>
                  <a:pt x="338" y="253"/>
                </a:cubicBezTo>
                <a:lnTo>
                  <a:pt x="338" y="253"/>
                </a:lnTo>
                <a:lnTo>
                  <a:pt x="2" y="253"/>
                </a:lnTo>
                <a:lnTo>
                  <a:pt x="2" y="253"/>
                </a:lnTo>
                <a:cubicBezTo>
                  <a:pt x="1" y="242"/>
                  <a:pt x="0" y="231"/>
                  <a:pt x="0" y="220"/>
                </a:cubicBezTo>
                <a:cubicBezTo>
                  <a:pt x="0" y="98"/>
                  <a:pt x="76" y="0"/>
                  <a:pt x="170"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17" name="矩形 16"/>
          <p:cNvSpPr/>
          <p:nvPr>
            <p:custDataLst>
              <p:tags r:id="rId11"/>
            </p:custDataLst>
          </p:nvPr>
        </p:nvSpPr>
        <p:spPr>
          <a:xfrm>
            <a:off x="7682078" y="1927787"/>
            <a:ext cx="3341822" cy="893440"/>
          </a:xfrm>
          <a:prstGeom prst="rect">
            <a:avLst/>
          </a:prstGeom>
          <a:noFill/>
        </p:spPr>
        <p:txBody>
          <a:bodyPr wrap="square" lIns="0" tIns="0" rIns="0" bIns="0" rtlCol="0" anchor="t" anchorCtr="0">
            <a:noAutofit/>
          </a:bodyPr>
          <a:lstStyle/>
          <a:p>
            <a:pPr algn="l">
              <a:spcBef>
                <a:spcPct val="0"/>
              </a:spcBef>
              <a:spcAft>
                <a:spcPct val="0"/>
              </a:spcAft>
            </a:pPr>
            <a:r>
              <a:rPr lang="zh-CN" altLang="en-US" sz="2800" b="1">
                <a:solidFill>
                  <a:schemeClr val="accent2"/>
                </a:solidFill>
                <a:latin typeface="+mn-ea"/>
                <a:cs typeface="+mn-ea"/>
              </a:rPr>
              <a:t>确认经济制度、促进经济发展</a:t>
            </a:r>
            <a:endParaRPr lang="zh-CN" altLang="en-US" sz="2800" b="1">
              <a:solidFill>
                <a:schemeClr val="accent2"/>
              </a:solidFill>
              <a:latin typeface="+mn-ea"/>
              <a:cs typeface="+mn-ea"/>
            </a:endParaRPr>
          </a:p>
        </p:txBody>
      </p:sp>
      <p:sp>
        <p:nvSpPr>
          <p:cNvPr id="18" name="矩形 17"/>
          <p:cNvSpPr/>
          <p:nvPr>
            <p:custDataLst>
              <p:tags r:id="rId12"/>
            </p:custDataLst>
          </p:nvPr>
        </p:nvSpPr>
        <p:spPr>
          <a:xfrm>
            <a:off x="6734625" y="3104637"/>
            <a:ext cx="4288005" cy="2722260"/>
          </a:xfrm>
          <a:prstGeom prst="rect">
            <a:avLst/>
          </a:prstGeom>
          <a:noFill/>
        </p:spPr>
        <p:txBody>
          <a:bodyPr wrap="square" lIns="0" tIns="0" rIns="0" bIns="0" rtlCol="0" anchor="t" anchorCtr="0">
            <a:noAutofit/>
          </a:bodyPr>
          <a:lstStyle/>
          <a:p>
            <a:pPr indent="0" fontAlgn="auto">
              <a:lnSpc>
                <a:spcPct val="150000"/>
              </a:lnSpc>
              <a:spcBef>
                <a:spcPct val="0"/>
              </a:spcBef>
              <a:spcAft>
                <a:spcPct val="0"/>
              </a:spcAft>
            </a:pP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制度确认</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确立公有制为主体、多种所有制经济共同发展等基本经济制度</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保护公有财产与公民合法私有财产</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spcBef>
                <a:spcPct val="0"/>
              </a:spcBef>
              <a:spcAft>
                <a:spcPct val="0"/>
              </a:spcAft>
            </a:pP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作用体现</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规范经济秩序</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激发社会成员参与经济建设的积极性</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为改革开放提供法律保障。</a:t>
            </a:r>
            <a:endPar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Tree>
    <p:custDataLst>
      <p:tags r:id="rId13"/>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custDataLst>
              <p:tags r:id="rId1"/>
            </p:custDataLst>
          </p:nvPr>
        </p:nvSpPr>
        <p:spPr>
          <a:xfrm>
            <a:off x="575945" y="401320"/>
            <a:ext cx="1382395" cy="1382395"/>
          </a:xfrm>
          <a:prstGeom prst="ellipse">
            <a:avLst/>
          </a:prstGeom>
          <a:gradFill>
            <a:gsLst>
              <a:gs pos="0">
                <a:schemeClr val="accent1">
                  <a:alpha val="78000"/>
                </a:schemeClr>
              </a:gs>
              <a:gs pos="100000">
                <a:schemeClr val="accent1">
                  <a:lumMod val="60000"/>
                  <a:lumOff val="40000"/>
                  <a:alpha val="75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875030" y="1391920"/>
            <a:ext cx="11317605" cy="5035550"/>
          </a:xfrm>
          <a:prstGeom prst="rect">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useBgFill="1">
        <p:nvSpPr>
          <p:cNvPr id="4" name="矩形 3"/>
          <p:cNvSpPr/>
          <p:nvPr>
            <p:custDataLst>
              <p:tags r:id="rId3"/>
            </p:custDataLst>
          </p:nvPr>
        </p:nvSpPr>
        <p:spPr>
          <a:xfrm>
            <a:off x="1202055" y="862330"/>
            <a:ext cx="10989945" cy="5215255"/>
          </a:xfrm>
          <a:prstGeom prst="rect">
            <a:avLst/>
          </a:prstGeom>
          <a:ln w="6350">
            <a:solidFill>
              <a:schemeClr val="accent1">
                <a:alpha val="10000"/>
              </a:schemeClr>
            </a:solidFill>
          </a:ln>
          <a:effectLst>
            <a:outerShdw blurRad="304800" dist="38100" dir="8100000" algn="tr" rotWithShape="0">
              <a:prstClr val="black">
                <a:alpha val="12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useBgFill="1">
        <p:nvSpPr>
          <p:cNvPr id="9" name="矩形 8"/>
          <p:cNvSpPr/>
          <p:nvPr>
            <p:custDataLst>
              <p:tags r:id="rId4"/>
            </p:custDataLst>
          </p:nvPr>
        </p:nvSpPr>
        <p:spPr>
          <a:xfrm>
            <a:off x="1202690" y="862330"/>
            <a:ext cx="10989945" cy="5215255"/>
          </a:xfrm>
          <a:prstGeom prst="rect">
            <a:avLst/>
          </a:pr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mn-ea"/>
              <a:sym typeface="+mn-ea"/>
            </a:endParaRPr>
          </a:p>
        </p:txBody>
      </p:sp>
      <p:sp>
        <p:nvSpPr>
          <p:cNvPr id="2" name="标题 1"/>
          <p:cNvSpPr>
            <a:spLocks noGrp="1"/>
          </p:cNvSpPr>
          <p:nvPr>
            <p:ph type="title"/>
            <p:custDataLst>
              <p:tags r:id="rId5"/>
            </p:custDataLst>
          </p:nvPr>
        </p:nvSpPr>
        <p:spPr>
          <a:xfrm>
            <a:off x="2142490" y="1427480"/>
            <a:ext cx="9109075" cy="925195"/>
          </a:xfrm>
        </p:spPr>
        <p:txBody>
          <a:bodyPr/>
          <a:lstStyle/>
          <a:p>
            <a:r>
              <a:rPr lang="en-US" altLang="en-US" sz="3600">
                <a:latin typeface="微软雅黑" panose="020B0503020204020204" charset="-122"/>
                <a:ea typeface="微软雅黑" panose="020B0503020204020204" charset="-122"/>
                <a:cs typeface="微软雅黑" panose="020B0503020204020204" charset="-122"/>
              </a:rPr>
              <a:t>5</a:t>
            </a:r>
            <a:r>
              <a:rPr lang="zh-CN" altLang="en-US" sz="3600">
                <a:latin typeface="微软雅黑" panose="020B0503020204020204" charset="-122"/>
                <a:ea typeface="微软雅黑" panose="020B0503020204020204" charset="-122"/>
                <a:cs typeface="微软雅黑" panose="020B0503020204020204" charset="-122"/>
              </a:rPr>
              <a:t>、维护国家统一和世界和平</a:t>
            </a:r>
            <a:endParaRPr lang="zh-CN" altLang="en-US" sz="3600">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custDataLst>
              <p:tags r:id="rId6"/>
            </p:custDataLst>
          </p:nvPr>
        </p:nvSpPr>
        <p:spPr>
          <a:xfrm>
            <a:off x="2142490" y="2447925"/>
            <a:ext cx="9109075" cy="2701925"/>
          </a:xfrm>
          <a:prstGeom prst="rect">
            <a:avLst/>
          </a:prstGeom>
          <a:noFill/>
        </p:spPr>
        <p:txBody>
          <a:bodyPr wrap="square" lIns="0" tIns="0" rIns="0" bIns="0" rtlCol="0">
            <a:normAutofit lnSpcReduction="10000"/>
          </a:bodyPr>
          <a:lstStyle/>
          <a:p>
            <a:pPr indent="0" algn="l" fontAlgn="auto">
              <a:lnSpc>
                <a:spcPct val="140000"/>
              </a:lnSpc>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维护国家统一</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规定民族平等与民族区域自治制度</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将“一国两制</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法律化</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制定《反分裂国家法》</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indent="0" algn="l" fontAlgn="auto">
              <a:lnSpc>
                <a:spcPct val="140000"/>
              </a:lnSpc>
            </a:pPr>
            <a:endPar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indent="0" algn="l" fontAlgn="auto">
              <a:lnSpc>
                <a:spcPct val="140000"/>
              </a:lnSpc>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促进世界和平</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确立和平共处五项原则</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将</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“推动构建人类命运共同体”</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写入序言</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践行和平发展理念。</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 name="L 形 5"/>
          <p:cNvSpPr/>
          <p:nvPr>
            <p:custDataLst>
              <p:tags r:id="rId7"/>
            </p:custDataLst>
          </p:nvPr>
        </p:nvSpPr>
        <p:spPr>
          <a:xfrm>
            <a:off x="1082675" y="5785485"/>
            <a:ext cx="368300" cy="400685"/>
          </a:xfrm>
          <a:prstGeom prst="corner">
            <a:avLst>
              <a:gd name="adj1" fmla="val 29137"/>
              <a:gd name="adj2" fmla="val 31310"/>
            </a:avLst>
          </a:prstGeom>
          <a:gradFill>
            <a:gsLst>
              <a:gs pos="16000">
                <a:schemeClr val="accent1"/>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椭圆 7"/>
          <p:cNvSpPr/>
          <p:nvPr>
            <p:custDataLst>
              <p:tags r:id="rId8"/>
            </p:custDataLst>
          </p:nvPr>
        </p:nvSpPr>
        <p:spPr>
          <a:xfrm>
            <a:off x="10389235" y="5746115"/>
            <a:ext cx="680720" cy="680720"/>
          </a:xfrm>
          <a:prstGeom prst="ellipse">
            <a:avLst/>
          </a:prstGeom>
          <a:gradFill>
            <a:gsLst>
              <a:gs pos="0">
                <a:schemeClr val="accent1"/>
              </a:gs>
              <a:gs pos="100000">
                <a:schemeClr val="accent1">
                  <a:lumMod val="60000"/>
                  <a:lumOff val="40000"/>
                  <a:alpha val="81000"/>
                </a:schemeClr>
              </a:gs>
            </a:gsLst>
            <a:lin ang="2700000" scaled="0"/>
          </a:gradFill>
          <a:ln>
            <a:noFill/>
          </a:ln>
          <a:effectLst>
            <a:outerShdw blurRad="114300" dist="38100" dir="2700000" algn="tl" rotWithShape="0">
              <a:schemeClr val="accent1">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9"/>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custDataLst>
              <p:tags r:id="rId1"/>
            </p:custDataLst>
          </p:nvPr>
        </p:nvSpPr>
        <p:spPr>
          <a:xfrm>
            <a:off x="0" y="981075"/>
            <a:ext cx="11716385" cy="55562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t> </a:t>
            </a:r>
            <a:endParaRPr lang="en-US" altLang="zh-CN"/>
          </a:p>
        </p:txBody>
      </p:sp>
      <p:sp>
        <p:nvSpPr>
          <p:cNvPr id="13" name="任意多边形: 形状 12"/>
          <p:cNvSpPr/>
          <p:nvPr>
            <p:custDataLst>
              <p:tags r:id="rId2"/>
            </p:custDataLst>
          </p:nvPr>
        </p:nvSpPr>
        <p:spPr>
          <a:xfrm>
            <a:off x="0" y="0"/>
            <a:ext cx="12192000" cy="3704590"/>
          </a:xfrm>
          <a:custGeom>
            <a:avLst/>
            <a:gdLst>
              <a:gd name="connsiteX0" fmla="*/ 0 w 12191999"/>
              <a:gd name="connsiteY0" fmla="*/ 0 h 3704539"/>
              <a:gd name="connsiteX1" fmla="*/ 0 w 12191999"/>
              <a:gd name="connsiteY1" fmla="*/ 1703984 h 3704539"/>
              <a:gd name="connsiteX2" fmla="*/ 76581 w 12191999"/>
              <a:gd name="connsiteY2" fmla="*/ 1634643 h 3704539"/>
              <a:gd name="connsiteX3" fmla="*/ 364084 w 12191999"/>
              <a:gd name="connsiteY3" fmla="*/ 1663294 h 3704539"/>
              <a:gd name="connsiteX4" fmla="*/ 384658 w 12191999"/>
              <a:gd name="connsiteY4" fmla="*/ 1668628 h 3704539"/>
              <a:gd name="connsiteX5" fmla="*/ 808025 w 12191999"/>
              <a:gd name="connsiteY5" fmla="*/ 1823923 h 3704539"/>
              <a:gd name="connsiteX6" fmla="*/ 1103909 w 12191999"/>
              <a:gd name="connsiteY6" fmla="*/ 1733474 h 3704539"/>
              <a:gd name="connsiteX7" fmla="*/ 1146353 w 12191999"/>
              <a:gd name="connsiteY7" fmla="*/ 1731112 h 3704539"/>
              <a:gd name="connsiteX8" fmla="*/ 1334567 w 12191999"/>
              <a:gd name="connsiteY8" fmla="*/ 1780108 h 3704539"/>
              <a:gd name="connsiteX9" fmla="*/ 1364818 w 12191999"/>
              <a:gd name="connsiteY9" fmla="*/ 1781175 h 3704539"/>
              <a:gd name="connsiteX10" fmla="*/ 1647292 w 12191999"/>
              <a:gd name="connsiteY10" fmla="*/ 1728902 h 3704539"/>
              <a:gd name="connsiteX11" fmla="*/ 1684096 w 12191999"/>
              <a:gd name="connsiteY11" fmla="*/ 1732026 h 3704539"/>
              <a:gd name="connsiteX12" fmla="*/ 1914068 w 12191999"/>
              <a:gd name="connsiteY12" fmla="*/ 1816989 h 3704539"/>
              <a:gd name="connsiteX13" fmla="*/ 1952092 w 12191999"/>
              <a:gd name="connsiteY13" fmla="*/ 1819885 h 3704539"/>
              <a:gd name="connsiteX14" fmla="*/ 2389556 w 12191999"/>
              <a:gd name="connsiteY14" fmla="*/ 1730731 h 3704539"/>
              <a:gd name="connsiteX15" fmla="*/ 2438934 w 12191999"/>
              <a:gd name="connsiteY15" fmla="*/ 1739036 h 3704539"/>
              <a:gd name="connsiteX16" fmla="*/ 2557272 w 12191999"/>
              <a:gd name="connsiteY16" fmla="*/ 1808988 h 3704539"/>
              <a:gd name="connsiteX17" fmla="*/ 2610764 w 12191999"/>
              <a:gd name="connsiteY17" fmla="*/ 1816303 h 3704539"/>
              <a:gd name="connsiteX18" fmla="*/ 2763393 w 12191999"/>
              <a:gd name="connsiteY18" fmla="*/ 1775384 h 3704539"/>
              <a:gd name="connsiteX19" fmla="*/ 2815438 w 12191999"/>
              <a:gd name="connsiteY19" fmla="*/ 1781861 h 3704539"/>
              <a:gd name="connsiteX20" fmla="*/ 2855748 w 12191999"/>
              <a:gd name="connsiteY20" fmla="*/ 1804416 h 3704539"/>
              <a:gd name="connsiteX21" fmla="*/ 2925166 w 12191999"/>
              <a:gd name="connsiteY21" fmla="*/ 1803578 h 3704539"/>
              <a:gd name="connsiteX22" fmla="*/ 3022702 w 12191999"/>
              <a:gd name="connsiteY22" fmla="*/ 1745894 h 3704539"/>
              <a:gd name="connsiteX23" fmla="*/ 3092272 w 12191999"/>
              <a:gd name="connsiteY23" fmla="*/ 1745133 h 3704539"/>
              <a:gd name="connsiteX24" fmla="*/ 3207639 w 12191999"/>
              <a:gd name="connsiteY24" fmla="*/ 1810055 h 3704539"/>
              <a:gd name="connsiteX25" fmla="*/ 3259379 w 12191999"/>
              <a:gd name="connsiteY25" fmla="*/ 1816760 h 3704539"/>
              <a:gd name="connsiteX26" fmla="*/ 3391891 w 12191999"/>
              <a:gd name="connsiteY26" fmla="*/ 1782166 h 3704539"/>
              <a:gd name="connsiteX27" fmla="*/ 3437687 w 12191999"/>
              <a:gd name="connsiteY27" fmla="*/ 1785823 h 3704539"/>
              <a:gd name="connsiteX28" fmla="*/ 3491789 w 12191999"/>
              <a:gd name="connsiteY28" fmla="*/ 1809750 h 3704539"/>
              <a:gd name="connsiteX29" fmla="*/ 3554121 w 12191999"/>
              <a:gd name="connsiteY29" fmla="*/ 1806778 h 3704539"/>
              <a:gd name="connsiteX30" fmla="*/ 3677946 w 12191999"/>
              <a:gd name="connsiteY30" fmla="*/ 1737131 h 3704539"/>
              <a:gd name="connsiteX31" fmla="*/ 3722218 w 12191999"/>
              <a:gd name="connsiteY31" fmla="*/ 1728902 h 3704539"/>
              <a:gd name="connsiteX32" fmla="*/ 3983965 w 12191999"/>
              <a:gd name="connsiteY32" fmla="*/ 1767154 h 3704539"/>
              <a:gd name="connsiteX33" fmla="*/ 3996614 w 12191999"/>
              <a:gd name="connsiteY33" fmla="*/ 1767840 h 3704539"/>
              <a:gd name="connsiteX34" fmla="*/ 4188790 w 12191999"/>
              <a:gd name="connsiteY34" fmla="*/ 1760753 h 3704539"/>
              <a:gd name="connsiteX35" fmla="*/ 4222928 w 12191999"/>
              <a:gd name="connsiteY35" fmla="*/ 1768297 h 3704539"/>
              <a:gd name="connsiteX36" fmla="*/ 4446042 w 12191999"/>
              <a:gd name="connsiteY36" fmla="*/ 1881835 h 3704539"/>
              <a:gd name="connsiteX37" fmla="*/ 4502049 w 12191999"/>
              <a:gd name="connsiteY37" fmla="*/ 1884959 h 3704539"/>
              <a:gd name="connsiteX38" fmla="*/ 4653077 w 12191999"/>
              <a:gd name="connsiteY38" fmla="*/ 1828343 h 3704539"/>
              <a:gd name="connsiteX39" fmla="*/ 4677537 w 12191999"/>
              <a:gd name="connsiteY39" fmla="*/ 1823923 h 3704539"/>
              <a:gd name="connsiteX40" fmla="*/ 4811497 w 12191999"/>
              <a:gd name="connsiteY40" fmla="*/ 1823923 h 3704539"/>
              <a:gd name="connsiteX41" fmla="*/ 4848454 w 12191999"/>
              <a:gd name="connsiteY41" fmla="*/ 1813331 h 3704539"/>
              <a:gd name="connsiteX42" fmla="*/ 4898060 w 12191999"/>
              <a:gd name="connsiteY42" fmla="*/ 1782318 h 3704539"/>
              <a:gd name="connsiteX43" fmla="*/ 4966564 w 12191999"/>
              <a:gd name="connsiteY43" fmla="*/ 1779270 h 3704539"/>
              <a:gd name="connsiteX44" fmla="*/ 5005959 w 12191999"/>
              <a:gd name="connsiteY44" fmla="*/ 1799311 h 3704539"/>
              <a:gd name="connsiteX45" fmla="*/ 5042307 w 12191999"/>
              <a:gd name="connsiteY45" fmla="*/ 1806702 h 3704539"/>
              <a:gd name="connsiteX46" fmla="*/ 5107229 w 12191999"/>
              <a:gd name="connsiteY46" fmla="*/ 1802283 h 3704539"/>
              <a:gd name="connsiteX47" fmla="*/ 5162322 w 12191999"/>
              <a:gd name="connsiteY47" fmla="*/ 1823618 h 3704539"/>
              <a:gd name="connsiteX48" fmla="*/ 5220158 w 12191999"/>
              <a:gd name="connsiteY48" fmla="*/ 1884045 h 3704539"/>
              <a:gd name="connsiteX49" fmla="*/ 5246675 w 12191999"/>
              <a:gd name="connsiteY49" fmla="*/ 1901343 h 3704539"/>
              <a:gd name="connsiteX50" fmla="*/ 5466207 w 12191999"/>
              <a:gd name="connsiteY50" fmla="*/ 1981124 h 3704539"/>
              <a:gd name="connsiteX51" fmla="*/ 5478933 w 12191999"/>
              <a:gd name="connsiteY51" fmla="*/ 1987296 h 3704539"/>
              <a:gd name="connsiteX52" fmla="*/ 5831129 w 12191999"/>
              <a:gd name="connsiteY52" fmla="*/ 2183054 h 3704539"/>
              <a:gd name="connsiteX53" fmla="*/ 6024144 w 12191999"/>
              <a:gd name="connsiteY53" fmla="*/ 2187321 h 3704539"/>
              <a:gd name="connsiteX54" fmla="*/ 6078779 w 12191999"/>
              <a:gd name="connsiteY54" fmla="*/ 2205000 h 3704539"/>
              <a:gd name="connsiteX55" fmla="*/ 6355995 w 12191999"/>
              <a:gd name="connsiteY55" fmla="*/ 2334692 h 3704539"/>
              <a:gd name="connsiteX56" fmla="*/ 6851219 w 12191999"/>
              <a:gd name="connsiteY56" fmla="*/ 2254606 h 3704539"/>
              <a:gd name="connsiteX57" fmla="*/ 6906616 w 12191999"/>
              <a:gd name="connsiteY57" fmla="*/ 2264055 h 3704539"/>
              <a:gd name="connsiteX58" fmla="*/ 6981063 w 12191999"/>
              <a:gd name="connsiteY58" fmla="*/ 2313356 h 3704539"/>
              <a:gd name="connsiteX59" fmla="*/ 7049719 w 12191999"/>
              <a:gd name="connsiteY59" fmla="*/ 2318004 h 3704539"/>
              <a:gd name="connsiteX60" fmla="*/ 7372274 w 12191999"/>
              <a:gd name="connsiteY60" fmla="*/ 2159203 h 3704539"/>
              <a:gd name="connsiteX61" fmla="*/ 7479030 w 12191999"/>
              <a:gd name="connsiteY61" fmla="*/ 2186559 h 3704539"/>
              <a:gd name="connsiteX62" fmla="*/ 7520940 w 12191999"/>
              <a:gd name="connsiteY62" fmla="*/ 2197760 h 3704539"/>
              <a:gd name="connsiteX63" fmla="*/ 7774000 w 12191999"/>
              <a:gd name="connsiteY63" fmla="*/ 2183511 h 3704539"/>
              <a:gd name="connsiteX64" fmla="*/ 7786726 w 12191999"/>
              <a:gd name="connsiteY64" fmla="*/ 2183968 h 3704539"/>
              <a:gd name="connsiteX65" fmla="*/ 7886091 w 12191999"/>
              <a:gd name="connsiteY65" fmla="*/ 2196617 h 3704539"/>
              <a:gd name="connsiteX66" fmla="*/ 7923048 w 12191999"/>
              <a:gd name="connsiteY66" fmla="*/ 2191207 h 3704539"/>
              <a:gd name="connsiteX67" fmla="*/ 7976769 w 12191999"/>
              <a:gd name="connsiteY67" fmla="*/ 2167433 h 3704539"/>
              <a:gd name="connsiteX68" fmla="*/ 8046111 w 12191999"/>
              <a:gd name="connsiteY68" fmla="*/ 2174977 h 3704539"/>
              <a:gd name="connsiteX69" fmla="*/ 8116214 w 12191999"/>
              <a:gd name="connsiteY69" fmla="*/ 2226335 h 3704539"/>
              <a:gd name="connsiteX70" fmla="*/ 8195691 w 12191999"/>
              <a:gd name="connsiteY70" fmla="*/ 2228317 h 3704539"/>
              <a:gd name="connsiteX71" fmla="*/ 8395869 w 12191999"/>
              <a:gd name="connsiteY71" fmla="*/ 2096567 h 3704539"/>
              <a:gd name="connsiteX72" fmla="*/ 8451952 w 12191999"/>
              <a:gd name="connsiteY72" fmla="*/ 2087423 h 3704539"/>
              <a:gd name="connsiteX73" fmla="*/ 8650757 w 12191999"/>
              <a:gd name="connsiteY73" fmla="*/ 2139925 h 3704539"/>
              <a:gd name="connsiteX74" fmla="*/ 8676513 w 12191999"/>
              <a:gd name="connsiteY74" fmla="*/ 2141754 h 3704539"/>
              <a:gd name="connsiteX75" fmla="*/ 8849715 w 12191999"/>
              <a:gd name="connsiteY75" fmla="*/ 2121865 h 3704539"/>
              <a:gd name="connsiteX76" fmla="*/ 8891092 w 12191999"/>
              <a:gd name="connsiteY76" fmla="*/ 2129942 h 3704539"/>
              <a:gd name="connsiteX77" fmla="*/ 8967292 w 12191999"/>
              <a:gd name="connsiteY77" fmla="*/ 2171624 h 3704539"/>
              <a:gd name="connsiteX78" fmla="*/ 9012022 w 12191999"/>
              <a:gd name="connsiteY78" fmla="*/ 2179244 h 3704539"/>
              <a:gd name="connsiteX79" fmla="*/ 9266454 w 12191999"/>
              <a:gd name="connsiteY79" fmla="*/ 2137486 h 3704539"/>
              <a:gd name="connsiteX80" fmla="*/ 9293200 w 12191999"/>
              <a:gd name="connsiteY80" fmla="*/ 2138325 h 3704539"/>
              <a:gd name="connsiteX81" fmla="*/ 9446133 w 12191999"/>
              <a:gd name="connsiteY81" fmla="*/ 2173224 h 3704539"/>
              <a:gd name="connsiteX82" fmla="*/ 9463736 w 12191999"/>
              <a:gd name="connsiteY82" fmla="*/ 2174900 h 3704539"/>
              <a:gd name="connsiteX83" fmla="*/ 9704527 w 12191999"/>
              <a:gd name="connsiteY83" fmla="*/ 2167662 h 3704539"/>
              <a:gd name="connsiteX84" fmla="*/ 9736684 w 12191999"/>
              <a:gd name="connsiteY84" fmla="*/ 2174443 h 3704539"/>
              <a:gd name="connsiteX85" fmla="*/ 9831781 w 12191999"/>
              <a:gd name="connsiteY85" fmla="*/ 2219935 h 3704539"/>
              <a:gd name="connsiteX86" fmla="*/ 9844812 w 12191999"/>
              <a:gd name="connsiteY86" fmla="*/ 2224659 h 3704539"/>
              <a:gd name="connsiteX87" fmla="*/ 9986391 w 12191999"/>
              <a:gd name="connsiteY87" fmla="*/ 2260321 h 3704539"/>
              <a:gd name="connsiteX88" fmla="*/ 10006584 w 12191999"/>
              <a:gd name="connsiteY88" fmla="*/ 2262378 h 3704539"/>
              <a:gd name="connsiteX89" fmla="*/ 10171252 w 12191999"/>
              <a:gd name="connsiteY89" fmla="*/ 2254834 h 3704539"/>
              <a:gd name="connsiteX90" fmla="*/ 10324796 w 12191999"/>
              <a:gd name="connsiteY90" fmla="*/ 2243938 h 3704539"/>
              <a:gd name="connsiteX91" fmla="*/ 10399318 w 12191999"/>
              <a:gd name="connsiteY91" fmla="*/ 2310308 h 3704539"/>
              <a:gd name="connsiteX92" fmla="*/ 10461269 w 12191999"/>
              <a:gd name="connsiteY92" fmla="*/ 3704539 h 3704539"/>
              <a:gd name="connsiteX93" fmla="*/ 12192000 w 12191999"/>
              <a:gd name="connsiteY93" fmla="*/ 3704539 h 3704539"/>
              <a:gd name="connsiteX94" fmla="*/ 12192000 w 12191999"/>
              <a:gd name="connsiteY94" fmla="*/ 0 h 3704539"/>
              <a:gd name="connsiteX95" fmla="*/ 0 w 12191999"/>
              <a:gd name="connsiteY95" fmla="*/ 0 h 3704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2191999" h="3704539">
                <a:moveTo>
                  <a:pt x="0" y="0"/>
                </a:moveTo>
                <a:lnTo>
                  <a:pt x="0" y="1703984"/>
                </a:lnTo>
                <a:cubicBezTo>
                  <a:pt x="0" y="1662760"/>
                  <a:pt x="35585" y="1630604"/>
                  <a:pt x="76581" y="1634643"/>
                </a:cubicBezTo>
                <a:lnTo>
                  <a:pt x="364084" y="1663294"/>
                </a:lnTo>
                <a:cubicBezTo>
                  <a:pt x="371170" y="1663979"/>
                  <a:pt x="378104" y="1665808"/>
                  <a:pt x="384658" y="1668628"/>
                </a:cubicBezTo>
                <a:cubicBezTo>
                  <a:pt x="443332" y="1693926"/>
                  <a:pt x="747903" y="1823923"/>
                  <a:pt x="808025" y="1823923"/>
                </a:cubicBezTo>
                <a:cubicBezTo>
                  <a:pt x="862965" y="1823923"/>
                  <a:pt x="1042645" y="1756943"/>
                  <a:pt x="1103909" y="1733474"/>
                </a:cubicBezTo>
                <a:cubicBezTo>
                  <a:pt x="1117473" y="1728292"/>
                  <a:pt x="1132256" y="1727454"/>
                  <a:pt x="1146353" y="1731112"/>
                </a:cubicBezTo>
                <a:lnTo>
                  <a:pt x="1334567" y="1780108"/>
                </a:lnTo>
                <a:cubicBezTo>
                  <a:pt x="1344473" y="1782699"/>
                  <a:pt x="1354760" y="1783080"/>
                  <a:pt x="1364818" y="1781175"/>
                </a:cubicBezTo>
                <a:lnTo>
                  <a:pt x="1647292" y="1728902"/>
                </a:lnTo>
                <a:cubicBezTo>
                  <a:pt x="1659636" y="1726616"/>
                  <a:pt x="1672361" y="1727683"/>
                  <a:pt x="1684096" y="1732026"/>
                </a:cubicBezTo>
                <a:lnTo>
                  <a:pt x="1914068" y="1816989"/>
                </a:lnTo>
                <a:cubicBezTo>
                  <a:pt x="1926260" y="1821485"/>
                  <a:pt x="1939442" y="1822475"/>
                  <a:pt x="1952092" y="1819885"/>
                </a:cubicBezTo>
                <a:lnTo>
                  <a:pt x="2389556" y="1730731"/>
                </a:lnTo>
                <a:cubicBezTo>
                  <a:pt x="2406472" y="1727302"/>
                  <a:pt x="2424074" y="1730273"/>
                  <a:pt x="2438934" y="1739036"/>
                </a:cubicBezTo>
                <a:lnTo>
                  <a:pt x="2557272" y="1808988"/>
                </a:lnTo>
                <a:cubicBezTo>
                  <a:pt x="2573426" y="1818513"/>
                  <a:pt x="2592705" y="1821180"/>
                  <a:pt x="2610764" y="1816303"/>
                </a:cubicBezTo>
                <a:lnTo>
                  <a:pt x="2763393" y="1775384"/>
                </a:lnTo>
                <a:cubicBezTo>
                  <a:pt x="2780919" y="1770659"/>
                  <a:pt x="2799588" y="1773022"/>
                  <a:pt x="2815438" y="1781861"/>
                </a:cubicBezTo>
                <a:lnTo>
                  <a:pt x="2855748" y="1804416"/>
                </a:lnTo>
                <a:cubicBezTo>
                  <a:pt x="2877388" y="1816532"/>
                  <a:pt x="2903830" y="1816151"/>
                  <a:pt x="2925166" y="1803578"/>
                </a:cubicBezTo>
                <a:lnTo>
                  <a:pt x="3022702" y="1745894"/>
                </a:lnTo>
                <a:cubicBezTo>
                  <a:pt x="3044114" y="1733245"/>
                  <a:pt x="3070631" y="1732940"/>
                  <a:pt x="3092272" y="1745133"/>
                </a:cubicBezTo>
                <a:lnTo>
                  <a:pt x="3207639" y="1810055"/>
                </a:lnTo>
                <a:cubicBezTo>
                  <a:pt x="3223413" y="1818894"/>
                  <a:pt x="3241929" y="1821333"/>
                  <a:pt x="3259379" y="1816760"/>
                </a:cubicBezTo>
                <a:lnTo>
                  <a:pt x="3391891" y="1782166"/>
                </a:lnTo>
                <a:cubicBezTo>
                  <a:pt x="3407131" y="1778203"/>
                  <a:pt x="3423285" y="1779499"/>
                  <a:pt x="3437687" y="1785823"/>
                </a:cubicBezTo>
                <a:lnTo>
                  <a:pt x="3491789" y="1809750"/>
                </a:lnTo>
                <a:cubicBezTo>
                  <a:pt x="3511906" y="1818665"/>
                  <a:pt x="3534994" y="1817523"/>
                  <a:pt x="3554121" y="1806778"/>
                </a:cubicBezTo>
                <a:lnTo>
                  <a:pt x="3677946" y="1737131"/>
                </a:lnTo>
                <a:cubicBezTo>
                  <a:pt x="3691357" y="1729588"/>
                  <a:pt x="3706901" y="1726692"/>
                  <a:pt x="3722218" y="1728902"/>
                </a:cubicBezTo>
                <a:lnTo>
                  <a:pt x="3983965" y="1767154"/>
                </a:lnTo>
                <a:cubicBezTo>
                  <a:pt x="3988156" y="1767764"/>
                  <a:pt x="3992347" y="1767993"/>
                  <a:pt x="3996614" y="1767840"/>
                </a:cubicBezTo>
                <a:lnTo>
                  <a:pt x="4188790" y="1760753"/>
                </a:lnTo>
                <a:cubicBezTo>
                  <a:pt x="4200601" y="1760296"/>
                  <a:pt x="4212413" y="1762887"/>
                  <a:pt x="4222928" y="1768297"/>
                </a:cubicBezTo>
                <a:lnTo>
                  <a:pt x="4446042" y="1881835"/>
                </a:lnTo>
                <a:cubicBezTo>
                  <a:pt x="4463415" y="1890674"/>
                  <a:pt x="4483761" y="1891818"/>
                  <a:pt x="4502049" y="1884959"/>
                </a:cubicBezTo>
                <a:lnTo>
                  <a:pt x="4653077" y="1828343"/>
                </a:lnTo>
                <a:cubicBezTo>
                  <a:pt x="4660926" y="1825447"/>
                  <a:pt x="4669155" y="1823923"/>
                  <a:pt x="4677537" y="1823923"/>
                </a:cubicBezTo>
                <a:lnTo>
                  <a:pt x="4811497" y="1823923"/>
                </a:lnTo>
                <a:cubicBezTo>
                  <a:pt x="4824527" y="1823923"/>
                  <a:pt x="4837405" y="1820266"/>
                  <a:pt x="4848454" y="1813331"/>
                </a:cubicBezTo>
                <a:lnTo>
                  <a:pt x="4898060" y="1782318"/>
                </a:lnTo>
                <a:cubicBezTo>
                  <a:pt x="4918786" y="1769364"/>
                  <a:pt x="4944771" y="1768221"/>
                  <a:pt x="4966564" y="1779270"/>
                </a:cubicBezTo>
                <a:lnTo>
                  <a:pt x="5005959" y="1799311"/>
                </a:lnTo>
                <a:cubicBezTo>
                  <a:pt x="5017161" y="1805026"/>
                  <a:pt x="5029734" y="1807540"/>
                  <a:pt x="5042307" y="1806702"/>
                </a:cubicBezTo>
                <a:lnTo>
                  <a:pt x="5107229" y="1802283"/>
                </a:lnTo>
                <a:cubicBezTo>
                  <a:pt x="5127879" y="1800835"/>
                  <a:pt x="5147996" y="1808683"/>
                  <a:pt x="5162322" y="1823618"/>
                </a:cubicBezTo>
                <a:lnTo>
                  <a:pt x="5220158" y="1884045"/>
                </a:lnTo>
                <a:cubicBezTo>
                  <a:pt x="5227549" y="1891741"/>
                  <a:pt x="5236617" y="1897685"/>
                  <a:pt x="5246675" y="1901343"/>
                </a:cubicBezTo>
                <a:lnTo>
                  <a:pt x="5466207" y="1981124"/>
                </a:lnTo>
                <a:cubicBezTo>
                  <a:pt x="5470627" y="1982724"/>
                  <a:pt x="5474894" y="1984781"/>
                  <a:pt x="5478933" y="1987296"/>
                </a:cubicBezTo>
                <a:cubicBezTo>
                  <a:pt x="5520233" y="2012747"/>
                  <a:pt x="5762625" y="2161185"/>
                  <a:pt x="5831129" y="2183054"/>
                </a:cubicBezTo>
                <a:cubicBezTo>
                  <a:pt x="5884545" y="2200123"/>
                  <a:pt x="5975909" y="2192884"/>
                  <a:pt x="6024144" y="2187321"/>
                </a:cubicBezTo>
                <a:cubicBezTo>
                  <a:pt x="6044032" y="2185035"/>
                  <a:pt x="6063844" y="2191588"/>
                  <a:pt x="6078779" y="2205000"/>
                </a:cubicBezTo>
                <a:cubicBezTo>
                  <a:pt x="6123661" y="2245538"/>
                  <a:pt x="6230341" y="2328672"/>
                  <a:pt x="6355995" y="2334692"/>
                </a:cubicBezTo>
                <a:cubicBezTo>
                  <a:pt x="6493612" y="2341245"/>
                  <a:pt x="6762064" y="2277085"/>
                  <a:pt x="6851219" y="2254606"/>
                </a:cubicBezTo>
                <a:cubicBezTo>
                  <a:pt x="6870192" y="2249805"/>
                  <a:pt x="6890309" y="2253234"/>
                  <a:pt x="6906616" y="2264055"/>
                </a:cubicBezTo>
                <a:lnTo>
                  <a:pt x="6981063" y="2313356"/>
                </a:lnTo>
                <a:cubicBezTo>
                  <a:pt x="7001561" y="2326920"/>
                  <a:pt x="7027621" y="2328672"/>
                  <a:pt x="7049719" y="2318004"/>
                </a:cubicBezTo>
                <a:cubicBezTo>
                  <a:pt x="7133692" y="2277542"/>
                  <a:pt x="7339203" y="2178177"/>
                  <a:pt x="7372274" y="2159203"/>
                </a:cubicBezTo>
                <a:cubicBezTo>
                  <a:pt x="7401764" y="2142287"/>
                  <a:pt x="7452208" y="2169338"/>
                  <a:pt x="7479030" y="2186559"/>
                </a:cubicBezTo>
                <a:cubicBezTo>
                  <a:pt x="7491527" y="2194560"/>
                  <a:pt x="7506158" y="2198599"/>
                  <a:pt x="7520940" y="2197760"/>
                </a:cubicBezTo>
                <a:lnTo>
                  <a:pt x="7774000" y="2183511"/>
                </a:lnTo>
                <a:cubicBezTo>
                  <a:pt x="7778268" y="2183282"/>
                  <a:pt x="7782535" y="2183435"/>
                  <a:pt x="7786726" y="2183968"/>
                </a:cubicBezTo>
                <a:lnTo>
                  <a:pt x="7886091" y="2196617"/>
                </a:lnTo>
                <a:cubicBezTo>
                  <a:pt x="7898664" y="2198218"/>
                  <a:pt x="7911465" y="2196389"/>
                  <a:pt x="7923048" y="2191207"/>
                </a:cubicBezTo>
                <a:lnTo>
                  <a:pt x="7976769" y="2167433"/>
                </a:lnTo>
                <a:cubicBezTo>
                  <a:pt x="7999553" y="2157375"/>
                  <a:pt x="8025994" y="2160194"/>
                  <a:pt x="8046111" y="2174977"/>
                </a:cubicBezTo>
                <a:lnTo>
                  <a:pt x="8116214" y="2226335"/>
                </a:lnTo>
                <a:cubicBezTo>
                  <a:pt x="8139685" y="2243557"/>
                  <a:pt x="8171383" y="2244319"/>
                  <a:pt x="8195691" y="2228317"/>
                </a:cubicBezTo>
                <a:lnTo>
                  <a:pt x="8395869" y="2096567"/>
                </a:lnTo>
                <a:cubicBezTo>
                  <a:pt x="8412403" y="2085670"/>
                  <a:pt x="8432825" y="2082317"/>
                  <a:pt x="8451952" y="2087423"/>
                </a:cubicBezTo>
                <a:lnTo>
                  <a:pt x="8650757" y="2139925"/>
                </a:lnTo>
                <a:cubicBezTo>
                  <a:pt x="8659139" y="2142135"/>
                  <a:pt x="8667902" y="2142744"/>
                  <a:pt x="8676513" y="2141754"/>
                </a:cubicBezTo>
                <a:lnTo>
                  <a:pt x="8849715" y="2121865"/>
                </a:lnTo>
                <a:cubicBezTo>
                  <a:pt x="8864041" y="2120189"/>
                  <a:pt x="8878443" y="2123085"/>
                  <a:pt x="8891092" y="2129942"/>
                </a:cubicBezTo>
                <a:lnTo>
                  <a:pt x="8967292" y="2171624"/>
                </a:lnTo>
                <a:cubicBezTo>
                  <a:pt x="8980932" y="2179092"/>
                  <a:pt x="8996705" y="2181759"/>
                  <a:pt x="9012022" y="2179244"/>
                </a:cubicBezTo>
                <a:lnTo>
                  <a:pt x="9266454" y="2137486"/>
                </a:lnTo>
                <a:cubicBezTo>
                  <a:pt x="9275368" y="2136039"/>
                  <a:pt x="9284437" y="2136343"/>
                  <a:pt x="9293200" y="2138325"/>
                </a:cubicBezTo>
                <a:lnTo>
                  <a:pt x="9446133" y="2173224"/>
                </a:lnTo>
                <a:cubicBezTo>
                  <a:pt x="9451924" y="2174520"/>
                  <a:pt x="9457792" y="2175129"/>
                  <a:pt x="9463736" y="2174900"/>
                </a:cubicBezTo>
                <a:lnTo>
                  <a:pt x="9704527" y="2167662"/>
                </a:lnTo>
                <a:cubicBezTo>
                  <a:pt x="9715652" y="2167357"/>
                  <a:pt x="9726702" y="2169643"/>
                  <a:pt x="9736684" y="2174443"/>
                </a:cubicBezTo>
                <a:lnTo>
                  <a:pt x="9831781" y="2219935"/>
                </a:lnTo>
                <a:cubicBezTo>
                  <a:pt x="9835972" y="2221916"/>
                  <a:pt x="9840315" y="2223516"/>
                  <a:pt x="9844812" y="2224659"/>
                </a:cubicBezTo>
                <a:lnTo>
                  <a:pt x="9986391" y="2260321"/>
                </a:lnTo>
                <a:cubicBezTo>
                  <a:pt x="9993020" y="2261997"/>
                  <a:pt x="9999802" y="2262683"/>
                  <a:pt x="10006584" y="2262378"/>
                </a:cubicBezTo>
                <a:lnTo>
                  <a:pt x="10171252" y="2254834"/>
                </a:lnTo>
                <a:lnTo>
                  <a:pt x="10324796" y="2243938"/>
                </a:lnTo>
                <a:cubicBezTo>
                  <a:pt x="10363886" y="2241195"/>
                  <a:pt x="10397566" y="2271141"/>
                  <a:pt x="10399318" y="2310308"/>
                </a:cubicBezTo>
                <a:lnTo>
                  <a:pt x="10461269" y="3704539"/>
                </a:lnTo>
                <a:lnTo>
                  <a:pt x="12192000" y="3704539"/>
                </a:lnTo>
                <a:lnTo>
                  <a:pt x="12192000" y="0"/>
                </a:lnTo>
                <a:lnTo>
                  <a:pt x="0" y="0"/>
                </a:lnTo>
                <a:close/>
              </a:path>
            </a:pathLst>
          </a:custGeom>
          <a:gradFill>
            <a:gsLst>
              <a:gs pos="100000">
                <a:schemeClr val="bg1"/>
              </a:gs>
              <a:gs pos="0">
                <a:schemeClr val="bg1">
                  <a:lumMod val="85000"/>
                  <a:lumOff val="15000"/>
                </a:schemeClr>
              </a:gs>
            </a:gsLst>
            <a:lin ang="0" scaled="0"/>
          </a:gradFill>
          <a:ln w="7620" cap="flat">
            <a:noFill/>
            <a:prstDash val="solid"/>
            <a:miter/>
          </a:ln>
          <a:effectLst>
            <a:outerShdw blurRad="279400" dist="38100" dir="5400000" algn="t" rotWithShape="0">
              <a:schemeClr val="accent1">
                <a:lumMod val="50000"/>
                <a:alpha val="8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任意多边形: 形状 13"/>
          <p:cNvSpPr/>
          <p:nvPr>
            <p:custDataLst>
              <p:tags r:id="rId3"/>
            </p:custDataLst>
          </p:nvPr>
        </p:nvSpPr>
        <p:spPr>
          <a:xfrm>
            <a:off x="0" y="3704590"/>
            <a:ext cx="12192000" cy="3153410"/>
          </a:xfrm>
          <a:custGeom>
            <a:avLst/>
            <a:gdLst>
              <a:gd name="connsiteX0" fmla="*/ 10461269 w 12191999"/>
              <a:gd name="connsiteY0" fmla="*/ 0 h 3153308"/>
              <a:gd name="connsiteX1" fmla="*/ 10526192 w 12191999"/>
              <a:gd name="connsiteY1" fmla="*/ 1461059 h 3153308"/>
              <a:gd name="connsiteX2" fmla="*/ 10456621 w 12191999"/>
              <a:gd name="connsiteY2" fmla="*/ 1533830 h 3153308"/>
              <a:gd name="connsiteX3" fmla="*/ 10162565 w 12191999"/>
              <a:gd name="connsiteY3" fmla="*/ 1533830 h 3153308"/>
              <a:gd name="connsiteX4" fmla="*/ 10131552 w 12191999"/>
              <a:gd name="connsiteY4" fmla="*/ 1526591 h 3153308"/>
              <a:gd name="connsiteX5" fmla="*/ 9962084 w 12191999"/>
              <a:gd name="connsiteY5" fmla="*/ 1442466 h 3153308"/>
              <a:gd name="connsiteX6" fmla="*/ 9886340 w 12191999"/>
              <a:gd name="connsiteY6" fmla="*/ 1451458 h 3153308"/>
              <a:gd name="connsiteX7" fmla="*/ 9829648 w 12191999"/>
              <a:gd name="connsiteY7" fmla="*/ 1498930 h 3153308"/>
              <a:gd name="connsiteX8" fmla="*/ 9743998 w 12191999"/>
              <a:gd name="connsiteY8" fmla="*/ 1501902 h 3153308"/>
              <a:gd name="connsiteX9" fmla="*/ 9581312 w 12191999"/>
              <a:gd name="connsiteY9" fmla="*/ 1383716 h 3153308"/>
              <a:gd name="connsiteX10" fmla="*/ 9508083 w 12191999"/>
              <a:gd name="connsiteY10" fmla="*/ 1378305 h 3153308"/>
              <a:gd name="connsiteX11" fmla="*/ 9290913 w 12191999"/>
              <a:gd name="connsiteY11" fmla="*/ 1491767 h 3153308"/>
              <a:gd name="connsiteX12" fmla="*/ 9249614 w 12191999"/>
              <a:gd name="connsiteY12" fmla="*/ 1499083 h 3153308"/>
              <a:gd name="connsiteX13" fmla="*/ 9096603 w 12191999"/>
              <a:gd name="connsiteY13" fmla="*/ 1479118 h 3153308"/>
              <a:gd name="connsiteX14" fmla="*/ 9079611 w 12191999"/>
              <a:gd name="connsiteY14" fmla="*/ 1478966 h 3153308"/>
              <a:gd name="connsiteX15" fmla="*/ 8915628 w 12191999"/>
              <a:gd name="connsiteY15" fmla="*/ 1497787 h 3153308"/>
              <a:gd name="connsiteX16" fmla="*/ 8855735 w 12191999"/>
              <a:gd name="connsiteY16" fmla="*/ 1475003 h 3153308"/>
              <a:gd name="connsiteX17" fmla="*/ 8855735 w 12191999"/>
              <a:gd name="connsiteY17" fmla="*/ 1475003 h 3153308"/>
              <a:gd name="connsiteX18" fmla="*/ 8791498 w 12191999"/>
              <a:gd name="connsiteY18" fmla="*/ 1452906 h 3153308"/>
              <a:gd name="connsiteX19" fmla="*/ 8579434 w 12191999"/>
              <a:gd name="connsiteY19" fmla="*/ 1491006 h 3153308"/>
              <a:gd name="connsiteX20" fmla="*/ 8547430 w 12191999"/>
              <a:gd name="connsiteY20" fmla="*/ 1489253 h 3153308"/>
              <a:gd name="connsiteX21" fmla="*/ 8367141 w 12191999"/>
              <a:gd name="connsiteY21" fmla="*/ 1436141 h 3153308"/>
              <a:gd name="connsiteX22" fmla="*/ 8326298 w 12191999"/>
              <a:gd name="connsiteY22" fmla="*/ 1436599 h 3153308"/>
              <a:gd name="connsiteX23" fmla="*/ 8147837 w 12191999"/>
              <a:gd name="connsiteY23" fmla="*/ 1493596 h 3153308"/>
              <a:gd name="connsiteX24" fmla="*/ 8108290 w 12191999"/>
              <a:gd name="connsiteY24" fmla="*/ 1525829 h 3153308"/>
              <a:gd name="connsiteX25" fmla="*/ 8022107 w 12191999"/>
              <a:gd name="connsiteY25" fmla="*/ 1679067 h 3153308"/>
              <a:gd name="connsiteX26" fmla="*/ 7970672 w 12191999"/>
              <a:gd name="connsiteY26" fmla="*/ 1713967 h 3153308"/>
              <a:gd name="connsiteX27" fmla="*/ 7593178 w 12191999"/>
              <a:gd name="connsiteY27" fmla="*/ 1764563 h 3153308"/>
              <a:gd name="connsiteX28" fmla="*/ 7583957 w 12191999"/>
              <a:gd name="connsiteY28" fmla="*/ 1765173 h 3153308"/>
              <a:gd name="connsiteX29" fmla="*/ 7446645 w 12191999"/>
              <a:gd name="connsiteY29" fmla="*/ 1765173 h 3153308"/>
              <a:gd name="connsiteX30" fmla="*/ 7403211 w 12191999"/>
              <a:gd name="connsiteY30" fmla="*/ 1749933 h 3153308"/>
              <a:gd name="connsiteX31" fmla="*/ 7215454 w 12191999"/>
              <a:gd name="connsiteY31" fmla="*/ 1600048 h 3153308"/>
              <a:gd name="connsiteX32" fmla="*/ 7129044 w 12191999"/>
              <a:gd name="connsiteY32" fmla="*/ 1599667 h 3153308"/>
              <a:gd name="connsiteX33" fmla="*/ 7008038 w 12191999"/>
              <a:gd name="connsiteY33" fmla="*/ 1694459 h 3153308"/>
              <a:gd name="connsiteX34" fmla="*/ 6965061 w 12191999"/>
              <a:gd name="connsiteY34" fmla="*/ 1709318 h 3153308"/>
              <a:gd name="connsiteX35" fmla="*/ 6780962 w 12191999"/>
              <a:gd name="connsiteY35" fmla="*/ 1709318 h 3153308"/>
              <a:gd name="connsiteX36" fmla="*/ 6764350 w 12191999"/>
              <a:gd name="connsiteY36" fmla="*/ 1707337 h 3153308"/>
              <a:gd name="connsiteX37" fmla="*/ 6449797 w 12191999"/>
              <a:gd name="connsiteY37" fmla="*/ 1630071 h 3153308"/>
              <a:gd name="connsiteX38" fmla="*/ 6445606 w 12191999"/>
              <a:gd name="connsiteY38" fmla="*/ 1628927 h 3153308"/>
              <a:gd name="connsiteX39" fmla="*/ 6044337 w 12191999"/>
              <a:gd name="connsiteY39" fmla="*/ 1503426 h 3153308"/>
              <a:gd name="connsiteX40" fmla="*/ 6034507 w 12191999"/>
              <a:gd name="connsiteY40" fmla="*/ 1501140 h 3153308"/>
              <a:gd name="connsiteX41" fmla="*/ 5925922 w 12191999"/>
              <a:gd name="connsiteY41" fmla="*/ 1483843 h 3153308"/>
              <a:gd name="connsiteX42" fmla="*/ 5864276 w 12191999"/>
              <a:gd name="connsiteY42" fmla="*/ 1504874 h 3153308"/>
              <a:gd name="connsiteX43" fmla="*/ 5601919 w 12191999"/>
              <a:gd name="connsiteY43" fmla="*/ 1783232 h 3153308"/>
              <a:gd name="connsiteX44" fmla="*/ 5551247 w 12191999"/>
              <a:gd name="connsiteY44" fmla="*/ 1805102 h 3153308"/>
              <a:gd name="connsiteX45" fmla="*/ 5424069 w 12191999"/>
              <a:gd name="connsiteY45" fmla="*/ 1805102 h 3153308"/>
              <a:gd name="connsiteX46" fmla="*/ 5378425 w 12191999"/>
              <a:gd name="connsiteY46" fmla="*/ 1788109 h 3153308"/>
              <a:gd name="connsiteX47" fmla="*/ 5269688 w 12191999"/>
              <a:gd name="connsiteY47" fmla="*/ 1693850 h 3153308"/>
              <a:gd name="connsiteX48" fmla="*/ 5177409 w 12191999"/>
              <a:gd name="connsiteY48" fmla="*/ 1694764 h 3153308"/>
              <a:gd name="connsiteX49" fmla="*/ 4956582 w 12191999"/>
              <a:gd name="connsiteY49" fmla="*/ 1893799 h 3153308"/>
              <a:gd name="connsiteX50" fmla="*/ 4917491 w 12191999"/>
              <a:gd name="connsiteY50" fmla="*/ 1911325 h 3153308"/>
              <a:gd name="connsiteX51" fmla="*/ 4652087 w 12191999"/>
              <a:gd name="connsiteY51" fmla="*/ 1940357 h 3153308"/>
              <a:gd name="connsiteX52" fmla="*/ 4644542 w 12191999"/>
              <a:gd name="connsiteY52" fmla="*/ 1940738 h 3153308"/>
              <a:gd name="connsiteX53" fmla="*/ 4443679 w 12191999"/>
              <a:gd name="connsiteY53" fmla="*/ 1940738 h 3153308"/>
              <a:gd name="connsiteX54" fmla="*/ 4420515 w 12191999"/>
              <a:gd name="connsiteY54" fmla="*/ 1936776 h 3153308"/>
              <a:gd name="connsiteX55" fmla="*/ 4286479 w 12191999"/>
              <a:gd name="connsiteY55" fmla="*/ 1889455 h 3153308"/>
              <a:gd name="connsiteX56" fmla="*/ 4259809 w 12191999"/>
              <a:gd name="connsiteY56" fmla="*/ 1885569 h 3153308"/>
              <a:gd name="connsiteX57" fmla="*/ 4115181 w 12191999"/>
              <a:gd name="connsiteY57" fmla="*/ 1892732 h 3153308"/>
              <a:gd name="connsiteX58" fmla="*/ 3902278 w 12191999"/>
              <a:gd name="connsiteY58" fmla="*/ 1892732 h 3153308"/>
              <a:gd name="connsiteX59" fmla="*/ 3864788 w 12191999"/>
              <a:gd name="connsiteY59" fmla="*/ 1881759 h 3153308"/>
              <a:gd name="connsiteX60" fmla="*/ 3831031 w 12191999"/>
              <a:gd name="connsiteY60" fmla="*/ 1860194 h 3153308"/>
              <a:gd name="connsiteX61" fmla="*/ 3779063 w 12191999"/>
              <a:gd name="connsiteY61" fmla="*/ 1850745 h 3153308"/>
              <a:gd name="connsiteX62" fmla="*/ 3357143 w 12191999"/>
              <a:gd name="connsiteY62" fmla="*/ 1940509 h 3153308"/>
              <a:gd name="connsiteX63" fmla="*/ 2940634 w 12191999"/>
              <a:gd name="connsiteY63" fmla="*/ 2012290 h 3153308"/>
              <a:gd name="connsiteX64" fmla="*/ 2629205 w 12191999"/>
              <a:gd name="connsiteY64" fmla="*/ 2059381 h 3153308"/>
              <a:gd name="connsiteX65" fmla="*/ 2619147 w 12191999"/>
              <a:gd name="connsiteY65" fmla="*/ 2061667 h 3153308"/>
              <a:gd name="connsiteX66" fmla="*/ 2396414 w 12191999"/>
              <a:gd name="connsiteY66" fmla="*/ 2130247 h 3153308"/>
              <a:gd name="connsiteX67" fmla="*/ 2385060 w 12191999"/>
              <a:gd name="connsiteY67" fmla="*/ 2132762 h 3153308"/>
              <a:gd name="connsiteX68" fmla="*/ 2159356 w 12191999"/>
              <a:gd name="connsiteY68" fmla="*/ 2162556 h 3153308"/>
              <a:gd name="connsiteX69" fmla="*/ 2139925 w 12191999"/>
              <a:gd name="connsiteY69" fmla="*/ 2168042 h 3153308"/>
              <a:gd name="connsiteX70" fmla="*/ 1896237 w 12191999"/>
              <a:gd name="connsiteY70" fmla="*/ 2277389 h 3153308"/>
              <a:gd name="connsiteX71" fmla="*/ 1867738 w 12191999"/>
              <a:gd name="connsiteY71" fmla="*/ 2283486 h 3153308"/>
              <a:gd name="connsiteX72" fmla="*/ 1575740 w 12191999"/>
              <a:gd name="connsiteY72" fmla="*/ 2283486 h 3153308"/>
              <a:gd name="connsiteX73" fmla="*/ 1556842 w 12191999"/>
              <a:gd name="connsiteY73" fmla="*/ 2286076 h 3153308"/>
              <a:gd name="connsiteX74" fmla="*/ 1427378 w 12191999"/>
              <a:gd name="connsiteY74" fmla="*/ 2322576 h 3153308"/>
              <a:gd name="connsiteX75" fmla="*/ 1421740 w 12191999"/>
              <a:gd name="connsiteY75" fmla="*/ 2324405 h 3153308"/>
              <a:gd name="connsiteX76" fmla="*/ 1203122 w 12191999"/>
              <a:gd name="connsiteY76" fmla="*/ 2406625 h 3153308"/>
              <a:gd name="connsiteX77" fmla="*/ 1178585 w 12191999"/>
              <a:gd name="connsiteY77" fmla="*/ 2411121 h 3153308"/>
              <a:gd name="connsiteX78" fmla="*/ 1090803 w 12191999"/>
              <a:gd name="connsiteY78" fmla="*/ 2411121 h 3153308"/>
              <a:gd name="connsiteX79" fmla="*/ 1075335 w 12191999"/>
              <a:gd name="connsiteY79" fmla="*/ 2409368 h 3153308"/>
              <a:gd name="connsiteX80" fmla="*/ 940156 w 12191999"/>
              <a:gd name="connsiteY80" fmla="*/ 2378583 h 3153308"/>
              <a:gd name="connsiteX81" fmla="*/ 882015 w 12191999"/>
              <a:gd name="connsiteY81" fmla="*/ 2391461 h 3153308"/>
              <a:gd name="connsiteX82" fmla="*/ 758190 w 12191999"/>
              <a:gd name="connsiteY82" fmla="*/ 2487473 h 3153308"/>
              <a:gd name="connsiteX83" fmla="*/ 702031 w 12191999"/>
              <a:gd name="connsiteY83" fmla="*/ 2500732 h 3153308"/>
              <a:gd name="connsiteX84" fmla="*/ 469925 w 12191999"/>
              <a:gd name="connsiteY84" fmla="*/ 2454936 h 3153308"/>
              <a:gd name="connsiteX85" fmla="*/ 430911 w 12191999"/>
              <a:gd name="connsiteY85" fmla="*/ 2458441 h 3153308"/>
              <a:gd name="connsiteX86" fmla="*/ 325831 w 12191999"/>
              <a:gd name="connsiteY86" fmla="*/ 2499893 h 3153308"/>
              <a:gd name="connsiteX87" fmla="*/ 289560 w 12191999"/>
              <a:gd name="connsiteY87" fmla="*/ 2503932 h 3153308"/>
              <a:gd name="connsiteX88" fmla="*/ 58979 w 12191999"/>
              <a:gd name="connsiteY88" fmla="*/ 2468118 h 3153308"/>
              <a:gd name="connsiteX89" fmla="*/ 0 w 12191999"/>
              <a:gd name="connsiteY89" fmla="*/ 2399309 h 3153308"/>
              <a:gd name="connsiteX90" fmla="*/ 0 w 12191999"/>
              <a:gd name="connsiteY90" fmla="*/ 3153308 h 3153308"/>
              <a:gd name="connsiteX91" fmla="*/ 12192000 w 12191999"/>
              <a:gd name="connsiteY91" fmla="*/ 3153308 h 3153308"/>
              <a:gd name="connsiteX92" fmla="*/ 12192000 w 12191999"/>
              <a:gd name="connsiteY92" fmla="*/ 0 h 3153308"/>
              <a:gd name="connsiteX93" fmla="*/ 10461269 w 12191999"/>
              <a:gd name="connsiteY93" fmla="*/ 0 h 3153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2191999" h="3153308">
                <a:moveTo>
                  <a:pt x="10461269" y="0"/>
                </a:moveTo>
                <a:lnTo>
                  <a:pt x="10526192" y="1461059"/>
                </a:lnTo>
                <a:cubicBezTo>
                  <a:pt x="10527944" y="1500683"/>
                  <a:pt x="10496322" y="1533830"/>
                  <a:pt x="10456621" y="1533830"/>
                </a:cubicBezTo>
                <a:lnTo>
                  <a:pt x="10162565" y="1533830"/>
                </a:lnTo>
                <a:cubicBezTo>
                  <a:pt x="10151821" y="1533830"/>
                  <a:pt x="10141229" y="1531315"/>
                  <a:pt x="10131552" y="1526591"/>
                </a:cubicBezTo>
                <a:lnTo>
                  <a:pt x="9962084" y="1442466"/>
                </a:lnTo>
                <a:cubicBezTo>
                  <a:pt x="9937319" y="1430122"/>
                  <a:pt x="9907600" y="1433703"/>
                  <a:pt x="9886340" y="1451458"/>
                </a:cubicBezTo>
                <a:lnTo>
                  <a:pt x="9829648" y="1498930"/>
                </a:lnTo>
                <a:cubicBezTo>
                  <a:pt x="9805187" y="1519428"/>
                  <a:pt x="9769830" y="1520647"/>
                  <a:pt x="9743998" y="1501902"/>
                </a:cubicBezTo>
                <a:lnTo>
                  <a:pt x="9581312" y="1383716"/>
                </a:lnTo>
                <a:cubicBezTo>
                  <a:pt x="9559900" y="1368171"/>
                  <a:pt x="9531554" y="1366114"/>
                  <a:pt x="9508083" y="1378305"/>
                </a:cubicBezTo>
                <a:lnTo>
                  <a:pt x="9290913" y="1491767"/>
                </a:lnTo>
                <a:cubicBezTo>
                  <a:pt x="9278264" y="1498397"/>
                  <a:pt x="9263787" y="1500988"/>
                  <a:pt x="9249614" y="1499083"/>
                </a:cubicBezTo>
                <a:lnTo>
                  <a:pt x="9096603" y="1479118"/>
                </a:lnTo>
                <a:cubicBezTo>
                  <a:pt x="9090965" y="1478356"/>
                  <a:pt x="9085250" y="1478356"/>
                  <a:pt x="9079611" y="1478966"/>
                </a:cubicBezTo>
                <a:lnTo>
                  <a:pt x="8915628" y="1497787"/>
                </a:lnTo>
                <a:cubicBezTo>
                  <a:pt x="8893150" y="1500378"/>
                  <a:pt x="8870823" y="1491920"/>
                  <a:pt x="8855735" y="1475003"/>
                </a:cubicBezTo>
                <a:lnTo>
                  <a:pt x="8855735" y="1475003"/>
                </a:lnTo>
                <a:cubicBezTo>
                  <a:pt x="8839581" y="1457020"/>
                  <a:pt x="8815274" y="1448638"/>
                  <a:pt x="8791498" y="1452906"/>
                </a:cubicBezTo>
                <a:lnTo>
                  <a:pt x="8579434" y="1491006"/>
                </a:lnTo>
                <a:cubicBezTo>
                  <a:pt x="8568766" y="1492911"/>
                  <a:pt x="8557794" y="1492301"/>
                  <a:pt x="8547430" y="1489253"/>
                </a:cubicBezTo>
                <a:lnTo>
                  <a:pt x="8367141" y="1436141"/>
                </a:lnTo>
                <a:cubicBezTo>
                  <a:pt x="8353806" y="1432179"/>
                  <a:pt x="8339557" y="1432331"/>
                  <a:pt x="8326298" y="1436599"/>
                </a:cubicBezTo>
                <a:lnTo>
                  <a:pt x="8147837" y="1493596"/>
                </a:lnTo>
                <a:cubicBezTo>
                  <a:pt x="8131074" y="1498930"/>
                  <a:pt x="8116901" y="1510436"/>
                  <a:pt x="8108290" y="1525829"/>
                </a:cubicBezTo>
                <a:lnTo>
                  <a:pt x="8022107" y="1679067"/>
                </a:lnTo>
                <a:cubicBezTo>
                  <a:pt x="8011364" y="1698117"/>
                  <a:pt x="7992314" y="1711071"/>
                  <a:pt x="7970672" y="1713967"/>
                </a:cubicBezTo>
                <a:lnTo>
                  <a:pt x="7593178" y="1764563"/>
                </a:lnTo>
                <a:cubicBezTo>
                  <a:pt x="7590130" y="1764944"/>
                  <a:pt x="7587006" y="1765173"/>
                  <a:pt x="7583957" y="1765173"/>
                </a:cubicBezTo>
                <a:lnTo>
                  <a:pt x="7446645" y="1765173"/>
                </a:lnTo>
                <a:cubicBezTo>
                  <a:pt x="7430872" y="1765173"/>
                  <a:pt x="7415556" y="1759839"/>
                  <a:pt x="7403211" y="1749933"/>
                </a:cubicBezTo>
                <a:lnTo>
                  <a:pt x="7215454" y="1600048"/>
                </a:lnTo>
                <a:cubicBezTo>
                  <a:pt x="7190232" y="1579931"/>
                  <a:pt x="7154418" y="1579778"/>
                  <a:pt x="7129044" y="1599667"/>
                </a:cubicBezTo>
                <a:lnTo>
                  <a:pt x="7008038" y="1694459"/>
                </a:lnTo>
                <a:cubicBezTo>
                  <a:pt x="6995770" y="1704060"/>
                  <a:pt x="6980682" y="1709318"/>
                  <a:pt x="6965061" y="1709318"/>
                </a:cubicBezTo>
                <a:lnTo>
                  <a:pt x="6780962" y="1709318"/>
                </a:lnTo>
                <a:cubicBezTo>
                  <a:pt x="6775399" y="1709318"/>
                  <a:pt x="6769761" y="1708633"/>
                  <a:pt x="6764350" y="1707337"/>
                </a:cubicBezTo>
                <a:lnTo>
                  <a:pt x="6449797" y="1630071"/>
                </a:lnTo>
                <a:cubicBezTo>
                  <a:pt x="6448425" y="1629689"/>
                  <a:pt x="6446978" y="1629308"/>
                  <a:pt x="6445606" y="1628927"/>
                </a:cubicBezTo>
                <a:lnTo>
                  <a:pt x="6044337" y="1503426"/>
                </a:lnTo>
                <a:cubicBezTo>
                  <a:pt x="6041136" y="1502436"/>
                  <a:pt x="6037860" y="1501673"/>
                  <a:pt x="6034507" y="1501140"/>
                </a:cubicBezTo>
                <a:lnTo>
                  <a:pt x="5925922" y="1483843"/>
                </a:lnTo>
                <a:cubicBezTo>
                  <a:pt x="5903138" y="1480185"/>
                  <a:pt x="5880049" y="1488110"/>
                  <a:pt x="5864276" y="1504874"/>
                </a:cubicBezTo>
                <a:lnTo>
                  <a:pt x="5601919" y="1783232"/>
                </a:lnTo>
                <a:cubicBezTo>
                  <a:pt x="5588737" y="1797177"/>
                  <a:pt x="5570449" y="1805102"/>
                  <a:pt x="5551247" y="1805102"/>
                </a:cubicBezTo>
                <a:lnTo>
                  <a:pt x="5424069" y="1805102"/>
                </a:lnTo>
                <a:cubicBezTo>
                  <a:pt x="5407305" y="1805102"/>
                  <a:pt x="5391150" y="1799082"/>
                  <a:pt x="5378425" y="1788109"/>
                </a:cubicBezTo>
                <a:lnTo>
                  <a:pt x="5269688" y="1693850"/>
                </a:lnTo>
                <a:cubicBezTo>
                  <a:pt x="5243094" y="1670837"/>
                  <a:pt x="5203546" y="1671218"/>
                  <a:pt x="5177409" y="1694764"/>
                </a:cubicBezTo>
                <a:lnTo>
                  <a:pt x="4956582" y="1893799"/>
                </a:lnTo>
                <a:cubicBezTo>
                  <a:pt x="4945685" y="1903552"/>
                  <a:pt x="4932045" y="1909724"/>
                  <a:pt x="4917491" y="1911325"/>
                </a:cubicBezTo>
                <a:lnTo>
                  <a:pt x="4652087" y="1940357"/>
                </a:lnTo>
                <a:cubicBezTo>
                  <a:pt x="4649572" y="1940662"/>
                  <a:pt x="4647057" y="1940738"/>
                  <a:pt x="4644542" y="1940738"/>
                </a:cubicBezTo>
                <a:lnTo>
                  <a:pt x="4443679" y="1940738"/>
                </a:lnTo>
                <a:cubicBezTo>
                  <a:pt x="4435755" y="1940738"/>
                  <a:pt x="4427982" y="1939366"/>
                  <a:pt x="4420515" y="1936776"/>
                </a:cubicBezTo>
                <a:lnTo>
                  <a:pt x="4286479" y="1889455"/>
                </a:lnTo>
                <a:cubicBezTo>
                  <a:pt x="4277944" y="1886407"/>
                  <a:pt x="4268877" y="1885112"/>
                  <a:pt x="4259809" y="1885569"/>
                </a:cubicBezTo>
                <a:lnTo>
                  <a:pt x="4115181" y="1892732"/>
                </a:lnTo>
                <a:lnTo>
                  <a:pt x="3902278" y="1892732"/>
                </a:lnTo>
                <a:cubicBezTo>
                  <a:pt x="3889020" y="1892732"/>
                  <a:pt x="3875989" y="1888922"/>
                  <a:pt x="3864788" y="1881759"/>
                </a:cubicBezTo>
                <a:lnTo>
                  <a:pt x="3831031" y="1860194"/>
                </a:lnTo>
                <a:cubicBezTo>
                  <a:pt x="3815639" y="1850365"/>
                  <a:pt x="3796970" y="1846935"/>
                  <a:pt x="3779063" y="1850745"/>
                </a:cubicBezTo>
                <a:lnTo>
                  <a:pt x="3357143" y="1940509"/>
                </a:lnTo>
                <a:lnTo>
                  <a:pt x="2940634" y="2012290"/>
                </a:lnTo>
                <a:lnTo>
                  <a:pt x="2629205" y="2059381"/>
                </a:lnTo>
                <a:cubicBezTo>
                  <a:pt x="2625776" y="2059915"/>
                  <a:pt x="2622423" y="2060677"/>
                  <a:pt x="2619147" y="2061667"/>
                </a:cubicBezTo>
                <a:lnTo>
                  <a:pt x="2396414" y="2130247"/>
                </a:lnTo>
                <a:cubicBezTo>
                  <a:pt x="2392680" y="2131390"/>
                  <a:pt x="2388870" y="2132228"/>
                  <a:pt x="2385060" y="2132762"/>
                </a:cubicBezTo>
                <a:lnTo>
                  <a:pt x="2159356" y="2162556"/>
                </a:lnTo>
                <a:cubicBezTo>
                  <a:pt x="2152650" y="2163471"/>
                  <a:pt x="2146097" y="2165299"/>
                  <a:pt x="2139925" y="2168042"/>
                </a:cubicBezTo>
                <a:lnTo>
                  <a:pt x="1896237" y="2277389"/>
                </a:lnTo>
                <a:cubicBezTo>
                  <a:pt x="1887245" y="2281428"/>
                  <a:pt x="1877568" y="2283486"/>
                  <a:pt x="1867738" y="2283486"/>
                </a:cubicBezTo>
                <a:lnTo>
                  <a:pt x="1575740" y="2283486"/>
                </a:lnTo>
                <a:cubicBezTo>
                  <a:pt x="1569339" y="2283486"/>
                  <a:pt x="1563015" y="2284400"/>
                  <a:pt x="1556842" y="2286076"/>
                </a:cubicBezTo>
                <a:lnTo>
                  <a:pt x="1427378" y="2322576"/>
                </a:lnTo>
                <a:cubicBezTo>
                  <a:pt x="1425473" y="2323109"/>
                  <a:pt x="1423568" y="2323719"/>
                  <a:pt x="1421740" y="2324405"/>
                </a:cubicBezTo>
                <a:lnTo>
                  <a:pt x="1203122" y="2406625"/>
                </a:lnTo>
                <a:cubicBezTo>
                  <a:pt x="1195273" y="2409597"/>
                  <a:pt x="1186967" y="2411121"/>
                  <a:pt x="1178585" y="2411121"/>
                </a:cubicBezTo>
                <a:lnTo>
                  <a:pt x="1090803" y="2411121"/>
                </a:lnTo>
                <a:cubicBezTo>
                  <a:pt x="1085621" y="2411121"/>
                  <a:pt x="1080364" y="2410511"/>
                  <a:pt x="1075335" y="2409368"/>
                </a:cubicBezTo>
                <a:lnTo>
                  <a:pt x="940156" y="2378583"/>
                </a:lnTo>
                <a:cubicBezTo>
                  <a:pt x="919810" y="2373935"/>
                  <a:pt x="898474" y="2378659"/>
                  <a:pt x="882015" y="2391461"/>
                </a:cubicBezTo>
                <a:lnTo>
                  <a:pt x="758190" y="2487473"/>
                </a:lnTo>
                <a:cubicBezTo>
                  <a:pt x="742264" y="2499817"/>
                  <a:pt x="721766" y="2504694"/>
                  <a:pt x="702031" y="2500732"/>
                </a:cubicBezTo>
                <a:lnTo>
                  <a:pt x="469925" y="2454936"/>
                </a:lnTo>
                <a:cubicBezTo>
                  <a:pt x="456819" y="2452345"/>
                  <a:pt x="443332" y="2453564"/>
                  <a:pt x="430911" y="2458441"/>
                </a:cubicBezTo>
                <a:lnTo>
                  <a:pt x="325831" y="2499893"/>
                </a:lnTo>
                <a:cubicBezTo>
                  <a:pt x="314325" y="2504466"/>
                  <a:pt x="301828" y="2505837"/>
                  <a:pt x="289560" y="2503932"/>
                </a:cubicBezTo>
                <a:lnTo>
                  <a:pt x="58979" y="2468118"/>
                </a:lnTo>
                <a:cubicBezTo>
                  <a:pt x="25070" y="2462860"/>
                  <a:pt x="0" y="2433599"/>
                  <a:pt x="0" y="2399309"/>
                </a:cubicBezTo>
                <a:lnTo>
                  <a:pt x="0" y="3153308"/>
                </a:lnTo>
                <a:lnTo>
                  <a:pt x="12192000" y="3153308"/>
                </a:lnTo>
                <a:lnTo>
                  <a:pt x="12192000" y="0"/>
                </a:lnTo>
                <a:lnTo>
                  <a:pt x="10461269" y="0"/>
                </a:lnTo>
                <a:close/>
              </a:path>
            </a:pathLst>
          </a:custGeom>
          <a:gradFill>
            <a:gsLst>
              <a:gs pos="100000">
                <a:schemeClr val="bg1"/>
              </a:gs>
              <a:gs pos="0">
                <a:schemeClr val="bg1">
                  <a:lumMod val="85000"/>
                  <a:lumOff val="15000"/>
                </a:schemeClr>
              </a:gs>
            </a:gsLst>
            <a:lin ang="0" scaled="0"/>
          </a:gradFill>
          <a:ln w="7620" cap="flat">
            <a:noFill/>
            <a:prstDash val="solid"/>
            <a:miter/>
          </a:ln>
          <a:effectLst>
            <a:outerShdw blurRad="279400" dist="38100" dir="14280000" algn="t" rotWithShape="0">
              <a:schemeClr val="accent1">
                <a:lumMod val="50000"/>
                <a:alpha val="8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5" name="任意多边形: 形状 14"/>
          <p:cNvSpPr/>
          <p:nvPr>
            <p:custDataLst>
              <p:tags r:id="rId4"/>
            </p:custDataLst>
          </p:nvPr>
        </p:nvSpPr>
        <p:spPr>
          <a:xfrm>
            <a:off x="10502900" y="2438400"/>
            <a:ext cx="1689100" cy="2286635"/>
          </a:xfrm>
          <a:custGeom>
            <a:avLst/>
            <a:gdLst>
              <a:gd name="connsiteX0" fmla="*/ 0 w 1689201"/>
              <a:gd name="connsiteY0" fmla="*/ 0 h 6858000"/>
              <a:gd name="connsiteX1" fmla="*/ 1689202 w 1689201"/>
              <a:gd name="connsiteY1" fmla="*/ 0 h 6858000"/>
              <a:gd name="connsiteX2" fmla="*/ 1689202 w 1689201"/>
              <a:gd name="connsiteY2" fmla="*/ 6858000 h 6858000"/>
              <a:gd name="connsiteX3" fmla="*/ 0 w 16892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689201" h="6858000">
                <a:moveTo>
                  <a:pt x="0" y="0"/>
                </a:moveTo>
                <a:lnTo>
                  <a:pt x="1689202" y="0"/>
                </a:lnTo>
                <a:lnTo>
                  <a:pt x="1689202" y="6858000"/>
                </a:lnTo>
                <a:lnTo>
                  <a:pt x="0" y="6858000"/>
                </a:lnTo>
                <a:close/>
              </a:path>
            </a:pathLst>
          </a:custGeom>
          <a:gradFill>
            <a:gsLst>
              <a:gs pos="56000">
                <a:schemeClr val="bg1"/>
              </a:gs>
              <a:gs pos="0">
                <a:schemeClr val="bg1">
                  <a:lumMod val="85000"/>
                  <a:lumOff val="15000"/>
                </a:schemeClr>
              </a:gs>
            </a:gsLst>
            <a:lin ang="0" scaled="0"/>
          </a:gra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6" name="任意多边形: 形状 15"/>
          <p:cNvSpPr/>
          <p:nvPr>
            <p:custDataLst>
              <p:tags r:id="rId5"/>
            </p:custDataLst>
          </p:nvPr>
        </p:nvSpPr>
        <p:spPr>
          <a:xfrm>
            <a:off x="10346055" y="954405"/>
            <a:ext cx="1332230" cy="672465"/>
          </a:xfrm>
          <a:custGeom>
            <a:avLst/>
            <a:gdLst>
              <a:gd name="connsiteX0" fmla="*/ 75 w 1332280"/>
              <a:gd name="connsiteY0" fmla="*/ 135712 h 672617"/>
              <a:gd name="connsiteX1" fmla="*/ 183566 w 1332280"/>
              <a:gd name="connsiteY1" fmla="*/ 231419 h 672617"/>
              <a:gd name="connsiteX2" fmla="*/ 287274 w 1332280"/>
              <a:gd name="connsiteY2" fmla="*/ 135712 h 672617"/>
              <a:gd name="connsiteX3" fmla="*/ 406907 w 1332280"/>
              <a:gd name="connsiteY3" fmla="*/ 181966 h 672617"/>
              <a:gd name="connsiteX4" fmla="*/ 550469 w 1332280"/>
              <a:gd name="connsiteY4" fmla="*/ 132512 h 672617"/>
              <a:gd name="connsiteX5" fmla="*/ 674141 w 1332280"/>
              <a:gd name="connsiteY5" fmla="*/ 132512 h 672617"/>
              <a:gd name="connsiteX6" fmla="*/ 765276 w 1332280"/>
              <a:gd name="connsiteY6" fmla="*/ 73609 h 672617"/>
              <a:gd name="connsiteX7" fmla="*/ 845667 w 1332280"/>
              <a:gd name="connsiteY7" fmla="*/ 139598 h 672617"/>
              <a:gd name="connsiteX8" fmla="*/ 981303 w 1332280"/>
              <a:gd name="connsiteY8" fmla="*/ 47854 h 672617"/>
              <a:gd name="connsiteX9" fmla="*/ 1204646 w 1332280"/>
              <a:gd name="connsiteY9" fmla="*/ 0 h 672617"/>
              <a:gd name="connsiteX10" fmla="*/ 1300352 w 1332280"/>
              <a:gd name="connsiteY10" fmla="*/ 115672 h 672617"/>
              <a:gd name="connsiteX11" fmla="*/ 1332281 w 1332280"/>
              <a:gd name="connsiteY11" fmla="*/ 566395 h 672617"/>
              <a:gd name="connsiteX12" fmla="*/ 63856 w 1332280"/>
              <a:gd name="connsiteY12" fmla="*/ 672617 h 672617"/>
              <a:gd name="connsiteX13" fmla="*/ 0 w 1332280"/>
              <a:gd name="connsiteY13" fmla="*/ 502539 h 672617"/>
              <a:gd name="connsiteX14" fmla="*/ 0 w 1332280"/>
              <a:gd name="connsiteY14" fmla="*/ 135712 h 672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32280" h="672617">
                <a:moveTo>
                  <a:pt x="75" y="135712"/>
                </a:moveTo>
                <a:lnTo>
                  <a:pt x="183566" y="231419"/>
                </a:lnTo>
                <a:cubicBezTo>
                  <a:pt x="183566" y="231419"/>
                  <a:pt x="263347" y="111785"/>
                  <a:pt x="287274" y="135712"/>
                </a:cubicBezTo>
                <a:cubicBezTo>
                  <a:pt x="311201" y="159639"/>
                  <a:pt x="359054" y="196367"/>
                  <a:pt x="406907" y="181966"/>
                </a:cubicBezTo>
                <a:cubicBezTo>
                  <a:pt x="454761" y="167564"/>
                  <a:pt x="518617" y="145313"/>
                  <a:pt x="550469" y="132512"/>
                </a:cubicBezTo>
                <a:cubicBezTo>
                  <a:pt x="582396" y="119710"/>
                  <a:pt x="674141" y="132512"/>
                  <a:pt x="674141" y="132512"/>
                </a:cubicBezTo>
                <a:lnTo>
                  <a:pt x="765276" y="73609"/>
                </a:lnTo>
                <a:lnTo>
                  <a:pt x="845667" y="139598"/>
                </a:lnTo>
                <a:lnTo>
                  <a:pt x="981303" y="47854"/>
                </a:lnTo>
                <a:lnTo>
                  <a:pt x="1204646" y="0"/>
                </a:lnTo>
                <a:lnTo>
                  <a:pt x="1300352" y="115672"/>
                </a:lnTo>
                <a:lnTo>
                  <a:pt x="1332281" y="566395"/>
                </a:lnTo>
                <a:lnTo>
                  <a:pt x="63856" y="672617"/>
                </a:lnTo>
                <a:lnTo>
                  <a:pt x="0" y="502539"/>
                </a:lnTo>
                <a:lnTo>
                  <a:pt x="0" y="135712"/>
                </a:lnTo>
                <a:close/>
              </a:path>
            </a:pathLst>
          </a:custGeom>
          <a:solidFill>
            <a:srgbClr val="DCDCDC"/>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7" name="任意多边形: 形状 16"/>
          <p:cNvSpPr/>
          <p:nvPr>
            <p:custDataLst>
              <p:tags r:id="rId6"/>
            </p:custDataLst>
          </p:nvPr>
        </p:nvSpPr>
        <p:spPr>
          <a:xfrm>
            <a:off x="10346055" y="1330325"/>
            <a:ext cx="1332230" cy="1108075"/>
          </a:xfrm>
          <a:custGeom>
            <a:avLst/>
            <a:gdLst>
              <a:gd name="connsiteX0" fmla="*/ 0 w 1332205"/>
              <a:gd name="connsiteY0" fmla="*/ 126797 h 1108024"/>
              <a:gd name="connsiteX1" fmla="*/ 111709 w 1332205"/>
              <a:gd name="connsiteY1" fmla="*/ 126797 h 1108024"/>
              <a:gd name="connsiteX2" fmla="*/ 223419 w 1332205"/>
              <a:gd name="connsiteY2" fmla="*/ 166649 h 1108024"/>
              <a:gd name="connsiteX3" fmla="*/ 422835 w 1332205"/>
              <a:gd name="connsiteY3" fmla="*/ 7087 h 1108024"/>
              <a:gd name="connsiteX4" fmla="*/ 710032 w 1332205"/>
              <a:gd name="connsiteY4" fmla="*/ 7087 h 1108024"/>
              <a:gd name="connsiteX5" fmla="*/ 957301 w 1332205"/>
              <a:gd name="connsiteY5" fmla="*/ 0 h 1108024"/>
              <a:gd name="connsiteX6" fmla="*/ 1124789 w 1332205"/>
              <a:gd name="connsiteY6" fmla="*/ 83287 h 1108024"/>
              <a:gd name="connsiteX7" fmla="*/ 1276350 w 1332205"/>
              <a:gd name="connsiteY7" fmla="*/ 0 h 1108024"/>
              <a:gd name="connsiteX8" fmla="*/ 1332205 w 1332205"/>
              <a:gd name="connsiteY8" fmla="*/ 47015 h 1108024"/>
              <a:gd name="connsiteX9" fmla="*/ 1332205 w 1332205"/>
              <a:gd name="connsiteY9" fmla="*/ 1052170 h 1108024"/>
              <a:gd name="connsiteX10" fmla="*/ 39853 w 1332205"/>
              <a:gd name="connsiteY10" fmla="*/ 1108024 h 1108024"/>
              <a:gd name="connsiteX11" fmla="*/ 0 w 1332205"/>
              <a:gd name="connsiteY11" fmla="*/ 126797 h 110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2205" h="1108024">
                <a:moveTo>
                  <a:pt x="0" y="126797"/>
                </a:moveTo>
                <a:lnTo>
                  <a:pt x="111709" y="126797"/>
                </a:lnTo>
                <a:lnTo>
                  <a:pt x="223419" y="166649"/>
                </a:lnTo>
                <a:cubicBezTo>
                  <a:pt x="223419" y="166649"/>
                  <a:pt x="351054" y="23089"/>
                  <a:pt x="422835" y="7087"/>
                </a:cubicBezTo>
                <a:cubicBezTo>
                  <a:pt x="494614" y="-8839"/>
                  <a:pt x="710032" y="7087"/>
                  <a:pt x="710032" y="7087"/>
                </a:cubicBezTo>
                <a:lnTo>
                  <a:pt x="957301" y="0"/>
                </a:lnTo>
                <a:lnTo>
                  <a:pt x="1124789" y="83287"/>
                </a:lnTo>
                <a:lnTo>
                  <a:pt x="1276350" y="0"/>
                </a:lnTo>
                <a:lnTo>
                  <a:pt x="1332205" y="47015"/>
                </a:lnTo>
                <a:lnTo>
                  <a:pt x="1332205" y="1052170"/>
                </a:lnTo>
                <a:lnTo>
                  <a:pt x="39853" y="1108024"/>
                </a:lnTo>
                <a:lnTo>
                  <a:pt x="0" y="126797"/>
                </a:lnTo>
                <a:close/>
              </a:path>
            </a:pathLst>
          </a:custGeom>
          <a:gradFill>
            <a:gsLst>
              <a:gs pos="5870">
                <a:schemeClr val="accent2"/>
              </a:gs>
              <a:gs pos="39110">
                <a:schemeClr val="lt1"/>
              </a:gs>
              <a:gs pos="100000">
                <a:schemeClr val="accent3"/>
              </a:gs>
            </a:gsLst>
            <a:lin ang="20990744"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 name="任意多边形: 形状 17"/>
          <p:cNvSpPr/>
          <p:nvPr>
            <p:custDataLst>
              <p:tags r:id="rId7"/>
            </p:custDataLst>
          </p:nvPr>
        </p:nvSpPr>
        <p:spPr>
          <a:xfrm>
            <a:off x="10181590" y="1696085"/>
            <a:ext cx="1663700" cy="4096385"/>
          </a:xfrm>
          <a:custGeom>
            <a:avLst/>
            <a:gdLst>
              <a:gd name="connsiteX0" fmla="*/ 0 w 1663826"/>
              <a:gd name="connsiteY0" fmla="*/ 343357 h 4096435"/>
              <a:gd name="connsiteX1" fmla="*/ 140208 w 1663826"/>
              <a:gd name="connsiteY1" fmla="*/ 351053 h 4096435"/>
              <a:gd name="connsiteX2" fmla="*/ 275844 w 1663826"/>
              <a:gd name="connsiteY2" fmla="*/ 299237 h 4096435"/>
              <a:gd name="connsiteX3" fmla="*/ 379552 w 1663826"/>
              <a:gd name="connsiteY3" fmla="*/ 351053 h 4096435"/>
              <a:gd name="connsiteX4" fmla="*/ 499186 w 1663826"/>
              <a:gd name="connsiteY4" fmla="*/ 247345 h 4096435"/>
              <a:gd name="connsiteX5" fmla="*/ 722528 w 1663826"/>
              <a:gd name="connsiteY5" fmla="*/ 247345 h 4096435"/>
              <a:gd name="connsiteX6" fmla="*/ 762380 w 1663826"/>
              <a:gd name="connsiteY6" fmla="*/ 167564 h 4096435"/>
              <a:gd name="connsiteX7" fmla="*/ 838200 w 1663826"/>
              <a:gd name="connsiteY7" fmla="*/ 187985 h 4096435"/>
              <a:gd name="connsiteX8" fmla="*/ 898017 w 1663826"/>
              <a:gd name="connsiteY8" fmla="*/ 259308 h 4096435"/>
              <a:gd name="connsiteX9" fmla="*/ 993724 w 1663826"/>
              <a:gd name="connsiteY9" fmla="*/ 167564 h 4096435"/>
              <a:gd name="connsiteX10" fmla="*/ 1089431 w 1663826"/>
              <a:gd name="connsiteY10" fmla="*/ 79781 h 4096435"/>
              <a:gd name="connsiteX11" fmla="*/ 1193139 w 1663826"/>
              <a:gd name="connsiteY11" fmla="*/ 0 h 4096435"/>
              <a:gd name="connsiteX12" fmla="*/ 1304849 w 1663826"/>
              <a:gd name="connsiteY12" fmla="*/ 0 h 4096435"/>
              <a:gd name="connsiteX13" fmla="*/ 1360703 w 1663826"/>
              <a:gd name="connsiteY13" fmla="*/ 0 h 4096435"/>
              <a:gd name="connsiteX14" fmla="*/ 1408557 w 1663826"/>
              <a:gd name="connsiteY14" fmla="*/ 55855 h 4096435"/>
              <a:gd name="connsiteX15" fmla="*/ 1480338 w 1663826"/>
              <a:gd name="connsiteY15" fmla="*/ 0 h 4096435"/>
              <a:gd name="connsiteX16" fmla="*/ 1504265 w 1663826"/>
              <a:gd name="connsiteY16" fmla="*/ 127635 h 4096435"/>
              <a:gd name="connsiteX17" fmla="*/ 1663827 w 1663826"/>
              <a:gd name="connsiteY17" fmla="*/ 3845128 h 4096435"/>
              <a:gd name="connsiteX18" fmla="*/ 1536192 w 1663826"/>
              <a:gd name="connsiteY18" fmla="*/ 3845128 h 4096435"/>
              <a:gd name="connsiteX19" fmla="*/ 1432484 w 1663826"/>
              <a:gd name="connsiteY19" fmla="*/ 3924910 h 4096435"/>
              <a:gd name="connsiteX20" fmla="*/ 1288923 w 1663826"/>
              <a:gd name="connsiteY20" fmla="*/ 3965600 h 4096435"/>
              <a:gd name="connsiteX21" fmla="*/ 1193216 w 1663826"/>
              <a:gd name="connsiteY21" fmla="*/ 4020693 h 4096435"/>
              <a:gd name="connsiteX22" fmla="*/ 1025728 w 1663826"/>
              <a:gd name="connsiteY22" fmla="*/ 4076548 h 4096435"/>
              <a:gd name="connsiteX23" fmla="*/ 770458 w 1663826"/>
              <a:gd name="connsiteY23" fmla="*/ 4076548 h 4096435"/>
              <a:gd name="connsiteX24" fmla="*/ 687400 w 1663826"/>
              <a:gd name="connsiteY24" fmla="*/ 4096436 h 4096435"/>
              <a:gd name="connsiteX25" fmla="*/ 626821 w 1663826"/>
              <a:gd name="connsiteY25" fmla="*/ 4020769 h 4096435"/>
              <a:gd name="connsiteX26" fmla="*/ 499186 w 1663826"/>
              <a:gd name="connsiteY26" fmla="*/ 4012768 h 4096435"/>
              <a:gd name="connsiteX27" fmla="*/ 347624 w 1663826"/>
              <a:gd name="connsiteY27" fmla="*/ 3965677 h 4096435"/>
              <a:gd name="connsiteX28" fmla="*/ 242392 w 1663826"/>
              <a:gd name="connsiteY28" fmla="*/ 3907308 h 4096435"/>
              <a:gd name="connsiteX29" fmla="*/ 0 w 1663826"/>
              <a:gd name="connsiteY29" fmla="*/ 343357 h 409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63826" h="4096435">
                <a:moveTo>
                  <a:pt x="0" y="343357"/>
                </a:moveTo>
                <a:lnTo>
                  <a:pt x="140208" y="351053"/>
                </a:lnTo>
                <a:lnTo>
                  <a:pt x="275844" y="299237"/>
                </a:lnTo>
                <a:lnTo>
                  <a:pt x="379552" y="351053"/>
                </a:lnTo>
                <a:cubicBezTo>
                  <a:pt x="379552" y="351053"/>
                  <a:pt x="459334" y="255346"/>
                  <a:pt x="499186" y="247345"/>
                </a:cubicBezTo>
                <a:cubicBezTo>
                  <a:pt x="539039" y="239344"/>
                  <a:pt x="722528" y="247345"/>
                  <a:pt x="722528" y="247345"/>
                </a:cubicBezTo>
                <a:lnTo>
                  <a:pt x="762380" y="167564"/>
                </a:lnTo>
                <a:lnTo>
                  <a:pt x="838200" y="187985"/>
                </a:lnTo>
                <a:lnTo>
                  <a:pt x="898017" y="259308"/>
                </a:lnTo>
                <a:lnTo>
                  <a:pt x="993724" y="167564"/>
                </a:lnTo>
                <a:lnTo>
                  <a:pt x="1089431" y="79781"/>
                </a:lnTo>
                <a:lnTo>
                  <a:pt x="1193139" y="0"/>
                </a:lnTo>
                <a:lnTo>
                  <a:pt x="1304849" y="0"/>
                </a:lnTo>
                <a:lnTo>
                  <a:pt x="1360703" y="0"/>
                </a:lnTo>
                <a:lnTo>
                  <a:pt x="1408557" y="55855"/>
                </a:lnTo>
                <a:lnTo>
                  <a:pt x="1480338" y="0"/>
                </a:lnTo>
                <a:lnTo>
                  <a:pt x="1504265" y="127635"/>
                </a:lnTo>
                <a:lnTo>
                  <a:pt x="1663827" y="3845128"/>
                </a:lnTo>
                <a:lnTo>
                  <a:pt x="1536192" y="3845128"/>
                </a:lnTo>
                <a:lnTo>
                  <a:pt x="1432484" y="3924910"/>
                </a:lnTo>
                <a:lnTo>
                  <a:pt x="1288923" y="3965600"/>
                </a:lnTo>
                <a:lnTo>
                  <a:pt x="1193216" y="4020693"/>
                </a:lnTo>
                <a:lnTo>
                  <a:pt x="1025728" y="4076548"/>
                </a:lnTo>
                <a:lnTo>
                  <a:pt x="770458" y="4076548"/>
                </a:lnTo>
                <a:lnTo>
                  <a:pt x="687400" y="4096436"/>
                </a:lnTo>
                <a:lnTo>
                  <a:pt x="626821" y="4020769"/>
                </a:lnTo>
                <a:lnTo>
                  <a:pt x="499186" y="4012768"/>
                </a:lnTo>
                <a:lnTo>
                  <a:pt x="347624" y="3965677"/>
                </a:lnTo>
                <a:lnTo>
                  <a:pt x="242392" y="3907308"/>
                </a:lnTo>
                <a:lnTo>
                  <a:pt x="0" y="343357"/>
                </a:lnTo>
                <a:close/>
              </a:path>
            </a:pathLst>
          </a:custGeom>
          <a:solidFill>
            <a:srgbClr val="DCDCDC"/>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 name="任意多边形: 形状 18"/>
          <p:cNvSpPr/>
          <p:nvPr>
            <p:custDataLst>
              <p:tags r:id="rId8"/>
            </p:custDataLst>
          </p:nvPr>
        </p:nvSpPr>
        <p:spPr>
          <a:xfrm>
            <a:off x="10194290" y="1823720"/>
            <a:ext cx="1651635" cy="3837940"/>
          </a:xfrm>
          <a:custGeom>
            <a:avLst/>
            <a:gdLst>
              <a:gd name="connsiteX0" fmla="*/ 0 w 1651329"/>
              <a:gd name="connsiteY0" fmla="*/ 295199 h 3837911"/>
              <a:gd name="connsiteX1" fmla="*/ 103708 w 1651329"/>
              <a:gd name="connsiteY1" fmla="*/ 335051 h 3837911"/>
              <a:gd name="connsiteX2" fmla="*/ 263270 w 1651329"/>
              <a:gd name="connsiteY2" fmla="*/ 295199 h 3837911"/>
              <a:gd name="connsiteX3" fmla="*/ 422834 w 1651329"/>
              <a:gd name="connsiteY3" fmla="*/ 295199 h 3837911"/>
              <a:gd name="connsiteX4" fmla="*/ 749884 w 1651329"/>
              <a:gd name="connsiteY4" fmla="*/ 207416 h 3837911"/>
              <a:gd name="connsiteX5" fmla="*/ 941374 w 1651329"/>
              <a:gd name="connsiteY5" fmla="*/ 271272 h 3837911"/>
              <a:gd name="connsiteX6" fmla="*/ 1061009 w 1651329"/>
              <a:gd name="connsiteY6" fmla="*/ 167564 h 3837911"/>
              <a:gd name="connsiteX7" fmla="*/ 1212571 w 1651329"/>
              <a:gd name="connsiteY7" fmla="*/ 167564 h 3837911"/>
              <a:gd name="connsiteX8" fmla="*/ 1324279 w 1651329"/>
              <a:gd name="connsiteY8" fmla="*/ 87782 h 3837911"/>
              <a:gd name="connsiteX9" fmla="*/ 1491767 w 1651329"/>
              <a:gd name="connsiteY9" fmla="*/ 0 h 3837911"/>
              <a:gd name="connsiteX10" fmla="*/ 1651330 w 1651329"/>
              <a:gd name="connsiteY10" fmla="*/ 3494075 h 3837911"/>
              <a:gd name="connsiteX11" fmla="*/ 1531696 w 1651329"/>
              <a:gd name="connsiteY11" fmla="*/ 3629711 h 3837911"/>
              <a:gd name="connsiteX12" fmla="*/ 1380134 w 1651329"/>
              <a:gd name="connsiteY12" fmla="*/ 3677564 h 3837911"/>
              <a:gd name="connsiteX13" fmla="*/ 1140790 w 1651329"/>
              <a:gd name="connsiteY13" fmla="*/ 3781273 h 3837911"/>
              <a:gd name="connsiteX14" fmla="*/ 909447 w 1651329"/>
              <a:gd name="connsiteY14" fmla="*/ 3837127 h 3837911"/>
              <a:gd name="connsiteX15" fmla="*/ 494614 w 1651329"/>
              <a:gd name="connsiteY15" fmla="*/ 3789274 h 3837911"/>
              <a:gd name="connsiteX16" fmla="*/ 231343 w 1651329"/>
              <a:gd name="connsiteY16" fmla="*/ 3693567 h 3837911"/>
              <a:gd name="connsiteX17" fmla="*/ 0 w 1651329"/>
              <a:gd name="connsiteY17" fmla="*/ 295199 h 383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51329" h="3837911">
                <a:moveTo>
                  <a:pt x="0" y="295199"/>
                </a:moveTo>
                <a:lnTo>
                  <a:pt x="103708" y="335051"/>
                </a:lnTo>
                <a:lnTo>
                  <a:pt x="263270" y="295199"/>
                </a:lnTo>
                <a:lnTo>
                  <a:pt x="422834" y="295199"/>
                </a:lnTo>
                <a:lnTo>
                  <a:pt x="749884" y="207416"/>
                </a:lnTo>
                <a:lnTo>
                  <a:pt x="941374" y="271272"/>
                </a:lnTo>
                <a:lnTo>
                  <a:pt x="1061009" y="167564"/>
                </a:lnTo>
                <a:lnTo>
                  <a:pt x="1212571" y="167564"/>
                </a:lnTo>
                <a:lnTo>
                  <a:pt x="1324279" y="87782"/>
                </a:lnTo>
                <a:lnTo>
                  <a:pt x="1491767" y="0"/>
                </a:lnTo>
                <a:lnTo>
                  <a:pt x="1651330" y="3494075"/>
                </a:lnTo>
                <a:cubicBezTo>
                  <a:pt x="1651330" y="3494075"/>
                  <a:pt x="1563547" y="3629711"/>
                  <a:pt x="1531696" y="3629711"/>
                </a:cubicBezTo>
                <a:cubicBezTo>
                  <a:pt x="1499768" y="3629711"/>
                  <a:pt x="1380134" y="3677564"/>
                  <a:pt x="1380134" y="3677564"/>
                </a:cubicBezTo>
                <a:cubicBezTo>
                  <a:pt x="1380134" y="3677564"/>
                  <a:pt x="1204646" y="3749345"/>
                  <a:pt x="1140790" y="3781273"/>
                </a:cubicBezTo>
                <a:cubicBezTo>
                  <a:pt x="1076934" y="3813200"/>
                  <a:pt x="973302" y="3829126"/>
                  <a:pt x="909447" y="3837127"/>
                </a:cubicBezTo>
                <a:cubicBezTo>
                  <a:pt x="845591" y="3845128"/>
                  <a:pt x="542467" y="3789274"/>
                  <a:pt x="494614" y="3789274"/>
                </a:cubicBezTo>
                <a:cubicBezTo>
                  <a:pt x="446761" y="3789274"/>
                  <a:pt x="303123" y="3813200"/>
                  <a:pt x="231343" y="3693567"/>
                </a:cubicBezTo>
                <a:lnTo>
                  <a:pt x="0" y="295199"/>
                </a:lnTo>
                <a:close/>
              </a:path>
            </a:pathLst>
          </a:custGeom>
          <a:gradFill>
            <a:gsLst>
              <a:gs pos="5870">
                <a:schemeClr val="accent2"/>
              </a:gs>
              <a:gs pos="39110">
                <a:schemeClr val="lt1"/>
              </a:gs>
              <a:gs pos="100000">
                <a:schemeClr val="accent3"/>
              </a:gs>
            </a:gsLst>
            <a:lin ang="0"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 name="标题 6"/>
          <p:cNvSpPr>
            <a:spLocks noGrp="1"/>
          </p:cNvSpPr>
          <p:nvPr>
            <p:ph type="title"/>
            <p:custDataLst>
              <p:tags r:id="rId9"/>
            </p:custDataLst>
          </p:nvPr>
        </p:nvSpPr>
        <p:spPr>
          <a:xfrm>
            <a:off x="1019175" y="2294255"/>
            <a:ext cx="8693150" cy="883285"/>
          </a:xfrm>
        </p:spPr>
        <p:txBody>
          <a:bodyPr anchor="b" anchorCtr="0">
            <a:normAutofit fontScale="90000"/>
          </a:bodyPr>
          <a:lstStyle/>
          <a:p>
            <a:pPr marL="0" indent="0" fontAlgn="auto">
              <a:lnSpc>
                <a:spcPct val="150000"/>
              </a:lnSpc>
            </a:pPr>
            <a:r>
              <a:rPr lang="zh-CN" altLang="en-US" sz="4445" i="1" spc="300">
                <a:solidFill>
                  <a:srgbClr val="FFFFFF"/>
                </a:solidFill>
                <a:uFillTx/>
                <a:latin typeface="+mj-ea"/>
                <a:sym typeface="+mn-ea"/>
              </a:rPr>
              <a:t>课后预习任务：</a:t>
            </a:r>
            <a:endParaRPr lang="zh-CN" altLang="en-US" sz="4445" i="1" spc="300">
              <a:solidFill>
                <a:srgbClr val="FFFFFF"/>
              </a:solidFill>
              <a:uFillTx/>
              <a:latin typeface="+mj-ea"/>
              <a:sym typeface="+mn-ea"/>
            </a:endParaRPr>
          </a:p>
        </p:txBody>
      </p:sp>
      <p:sp>
        <p:nvSpPr>
          <p:cNvPr id="40" name="文本框 39"/>
          <p:cNvSpPr txBox="1"/>
          <p:nvPr>
            <p:custDataLst>
              <p:tags r:id="rId10"/>
            </p:custDataLst>
          </p:nvPr>
        </p:nvSpPr>
        <p:spPr>
          <a:xfrm>
            <a:off x="1019175" y="3266440"/>
            <a:ext cx="8693785" cy="1616710"/>
          </a:xfrm>
          <a:prstGeom prst="rect">
            <a:avLst/>
          </a:prstGeom>
          <a:noFill/>
        </p:spPr>
        <p:txBody>
          <a:bodyPr wrap="square" lIns="0">
            <a:normAutofit fontScale="77500"/>
            <a:scene3d>
              <a:camera prst="orthographicFront"/>
              <a:lightRig rig="threePt" dir="t"/>
            </a:scene3d>
            <a:sp3d extrusionH="381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Aft>
                <a:spcPts val="800"/>
              </a:spcAft>
            </a:pPr>
            <a:r>
              <a:rPr lang="zh-CN" altLang="en-US" sz="8000" b="1" i="1" spc="150" dirty="0">
                <a:ln>
                  <a:noFill/>
                </a:ln>
                <a:solidFill>
                  <a:schemeClr val="tx1"/>
                </a:solidFill>
                <a:uFillTx/>
                <a:sym typeface="+mn-ea"/>
              </a:rPr>
              <a:t>宪法的历史发展</a:t>
            </a:r>
            <a:endParaRPr lang="zh-CN" altLang="en-US" sz="8000" b="1" i="1" spc="150" dirty="0">
              <a:ln>
                <a:noFill/>
              </a:ln>
              <a:solidFill>
                <a:schemeClr val="tx1"/>
              </a:solidFill>
              <a:uFillTx/>
              <a:sym typeface="+mn-ea"/>
            </a:endParaRPr>
          </a:p>
        </p:txBody>
      </p:sp>
    </p:spTree>
    <p:custDataLst>
      <p:tags r:id="rId11"/>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a"/>
  <p:tag name="KSO_WM_UNIT_INDEX" val="1"/>
  <p:tag name="KSO_WM_BEAUTIFY_FLAG" val="#wm#"/>
  <p:tag name="KSO_WM_TAG_VERSION" val="3.0"/>
  <p:tag name="KSO_WM_UNIT_PRESET_TEXT" val="单击此处&#13;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3.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2"/>
</p:tagLst>
</file>

<file path=ppt/tags/tag34.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11"/>
  <p:tag name="KSO_WM_BEAUTIFY_FLAG" val="#wm#"/>
  <p:tag name="KSO_WM_TAG_VERSION" val="3.0"/>
  <p:tag name="KSO_WM_UNIT_ID" val="_4*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12"/>
  <p:tag name="KSO_WM_BEAUTIFY_FLAG" val="#wm#"/>
  <p:tag name="KSO_WM_TAG_VERSION" val="3.0"/>
  <p:tag name="KSO_WM_UNIT_ID" val="_4*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0.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3;第二级&#13;第三级&#13;第四级&#13;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7.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文本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58.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3;第二级&#13;第三级&#13;第四级&#13;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59.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文本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60.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3;第二级&#13;第三级&#13;第四级&#13;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61.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6.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77.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1.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97.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8.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5919"/>
</p:tagLst>
</file>

<file path=ppt/tags/tag10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5919"/>
</p:tagLst>
</file>

<file path=ppt/tags/tag110.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5919"/>
  <p:tag name="KSO_WM_TEMPLATE_CATEGORY" val="custom"/>
  <p:tag name="KSO_WM_TEMPLATE_MASTER_TYPE" val="0"/>
  <p:tag name="KSO_WM_TEMPLATE_COLORSEQUENCE" val="1,2,3,1,2,3"/>
</p:tagLst>
</file>

<file path=ppt/tags/tag111.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2.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3.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5.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6.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7.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8.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2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3.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4.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5.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7.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8.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5200"/>
</p:tagLst>
</file>

<file path=ppt/tags/tag129.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40495200"/>
</p:tagLst>
</file>

<file path=ppt/tags/tag13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3.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40495200"/>
  <p:tag name="KSO_WM_TEMPLATE_CATEGORY" val="custom"/>
  <p:tag name="KSO_WM_TEMPLATE_MASTER_TYPE" val="0"/>
</p:tagLst>
</file>

<file path=ppt/tags/tag134.xml><?xml version="1.0" encoding="utf-8"?>
<p:tagLst xmlns:p="http://schemas.openxmlformats.org/presentationml/2006/main">
  <p:tag name="KSO_WM_UNIT_TYPE" val="a"/>
  <p:tag name="KSO_WM_UNIT_INDEX" val="1"/>
  <p:tag name="KSO_WM_BEAUTIFY_FLAG" val="#wm#"/>
  <p:tag name="KSO_WM_TAG_VERSION" val="3.0"/>
  <p:tag name="KSO_WM_UNIT_PRESET_TEXT" val="单击此处&#13;添加文档标题内容"/>
  <p:tag name="KSO_WM_UNIT_ID" val="custom20235919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135.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VALUE" val="11"/>
  <p:tag name="KSO_WM_UNIT_PRESET_TEXT" val="署名"/>
</p:tagLst>
</file>

<file path=ppt/tags/tag136.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5919"/>
  <p:tag name="KSO_WM_TEMPLATE_CATEGORY" val="custom"/>
  <p:tag name="KSO_WM_SLIDE_INDEX" val="1"/>
  <p:tag name="KSO_WM_SLIDE_ID" val="custom20235919_1"/>
  <p:tag name="KSO_WM_TEMPLATE_MASTER_TYPE" val="0"/>
  <p:tag name="KSO_WM_SLIDE_LAYOUT" val="a_f"/>
  <p:tag name="KSO_WM_SLIDE_LAYOUT_CNT" val="1_2"/>
  <p:tag name="KSO_WM_TEMPLATE_COLORSEQUENCE" val="1,2,3,1,2,3"/>
  <p:tag name="KSO_WM_SLIDE_THEME_ID" val="3327404"/>
  <p:tag name="KSO_WM_SLIDE_THEME_NAME" val="蓝色职场办公简约风主题"/>
</p:tagLst>
</file>

<file path=ppt/tags/tag137.xml><?xml version="1.0" encoding="utf-8"?>
<p:tagLst xmlns:p="http://schemas.openxmlformats.org/presentationml/2006/main">
  <p:tag name="KSO_WM_UNIT_INDEX" val="1"/>
  <p:tag name="KSO_WM_UNIT_TYPE" val="α"/>
  <p:tag name="KSO_WM_BEAUTIFY_FLAG" val="#wm#"/>
</p:tagLst>
</file>

<file path=ppt/tags/tag138.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5919"/>
  <p:tag name="KSO_WM_TEMPLATE_CATEGORY" val="custom"/>
  <p:tag name="KSO_WM_SLIDE_INDEX" val="8"/>
  <p:tag name="KSO_WM_SLIDE_ID" val="custom20235919_8"/>
  <p:tag name="KSO_WM_TEMPLATE_MASTER_TYPE" val="0"/>
  <p:tag name="KSO_WM_SLIDE_LAYOUT" val="a_f"/>
  <p:tag name="KSO_WM_SLIDE_LAYOUT_CNT" val="1_1"/>
  <p:tag name="KSO_WM_SLIDE_SIZE" val="850*457"/>
  <p:tag name="KSO_WM_SLIDE_POSITION" val="54*28"/>
  <p:tag name="KSO_WM_TEMPLATE_COLORSEQUENCE" val="1,2,3,1,2,3"/>
</p:tagLst>
</file>

<file path=ppt/tags/tag13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5151_5*a*1"/>
  <p:tag name="KSO_WM_TEMPLATE_CATEGORY" val="diagram"/>
  <p:tag name="KSO_WM_TEMPLATE_INDEX" val="20235151"/>
  <p:tag name="KSO_WM_UNIT_LAYERLEVEL" val="1"/>
  <p:tag name="KSO_WM_TAG_VERSION" val="3.0"/>
  <p:tag name="KSO_WM_BEAUTIFY_FLAG" val="#wm#"/>
  <p:tag name="KSO_WM_UNIT_TEXT_TYPE" val="1"/>
  <p:tag name="KSO_WM_UNIT_PRESET_TEXT" val="单击此处添加文档标题内容"/>
  <p:tag name="KSO_WM_UNIT_TEXT_FILL_FORE_SCHEMECOLOR_INDEX" val="15"/>
  <p:tag name="KSO_WM_UNIT_TEXT_FILL_TYPE" val="1"/>
  <p:tag name="KSO_WM_UNIT_USESOURCEFORMAT_APPLY" val="1"/>
</p:tagLst>
</file>

<file path=ppt/tags/tag140.xml><?xml version="1.0" encoding="utf-8"?>
<p:tagLst xmlns:p="http://schemas.openxmlformats.org/presentationml/2006/main">
  <p:tag name="KSO_WM_DIAGRAM_VIRTUALLY_FRAME" val="{&quot;height&quot;:372.1281089623034,&quot;left&quot;:54.8,&quot;top&quot;:113.53594551884835,&quot;width&quot;:850.4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51_4*l_h_f*1_1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8"/>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14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5151_4*l_h_i*1_1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2.1281089623034,&quot;left&quot;:54.8,&quot;top&quot;:113.53594551884835,&quot;width&quot;:850.4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142.xml><?xml version="1.0" encoding="utf-8"?>
<p:tagLst xmlns:p="http://schemas.openxmlformats.org/presentationml/2006/main">
  <p:tag name="KSO_WM_DIAGRAM_VIRTUALLY_FRAME" val="{&quot;height&quot;:372.1281089623034,&quot;left&quot;:54.8,&quot;top&quot;:113.53594551884835,&quot;width&quot;:850.4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51_4*l_h_f*1_2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8"/>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6"/>
  <p:tag name="KSO_WM_UNIT_USESOURCEFORMAT_APPLY" val="1"/>
</p:tagLst>
</file>

<file path=ppt/tags/tag14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5151_4*l_h_i*1_2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2.1281089623034,&quot;left&quot;:54.8,&quot;top&quot;:113.53594551884835,&quot;width&quot;:850.4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144.xml><?xml version="1.0" encoding="utf-8"?>
<p:tagLst xmlns:p="http://schemas.openxmlformats.org/presentationml/2006/main">
  <p:tag name="KSO_WM_DIAGRAM_VIRTUALLY_FRAME" val="{&quot;height&quot;:372.1281089623034,&quot;left&quot;:54.8,&quot;top&quot;:113.53594551884835,&quot;width&quot;:850.4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51_4*l_h_f*1_3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7"/>
  <p:tag name="KSO_WM_UNIT_USESOURCEFORMAT_APPLY" val="1"/>
</p:tagLst>
</file>

<file path=ppt/tags/tag14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5151_4*l_h_i*1_3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2.1281089623034,&quot;left&quot;:54.8,&quot;top&quot;:113.53594551884835,&quot;width&quot;:850.4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146.xml><?xml version="1.0" encoding="utf-8"?>
<p:tagLst xmlns:p="http://schemas.openxmlformats.org/presentationml/2006/main">
  <p:tag name="KSO_WM_DIAGRAM_VIRTUALLY_FRAME" val="{&quot;height&quot;:372.1281089623034,&quot;left&quot;:54.8,&quot;top&quot;:113.53594551884835,&quot;width&quot;:850.4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51_4*l_h_f*1_4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8"/>
  <p:tag name="KSO_WM_UNIT_USESOURCEFORMAT_APPLY" val="1"/>
</p:tagLst>
</file>

<file path=ppt/tags/tag14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5151_4*l_h_i*1_4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2.1281089623034,&quot;left&quot;:54.8,&quot;top&quot;:113.53594551884835,&quot;width&quot;:850.4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148.xml><?xml version="1.0" encoding="utf-8"?>
<p:tagLst xmlns:p="http://schemas.openxmlformats.org/presentationml/2006/main">
  <p:tag name="KSO_WM_DIAGRAM_VIRTUALLY_FRAME" val="{&quot;height&quot;:372.1281089623034,&quot;left&quot;:54.8,&quot;top&quot;:113.53594551884835,&quot;width&quot;:850.4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5151_4*l_h_f*1_5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8"/>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9"/>
  <p:tag name="KSO_WM_UNIT_USESOURCEFORMAT_APPLY" val="1"/>
</p:tagLst>
</file>

<file path=ppt/tags/tag14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235151_4*l_h_i*1_5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2.1281089623034,&quot;left&quot;:54.8,&quot;top&quot;:113.53594551884835,&quot;width&quot;:850.4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150.xml><?xml version="1.0" encoding="utf-8"?>
<p:tagLst xmlns:p="http://schemas.openxmlformats.org/presentationml/2006/main">
  <p:tag name="KSO_WM_SLIDE_ID" val="diagram20235151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5151"/>
  <p:tag name="KSO_WM_SLIDE_TYPE" val="text"/>
  <p:tag name="KSO_WM_SLIDE_SUBTYPE" val="diag"/>
  <p:tag name="KSO_WM_SLIDE_SIZE" val="850.4*369.9"/>
  <p:tag name="KSO_WM_SLIDE_POSITION" val="54.8*114.65"/>
  <p:tag name="KSO_WM_SLIDE_LAYOUT" val="a_l"/>
  <p:tag name="KSO_WM_SLIDE_LAYOUT_CNT" val="1_1"/>
  <p:tag name="KSO_WM_SPECIAL_SOURCE" val="bdnull"/>
  <p:tag name="KSO_WM_DIAGRAM_GROUP_CODE" val="l1-1"/>
  <p:tag name="KSO_WM_SLIDE_DIAGTYPE" val="l"/>
</p:tagLst>
</file>

<file path=ppt/tags/tag151.xml><?xml version="1.0" encoding="utf-8"?>
<p:tagLst xmlns:p="http://schemas.openxmlformats.org/presentationml/2006/main">
  <p:tag name="KSO_WM_UNIT_TYPE" val="a"/>
  <p:tag name="KSO_WM_UNIT_INDEX" val="1"/>
  <p:tag name="KSO_WM_BEAUTIFY_FLAG" val="#wm#"/>
  <p:tag name="KSO_WM_TAG_VERSION" val="3.0"/>
  <p:tag name="KSO_WM_UNIT_ID" val="custom40495200_7*a*1"/>
  <p:tag name="KSO_WM_UNIT_ISNUMDGMTITLE" val="0"/>
  <p:tag name="KSO_WM_UNIT_HIGHLIGHT" val="0"/>
  <p:tag name="KSO_WM_UNIT_COMPATIBLE" val="0"/>
  <p:tag name="KSO_WM_UNIT_DIAGRAM_ISNUMVISUAL" val="0"/>
  <p:tag name="KSO_WM_UNIT_DIAGRAM_ISREFERUNIT" val="0"/>
  <p:tag name="KSO_WM_UNIT_LAYERLEVEL" val="1"/>
  <p:tag name="KSO_WM_TEMPLATE_INDEX" val="40495200"/>
  <p:tag name="KSO_WM_TEMPLATE_CATEGORY" val="custom"/>
  <p:tag name="KSO_WM_UNIT_ISCONTENTSTITLE" val="0"/>
  <p:tag name="KSO_WM_UNIT_TEXT_TYPE" val="1"/>
  <p:tag name="KSO_WM_UNIT_NOCLEAR" val="0"/>
  <p:tag name="KSO_WM_UNIT_PRESET_TEXT" val="添加章节标题"/>
</p:tagLst>
</file>

<file path=ppt/tags/tag15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40495200"/>
  <p:tag name="KSO_WM_TEMPLATE_CATEGORY" val="custom"/>
  <p:tag name="KSO_WM_SLIDE_INDEX" val="7"/>
  <p:tag name="KSO_WM_SLIDE_ID" val="custom40495200_7"/>
  <p:tag name="KSO_WM_TEMPLATE_MASTER_TYPE" val="0"/>
  <p:tag name="KSO_WM_SLIDE_LAYOUT" val="a_e"/>
  <p:tag name="KSO_WM_SLIDE_LAYOUT_CNT" val="1_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2826_1*i*1"/>
  <p:tag name="KSO_WM_TEMPLATE_CATEGORY" val="custom"/>
  <p:tag name="KSO_WM_TEMPLATE_INDEX" val="40492826"/>
  <p:tag name="KSO_WM_UNIT_LAYERLEVEL" val="1"/>
  <p:tag name="KSO_WM_TAG_VERSION" val="3.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2826_1*i*2"/>
  <p:tag name="KSO_WM_TEMPLATE_CATEGORY" val="custom"/>
  <p:tag name="KSO_WM_TEMPLATE_INDEX" val="40492826"/>
  <p:tag name="KSO_WM_UNIT_LAYERLEVEL" val="1"/>
  <p:tag name="KSO_WM_TAG_VERSION" val="3.0"/>
  <p:tag name="KSO_WM_BEAUTIFY_FLAG" val="#wm#"/>
</p:tagLst>
</file>

<file path=ppt/tags/tag15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2826_1*f*1"/>
  <p:tag name="KSO_WM_TEMPLATE_CATEGORY" val="custom"/>
  <p:tag name="KSO_WM_TEMPLATE_INDEX" val="40492826"/>
  <p:tag name="KSO_WM_UNIT_LAYERLEVEL" val="1"/>
  <p:tag name="KSO_WM_TAG_VERSION" val="3.0"/>
  <p:tag name="KSO_WM_BEAUTIFY_FLAG" val="#wm#"/>
  <p:tag name="KSO_WM_UNIT_PRESET_TEXT" val="单击添加正文，文字是您思想的提炼，为了最终演示发布的良好效果，请言简意赅的阐述观点。根据需要可酌情增减文字，以便观者可以准确理解您所传达的信息。&#10;单击此处输入你的正文，文字是您思想的提炼，为了最终演示发布的良好效果，请尽量言简意赅的阐述观点。根据需要可酌情增减文字，以便观者理解您所传达的信息。单击此处添加正文，文字是您思想的提炼，请言简意赅阐述内容。"/>
  <p:tag name="KSO_WM_UNIT_TEXT_TYPE" val="1"/>
</p:tagLst>
</file>

<file path=ppt/tags/tag156.xml><?xml version="1.0" encoding="utf-8"?>
<p:tagLst xmlns:p="http://schemas.openxmlformats.org/presentationml/2006/main">
  <p:tag name="KSO_WM_SLIDE_ID" val="custom404928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2826"/>
  <p:tag name="KSO_WM_SLIDE_TYPE" val="text"/>
  <p:tag name="KSO_WM_SLIDE_SUBTYPE" val="diag"/>
  <p:tag name="KSO_WM_SLIDE_SIZE" val="960*539"/>
  <p:tag name="KSO_WM_SLIDE_POSITION" val="0*0"/>
  <p:tag name="KSO_WM_SLIDE_LAYOUT" val="f"/>
  <p:tag name="KSO_WM_SLIDE_LAYOUT_CNT" val="1"/>
  <p:tag name="KSO_WM_SPECIAL_SOURCE" val="bdnull"/>
</p:tagLst>
</file>

<file path=ppt/tags/tag157.xml><?xml version="1.0" encoding="utf-8"?>
<p:tagLst xmlns:p="http://schemas.openxmlformats.org/presentationml/2006/main">
  <p:tag name="KSO_WM_BEAUTIFY_FLAG" val="#wm#"/>
  <p:tag name="KSO_WM_TEMPLATE_CATEGORY" val="custom"/>
  <p:tag name="KSO_WM_TEMPLATE_INDEX" val="40492826"/>
  <p:tag name="resource_record_key" val="{&quot;13&quot;:[4364903,4364928,4722044],&quot;65&quot;:[40492826]}"/>
</p:tagLst>
</file>

<file path=ppt/tags/tag158.xml><?xml version="1.0" encoding="utf-8"?>
<p:tagLst xmlns:p="http://schemas.openxmlformats.org/presentationml/2006/main">
  <p:tag name="KSO_WM_UNIT_PIC_EFFECT"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8564_1*i*1"/>
  <p:tag name="KSO_WM_TEMPLATE_CATEGORY" val="custom"/>
  <p:tag name="KSO_WM_TEMPLATE_INDEX" val="20238564"/>
  <p:tag name="KSO_WM_UNIT_LAYERLEVEL" val="1"/>
  <p:tag name="KSO_WM_TAG_VERSION" val="3.0"/>
  <p:tag name="KSO_WM_BEAUTIFY_FLAG" val="#wm#"/>
  <p:tag name="KSO_WM_UNIT_PIC_EFFECT"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8564_1*i*2"/>
  <p:tag name="KSO_WM_TEMPLATE_CATEGORY" val="custom"/>
  <p:tag name="KSO_WM_TEMPLATE_INDEX" val="20238564"/>
  <p:tag name="KSO_WM_UNIT_LAYERLEVEL" val="1"/>
  <p:tag name="KSO_WM_TAG_VERSION" val="3.0"/>
  <p:tag name="KSO_WM_BEAUTIFY_FLAG" val="#wm#"/>
  <p:tag name="KSO_WM_UNIT_PIC_EFFECT"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8564_1*i*3"/>
  <p:tag name="KSO_WM_TEMPLATE_CATEGORY" val="custom"/>
  <p:tag name="KSO_WM_TEMPLATE_INDEX" val="20238564"/>
  <p:tag name="KSO_WM_UNIT_LAYERLEVEL" val="1"/>
  <p:tag name="KSO_WM_TAG_VERSION" val="3.0"/>
  <p:tag name="KSO_WM_BEAUTIFY_FLAG" val="#wm#"/>
  <p:tag name="KSO_WM_UNIT_PIC_EFFECT"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8564_1*i*4"/>
  <p:tag name="KSO_WM_TEMPLATE_CATEGORY" val="custom"/>
  <p:tag name="KSO_WM_TEMPLATE_INDEX" val="20238564"/>
  <p:tag name="KSO_WM_UNIT_LAYERLEVEL" val="1"/>
  <p:tag name="KSO_WM_TAG_VERSION" val="3.0"/>
  <p:tag name="KSO_WM_BEAUTIFY_FLAG" val="#wm#"/>
  <p:tag name="KSO_WM_UNIT_PIC_EFFECT" val="1"/>
</p:tagLst>
</file>

<file path=ppt/tags/tag163.xml><?xml version="1.0" encoding="utf-8"?>
<p:tagLst xmlns:p="http://schemas.openxmlformats.org/presentationml/2006/main">
  <p:tag name="KSO_WM_UNIT_VALUE" val="2240*2182"/>
  <p:tag name="KSO_WM_UNIT_HIGHLIGHT" val="0"/>
  <p:tag name="KSO_WM_UNIT_COMPATIBLE" val="0"/>
  <p:tag name="KSO_WM_UNIT_DIAGRAM_ISNUMVISUAL" val="0"/>
  <p:tag name="KSO_WM_UNIT_DIAGRAM_ISREFERUNIT" val="0"/>
  <p:tag name="KSO_WM_UNIT_TYPE" val="d"/>
  <p:tag name="KSO_WM_UNIT_INDEX" val="1"/>
  <p:tag name="KSO_WM_UNIT_ID" val="custom20238564_1*d*1"/>
  <p:tag name="KSO_WM_TEMPLATE_CATEGORY" val="custom"/>
  <p:tag name="KSO_WM_TEMPLATE_INDEX" val="20238564"/>
  <p:tag name="KSO_WM_UNIT_LAYERLEVEL" val="1"/>
  <p:tag name="KSO_WM_TAG_VERSION" val="3.0"/>
  <p:tag name="KSO_WM_BEAUTIFY_FLAG" val="#wm#"/>
  <p:tag name="KSO_WM_UNIT_PIC_EFFECT"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436_1*i*1"/>
  <p:tag name="KSO_WM_TEMPLATE_CATEGORY" val="custom"/>
  <p:tag name="KSO_WM_TEMPLATE_INDEX" val="20234436"/>
  <p:tag name="KSO_WM_UNIT_LAYERLEVEL" val="1"/>
  <p:tag name="KSO_WM_TAG_VERSION" val="3.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436_1*i*2"/>
  <p:tag name="KSO_WM_TEMPLATE_CATEGORY" val="custom"/>
  <p:tag name="KSO_WM_TEMPLATE_INDEX" val="20234436"/>
  <p:tag name="KSO_WM_UNIT_LAYERLEVEL" val="1"/>
  <p:tag name="KSO_WM_TAG_VERSION" val="3.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d"/>
  <p:tag name="KSO_WM_UNIT_INDEX" val="1"/>
  <p:tag name="KSO_WM_UNIT_ID" val="custom20234436_1*d*1"/>
  <p:tag name="KSO_WM_TEMPLATE_CATEGORY" val="custom"/>
  <p:tag name="KSO_WM_TEMPLATE_INDEX" val="20234436"/>
  <p:tag name="KSO_WM_UNIT_LAYERLEVEL" val="1"/>
  <p:tag name="KSO_WM_TAG_VERSION" val="3.0"/>
  <p:tag name="KSO_WM_BEAUTIFY_FLAG" val="#wm#"/>
  <p:tag name="KSO_WM_UNIT_VALUE" val="1902*2813"/>
  <p:tag name="KSO_WM_UNIT_PICTURE_SUBTYPE" val="b"/>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436_1*i*3"/>
  <p:tag name="KSO_WM_TEMPLATE_CATEGORY" val="custom"/>
  <p:tag name="KSO_WM_TEMPLATE_INDEX" val="20234436"/>
  <p:tag name="KSO_WM_UNIT_LAYERLEVEL" val="1"/>
  <p:tag name="KSO_WM_TAG_VERSION" val="3.0"/>
  <p:tag name="KSO_WM_BEAUTIFY_FLAG" val="#wm#"/>
</p:tagLst>
</file>

<file path=ppt/tags/tag16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436_1*f*1"/>
  <p:tag name="KSO_WM_TEMPLATE_CATEGORY" val="custom"/>
  <p:tag name="KSO_WM_TEMPLATE_INDEX" val="20234436"/>
  <p:tag name="KSO_WM_UNIT_LAYERLEVEL" val="1"/>
  <p:tag name="KSO_WM_TAG_VERSION" val="3.0"/>
  <p:tag name="KSO_WM_BEAUTIFY_FLAG" val="#wm#"/>
  <p:tag name="KSO_WM_UNIT_PRESET_TEXT" val="单击此处添加正文，文字是您思想的提炼。"/>
  <p:tag name="KSO_WM_UNIT_TEXT_TYPE" val="1"/>
</p:tagLst>
</file>

<file path=ppt/tags/tag169.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TEMPLATE_CATEGORY" val="custom"/>
  <p:tag name="KSO_WM_UNIT_LAYERLEVEL" val="1"/>
  <p:tag name="KSO_WM_TAG_VERSION" val="3.0"/>
  <p:tag name="KSO_WM_BEAUTIFY_FLAG" val="#wm#"/>
  <p:tag name="KSO_WM_TEMPLATE_INDEX" val="20234436"/>
  <p:tag name="KSO_WM_UNIT_ID" val="custom20234436_1*a*1"/>
  <p:tag name="KSO_WM_UNIT_TEXT_TYPE" val="1"/>
  <p:tag name="KSO_WM_UNIT_PRESET_TEXT" val="单击此处&#13;添加页面标题"/>
</p:tagLst>
</file>

<file path=ppt/tags/tag170.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960*540"/>
  <p:tag name="KSO_WM_SLIDE_POSITION" val="0*0"/>
  <p:tag name="KSO_WM_SLIDE_LAYOUT" val="a_d_f"/>
  <p:tag name="KSO_WM_SLIDE_LAYOUT_CNT" val="1_1_1"/>
  <p:tag name="KSO_WM_SPECIAL_SOURCE" val="bdnull"/>
  <p:tag name="KSO_WM_TEMPLATE_INDEX" val="20234436"/>
  <p:tag name="KSO_WM_TEMPLATE_SUBCATEGORY" val="0"/>
  <p:tag name="KSO_WM_SLIDE_INDEX" val="1"/>
  <p:tag name="KSO_WM_TAG_VERSION" val="3.0"/>
  <p:tag name="KSO_WM_SLIDE_ID" val="custom20234436_1"/>
  <p:tag name="KSO_WM_SLIDE_ITEM_CNT" val="0"/>
</p:tagLst>
</file>

<file path=ppt/tags/tag17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24_3*a*1"/>
  <p:tag name="KSO_WM_TEMPLATE_CATEGORY" val="diagram"/>
  <p:tag name="KSO_WM_TEMPLATE_INDEX" val="20234824"/>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i*1_1"/>
  <p:tag name="KSO_WM_TEMPLATE_CATEGORY" val="diagram"/>
  <p:tag name="KSO_WM_TEMPLATE_INDEX" val="20234824"/>
  <p:tag name="KSO_WM_UNIT_LAYERLEVEL" val="1_1"/>
  <p:tag name="KSO_WM_TAG_VERSION" val="3.0"/>
  <p:tag name="KSO_WM_DIAGRAM_GROUP_CODE" val="l1-1"/>
  <p:tag name="KSO_WM_UNIT_TYPE" val="l_i"/>
  <p:tag name="KSO_WM_UNIT_INDEX" val="1_1"/>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gradient&quot;:[{&quot;brightness&quot;:0,&quot;colorType&quot;:1,&quot;foreColorIndex&quot;:5,&quot;pos&quot;:0.5199999809265137,&quot;transparency&quot;:1},{&quot;brightness&quot;:0,&quot;colorType&quot;:1,&quot;foreColorIndex&quot;:5,&quot;pos&quot;:0,&quot;transparency&quot;:0.8500000238418579},{&quot;brightness&quot;:0,&quot;colorType&quot;:1,&quot;foreColorIndex&quot;:5,&quot;pos&quot;:1,&quot;transparency&quot;:0.8999999761581421}],&quot;type&quot;:3},&quot;glow&quot;:{&quot;colorType&quot;:0},&quot;line&quot;:{&quot;gradient&quot;:[{&quot;brightness&quot;:0,&quot;colorType&quot;:1,&quot;foreColorIndex&quot;:5,&quot;pos&quot;:0.23999999463558197,&quot;transparency&quot;:1},{&quot;brightness&quot;:0,&quot;colorType&quot;:1,&quot;foreColorIndex&quot;:5,&quot;pos&quot;: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5"/>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i*1_2"/>
  <p:tag name="KSO_WM_TEMPLATE_CATEGORY" val="diagram"/>
  <p:tag name="KSO_WM_TEMPLATE_INDEX" val="20234824"/>
  <p:tag name="KSO_WM_UNIT_LAYERLEVEL" val="1_1"/>
  <p:tag name="KSO_WM_TAG_VERSION" val="3.0"/>
  <p:tag name="KSO_WM_DIAGRAM_GROUP_CODE" val="l1-1"/>
  <p:tag name="KSO_WM_UNIT_TYPE" val="l_i"/>
  <p:tag name="KSO_WM_UNIT_INDEX" val="1_2"/>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i*1_3"/>
  <p:tag name="KSO_WM_TEMPLATE_CATEGORY" val="diagram"/>
  <p:tag name="KSO_WM_TEMPLATE_INDEX" val="20234824"/>
  <p:tag name="KSO_WM_UNIT_LAYERLEVEL" val="1_1"/>
  <p:tag name="KSO_WM_TAG_VERSION" val="3.0"/>
  <p:tag name="KSO_WM_DIAGRAM_GROUP_CODE" val="l1-1"/>
  <p:tag name="KSO_WM_UNIT_TYPE" val="l_i"/>
  <p:tag name="KSO_WM_UNIT_INDEX" val="1_3"/>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USESOURCEFORMAT_APPLY"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i*1_4"/>
  <p:tag name="KSO_WM_TEMPLATE_CATEGORY" val="diagram"/>
  <p:tag name="KSO_WM_TEMPLATE_INDEX" val="20234824"/>
  <p:tag name="KSO_WM_UNIT_LAYERLEVEL" val="1_1"/>
  <p:tag name="KSO_WM_TAG_VERSION" val="3.0"/>
  <p:tag name="KSO_WM_DIAGRAM_GROUP_CODE" val="l1-1"/>
  <p:tag name="KSO_WM_UNIT_TYPE" val="l_i"/>
  <p:tag name="KSO_WM_UNIT_INDEX" val="1_4"/>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UNIT_USESOURCEFORMAT_APPLY"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i*1_5"/>
  <p:tag name="KSO_WM_TEMPLATE_CATEGORY" val="diagram"/>
  <p:tag name="KSO_WM_TEMPLATE_INDEX" val="20234824"/>
  <p:tag name="KSO_WM_UNIT_LAYERLEVEL" val="1_1"/>
  <p:tag name="KSO_WM_TAG_VERSION" val="3.0"/>
  <p:tag name="KSO_WM_DIAGRAM_GROUP_CODE" val="l1-1"/>
  <p:tag name="KSO_WM_UNIT_TYPE" val="l_i"/>
  <p:tag name="KSO_WM_UNIT_INDEX" val="1_5"/>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i*1_6"/>
  <p:tag name="KSO_WM_TEMPLATE_CATEGORY" val="diagram"/>
  <p:tag name="KSO_WM_TEMPLATE_INDEX" val="20234824"/>
  <p:tag name="KSO_WM_UNIT_LAYERLEVEL" val="1_1"/>
  <p:tag name="KSO_WM_TAG_VERSION" val="3.0"/>
  <p:tag name="KSO_WM_DIAGRAM_GROUP_CODE" val="l1-1"/>
  <p:tag name="KSO_WM_UNIT_TYPE" val="l_i"/>
  <p:tag name="KSO_WM_UNIT_INDEX" val="1_6"/>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UNIT_USESOURCEFORMAT_APPLY"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i*1_7"/>
  <p:tag name="KSO_WM_TEMPLATE_CATEGORY" val="diagram"/>
  <p:tag name="KSO_WM_TEMPLATE_INDEX" val="20234824"/>
  <p:tag name="KSO_WM_UNIT_LAYERLEVEL" val="1_1"/>
  <p:tag name="KSO_WM_TAG_VERSION" val="3.0"/>
  <p:tag name="KSO_WM_DIAGRAM_GROUP_CODE" val="l1-1"/>
  <p:tag name="KSO_WM_UNIT_TYPE" val="l_i"/>
  <p:tag name="KSO_WM_UNIT_INDEX" val="1_7"/>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USESOURCEFORMAT_APPLY"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i*1_8"/>
  <p:tag name="KSO_WM_TEMPLATE_CATEGORY" val="diagram"/>
  <p:tag name="KSO_WM_TEMPLATE_INDEX" val="20234824"/>
  <p:tag name="KSO_WM_UNIT_LAYERLEVEL" val="1_1"/>
  <p:tag name="KSO_WM_TAG_VERSION" val="3.0"/>
  <p:tag name="KSO_WM_DIAGRAM_GROUP_CODE" val="l1-1"/>
  <p:tag name="KSO_WM_UNIT_TYPE" val="l_i"/>
  <p:tag name="KSO_WM_UNIT_INDEX" val="1_8"/>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UNIT_USESOURCEFORMAT_APPLY"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i*1_9"/>
  <p:tag name="KSO_WM_TEMPLATE_CATEGORY" val="diagram"/>
  <p:tag name="KSO_WM_TEMPLATE_INDEX" val="20234824"/>
  <p:tag name="KSO_WM_UNIT_LAYERLEVEL" val="1_1"/>
  <p:tag name="KSO_WM_TAG_VERSION" val="3.0"/>
  <p:tag name="KSO_WM_DIAGRAM_GROUP_CODE" val="l1-1"/>
  <p:tag name="KSO_WM_UNIT_TYPE" val="l_i"/>
  <p:tag name="KSO_WM_UNIT_INDEX" val="1_9"/>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i*1_10"/>
  <p:tag name="KSO_WM_TEMPLATE_CATEGORY" val="diagram"/>
  <p:tag name="KSO_WM_TEMPLATE_INDEX" val="20234824"/>
  <p:tag name="KSO_WM_UNIT_LAYERLEVEL" val="1_1"/>
  <p:tag name="KSO_WM_TAG_VERSION" val="3.0"/>
  <p:tag name="KSO_WM_DIAGRAM_GROUP_CODE" val="l1-1"/>
  <p:tag name="KSO_WM_UNIT_TYPE" val="l_i"/>
  <p:tag name="KSO_WM_UNIT_INDEX" val="1_10"/>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UNIT_USESOURCEFORMAT_APPLY"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i*1_11"/>
  <p:tag name="KSO_WM_TEMPLATE_CATEGORY" val="diagram"/>
  <p:tag name="KSO_WM_TEMPLATE_INDEX" val="20234824"/>
  <p:tag name="KSO_WM_UNIT_LAYERLEVEL" val="1_1"/>
  <p:tag name="KSO_WM_TAG_VERSION" val="3.0"/>
  <p:tag name="KSO_WM_DIAGRAM_GROUP_CODE" val="l1-1"/>
  <p:tag name="KSO_WM_UNIT_TYPE" val="l_i"/>
  <p:tag name="KSO_WM_UNIT_INDEX" val="1_11"/>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18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4824_1*l_h_f*1_1_1"/>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4"/>
  <p:tag name="KSO_WM_DIAGRAM_GROUP_CODE" val="l1-1"/>
  <p:tag name="KSO_WM_DIAGRAM_VERSION" val="3"/>
  <p:tag name="KSO_WM_DIAGRAM_COLOR_TRICK" val="1"/>
  <p:tag name="KSO_WM_DIAGRAM_COLOR_TEXT_CAN_REMOVE" val="n"/>
  <p:tag name="KSO_WM_UNIT_TEXT_TYPE" val="1"/>
  <p:tag name="KSO_WM_UNIT_TEXT_LAYER_COUNT" val="1"/>
  <p:tag name="KSO_WM_BEAUTIFY_FLAG" val="#wm#"/>
  <p:tag name="KSO_WM_UNIT_PRESET_TEXT" val="单击此处添加文本具体内容，文字是您思想的提炼，简明扼要地阐述您的观点。根据需要可酌情增减文字，以便观者准确地理解您传达的思想。"/>
  <p:tag name="KSO_WM_UNIT_LINE_FORE_SCHEMECOLOR_INDEX" val="-2"/>
  <p:tag name="KSO_WM_UNIT_TEXT_FILL_FORE_SCHEMECOLOR_INDEX" val="1"/>
  <p:tag name="KSO_WM_UNIT_TEXT_FILL_TYPE" val="1"/>
  <p:tag name="KSO_WM_UNIT_USESOURCEFORMAT_APPLY" val="1"/>
</p:tagLst>
</file>

<file path=ppt/tags/tag18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4824_1*l_h_f*1_2_1"/>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4"/>
  <p:tag name="KSO_WM_DIAGRAM_GROUP_CODE" val="l1-1"/>
  <p:tag name="KSO_WM_DIAGRAM_VERSION" val="3"/>
  <p:tag name="KSO_WM_DIAGRAM_COLOR_TRICK" val="1"/>
  <p:tag name="KSO_WM_DIAGRAM_COLOR_TEXT_CAN_REMOVE" val="n"/>
  <p:tag name="KSO_WM_UNIT_TEXT_TYPE" val="1"/>
  <p:tag name="KSO_WM_UNIT_TEXT_LAYER_COUNT" val="1"/>
  <p:tag name="KSO_WM_BEAUTIFY_FLAG" val="#wm#"/>
  <p:tag name="KSO_WM_UNIT_PRESET_TEXT" val="单击此处添加文本内容，文字是您思想的提炼，简明扼要地阐述观点。根据需要可酌情增减文字，以便观者准确地理解您传达的思想。"/>
  <p:tag name="KSO_WM_UNIT_LINE_FORE_SCHEMECOLOR_INDEX" val="-2"/>
  <p:tag name="KSO_WM_UNIT_TEXT_FILL_FORE_SCHEMECOLOR_INDEX" val="1"/>
  <p:tag name="KSO_WM_UNIT_TEXT_FILL_TYPE" val="1"/>
  <p:tag name="KSO_WM_UNIT_USESOURCEFORMAT_APPLY" val="1"/>
</p:tagLst>
</file>

<file path=ppt/tags/tag185.xml><?xml version="1.0" encoding="utf-8"?>
<p:tagLst xmlns:p="http://schemas.openxmlformats.org/presentationml/2006/main">
  <p:tag name="KSO_WM_UNIT_ISCONTENTSTITLE" val="0"/>
  <p:tag name="KSO_WM_UNIT_ISNUMDGMTITLE" val="0"/>
  <p:tag name="KSO_WM_UNIT_NOCLEAR" val="0"/>
  <p:tag name="KSO_WM_UNIT_VALUE" val="16"/>
  <p:tag name="KSO_WM_UNIT_HIGHLIGHT" val="0"/>
  <p:tag name="KSO_WM_UNIT_COMPATIBLE" val="0"/>
  <p:tag name="KSO_WM_UNIT_DIAGRAM_ISNUMVISUAL" val="0"/>
  <p:tag name="KSO_WM_UNIT_DIAGRAM_ISREFERUNIT" val="0"/>
  <p:tag name="KSO_WM_UNIT_TYPE" val="l_h_a"/>
  <p:tag name="KSO_WM_UNIT_INDEX" val="1_1_1"/>
  <p:tag name="KSO_WM_UNIT_ID" val="diagram20234824_1*l_h_a*1_1_1"/>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1"/>
  <p:tag name="KSO_WM_DIAGRAM_COLOR_TEXT_CAN_REMOVE" val="n"/>
  <p:tag name="KSO_WM_UNIT_TEXT_TYPE" val="1"/>
  <p:tag name="KSO_WM_BEAUTIFY_FLAG" val="#wm#"/>
  <p:tag name="KSO_WM_UNIT_PRESET_TEXT" val="此处添加标题"/>
  <p:tag name="KSO_WM_UNIT_LINE_FORE_SCHEMECOLOR_INDEX" val="-2"/>
  <p:tag name="KSO_WM_UNIT_TEXT_FILL_FORE_SCHEMECOLOR_INDEX" val="1"/>
  <p:tag name="KSO_WM_UNIT_TEXT_FILL_TYPE" val="1"/>
  <p:tag name="KSO_WM_UNIT_USESOURCEFORMAT_APPLY" val="1"/>
</p:tagLst>
</file>

<file path=ppt/tags/tag18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4824_1*l_h_a*1_2_1"/>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DIAGRAM_GROUP_CODE" val="l1-1"/>
  <p:tag name="KSO_WM_DIAGRAM_VERSION" val="3"/>
  <p:tag name="KSO_WM_DIAGRAM_COLOR_TRICK" val="1"/>
  <p:tag name="KSO_WM_DIAGRAM_COLOR_TEXT_CAN_REMOVE" val="n"/>
  <p:tag name="KSO_WM_UNIT_TEXT_TYPE" val="1"/>
  <p:tag name="KSO_WM_BEAUTIFY_FLAG" val="#wm#"/>
  <p:tag name="KSO_WM_UNIT_PRESET_TEXT" val="此处添加标题"/>
  <p:tag name="KSO_WM_UNIT_LINE_FORE_SCHEMECOLOR_INDEX" val="-2"/>
  <p:tag name="KSO_WM_UNIT_TEXT_FILL_FORE_SCHEMECOLOR_INDEX" val="1"/>
  <p:tag name="KSO_WM_UNIT_TEXT_FILL_TYPE" val="1"/>
  <p:tag name="KSO_WM_UNIT_USESOURCEFORMAT_APPLY"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5"/>
  <p:tag name="KSO_WM_UNIT_ID" val="diagram20234824_1*l_h_i*1_2_5"/>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type&quot;:0},&quot;glow&quot;:{&quot;colorType&quot;:0},&quot;line&quot;:{&quot;gradient&quot;:[{&quot;brightness&quot;:0,&quot;colorType&quot;:1,&quot;foreColorIndex&quot;:5,&quot;pos&quot;:0.25999999046325684,&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_BRIGHTNESS" val="0"/>
  <p:tag name="KSO_WM_UNIT_LINE_FILL_TYPE" val="2"/>
  <p:tag name="KSO_WM_UNIT_USESOURCEFORMAT_APPLY" val="1"/>
  <p:tag name="KSO_WM_DIAGRAM_USE_COLOR_VALUE" val="{&quot;color_scheme&quot;:1,&quot;color_type&quot;:1,&quot;theme_color_indexes&quot;:[]}"/>
  <p:tag name="KSO_WM_DIAGRAM_GROUP_CODE" val="l1-1"/>
  <p:tag name="KSO_WM_DIAGRAM_VERSION" val="3"/>
  <p:tag name="KSO_WM_DIAGRAM_COLOR_TRICK" val="1"/>
  <p:tag name="KSO_WM_DIAGRAM_COLOR_TEXT_CAN_REMOVE" val="n"/>
  <p:tag name="KSO_WM_BEAUTIFY_FLAG" val="#wm#"/>
  <p:tag name="KSO_WM_UNIT_LINE_FORE_SCHEMECOLOR_INDEX" val="-2"/>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h_i*1_2_4"/>
  <p:tag name="KSO_WM_TEMPLATE_CATEGORY" val="diagram"/>
  <p:tag name="KSO_WM_TEMPLATE_INDEX" val="20234824"/>
  <p:tag name="KSO_WM_UNIT_LAYERLEVEL" val="1_1_1"/>
  <p:tag name="KSO_WM_TAG_VERSION" val="3.0"/>
  <p:tag name="KSO_WM_DIAGRAM_GROUP_CODE" val="l1-1"/>
  <p:tag name="KSO_WM_UNIT_TYPE" val="l_h_i"/>
  <p:tag name="KSO_WM_UNIT_INDEX" val="1_2_4"/>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gradient&quot;:[{&quot;brightness&quot;:0,&quot;colorType&quot;:1,&quot;foreColorIndex&quot;:5,&quot;pos&quot;:0,&quot;transparency&quot;:1},{&quot;brightness&quot;:0,&quot;colorType&quot;:1,&quot;foreColorIndex&quot;:5,&quot;pos&quot;:1,&quot;transparency&quot;:0.699999988079071}],&quot;type&quot;:3},&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05000000074505806},&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6"/>
  <p:tag name="KSO_WM_UNIT_LINE_FILL_TYPE" val="2"/>
  <p:tag name="KSO_WM_UNIT_TEXT_FILL_FORE_SCHEMECOLOR_INDEX" val="13"/>
  <p:tag name="KSO_WM_UNIT_TEXT_FILL_TYPE" val="1"/>
  <p:tag name="KSO_WM_UNIT_USESOURCEFORMAT_APPLY"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h_i*1_2_1"/>
  <p:tag name="KSO_WM_TEMPLATE_CATEGORY" val="diagram"/>
  <p:tag name="KSO_WM_TEMPLATE_INDEX" val="20234824"/>
  <p:tag name="KSO_WM_UNIT_LAYERLEVEL" val="1_1_1"/>
  <p:tag name="KSO_WM_TAG_VERSION" val="3.0"/>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6"/>
  <p:tag name="KSO_WM_UNIT_LINE_FILL_TYPE" val="2"/>
  <p:tag name="KSO_WM_UNIT_USESOURCEFORMAT_APPLY"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h_i*1_2_2"/>
  <p:tag name="KSO_WM_TEMPLATE_CATEGORY" val="diagram"/>
  <p:tag name="KSO_WM_TEMPLATE_INDEX" val="20234824"/>
  <p:tag name="KSO_WM_UNIT_LAYERLEVEL" val="1_1_1"/>
  <p:tag name="KSO_WM_TAG_VERSION" val="3.0"/>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gradient&quot;:[{&quot;brightness&quot;:0,&quot;colorType&quot;:1,&quot;foreColorIndex&quot;:5,&quot;pos&quot;:0,&quot;transparency&quot;:1},{&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USESOURCEFORMAT_APPLY"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h_i*1_2_3"/>
  <p:tag name="KSO_WM_TEMPLATE_CATEGORY" val="diagram"/>
  <p:tag name="KSO_WM_TEMPLATE_INDEX" val="20234824"/>
  <p:tag name="KSO_WM_UNIT_LAYERLEVEL" val="1_1_1"/>
  <p:tag name="KSO_WM_TAG_VERSION" val="3.0"/>
  <p:tag name="KSO_WM_DIAGRAM_GROUP_CODE" val="l1-1"/>
  <p:tag name="KSO_WM_UNIT_TYPE" val="l_h_i"/>
  <p:tag name="KSO_WM_UNIT_INDEX" val="1_2_3"/>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15"/>
  <p:tag name="KSO_WM_UNIT_LINE_FORE_SCHEMECOLOR_INDEX" val="-2"/>
  <p:tag name="KSO_WM_UNIT_TEXT_FILL_FORE_SCHEMECOLOR_INDEX" val="2"/>
  <p:tag name="KSO_WM_UNIT_TEXT_FILL_TYPE" val="1"/>
  <p:tag name="KSO_WM_UNIT_USESOURCEFORMAT_APPLY"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h_i*1_1_4"/>
  <p:tag name="KSO_WM_TEMPLATE_CATEGORY" val="diagram"/>
  <p:tag name="KSO_WM_TEMPLATE_INDEX" val="20234824"/>
  <p:tag name="KSO_WM_UNIT_LAYERLEVEL" val="1_1_1"/>
  <p:tag name="KSO_WM_TAG_VERSION" val="3.0"/>
  <p:tag name="KSO_WM_DIAGRAM_GROUP_CODE" val="l1-1"/>
  <p:tag name="KSO_WM_UNIT_TYPE" val="l_h_i"/>
  <p:tag name="KSO_WM_UNIT_INDEX" val="1_1_4"/>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gradient&quot;:[{&quot;brightness&quot;:0,&quot;colorType&quot;:1,&quot;foreColorIndex&quot;:5,&quot;pos&quot;:0,&quot;transparency&quot;:1},{&quot;brightness&quot;:0,&quot;colorType&quot;:1,&quot;foreColorIndex&quot;:5,&quot;pos&quot;:1,&quot;transparency&quot;:0.699999988079071}],&quot;type&quot;:3},&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05000000074505806},&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5"/>
  <p:tag name="KSO_WM_UNIT_LINE_FILL_TYPE" val="2"/>
  <p:tag name="KSO_WM_UNIT_TEXT_FILL_FORE_SCHEMECOLOR_INDEX" val="13"/>
  <p:tag name="KSO_WM_UNIT_TEXT_FILL_TYPE" val="1"/>
  <p:tag name="KSO_WM_UNIT_USESOURCEFORMAT_APPLY"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h_i*1_1_1"/>
  <p:tag name="KSO_WM_TEMPLATE_CATEGORY" val="diagram"/>
  <p:tag name="KSO_WM_TEMPLATE_INDEX" val="20234824"/>
  <p:tag name="KSO_WM_UNIT_LAYERLEVEL" val="1_1_1"/>
  <p:tag name="KSO_WM_TAG_VERSION" val="3.0"/>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h_i*1_1_2"/>
  <p:tag name="KSO_WM_TEMPLATE_CATEGORY" val="diagram"/>
  <p:tag name="KSO_WM_TEMPLATE_INDEX" val="20234824"/>
  <p:tag name="KSO_WM_UNIT_LAYERLEVEL" val="1_1_1"/>
  <p:tag name="KSO_WM_TAG_VERSION" val="3.0"/>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gradient&quot;:[{&quot;brightness&quot;:0,&quot;colorType&quot;:1,&quot;foreColorIndex&quot;:5,&quot;pos&quot;:0,&quot;transparency&quot;:1},{&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USESOURCEFORMAT_APPLY"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1*l_h_i*1_1_3"/>
  <p:tag name="KSO_WM_TEMPLATE_CATEGORY" val="diagram"/>
  <p:tag name="KSO_WM_TEMPLATE_INDEX" val="20234824"/>
  <p:tag name="KSO_WM_UNIT_LAYERLEVEL" val="1_1_1"/>
  <p:tag name="KSO_WM_TAG_VERSION" val="3.0"/>
  <p:tag name="KSO_WM_DIAGRAM_GROUP_CODE" val="l1-1"/>
  <p:tag name="KSO_WM_UNIT_TYPE" val="l_h_i"/>
  <p:tag name="KSO_WM_UNIT_INDEX" val="1_1_3"/>
  <p:tag name="KSO_WM_DIAGRAM_VERSION" val="3"/>
  <p:tag name="KSO_WM_DIAGRAM_COLOR_TRICK" val="1"/>
  <p:tag name="KSO_WM_DIAGRAM_COLOR_TEXT_CAN_REMOVE" val="n"/>
  <p:tag name="KSO_WM_DIAGRAM_MAX_ITEMCNT" val="4"/>
  <p:tag name="KSO_WM_DIAGRAM_MIN_ITEMCNT" val="2"/>
  <p:tag name="KSO_WM_DIAGRAM_VIRTUALLY_FRAME" val="{&quot;height&quot;:387.85001723892407,&quot;left&quot;:54.85,&quot;top&quot;:113.84999138053794,&quot;width&quot;:850.35}"/>
  <p:tag name="KSO_WM_DIAGRAM_COLOR_MATCH_VALUE" val="{&quot;shape&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15"/>
  <p:tag name="KSO_WM_UNIT_LINE_FORE_SCHEMECOLOR_INDEX" val="-2"/>
  <p:tag name="KSO_WM_UNIT_TEXT_FILL_FORE_SCHEMECOLOR_INDEX" val="2"/>
  <p:tag name="KSO_WM_UNIT_TEXT_FILL_TYPE" val="1"/>
  <p:tag name="KSO_WM_UNIT_USESOURCEFORMAT_APPLY" val="1"/>
</p:tagLst>
</file>

<file path=ppt/tags/tag196.xml><?xml version="1.0" encoding="utf-8"?>
<p:tagLst xmlns:p="http://schemas.openxmlformats.org/presentationml/2006/main">
  <p:tag name="KSO_WM_SLIDE_ID" val="diagram20234824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4824"/>
  <p:tag name="KSO_WM_SLIDE_TYPE" val="text"/>
  <p:tag name="KSO_WM_SLIDE_SUBTYPE" val="diag"/>
  <p:tag name="KSO_WM_SLIDE_SIZE" val="850.35*387.85"/>
  <p:tag name="KSO_WM_SLIDE_POSITION" val="54.85*113.85"/>
  <p:tag name="KSO_WM_SLIDE_LAYOUT" val="a_l"/>
  <p:tag name="KSO_WM_SLIDE_LAYOUT_CNT" val="1_1"/>
  <p:tag name="KSO_WM_SPECIAL_SOURCE" val="bdnull"/>
  <p:tag name="KSO_WM_DIAGRAM_GROUP_CODE" val="l1-1"/>
  <p:tag name="KSO_WM_SLIDE_DIAGTYPE" val="l"/>
</p:tagLst>
</file>

<file path=ppt/tags/tag19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5029_1*i*1"/>
  <p:tag name="KSO_WM_TEMPLATE_CATEGORY" val="custom"/>
  <p:tag name="KSO_WM_TEMPLATE_INDEX" val="20235029"/>
  <p:tag name="KSO_WM_UNIT_LAYERLEVEL" val="1"/>
  <p:tag name="KSO_WM_TAG_VERSION" val="3.0"/>
  <p:tag name="KSO_WM_UNIT_TYPE" val="i"/>
  <p:tag name="KSO_WM_UNIT_INDEX" val="1"/>
</p:tagLst>
</file>

<file path=ppt/tags/tag19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029_1*a*1"/>
  <p:tag name="KSO_WM_TEMPLATE_CATEGORY" val="custom"/>
  <p:tag name="KSO_WM_TEMPLATE_INDEX" val="20235029"/>
  <p:tag name="KSO_WM_UNIT_LAYERLEVEL" val="1"/>
  <p:tag name="KSO_WM_TAG_VERSION" val="3.0"/>
  <p:tag name="KSO_WM_BEAUTIFY_FLAG" val="#wm#"/>
  <p:tag name="KSO_WM_UNIT_VALUE" val="29"/>
  <p:tag name="KSO_WM_UNIT_TEXT_TYPE" val="1"/>
  <p:tag name="KSO_WM_UNIT_PRESET_TEXT" val="单击此处添加标题"/>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029_1*i*2"/>
  <p:tag name="KSO_WM_TEMPLATE_CATEGORY" val="custom"/>
  <p:tag name="KSO_WM_TEMPLATE_INDEX" val="20235029"/>
  <p:tag name="KSO_WM_UNIT_LAYERLEVEL" val="1"/>
  <p:tag name="KSO_WM_TAG_VERSION" val="3.0"/>
  <p:tag name="KSO_WM_BEAUTIFY_FLAG" val="#wm#"/>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029_1*i*3"/>
  <p:tag name="KSO_WM_TEMPLATE_CATEGORY" val="custom"/>
  <p:tag name="KSO_WM_TEMPLATE_INDEX" val="20235029"/>
  <p:tag name="KSO_WM_UNIT_LAYERLEVEL" val="1"/>
  <p:tag name="KSO_WM_TAG_VERSION" val="3.0"/>
  <p:tag name="KSO_WM_BEAUTIFY_FLAG" val="#wm#"/>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029_1*i*4"/>
  <p:tag name="KSO_WM_TEMPLATE_CATEGORY" val="custom"/>
  <p:tag name="KSO_WM_TEMPLATE_INDEX" val="20235029"/>
  <p:tag name="KSO_WM_UNIT_LAYERLEVEL" val="1"/>
  <p:tag name="KSO_WM_TAG_VERSION" val="3.0"/>
  <p:tag name="KSO_WM_BEAUTIFY_FLAG" val="#wm#"/>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5029_1*i*5"/>
  <p:tag name="KSO_WM_TEMPLATE_CATEGORY" val="custom"/>
  <p:tag name="KSO_WM_TEMPLATE_INDEX" val="20235029"/>
  <p:tag name="KSO_WM_UNIT_LAYERLEVEL" val="1"/>
  <p:tag name="KSO_WM_TAG_VERSION" val="3.0"/>
  <p:tag name="KSO_WM_BEAUTIFY_FLAG" val="#wm#"/>
</p:tagLst>
</file>

<file path=ppt/tags/tag203.xml><?xml version="1.0" encoding="utf-8"?>
<p:tagLst xmlns:p="http://schemas.openxmlformats.org/presentationml/2006/main">
  <p:tag name="TABLE_ENDDRAG_ORIGIN_RECT" val="802*370"/>
  <p:tag name="TABLE_ENDDRAG_RECT" val="78*136*802*370"/>
</p:tagLst>
</file>

<file path=ppt/tags/tag204.xml><?xml version="1.0" encoding="utf-8"?>
<p:tagLst xmlns:p="http://schemas.openxmlformats.org/presentationml/2006/main">
  <p:tag name="KSO_WM_SLIDE_ID" val="custom20235029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AG_VERSION" val="3.0"/>
  <p:tag name="KSO_WM_BEAUTIFY_FLAG" val="#wm#"/>
  <p:tag name="KSO_WM_TEMPLATE_CATEGORY" val="custom"/>
  <p:tag name="KSO_WM_TEMPLATE_INDEX" val="20235029"/>
  <p:tag name="KSO_WM_SLIDE_LAYOUT" val="a_β"/>
  <p:tag name="KSO_WM_SLIDE_LAYOUT_CNT" val="1_1"/>
  <p:tag name="KSO_WM_SLIDE_SIZE" val="857*477"/>
  <p:tag name="KSO_WM_SLIDE_POSITION" val="51*28"/>
</p:tagLst>
</file>

<file path=ppt/tags/tag20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USESOURCEFORMAT_APPLY" val="1"/>
</p:tagLst>
</file>

<file path=ppt/tags/tag206.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342.4463779527559,&quot;left&quot;:35.3,&quot;top&quot;:170.1536220472441,&quot;width&quot;:877.4028346456693}"/>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6"/>
  <p:tag name="KSO_WM_UNIT_USESOURCEFORMAT_APPLY"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42.4463779527559,&quot;left&quot;:35.3,&quot;top&quot;:170.1536220472441,&quot;width&quot;:877.4028346456693}"/>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208.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342.4463779527559,&quot;left&quot;:35.3,&quot;top&quot;:170.1536220472441,&quot;width&quot;:877.4028346456693}"/>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7"/>
  <p:tag name="KSO_WM_UNIT_USESOURCEFORMAT_APPLY"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42.4463779527559,&quot;left&quot;:35.3,&quot;top&quot;:170.1536220472441,&quot;width&quot;:877.4028346456693}"/>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7"/>
  <p:tag name="KSO_WM_UNIT_TEXT_FILL_FORE_SCHEMECOLOR_INDEX" val="2"/>
  <p:tag name="KSO_WM_UNIT_TEXT_FILL_TYPE" val="1"/>
  <p:tag name="KSO_WM_UNIT_USESOURCEFORMAT_APPLY" val="1"/>
</p:tagLst>
</file>

<file path=ppt/tags/tag210.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342.4463779527559,&quot;left&quot;:35.3,&quot;top&quot;:170.1536220472441,&quot;width&quot;:877.4028346456693}"/>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8"/>
  <p:tag name="KSO_WM_UNIT_USESOURCEFORMAT_APPLY" val="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42.4463779527559,&quot;left&quot;:35.3,&quot;top&quot;:170.1536220472441,&quot;width&quot;:877.4028346456693}"/>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8"/>
  <p:tag name="KSO_WM_UNIT_TEXT_FILL_FORE_SCHEMECOLOR_INDEX" val="2"/>
  <p:tag name="KSO_WM_UNIT_TEXT_FILL_TYPE" val="1"/>
  <p:tag name="KSO_WM_UNIT_USESOURCEFORMAT_APPLY" val="1"/>
</p:tagLst>
</file>

<file path=ppt/tags/tag212.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2834_1*i*1"/>
  <p:tag name="KSO_WM_TEMPLATE_CATEGORY" val="custom"/>
  <p:tag name="KSO_WM_TEMPLATE_INDEX" val="40492834"/>
  <p:tag name="KSO_WM_UNIT_LAYERLEVEL" val="1"/>
  <p:tag name="KSO_WM_TAG_VERSION" val="3.0"/>
  <p:tag name="KSO_WM_BEAUTIFY_FLAG" val="#wm#"/>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2834_1*i*2"/>
  <p:tag name="KSO_WM_TEMPLATE_CATEGORY" val="custom"/>
  <p:tag name="KSO_WM_TEMPLATE_INDEX" val="40492834"/>
  <p:tag name="KSO_WM_UNIT_LAYERLEVEL" val="1"/>
  <p:tag name="KSO_WM_TAG_VERSION" val="3.0"/>
  <p:tag name="KSO_WM_BEAUTIFY_FLAG" val="#wm#"/>
</p:tagLst>
</file>

<file path=ppt/tags/tag21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2834_1*a*1"/>
  <p:tag name="KSO_WM_TEMPLATE_CATEGORY" val="custom"/>
  <p:tag name="KSO_WM_TEMPLATE_INDEX" val="40492834"/>
  <p:tag name="KSO_WM_UNIT_LAYERLEVEL" val="1"/>
  <p:tag name="KSO_WM_TAG_VERSION" val="3.0"/>
  <p:tag name="KSO_WM_BEAUTIFY_FLAG" val="#wm#"/>
  <p:tag name="KSO_WM_UNIT_TEXT_TYPE" val="1"/>
  <p:tag name="KSO_WM_UNIT_PRESET_TEXT" val="单击此处添加页面的标题"/>
</p:tagLst>
</file>

<file path=ppt/tags/tag216.xml><?xml version="1.0" encoding="utf-8"?>
<p:tagLst xmlns:p="http://schemas.openxmlformats.org/presentationml/2006/main">
  <p:tag name="TABLE_ENDDRAG_ORIGIN_RECT" val="825*238"/>
  <p:tag name="TABLE_ENDDRAG_RECT" val="67*136*825*238"/>
</p:tagLst>
</file>

<file path=ppt/tags/tag217.xml><?xml version="1.0" encoding="utf-8"?>
<p:tagLst xmlns:p="http://schemas.openxmlformats.org/presentationml/2006/main">
  <p:tag name="KSO_WM_SLIDE_ID" val="custom40492834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2834"/>
  <p:tag name="KSO_WM_SLIDE_TYPE" val="text"/>
  <p:tag name="KSO_WM_SLIDE_SUBTYPE" val="diag"/>
  <p:tag name="KSO_WM_SLIDE_SIZE" val="917*495"/>
  <p:tag name="KSO_WM_SLIDE_POSITION" val="43*45"/>
  <p:tag name="KSO_WM_SLIDE_LAYOUT" val="a_β"/>
  <p:tag name="KSO_WM_SLIDE_LAYOUT_CNT" val="1_1"/>
  <p:tag name="KSO_WM_SPECIAL_SOURCE" val="bdnull"/>
</p:tagLst>
</file>

<file path=ppt/tags/tag21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3261_1*n_h_h_f*1_2_1_1"/>
  <p:tag name="KSO_WM_TEMPLATE_CATEGORY" val="diagram"/>
  <p:tag name="KSO_WM_TEMPLATE_INDEX" val="20233261"/>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2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3261_1*n_h_h_f*1_2_2_1"/>
  <p:tag name="KSO_WM_TEMPLATE_CATEGORY" val="diagram"/>
  <p:tag name="KSO_WM_TEMPLATE_INDEX" val="20233261"/>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2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3261_1*n_h_h_f*1_2_3_1"/>
  <p:tag name="KSO_WM_TEMPLATE_CATEGORY" val="diagram"/>
  <p:tag name="KSO_WM_TEMPLATE_INDEX" val="20233261"/>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22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2"/>
  <p:tag name="KSO_WM_UNIT_ID" val="diagram20233261_1*n_h_h_i*1_2_3_2"/>
  <p:tag name="KSO_WM_TEMPLATE_CATEGORY" val="diagram"/>
  <p:tag name="KSO_WM_TEMPLATE_INDEX" val="20233261"/>
  <p:tag name="KSO_WM_UNIT_LAYERLEVEL" val="1_1_1_1"/>
  <p:tag name="KSO_WM_TAG_VERSION" val="3.0"/>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solid&quot;:{&quot;brightness&quot;:0,&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2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2"/>
  <p:tag name="KSO_WM_UNIT_ID" val="diagram20233261_1*n_h_h_i*1_2_2_2"/>
  <p:tag name="KSO_WM_TEMPLATE_CATEGORY" val="diagram"/>
  <p:tag name="KSO_WM_TEMPLATE_INDEX" val="20233261"/>
  <p:tag name="KSO_WM_UNIT_LAYERLEVEL" val="1_1_1_1"/>
  <p:tag name="KSO_WM_TAG_VERSION" val="3.0"/>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solid&quot;:{&quot;brightness&quot;:0,&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2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233261_1*n_h_h_i*1_2_1_2"/>
  <p:tag name="KSO_WM_TEMPLATE_CATEGORY" val="diagram"/>
  <p:tag name="KSO_WM_TEMPLATE_INDEX" val="20233261"/>
  <p:tag name="KSO_WM_UNIT_LAYERLEVEL" val="1_1_1_1"/>
  <p:tag name="KSO_WM_TAG_VERSION" val="3.0"/>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solid&quot;:{&quot;brightness&quot;:0,&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2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33261_1*n_h_h_i*1_2_3_1"/>
  <p:tag name="KSO_WM_TEMPLATE_CATEGORY" val="diagram"/>
  <p:tag name="KSO_WM_TEMPLATE_INDEX" val="20233261"/>
  <p:tag name="KSO_WM_UNIT_LAYERLEVEL" val="1_1_1_1"/>
  <p:tag name="KSO_WM_TAG_VERSION" val="3.0"/>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2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3261_1*n_h_h_i*1_2_2_1"/>
  <p:tag name="KSO_WM_TEMPLATE_CATEGORY" val="diagram"/>
  <p:tag name="KSO_WM_TEMPLATE_INDEX" val="20233261"/>
  <p:tag name="KSO_WM_UNIT_LAYERLEVEL" val="1_1_1_1"/>
  <p:tag name="KSO_WM_TAG_VERSION" val="3.0"/>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26.xml><?xml version="1.0" encoding="utf-8"?>
<p:tagLst xmlns:p="http://schemas.openxmlformats.org/presentationml/2006/main">
  <p:tag name="KSO_WM_DIAGRAM_VERSION" val="3"/>
  <p:tag name="KSO_WM_DIAGRAM_COLOR_TRICK" val="1"/>
  <p:tag name="KSO_WM_DIAGRAM_COLOR_TEXT_CAN_REMOVE" val="n"/>
  <p:tag name="KSO_WM_UNIT_VALUE" val="84*81"/>
  <p:tag name="KSO_WM_UNIT_HIGHLIGHT" val="0"/>
  <p:tag name="KSO_WM_UNIT_COMPATIBLE" val="0"/>
  <p:tag name="KSO_WM_UNIT_DIAGRAM_ISNUMVISUAL" val="0"/>
  <p:tag name="KSO_WM_UNIT_DIAGRAM_ISREFERUNIT" val="0"/>
  <p:tag name="KSO_WM_DIAGRAM_GROUP_CODE" val="n1-1"/>
  <p:tag name="KSO_WM_UNIT_TYPE" val="n_h_h_x"/>
  <p:tag name="KSO_WM_UNIT_INDEX" val="1_2_1_1"/>
  <p:tag name="KSO_WM_UNIT_ID" val="diagram20233261_1*n_h_h_x*1_2_1_1"/>
  <p:tag name="KSO_WM_TEMPLATE_CATEGORY" val="diagram"/>
  <p:tag name="KSO_WM_TEMPLATE_INDEX" val="20233261"/>
  <p:tag name="KSO_WM_UNIT_LAYERLEVEL" val="1_1_1_1"/>
  <p:tag name="KSO_WM_TAG_VERSION" val="3.0"/>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MH_SHAPE_GUID" val="10"/>
  <p:tag name="KSO_WM_DIAGRAM_USE_COLOR_VALUE" val="{&quot;color_scheme&quot;:1,&quot;color_type&quot;:1,&quot;theme_color_indexes&quot;:[5,6,5,6,5,6]}"/>
</p:tagLst>
</file>

<file path=ppt/tags/tag22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3261_1*n_h_h_i*1_2_1_1"/>
  <p:tag name="KSO_WM_TEMPLATE_CATEGORY" val="diagram"/>
  <p:tag name="KSO_WM_TEMPLATE_INDEX" val="20233261"/>
  <p:tag name="KSO_WM_UNIT_LAYERLEVEL" val="1_1_1_1"/>
  <p:tag name="KSO_WM_TAG_VERSION" val="3.0"/>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28.xml><?xml version="1.0" encoding="utf-8"?>
<p:tagLst xmlns:p="http://schemas.openxmlformats.org/presentationml/2006/main">
  <p:tag name="KSO_WM_DIAGRAM_VERSION" val="3"/>
  <p:tag name="KSO_WM_DIAGRAM_COLOR_TRICK" val="1"/>
  <p:tag name="KSO_WM_DIAGRAM_COLOR_TEXT_CAN_REMOVE" val="n"/>
  <p:tag name="KSO_WM_UNIT_VALUE" val="84*81"/>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1"/>
  <p:tag name="KSO_WM_UNIT_ID" val="diagram20233261_1*n_h_h_x*1_2_2_1"/>
  <p:tag name="KSO_WM_TEMPLATE_CATEGORY" val="diagram"/>
  <p:tag name="KSO_WM_TEMPLATE_INDEX" val="20233261"/>
  <p:tag name="KSO_WM_UNIT_LAYERLEVEL" val="1_1_1_1"/>
  <p:tag name="KSO_WM_TAG_VERSION" val="3.0"/>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MH_SHAPE_GUID" val="9"/>
  <p:tag name="KSO_WM_DIAGRAM_USE_COLOR_VALUE" val="{&quot;color_scheme&quot;:1,&quot;color_type&quot;:1,&quot;theme_color_indexes&quot;:[5,6,5,6,5,6]}"/>
</p:tagLst>
</file>

<file path=ppt/tags/tag229.xml><?xml version="1.0" encoding="utf-8"?>
<p:tagLst xmlns:p="http://schemas.openxmlformats.org/presentationml/2006/main">
  <p:tag name="KSO_WM_DIAGRAM_VERSION" val="3"/>
  <p:tag name="KSO_WM_DIAGRAM_COLOR_TRICK" val="1"/>
  <p:tag name="KSO_WM_DIAGRAM_COLOR_TEXT_CAN_REMOVE" val="n"/>
  <p:tag name="KSO_WM_UNIT_VALUE" val="84*81"/>
  <p:tag name="KSO_WM_UNIT_HIGHLIGHT" val="0"/>
  <p:tag name="KSO_WM_UNIT_COMPATIBLE" val="0"/>
  <p:tag name="KSO_WM_UNIT_DIAGRAM_ISNUMVISUAL" val="0"/>
  <p:tag name="KSO_WM_UNIT_DIAGRAM_ISREFERUNIT" val="0"/>
  <p:tag name="KSO_WM_DIAGRAM_GROUP_CODE" val="n1-1"/>
  <p:tag name="KSO_WM_UNIT_TYPE" val="n_h_h_x"/>
  <p:tag name="KSO_WM_UNIT_INDEX" val="1_2_3_1"/>
  <p:tag name="KSO_WM_UNIT_ID" val="diagram20233261_1*n_h_h_x*1_2_3_1"/>
  <p:tag name="KSO_WM_TEMPLATE_CATEGORY" val="diagram"/>
  <p:tag name="KSO_WM_TEMPLATE_INDEX" val="20233261"/>
  <p:tag name="KSO_WM_UNIT_LAYERLEVEL" val="1_1_1_1"/>
  <p:tag name="KSO_WM_TAG_VERSION" val="3.0"/>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MH_SHAPE_GUID" val="14"/>
  <p:tag name="KSO_WM_DIAGRAM_USE_COLOR_VALUE" val="{&quot;color_scheme&quot;:1,&quot;color_type&quot;:1,&quot;theme_color_indexes&quot;:[5,6,5,6,5,6]}"/>
</p:tagLst>
</file>

<file path=ppt/tags/tag23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3261_1*n_h_a*1_1_1"/>
  <p:tag name="KSO_WM_TEMPLATE_CATEGORY" val="diagram"/>
  <p:tag name="KSO_WM_TEMPLATE_INDEX" val="20233261"/>
  <p:tag name="KSO_WM_UNIT_LAYERLEVEL" val="1_1_1"/>
  <p:tag name="KSO_WM_TAG_VERSION" val="3.0"/>
  <p:tag name="KSO_WM_DIAGRAM_MAX_ITEMCNT" val="3"/>
  <p:tag name="KSO_WM_DIAGRAM_MIN_ITEMCNT" val="3"/>
  <p:tag name="KSO_WM_DIAGRAM_VIRTUALLY_FRAME" val="{&quot;height&quot;:474.24584333171623,&quot;left&quot;:28.95,&quot;top&quot;:20.140000000000008,&quot;width&quot;:908.700000000000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TEXT_TYPE" val="1"/>
  <p:tag name="KSO_WM_UNIT_VALUE" val="40"/>
  <p:tag name="KSO_WM_BEAUTIFY_FLAG" val="#wm#"/>
  <p:tag name="KSO_WM_UNIT_PRESET_TEXT" val="单击此处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231.xml><?xml version="1.0" encoding="utf-8"?>
<p:tagLst xmlns:p="http://schemas.openxmlformats.org/presentationml/2006/main">
  <p:tag name="KSO_WM_SLIDE_ID" val="diagram20233167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3167"/>
  <p:tag name="KSO_WM_SLIDE_TYPE" val="text"/>
  <p:tag name="KSO_WM_SLIDE_SUBTYPE" val="diag"/>
  <p:tag name="KSO_WM_SLIDE_SIZE" val="850.35*346.45"/>
  <p:tag name="KSO_WM_SLIDE_POSITION" val="54.8*124.75"/>
  <p:tag name="KSO_WM_SLIDE_LAYOUT" val="a_n"/>
  <p:tag name="KSO_WM_SLIDE_LAYOUT_CNT" val="1_1"/>
  <p:tag name="KSO_WM_SPECIAL_SOURCE" val="bdnull"/>
  <p:tag name="KSO_WM_DIAGRAM_GROUP_CODE" val="n1-1"/>
  <p:tag name="KSO_WM_SLIDE_DIAGTYPE" val="n"/>
  <p:tag name="resource_record_key" val="{&quot;65&quot;:[20233167],&quot;70&quot;:[3322475]}"/>
</p:tagLst>
</file>

<file path=ppt/tags/tag23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1872_2*a*1"/>
  <p:tag name="KSO_WM_TEMPLATE_CATEGORY" val="diagram"/>
  <p:tag name="KSO_WM_TEMPLATE_INDEX" val="20231872"/>
  <p:tag name="KSO_WM_UNIT_LAYERLEVEL" val="1"/>
  <p:tag name="KSO_WM_TAG_VERSION" val="3.0"/>
  <p:tag name="KSO_WM_BEAUTIFY_FLAG" val="#wm#"/>
  <p:tag name="KSO_WM_UNIT_VALUE" val="30"/>
  <p:tag name="KSO_WM_UNIT_TEXT_TYPE" val="1"/>
  <p:tag name="KSO_WM_UNIT_PRESET_TEXT" val="单击此处添加标题"/>
  <p:tag name="KSO_WM_DIAGRAM_GROUP_CODE" val="l1-1"/>
  <p:tag name="KSO_WM_UNIT_USESOURCEFORMAT_APPLY"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668_1*l_h_i*1_1_1"/>
  <p:tag name="KSO_WM_TEMPLATE_CATEGORY" val="diagram"/>
  <p:tag name="KSO_WM_TEMPLATE_INDEX" val="20235668"/>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6"/>
  <p:tag name="KSO_WM_DIAGRAM_MIN_ITEMCNT" val="2"/>
  <p:tag name="KSO_WM_DIAGRAM_VIRTUALLY_FRAME" val="{&quot;height&quot;:433.8500000000001,&quot;left&quot;:10.8,&quot;top&quot;:73.55,&quot;width&quot;:936.9313082254846}"/>
  <p:tag name="KSO_WM_DIAGRAM_COLOR_MATCH_VALUE" val="{&quot;shape&quot;:{&quot;fill&quot;:{&quot;gradient&quot;:[{&quot;brightness&quot;:0.4000000059604645,&quot;colorType&quot;:1,&quot;foreColorIndex&quot;:5,&quot;pos&quot;:0,&quot;transparency&quot;:0},{&quot;brightness&quot;:0,&quot;colorType&quot;:1,&quot;foreColorIndex&quot;:5,&quot;pos&quot;:0.879999995231628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4.xml><?xml version="1.0" encoding="utf-8"?>
<p:tagLst xmlns:p="http://schemas.openxmlformats.org/presentationml/2006/main">
  <p:tag name="KSO_WM_UNIT_VALUE" val="100*10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5668_1*l_h_x*1_1_1"/>
  <p:tag name="KSO_WM_TEMPLATE_CATEGORY" val="diagram"/>
  <p:tag name="KSO_WM_TEMPLATE_INDEX" val="20235668"/>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433.8500000000001,&quot;left&quot;:10.8,&quot;top&quot;:73.55,&quot;width&quot;:936.931308225484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49"/>
  <p:tag name="KSO_WM_DIAGRAM_USE_COLOR_VALUE" val="{&quot;color_scheme&quot;:1,&quot;color_type&quot;:1,&quot;theme_color_indexes&quot;:[5,6,5,6,5,6]}"/>
</p:tagLst>
</file>

<file path=ppt/tags/tag23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668_1*l_h_f*1_1_1"/>
  <p:tag name="KSO_WM_TEMPLATE_CATEGORY" val="diagram"/>
  <p:tag name="KSO_WM_TEMPLATE_INDEX" val="20235668"/>
  <p:tag name="KSO_WM_UNIT_LAYERLEVEL" val="1_1_1"/>
  <p:tag name="KSO_WM_TAG_VERSION" val="3.0"/>
  <p:tag name="KSO_WM_BEAUTIFY_FLAG" val="#wm#"/>
  <p:tag name="KSO_WM_DIAGRAM_VERSION" val="3"/>
  <p:tag name="KSO_WM_DIAGRAM_COLOR_TRICK" val="1"/>
  <p:tag name="KSO_WM_DIAGRAM_COLOR_TEXT_CAN_REMOVE" val="n"/>
  <p:tag name="KSO_WM_UNIT_VALUE" val="92"/>
  <p:tag name="KSO_WM_UNIT_PRESET_TEXT" val="单击添加正文，文字是您思想的提炼，为了最终演示发布的良好效果，请言简的阐述观点。根据需要可增减文字，以便观者准确理解您所传达的信息。文字是您思想的提炼，请言简的阐述观点。"/>
  <p:tag name="KSO_WM_UNIT_TEXT_FILL_FORE_SCHEMECOLOR_INDEX" val="1"/>
  <p:tag name="KSO_WM_UNIT_TEXT_FILL_TYPE" val="1"/>
  <p:tag name="KSO_WM_UNIT_TEXT_TYPE" val="1"/>
  <p:tag name="KSO_WM_DIAGRAM_MAX_ITEMCNT" val="6"/>
  <p:tag name="KSO_WM_DIAGRAM_MIN_ITEMCNT" val="2"/>
  <p:tag name="KSO_WM_DIAGRAM_VIRTUALLY_FRAME" val="{&quot;height&quot;:433.8500000000001,&quot;left&quot;:10.8,&quot;top&quot;:73.55,&quot;width&quot;:936.93130822548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668_1*l_h_i*1_2_1"/>
  <p:tag name="KSO_WM_TEMPLATE_CATEGORY" val="diagram"/>
  <p:tag name="KSO_WM_TEMPLATE_INDEX" val="20235668"/>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6"/>
  <p:tag name="KSO_WM_DIAGRAM_MIN_ITEMCNT" val="2"/>
  <p:tag name="KSO_WM_DIAGRAM_VIRTUALLY_FRAME" val="{&quot;height&quot;:433.8500000000001,&quot;left&quot;:10.8,&quot;top&quot;:73.55,&quot;width&quot;:936.9313082254846}"/>
  <p:tag name="KSO_WM_DIAGRAM_COLOR_MATCH_VALUE" val="{&quot;shape&quot;:{&quot;fill&quot;:{&quot;gradient&quot;:[{&quot;brightness&quot;:0.4000000059604645,&quot;colorType&quot;:1,&quot;foreColorIndex&quot;:5,&quot;pos&quot;:0,&quot;transparency&quot;:0},{&quot;brightness&quot;:0,&quot;colorType&quot;:1,&quot;foreColorIndex&quot;:5,&quot;pos&quot;:0.879999995231628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7.xml><?xml version="1.0" encoding="utf-8"?>
<p:tagLst xmlns:p="http://schemas.openxmlformats.org/presentationml/2006/main">
  <p:tag name="KSO_WM_UNIT_VALUE" val="100*100"/>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5668_1*l_h_x*1_2_1"/>
  <p:tag name="KSO_WM_TEMPLATE_CATEGORY" val="diagram"/>
  <p:tag name="KSO_WM_TEMPLATE_INDEX" val="20235668"/>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433.8500000000001,&quot;left&quot;:10.8,&quot;top&quot;:73.55,&quot;width&quot;:936.931308225484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54"/>
  <p:tag name="KSO_WM_DIAGRAM_USE_COLOR_VALUE" val="{&quot;color_scheme&quot;:1,&quot;color_type&quot;:1,&quot;theme_color_indexes&quot;:[5,6,5,6,5,6]}"/>
</p:tagLst>
</file>

<file path=ppt/tags/tag23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668_1*l_h_f*1_2_1"/>
  <p:tag name="KSO_WM_TEMPLATE_CATEGORY" val="diagram"/>
  <p:tag name="KSO_WM_TEMPLATE_INDEX" val="20235668"/>
  <p:tag name="KSO_WM_UNIT_LAYERLEVEL" val="1_1_1"/>
  <p:tag name="KSO_WM_TAG_VERSION" val="3.0"/>
  <p:tag name="KSO_WM_BEAUTIFY_FLAG" val="#wm#"/>
  <p:tag name="KSO_WM_DIAGRAM_VERSION" val="3"/>
  <p:tag name="KSO_WM_DIAGRAM_COLOR_TRICK" val="1"/>
  <p:tag name="KSO_WM_DIAGRAM_COLOR_TEXT_CAN_REMOVE" val="n"/>
  <p:tag name="KSO_WM_UNIT_VALUE" val="92"/>
  <p:tag name="KSO_WM_UNIT_PRESET_TEXT" val="单击添加正文，文字是您思想的提炼，为了最终演示发布的良好效果，请言简意赅的阐述观点。根据需要可酌情增减文字，以便观者准确理解您所传达的信息。文字是您思想的提炼，请言简的阐述观点。"/>
  <p:tag name="KSO_WM_UNIT_TEXT_FILL_FORE_SCHEMECOLOR_INDEX" val="1"/>
  <p:tag name="KSO_WM_UNIT_TEXT_FILL_TYPE" val="1"/>
  <p:tag name="KSO_WM_UNIT_TEXT_TYPE" val="1"/>
  <p:tag name="KSO_WM_DIAGRAM_MAX_ITEMCNT" val="6"/>
  <p:tag name="KSO_WM_DIAGRAM_MIN_ITEMCNT" val="2"/>
  <p:tag name="KSO_WM_DIAGRAM_VIRTUALLY_FRAME" val="{&quot;height&quot;:433.8500000000001,&quot;left&quot;:10.8,&quot;top&quot;:73.55,&quot;width&quot;:936.93130822548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9.xml><?xml version="1.0" encoding="utf-8"?>
<p:tagLst xmlns:p="http://schemas.openxmlformats.org/presentationml/2006/main">
  <p:tag name="KSO_WM_SLIDE_ID" val="diagram20231872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872"/>
  <p:tag name="KSO_WM_SLIDE_TYPE" val="text"/>
  <p:tag name="KSO_WM_SLIDE_SUBTYPE" val="diag"/>
  <p:tag name="KSO_WM_SLIDE_SIZE" val="850.4*388.55"/>
  <p:tag name="KSO_WM_SLIDE_POSITION" val="54.8*113.3"/>
  <p:tag name="KSO_WM_SLIDE_LAYOUT" val="a_l"/>
  <p:tag name="KSO_WM_SLIDE_LAYOUT_CNT" val="1_1"/>
  <p:tag name="KSO_WM_SPECIAL_SOURCE" val="bdnull"/>
  <p:tag name="KSO_WM_DIAGRAM_GROUP_CODE" val="l1-1"/>
  <p:tag name="KSO_WM_SLIDE_DIAGTYPE" val="l"/>
  <p:tag name="resource_record_key" val="{&quot;65&quot;:[20231872],&quot;70&quot;:[3406005]}"/>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636_1*i*1"/>
  <p:tag name="KSO_WM_UNIT_LAYERLEVEL" val="1"/>
  <p:tag name="KSO_WM_TAG_VERSION" val="3.0"/>
  <p:tag name="KSO_WM_BEAUTIFY_FLAG" val="#wm#"/>
  <p:tag name="KSO_WM_UNIT_TYPE" val="i"/>
  <p:tag name="KSO_WM_UNIT_INDEX" val="1"/>
  <p:tag name="KSO_WM_UNIT_SUBTYPE" val="h"/>
  <p:tag name="KSO_WM_SLIDE_BACKGROUND_TYPE" val="leftRight"/>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custom"/>
  <p:tag name="KSO_WM_TEMPLATE_INDEX" val="20235636"/>
  <p:tag name="KSO_WM_UNIT_VALUE" val="425"/>
  <p:tag name="KSO_WM_TEMPLATE_ASSEMBLE_XID" val="60656f9a4054ed1e2fb80d4a"/>
  <p:tag name="KSO_WM_TEMPLATE_ASSEMBLE_GROUPID" val="60656f9a4054ed1e2fb80d4a"/>
</p:tagLst>
</file>

<file path=ppt/tags/tag24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6_1*a*1"/>
  <p:tag name="KSO_WM_TEMPLATE_CATEGORY" val="custom"/>
  <p:tag name="KSO_WM_TEMPLATE_INDEX" val="20235636"/>
  <p:tag name="KSO_WM_UNIT_LAYERLEVEL" val="1"/>
  <p:tag name="KSO_WM_TAG_VERSION" val="3.0"/>
  <p:tag name="KSO_WM_BEAUTIFY_FLAG" val="#wm#"/>
  <p:tag name="KSO_WM_UNIT_VALUE" val="30"/>
  <p:tag name="KSO_WM_UNIT_PRESET_TEXT" val="单击此处添加标题"/>
  <p:tag name="KSO_WM_UNIT_TEXT_TYPE" val="1"/>
</p:tagLst>
</file>

<file path=ppt/tags/tag242.xml><?xml version="1.0" encoding="utf-8"?>
<p:tagLst xmlns:p="http://schemas.openxmlformats.org/presentationml/2006/main">
  <p:tag name="KSO_WM_UNIT_TEXT_SUBTYPE" val="a"/>
  <p:tag name="KSO_WM_UNIT_SUBTYPE" val="a"/>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6_1*f*1"/>
  <p:tag name="KSO_WM_TEMPLATE_CATEGORY" val="custom"/>
  <p:tag name="KSO_WM_TEMPLATE_INDEX" val="20235636"/>
  <p:tag name="KSO_WM_UNIT_LAYERLEVEL" val="1"/>
  <p:tag name="KSO_WM_TAG_VERSION" val="3.0"/>
  <p:tag name="KSO_WM_BEAUTIFY_FLAG" val="#wm#"/>
  <p:tag name="KSO_WM_UNIT_DEFAULT_FONT" val="14;20;2"/>
  <p:tag name="KSO_WM_UNIT_BLOCK" val="0"/>
  <p:tag name="KSO_WM_UNIT_VALUE" val="216"/>
  <p:tag name="KSO_WM_UNIT_SHOW_EDIT_AREA_INDICATION" val="1"/>
  <p:tag name="KSO_WM_CHIP_GROUPID" val="5e6b05596848fb12bee65ac8"/>
  <p:tag name="KSO_WM_CHIP_XID" val="5e6b05596848fb12bee65aca"/>
  <p:tag name="KSO_WM_UNIT_DEC_AREA_ID" val="2dbd938bd1f3410282061ddfac9c258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d798df3025442939e297895e1e7478e"/>
  <p:tag name="KSO_WM_UNIT_SUPPORT_UNIT_TYPE" val="[&quot;d&quot;,&quot;l&quot;,&quot;m&quot;,&quot;n&quot;,&quot;o&quot;,&quot;p&quot;,&quot;q&quot;,&quot;r&quot;,&quot;α&quot;,&quot;β&quot;,&quot;δ&quot;,&quot;ε&quot;,&quot;ζ&quot;,&quot;η&quot;,&quot;θ&quot;]"/>
  <p:tag name="KSO_WM_UNIT_TEXT_FILL_FORE_SCHEMECOLOR_INDEX_BRIGHTNESS" val="0.25"/>
  <p:tag name="KSO_WM_UNIT_TEXT_FILL_FORE_SCHEMECOLOR_INDEX" val="13"/>
  <p:tag name="KSO_WM_UNIT_TEXT_FILL_TYPE" val="1"/>
  <p:tag name="KSO_WM_TEMPLATE_ASSEMBLE_XID" val="60656f9a4054ed1e2fb80d4a"/>
  <p:tag name="KSO_WM_TEMPLATE_ASSEMBLE_GROUPID" val="60656f9a4054ed1e2fb80d4a"/>
  <p:tag name="KSO_WM_UNIT_TEXT_LAYER_COUNT" val="1"/>
  <p:tag name="KSO_WM_UNIT_PRESET_TEXT" val="单击添加正文，文字是您思想的提炼，为了最终演示发布的良好效果，请言简意赅的阐述观点。根据需要可酌情增减文字，以便观者可以准确理解您所传达的信息。&#10;单击此处输入你的正文，文字是您思想的提炼，为了最终演示发布的良好效果，请尽量言简意赅的阐述观点。根据需要可酌情增减文字，以便观者理解您所传达的信息。&#10;单击添加正文，文字是您思想的提炼，为了最终演示发布的良好效果，请言简意赅的阐述观点。根据需要可酌情增减文字，以便观者可以准确理解您所传达的信息。"/>
  <p:tag name="KSO_WM_UNIT_TEXT_TYPE" val="1"/>
</p:tagLst>
</file>

<file path=ppt/tags/tag243.xml><?xml version="1.0" encoding="utf-8"?>
<p:tagLst xmlns:p="http://schemas.openxmlformats.org/presentationml/2006/main">
  <p:tag name="KSO_WM_SLIDE_ID" val="custom2023563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36"/>
  <p:tag name="KSO_WM_SLIDE_TYPE" val="text"/>
  <p:tag name="KSO_WM_SLIDE_SUBTYPE" val="picTxt"/>
  <p:tag name="KSO_WM_SLIDE_SIZE" val="912*540"/>
  <p:tag name="KSO_WM_SLIDE_POSITION" val="0*0"/>
  <p:tag name="KSO_WM_SLIDE_LAYOUT" val="a_f_i"/>
  <p:tag name="KSO_WM_SLIDE_LAYOUT_CNT" val="1_1_1"/>
  <p:tag name="KSO_WM_SPECIAL_SOURCE" val="bdnull"/>
  <p:tag name="KSO_WM_UNIT_SHOW_EDIT_AREA_INDICATION"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69_5*a*1"/>
  <p:tag name="KSO_WM_TEMPLATE_CATEGORY" val="diagram"/>
  <p:tag name="KSO_WM_TEMPLATE_INDEX" val="20235169"/>
  <p:tag name="KSO_WM_UNIT_LAYERLEVEL" val="1"/>
  <p:tag name="KSO_WM_TAG_VERSION" val="3.0"/>
  <p:tag name="KSO_WM_BEAUTIFY_FLAG" val="#wm#"/>
  <p:tag name="KSO_WM_UNIT_ISCONTENTSTITLE" val="0"/>
  <p:tag name="KSO_WM_UNIT_ISNUMDGMTITLE" val="0"/>
  <p:tag name="KSO_WM_UNIT_NOCLEAR" val="0"/>
  <p:tag name="KSO_WM_UNIT_VALUE" val="30"/>
  <p:tag name="KSO_WM_DIAGRAM_GROUP_CODE" val="n1-1"/>
  <p:tag name="KSO_WM_UNIT_TYPE" val="a"/>
  <p:tag name="KSO_WM_UNIT_INDEX" val="1"/>
  <p:tag name="KSO_WM_UNIT_TEXT_TYPE" val="1"/>
  <p:tag name="KSO_WM_UNIT_PRESET_TEXT" val="单击此处添加标题"/>
  <p:tag name="KSO_WM_UNIT_USESOURCEFORMAT_APPLY" val="1"/>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69_1*n_h_i*1_1_1"/>
  <p:tag name="KSO_WM_TEMPLATE_CATEGORY" val="diagram"/>
  <p:tag name="KSO_WM_TEMPLATE_INDEX" val="20235169"/>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1"/>
  <p:tag name="KSO_WM_DIAGRAM_MAX_ITEMCNT" val="6"/>
  <p:tag name="KSO_WM_DIAGRAM_MIN_ITEMCNT" val="2"/>
  <p:tag name="KSO_WM_DIAGRAM_VIRTUALLY_FRAME" val="{&quot;height&quot;:388.34647720429,&quot;left&quot;:33.69999999999997,&quot;top&quot;:122.65353305139834,&quot;width&quot;:895.2000000000004}"/>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4900000095367431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4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5169_1*n_h_a*1_1_1"/>
  <p:tag name="KSO_WM_TEMPLATE_CATEGORY" val="diagram"/>
  <p:tag name="KSO_WM_TEMPLATE_INDEX" val="20235169"/>
  <p:tag name="KSO_WM_UNIT_LAYERLEVEL" val="1_1_1"/>
  <p:tag name="KSO_WM_TAG_VERSION" val="3.0"/>
  <p:tag name="KSO_WM_DIAGRAM_MAX_ITEMCNT" val="6"/>
  <p:tag name="KSO_WM_DIAGRAM_MIN_ITEMCNT" val="2"/>
  <p:tag name="KSO_WM_DIAGRAM_VIRTUALLY_FRAME" val="{&quot;height&quot;:388.34647720429,&quot;left&quot;:33.69999999999997,&quot;top&quot;:122.65353305139834,&quot;width&quot;:895.2000000000004}"/>
  <p:tag name="KSO_WM_DIAGRAM_COLOR_MATCH_VALUE" val="{&quot;shape&quot;:{&quot;fill&quot;:{&quot;gradient&quot;:[{&quot;brightness&quot;:0,&quot;colorType&quot;:1,&quot;foreColorIndex&quot;:5,&quot;pos&quot;:1,&quot;transparency&quot;:0},{&quot;brightness&quot;:0.20000000298023224,&quot;colorType&quot;:1,&quot;foreColorIndex&quot;:5,&quot;pos&quot;:0.5,&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ISCONTENTSTITLE" val="0"/>
  <p:tag name="KSO_WM_UNIT_ISNUMDGMTITLE" val="0"/>
  <p:tag name="KSO_WM_UNIT_NOCLEAR" val="0"/>
  <p:tag name="KSO_WM_UNIT_VALUE" val="42"/>
  <p:tag name="KSO_WM_UNIT_PRESET_TEXT" val="单击此处&#10;添加项标题"/>
  <p:tag name="KSO_WM_UNIT_FILL_TYPE" val="3"/>
  <p:tag name="KSO_WM_UNIT_TEXT_TYPE" val="1"/>
  <p:tag name="KSO_WM_UNIT_SHADOW_SCHEMECOLOR_INDEX" val="5"/>
  <p:tag name="KSO_WM_UNIT_USESOURCEFORMAT_APPLY" val="1"/>
</p:tagLst>
</file>

<file path=ppt/tags/tag24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5169_1*n_h_h_a*1_2_1_1"/>
  <p:tag name="KSO_WM_TEMPLATE_CATEGORY" val="diagram"/>
  <p:tag name="KSO_WM_TEMPLATE_INDEX" val="2023516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8.34647720429,&quot;left&quot;:33.69999999999997,&quot;top&quot;:122.65353305139834,&quot;width&quot;:895.20000000000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此处添加项标题"/>
  <p:tag name="KSO_WM_UNIT_TEXT_FILL_FORE_SCHEMECOLOR_INDEX" val="1"/>
  <p:tag name="KSO_WM_UNIT_TEXT_FILL_TYPE" val="1"/>
  <p:tag name="KSO_WM_UNIT_USESOURCEFORMAT_APPLY" val="1"/>
</p:tagLst>
</file>

<file path=ppt/tags/tag24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5169_1*n_h_h_f*1_2_1_1"/>
  <p:tag name="KSO_WM_TEMPLATE_CATEGORY" val="diagram"/>
  <p:tag name="KSO_WM_TEMPLATE_INDEX" val="20235169"/>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8.34647720429,&quot;left&quot;:33.69999999999997,&quot;top&quot;:122.65353305139834,&quot;width&quot;:895.20000000000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UNIT_USESOURCEFORMAT_APPLY" val="1"/>
</p:tagLst>
</file>

<file path=ppt/tags/tag24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5169_1*n_h_i*1_1_2"/>
  <p:tag name="KSO_WM_TEMPLATE_CATEGORY" val="diagram"/>
  <p:tag name="KSO_WM_TEMPLATE_INDEX" val="20235169"/>
  <p:tag name="KSO_WM_UNIT_LAYERLEVEL" val="1_1_1"/>
  <p:tag name="KSO_WM_TAG_VERSION" val="3.0"/>
  <p:tag name="KSO_WM_BEAUTIFY_FLAG" val="#wm#"/>
  <p:tag name="KSO_WM_DIAGRAM_MAX_ITEMCNT" val="6"/>
  <p:tag name="KSO_WM_DIAGRAM_MIN_ITEMCNT" val="2"/>
  <p:tag name="KSO_WM_DIAGRAM_VIRTUALLY_FRAME" val="{&quot;height&quot;:388.34647720429,&quot;left&quot;:33.69999999999997,&quot;top&quot;:122.65353305139834,&quot;width&quot;:895.2000000000004}"/>
  <p:tag name="KSO_WM_DIAGRAM_COLOR_MATCH_VALUE" val="{&quot;shape&quot;:{&quot;fill&quot;:{&quot;type&quot;:0},&quot;glow&quot;:{&quot;colorType&quot;:0},&quot;line&quot;:{&quot;gradient&quot;:[{&quot;brightness&quot;:0,&quot;colorType&quot;:1,&quot;foreColorIndex&quot;:5,&quot;pos&quot;:1,&quot;transparency&quot;:0.94999998807907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13"/>
  <p:tag name="KSO_WM_UNIT_TEXT_FILL_TYPE" val="1"/>
  <p:tag name="KSO_WM_UNIT_USESOURCEFORMAT_APPLY" val="1"/>
</p:tagLst>
</file>

<file path=ppt/tags/tag2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20235169_1*n_h_i*1_1_3"/>
  <p:tag name="KSO_WM_TEMPLATE_CATEGORY" val="diagram"/>
  <p:tag name="KSO_WM_TEMPLATE_INDEX" val="20235169"/>
  <p:tag name="KSO_WM_UNIT_LAYERLEVEL" val="1_1_1"/>
  <p:tag name="KSO_WM_TAG_VERSION" val="3.0"/>
  <p:tag name="KSO_WM_BEAUTIFY_FLAG" val="#wm#"/>
  <p:tag name="KSO_WM_DIAGRAM_MAX_ITEMCNT" val="6"/>
  <p:tag name="KSO_WM_DIAGRAM_MIN_ITEMCNT" val="2"/>
  <p:tag name="KSO_WM_DIAGRAM_VIRTUALLY_FRAME" val="{&quot;height&quot;:388.34647720429,&quot;left&quot;:33.69999999999997,&quot;top&quot;:122.65353305139834,&quot;width&quot;:895.2000000000004}"/>
  <p:tag name="KSO_WM_DIAGRAM_COLOR_MATCH_VALUE" val="{&quot;shape&quot;:{&quot;fill&quot;:{&quot;type&quot;:0},&quot;glow&quot;:{&quot;colorType&quot;:0},&quot;line&quot;:{&quot;gradient&quot;:[{&quot;brightness&quot;:0,&quot;colorType&quot;:1,&quot;foreColorIndex&quot;:5,&quot;pos&quot;:1,&quot;transparency&quot;:0.94999998807907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13"/>
  <p:tag name="KSO_WM_UNIT_TEXT_FILL_TYPE" val="1"/>
  <p:tag name="KSO_WM_UNIT_USESOURCEFORMAT_APPLY" val="1"/>
</p:tagLst>
</file>

<file path=ppt/tags/tag25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5169_1*n_h_h_a*1_2_2_1"/>
  <p:tag name="KSO_WM_TEMPLATE_CATEGORY" val="diagram"/>
  <p:tag name="KSO_WM_TEMPLATE_INDEX" val="2023516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8.34647720429,&quot;left&quot;:33.69999999999997,&quot;top&quot;:122.65353305139834,&quot;width&quot;:895.20000000000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此处添加项标题"/>
  <p:tag name="KSO_WM_UNIT_TEXT_FILL_FORE_SCHEMECOLOR_INDEX" val="1"/>
  <p:tag name="KSO_WM_UNIT_TEXT_FILL_TYPE" val="1"/>
  <p:tag name="KSO_WM_UNIT_USESOURCEFORMAT_APPLY" val="1"/>
</p:tagLst>
</file>

<file path=ppt/tags/tag25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5169_1*n_h_h_f*1_2_2_1"/>
  <p:tag name="KSO_WM_TEMPLATE_CATEGORY" val="diagram"/>
  <p:tag name="KSO_WM_TEMPLATE_INDEX" val="20235169"/>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8.34647720429,&quot;left&quot;:33.69999999999997,&quot;top&quot;:122.65353305139834,&quot;width&quot;:895.20000000000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UNIT_USESOURCEFORMAT_APPLY" val="1"/>
</p:tagLst>
</file>

<file path=ppt/tags/tag253.xml><?xml version="1.0" encoding="utf-8"?>
<p:tagLst xmlns:p="http://schemas.openxmlformats.org/presentationml/2006/main">
  <p:tag name="KSO_WM_SLIDE_ID" val="diagram20235169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5169"/>
  <p:tag name="KSO_WM_SLIDE_TYPE" val="text"/>
  <p:tag name="KSO_WM_SLIDE_SUBTYPE" val="diag"/>
  <p:tag name="KSO_WM_SLIDE_SIZE" val="851.1*352.4"/>
  <p:tag name="KSO_WM_SLIDE_POSITION" val="54.1*158.6"/>
  <p:tag name="KSO_WM_SLIDE_LAYOUT" val="a_n"/>
  <p:tag name="KSO_WM_SLIDE_LAYOUT_CNT" val="1_1"/>
  <p:tag name="KSO_WM_SPECIAL_SOURCE" val="bdnull"/>
  <p:tag name="KSO_WM_DIAGRAM_GROUP_CODE" val="n1-1"/>
  <p:tag name="KSO_WM_SLIDE_DIAGTYPE" val="n"/>
</p:tagLst>
</file>

<file path=ppt/tags/tag25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977_5*a*1"/>
  <p:tag name="KSO_WM_TEMPLATE_CATEGORY" val="diagram"/>
  <p:tag name="KSO_WM_TEMPLATE_INDEX" val="20231977"/>
  <p:tag name="KSO_WM_UNIT_LAYERLEVEL" val="1"/>
  <p:tag name="KSO_WM_TAG_VERSION" val="3.0"/>
  <p:tag name="KSO_WM_BEAUTIFY_FLAG" val="#wm#"/>
  <p:tag name="KSO_WM_DIAGRAM_GROUP_CODE" val="l1-1"/>
  <p:tag name="KSO_WM_UNIT_PRESET_TEXT" val="单击此处添加标题"/>
  <p:tag name="KSO_WM_UNIT_TEXT_TYPE" val="1"/>
  <p:tag name="KSO_WM_UNIT_USESOURCEFORMAT_APPLY" val="1"/>
</p:tagLst>
</file>

<file path=ppt/tags/tag25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1977_1*l_h_i*1_2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374.78392911978125,&quot;left&quot;:54.87503937007874,&quot;top&quot;:104.77575197554242,&quot;width&quot;:850.4}"/>
  <p:tag name="KSO_WM_DIAGRAM_COLOR_MATCH_VALUE" val="{&quot;shape&quot;:{&quot;fill&quot;:{&quot;type&quot;:0},&quot;glow&quot;:{&quot;colorType&quot;:0},&quot;line&quot;:{&quot;gradient&quot;:[{&quot;brightness&quot;:0.4000000059604645,&quot;colorType&quot;:1,&quot;foreColorIndex&quot;:5,&quot;pos&quot;:0,&quot;transparency&quot;:0.6499999761581421},{&quot;brightness&quot;:0.4000000059604645,&quot;colorType&quot;:1,&quot;foreColorIndex&quot;:5,&quot;pos&quot;:1,&quot;transparency&quot;:1}],&quot;type&quot;:2},&quot;shadow&quot;:{&quot;brightness&quot;:0.6000000238418579,&quot;colorType&quot;:1,&quot;foreColorIndex&quot;:5,&quot;transparency&quot;:0.800000011920929},&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TEXT_FILL_TYPE" val="1"/>
  <p:tag name="KSO_WM_UNIT_TEXT_TYPE" val="1"/>
  <p:tag name="KSO_WM_UNIT_TEXT_LAYER_COUNT" val="1"/>
  <p:tag name="KSO_WM_BEAUTIFY_FLAG" val="#wm#"/>
  <p:tag name="KSO_WM_DIAGRAM_VERSION" val="3"/>
  <p:tag name="KSO_WM_DIAGRAM_COLOR_TRICK" val="1"/>
  <p:tag name="KSO_WM_DIAGRAM_COLOR_TEXT_CAN_REMOVE" val="n"/>
  <p:tag name="KSO_WM_UNIT_LINE_FORE_SCHEMECOLOR_INDEX" val="6"/>
  <p:tag name="KSO_WM_UNIT_SHADOW_SCHEMECOLOR_INDEX" val="6"/>
  <p:tag name="KSO_WM_UNIT_USESOURCEFORMAT_APPLY" val="1"/>
</p:tagLst>
</file>

<file path=ppt/tags/tag25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2_2"/>
  <p:tag name="KSO_WM_UNIT_ID" val="diagram20231977_1*l_h_i*1_2_2"/>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374.78392911978125,&quot;left&quot;:54.87503937007874,&quot;top&quot;:104.77575197554242,&quot;width&quot;:850.4}"/>
  <p:tag name="KSO_WM_DIAGRAM_COLOR_MATCH_VALUE" val="{&quot;shape&quot;:{&quot;fill&quot;:{&quot;solid&quot;:{&quot;brightness&quot;:0,&quot;colorType&quot;:1,&quot;foreColorIndex&quot;:2,&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
  <p:tag name="KSO_WM_UNIT_TEXT_FILL_TYPE" val="1"/>
  <p:tag name="KSO_WM_UNIT_TEXT_LAYER_COUNT" val="1"/>
  <p:tag name="KSO_WM_BEAUTIFY_FLAG" val="#wm#"/>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USESOURCEFORMAT_APPLY" val="1"/>
</p:tagLst>
</file>

<file path=ppt/tags/tag25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1977_1*l_h_i*1_1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374.78392911978125,&quot;left&quot;:54.87503937007874,&quot;top&quot;:104.77575197554242,&quot;width&quot;:850.4}"/>
  <p:tag name="KSO_WM_DIAGRAM_COLOR_MATCH_VALUE" val="{&quot;shape&quot;:{&quot;fill&quot;:{&quot;type&quot;:0},&quot;glow&quot;:{&quot;colorType&quot;:0},&quot;line&quot;:{&quot;type&quot;:0},&quot;shadow&quot;:{&quot;brightness&quot;:0.6000000238418579,&quot;colorType&quot;:1,&quot;foreColorIndex&quot;:5,&quot;transparency&quot;:0.800000011920929},&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TEXT_TYPE" val="1"/>
  <p:tag name="KSO_WM_UNIT_TEXT_FILL_FORE_SCHEMECOLOR_INDEX" val="1"/>
  <p:tag name="KSO_WM_UNIT_TEXT_FILL_TYPE" val="1"/>
  <p:tag name="KSO_WM_UNIT_TEXT_LAYER_COUNT" val="1"/>
  <p:tag name="KSO_WM_BEAUTIFY_FLAG" val="#wm#"/>
  <p:tag name="KSO_WM_DIAGRAM_VERSION" val="3"/>
  <p:tag name="KSO_WM_DIAGRAM_COLOR_TRICK" val="1"/>
  <p:tag name="KSO_WM_DIAGRAM_COLOR_TEXT_CAN_REMOVE" val="n"/>
  <p:tag name="KSO_WM_UNIT_SHADOW_SCHEMECOLOR_INDEX" val="5"/>
  <p:tag name="KSO_WM_UNIT_USESOURCEFORMAT_APPLY" val="1"/>
</p:tagLst>
</file>

<file path=ppt/tags/tag25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1_2"/>
  <p:tag name="KSO_WM_UNIT_ID" val="diagram20231977_1*l_h_i*1_1_2"/>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374.78392911978125,&quot;left&quot;:54.87503937007874,&quot;top&quot;:104.77575197554242,&quot;width&quot;:850.4}"/>
  <p:tag name="KSO_WM_DIAGRAM_COLOR_MATCH_VALUE" val="{&quot;shape&quot;:{&quot;fill&quot;:{&quot;solid&quot;:{&quot;brightness&quot;:0,&quot;colorType&quot;:1,&quot;foreColorIndex&quot;:2,&quot;transparency&quot;:0.800000011920929},&quot;type&quot;:1},&quot;glow&quot;:{&quot;colorType&quot;:0},&quot;line&quot;:{&quot;gradient&quot;:[{&quot;brightness&quot;:0.4000000059604645,&quot;colorType&quot;:1,&quot;foreColorIndex&quot;:5,&quot;pos&quot;:0,&quot;transparency&quot;:0.6499999761581421},{&quot;brightness&quot;:0.600000023841857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
  <p:tag name="KSO_WM_UNIT_TEXT_FILL_TYPE" val="1"/>
  <p:tag name="KSO_WM_UNIT_TEXT_LAYER_COUNT" val="1"/>
  <p:tag name="KSO_WM_BEAUTIFY_FLAG" val="#wm#"/>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LINE_FORE_SCHEMECOLOR_INDEX" val="5"/>
  <p:tag name="KSO_WM_UNIT_USESOURCEFORMAT_APPLY" val="1"/>
</p:tagLst>
</file>

<file path=ppt/tags/tag25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77_1*l_h_a*1_2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374.78392911978125,&quot;left&quot;:54.87503937007874,&quot;top&quot;:104.7757519755424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USESOURCEFORMAT_APPLY" val="1"/>
</p:tagLst>
</file>

<file path=ppt/tags/tag2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7_1*l_h_a*1_1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374.78392911978125,&quot;left&quot;:54.87503937007874,&quot;top&quot;:104.7757519755424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USESOURCEFORMAT_APPLY" val="1"/>
</p:tagLst>
</file>

<file path=ppt/tags/tag26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77_1*l_h_f*1_1_1"/>
  <p:tag name="KSO_WM_TEMPLATE_CATEGORY" val="diagram"/>
  <p:tag name="KSO_WM_TEMPLATE_INDEX" val="20231977"/>
  <p:tag name="KSO_WM_UNIT_LAYERLEVEL" val="1_1_1"/>
  <p:tag name="KSO_WM_TAG_VERSION" val="3.0"/>
  <p:tag name="KSO_WM_BEAUTIFY_FLAG" val="#wm#"/>
  <p:tag name="KSO_WM_UNIT_TEXT_LAYER_COUNT" val="1"/>
  <p:tag name="KSO_WM_DIAGRAM_GROUP_CODE" val="l1-1"/>
  <p:tag name="KSO_WM_DIAGRAM_VERSION" val="3"/>
  <p:tag name="KSO_WM_DIAGRAM_COLOR_TRICK" val="1"/>
  <p:tag name="KSO_WM_DIAGRAM_COLOR_TEXT_CAN_REMOVE" val="n"/>
  <p:tag name="KSO_WM_UNIT_PRESET_TEXT" val="单击此处输入你的项正文，文字是您思想的提炼，请尽量言简意赅的阐述观点。单击此处输入正文，文字是您思想的提炼，请尽量言简意赅的阐述观点"/>
  <p:tag name="KSO_WM_UNIT_TEXT_FILL_FORE_SCHEMECOLOR_INDEX" val="1"/>
  <p:tag name="KSO_WM_UNIT_TEXT_FILL_TYPE" val="1"/>
  <p:tag name="KSO_WM_UNIT_TEXT_TYPE" val="1"/>
  <p:tag name="KSO_WM_DIAGRAM_MAX_ITEMCNT" val="6"/>
  <p:tag name="KSO_WM_DIAGRAM_MIN_ITEMCNT" val="2"/>
  <p:tag name="KSO_WM_DIAGRAM_VIRTUALLY_FRAME" val="{&quot;height&quot;:374.78392911978125,&quot;left&quot;:54.87503937007874,&quot;top&quot;:104.7757519755424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7_1*l_h_f*1_2_1"/>
  <p:tag name="KSO_WM_TEMPLATE_CATEGORY" val="diagram"/>
  <p:tag name="KSO_WM_TEMPLATE_INDEX" val="20231977"/>
  <p:tag name="KSO_WM_UNIT_LAYERLEVEL" val="1_1_1"/>
  <p:tag name="KSO_WM_TAG_VERSION" val="3.0"/>
  <p:tag name="KSO_WM_BEAUTIFY_FLAG" val="#wm#"/>
  <p:tag name="KSO_WM_UNIT_TEXT_LAYER_COUNT" val="1"/>
  <p:tag name="KSO_WM_DIAGRAM_GROUP_CODE" val="l1-1"/>
  <p:tag name="KSO_WM_DIAGRAM_VERSION" val="3"/>
  <p:tag name="KSO_WM_DIAGRAM_COLOR_TRICK" val="1"/>
  <p:tag name="KSO_WM_DIAGRAM_COLOR_TEXT_CAN_REMOVE" val="n"/>
  <p:tag name="KSO_WM_UNIT_PRESET_TEXT" val="单击此处输入你的项正文，文字是您思想的提炼，请尽量言简意赅的阐述观点。单击此处输入你的项正文，文字是您思想的提炼，请尽量言简意赅的阐述观点"/>
  <p:tag name="KSO_WM_UNIT_TEXT_FILL_FORE_SCHEMECOLOR_INDEX" val="1"/>
  <p:tag name="KSO_WM_UNIT_TEXT_FILL_TYPE" val="1"/>
  <p:tag name="KSO_WM_UNIT_TEXT_TYPE" val="1"/>
  <p:tag name="KSO_WM_DIAGRAM_MAX_ITEMCNT" val="6"/>
  <p:tag name="KSO_WM_DIAGRAM_MIN_ITEMCNT" val="2"/>
  <p:tag name="KSO_WM_DIAGRAM_VIRTUALLY_FRAME" val="{&quot;height&quot;:374.78392911978125,&quot;left&quot;:54.87503937007874,&quot;top&quot;:104.7757519755424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63.xml><?xml version="1.0" encoding="utf-8"?>
<p:tagLst xmlns:p="http://schemas.openxmlformats.org/presentationml/2006/main">
  <p:tag name="KSO_WM_SLIDE_ID" val="diagram20231977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977"/>
  <p:tag name="KSO_WM_SLIDE_TYPE" val="text"/>
  <p:tag name="KSO_WM_SLIDE_SUBTYPE" val="diag"/>
  <p:tag name="KSO_WM_SLIDE_SIZE" val="850.35*373.2"/>
  <p:tag name="KSO_WM_SLIDE_POSITION" val="54.875*105.585"/>
  <p:tag name="KSO_WM_SLIDE_LAYOUT" val="a_l"/>
  <p:tag name="KSO_WM_SLIDE_LAYOUT_CNT" val="1_1"/>
  <p:tag name="KSO_WM_SPECIAL_SOURCE" val="bdnull"/>
  <p:tag name="KSO_WM_DIAGRAM_GROUP_CODE" val="l1-1"/>
  <p:tag name="KSO_WM_SLIDE_DIAGTYPE" val="l"/>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3042_1*i*1"/>
  <p:tag name="KSO_WM_TEMPLATE_CATEGORY" val="custom"/>
  <p:tag name="KSO_WM_TEMPLATE_INDEX" val="40493042"/>
  <p:tag name="KSO_WM_UNIT_LAYERLEVEL" val="1"/>
  <p:tag name="KSO_WM_TAG_VERSION" val="3.0"/>
  <p:tag name="KSO_WM_BEAUTIFY_FLAG" val="#wm#"/>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3042_1*i*2"/>
  <p:tag name="KSO_WM_TEMPLATE_CATEGORY" val="custom"/>
  <p:tag name="KSO_WM_TEMPLATE_INDEX" val="40493042"/>
  <p:tag name="KSO_WM_UNIT_LAYERLEVEL" val="1"/>
  <p:tag name="KSO_WM_TAG_VERSION" val="3.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40493042_1*i*3"/>
  <p:tag name="KSO_WM_TEMPLATE_CATEGORY" val="custom"/>
  <p:tag name="KSO_WM_TEMPLATE_INDEX" val="40493042"/>
  <p:tag name="KSO_WM_UNIT_LAYERLEVEL" val="1"/>
  <p:tag name="KSO_WM_TAG_VERSION" val="3.0"/>
  <p:tag name="KSO_WM_BEAUTIFY_FLAG" val="#wm#"/>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40493042_1*i*4"/>
  <p:tag name="KSO_WM_TEMPLATE_CATEGORY" val="custom"/>
  <p:tag name="KSO_WM_TEMPLATE_INDEX" val="40493042"/>
  <p:tag name="KSO_WM_UNIT_LAYERLEVEL" val="1"/>
  <p:tag name="KSO_WM_TAG_VERSION" val="3.0"/>
  <p:tag name="KSO_WM_BEAUTIFY_FLAG" val="#wm#"/>
</p:tagLst>
</file>

<file path=ppt/tags/tag26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3042_1*a*1"/>
  <p:tag name="KSO_WM_TEMPLATE_CATEGORY" val="custom"/>
  <p:tag name="KSO_WM_TEMPLATE_INDEX" val="40493042"/>
  <p:tag name="KSO_WM_UNIT_LAYERLEVEL" val="1"/>
  <p:tag name="KSO_WM_TAG_VERSION" val="3.0"/>
  <p:tag name="KSO_WM_BEAUTIFY_FLAG" val="#wm#"/>
  <p:tag name="KSO_WM_UNIT_VALUE" val="30"/>
  <p:tag name="KSO_WM_UNIT_PRESET_TEXT" val="添加页标题"/>
  <p:tag name="KSO_WM_UNIT_TEXT_TYPE"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40493042_1*i*5"/>
  <p:tag name="KSO_WM_TEMPLATE_CATEGORY" val="custom"/>
  <p:tag name="KSO_WM_TEMPLATE_INDEX" val="40493042"/>
  <p:tag name="KSO_WM_UNIT_LAYERLEVEL" val="1"/>
  <p:tag name="KSO_WM_TAG_VERSION" val="3.0"/>
  <p:tag name="KSO_WM_BEAUTIFY_FLAG" val="#wm#"/>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40493042_1*i*6"/>
  <p:tag name="KSO_WM_TEMPLATE_CATEGORY" val="custom"/>
  <p:tag name="KSO_WM_TEMPLATE_INDEX" val="40493042"/>
  <p:tag name="KSO_WM_UNIT_LAYERLEVEL" val="1"/>
  <p:tag name="KSO_WM_TAG_VERSION" val="3.0"/>
  <p:tag name="KSO_WM_BEAUTIFY_FLAG" val="#wm#"/>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40493042_1*i*7"/>
  <p:tag name="KSO_WM_TEMPLATE_CATEGORY" val="custom"/>
  <p:tag name="KSO_WM_TEMPLATE_INDEX" val="40493042"/>
  <p:tag name="KSO_WM_UNIT_LAYERLEVEL" val="1"/>
  <p:tag name="KSO_WM_TAG_VERSION" val="3.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40493042_1*i*8"/>
  <p:tag name="KSO_WM_TEMPLATE_CATEGORY" val="custom"/>
  <p:tag name="KSO_WM_TEMPLATE_INDEX" val="40493042"/>
  <p:tag name="KSO_WM_UNIT_LAYERLEVEL" val="1"/>
  <p:tag name="KSO_WM_TAG_VERSION" val="3.0"/>
  <p:tag name="KSO_WM_BEAUTIFY_FLAG" val="#wm#"/>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40493042_1*i*9"/>
  <p:tag name="KSO_WM_TEMPLATE_CATEGORY" val="custom"/>
  <p:tag name="KSO_WM_TEMPLATE_INDEX" val="40493042"/>
  <p:tag name="KSO_WM_UNIT_LAYERLEVEL" val="1"/>
  <p:tag name="KSO_WM_TAG_VERSION" val="3.0"/>
  <p:tag name="KSO_WM_BEAUTIFY_FLAG" val="#wm#"/>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40493042_1*i*10"/>
  <p:tag name="KSO_WM_TEMPLATE_CATEGORY" val="custom"/>
  <p:tag name="KSO_WM_TEMPLATE_INDEX" val="40493042"/>
  <p:tag name="KSO_WM_UNIT_LAYERLEVEL" val="1"/>
  <p:tag name="KSO_WM_TAG_VERSION" val="3.0"/>
  <p:tag name="KSO_WM_BEAUTIFY_FLAG" val="#wm#"/>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custom40493042_1*i*11"/>
  <p:tag name="KSO_WM_TEMPLATE_CATEGORY" val="custom"/>
  <p:tag name="KSO_WM_TEMPLATE_INDEX" val="40493042"/>
  <p:tag name="KSO_WM_UNIT_LAYERLEVEL" val="1"/>
  <p:tag name="KSO_WM_TAG_VERSION" val="3.0"/>
  <p:tag name="KSO_WM_BEAUTIFY_FLAG" val="#wm#"/>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custom40493042_1*i*12"/>
  <p:tag name="KSO_WM_TEMPLATE_CATEGORY" val="custom"/>
  <p:tag name="KSO_WM_TEMPLATE_INDEX" val="40493042"/>
  <p:tag name="KSO_WM_UNIT_LAYERLEVEL" val="1"/>
  <p:tag name="KSO_WM_TAG_VERSION" val="3.0"/>
  <p:tag name="KSO_WM_BEAUTIFY_FLAG" val="#wm#"/>
</p:tagLst>
</file>

<file path=ppt/tags/tag277.xml><?xml version="1.0" encoding="utf-8"?>
<p:tagLst xmlns:p="http://schemas.openxmlformats.org/presentationml/2006/main">
  <p:tag name="KSO_WM_SLIDE_ID" val="custom40493042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3042"/>
  <p:tag name="KSO_WM_SLIDE_TYPE" val="text"/>
  <p:tag name="KSO_WM_SLIDE_SUBTYPE" val="picTxt"/>
  <p:tag name="KSO_WM_SLIDE_SIZE" val="960*540"/>
  <p:tag name="KSO_WM_SLIDE_POSITION" val="0*0"/>
  <p:tag name="KSO_WM_SLIDE_LAYOUT" val="a_β"/>
  <p:tag name="KSO_WM_SLIDE_LAYOUT_CNT" val="1_1"/>
  <p:tag name="KSO_WM_SPECIAL_SOURCE" val="bdnull"/>
  <p:tag name="resource_record_key" val="{&quot;29&quot;:[50053044],&quot;65&quot;:[40493042]}"/>
</p:tagLst>
</file>

<file path=ppt/tags/tag278.xml><?xml version="1.0" encoding="utf-8"?>
<p:tagLst xmlns:p="http://schemas.openxmlformats.org/presentationml/2006/main">
  <p:tag name="KSO_WM_UNIT_COLOR_SCHEME_SHAPE_ID" val="5"/>
  <p:tag name="KSO_WM_UNIT_FOIL_COLOR" val="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8_1*i*1"/>
  <p:tag name="KSO_WM_TEMPLATE_CATEGORY" val="custom"/>
  <p:tag name="KSO_WM_TEMPLATE_INDEX" val="20235638"/>
  <p:tag name="KSO_WM_UNIT_LAYERLEVEL" val="1"/>
  <p:tag name="KSO_WM_TAG_VERSION" val="3.0"/>
  <p:tag name="KSO_WM_BEAUTIFY_FLAG" val="#wm#"/>
  <p:tag name="KSO_WM_UNIT_BLOCK" val="0"/>
  <p:tag name="KSO_WM_UNIT_SM_LIMIT_TYPE" val="2"/>
  <p:tag name="KSO_WM_UNIT_DEC_AREA_ID" val="2fa145bd3ce240cdac5a3fce36474b9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eedbec2fa6683b8872baabf"/>
  <p:tag name="KSO_WM_CHIP_XID" val="5eedbec2fa6683b8872baac0"/>
  <p:tag name="KSO_WM_UNIT_FILL_FORE_SCHEMECOLOR_INDEX_BRIGHTNESS" val="0"/>
  <p:tag name="KSO_WM_UNIT_FILL_FORE_SCHEMECOLOR_INDEX" val="16"/>
  <p:tag name="KSO_WM_UNIT_FILL_TYPE" val="1"/>
  <p:tag name="KSO_WM_UNIT_VALUE" val="833"/>
  <p:tag name="KSO_WM_TEMPLATE_ASSEMBLE_XID" val="60656f514054ed1e2fb807bb"/>
  <p:tag name="KSO_WM_TEMPLATE_ASSEMBLE_GROUPID" val="60656f514054ed1e2fb807bb"/>
</p:tagLst>
</file>

<file path=ppt/tags/tag279.xml><?xml version="1.0" encoding="utf-8"?>
<p:tagLst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custom20235638_1*i*2"/>
  <p:tag name="KSO_WM_TEMPLATE_CATEGORY" val="custom"/>
  <p:tag name="KSO_WM_TEMPLATE_INDEX" val="20235638"/>
  <p:tag name="KSO_WM_UNIT_LAYERLEVEL" val="1"/>
  <p:tag name="KSO_WM_TAG_VERSION" val="3.0"/>
  <p:tag name="KSO_WM_BEAUTIFY_FLAG" val="#wm#"/>
  <p:tag name="KSO_WM_UNIT_BLOCK" val="0"/>
  <p:tag name="KSO_WM_UNIT_SM_LIMIT_TYPE" val="3"/>
  <p:tag name="KSO_WM_UNIT_DEC_AREA_ID" val="d7d48ecdf2834254b3430afcf23f6955"/>
  <p:tag name="KSO_WM_UNIT_DECORATE_INFO" val="{&quot;DecorateInfoH&quot;:{&quot;IsAbs&quot;:true},&quot;DecorateInfoW&quot;:{&quot;IsAbs&quot;:false},&quot;DecorateInfoX&quot;:{&quot;IsAbs&quot;:true,&quot;Pos&quot;:2},&quot;DecorateInfoY&quot;:{&quot;IsAbs&quot;:true,&quot;Pos&quot;:1},&quot;ReferentInfo&quot;:{&quot;Id&quot;:&quot;320a74f8add64b71a2b7da13709a2786&quot;,&quot;X&quot;:{&quot;Pos&quot;:0},&quot;Y&quot;:{&quot;Pos&quot;:1}},&quot;whChangeMode&quot;:0}"/>
  <p:tag name="KSO_WM_CHIP_GROUPID" val="5eedbec2fa6683b8872baabf"/>
  <p:tag name="KSO_WM_CHIP_XID" val="5eedbec2fa6683b8872baac0"/>
  <p:tag name="KSO_WM_UNIT_LINE_FORE_SCHEMECOLOR_INDEX_BRIGHTNESS" val="-0.15"/>
  <p:tag name="KSO_WM_UNIT_LINE_FORE_SCHEMECOLOR_INDEX" val="14"/>
  <p:tag name="KSO_WM_UNIT_LINE_FILL_TYPE" val="2"/>
  <p:tag name="KSO_WM_TEMPLATE_ASSEMBLE_XID" val="60656f514054ed1e2fb807bb"/>
  <p:tag name="KSO_WM_TEMPLATE_ASSEMBLE_GROUPID" val="60656f514054ed1e2fb807bb"/>
</p:tagLst>
</file>

<file path=ppt/tags/tag280.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5"/>
  <p:tag name="KSO_WM_UNIT_ID" val="custom20235638_1*i*5"/>
  <p:tag name="KSO_WM_TEMPLATE_CATEGORY" val="custom"/>
  <p:tag name="KSO_WM_TEMPLATE_INDEX" val="20235638"/>
  <p:tag name="KSO_WM_UNIT_LAYERLEVEL" val="1"/>
  <p:tag name="KSO_WM_TAG_VERSION" val="3.0"/>
  <p:tag name="KSO_WM_BEAUTIFY_FLAG" val="#wm#"/>
</p:tagLst>
</file>

<file path=ppt/tags/tag281.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custom20235638_1*i*3"/>
  <p:tag name="KSO_WM_TEMPLATE_CATEGORY" val="custom"/>
  <p:tag name="KSO_WM_TEMPLATE_INDEX" val="20235638"/>
  <p:tag name="KSO_WM_UNIT_LAYERLEVEL" val="1"/>
  <p:tag name="KSO_WM_TAG_VERSION" val="3.0"/>
  <p:tag name="KSO_WM_BEAUTIFY_FLAG" val="#wm#"/>
</p:tagLst>
</file>

<file path=ppt/tags/tag282.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6"/>
  <p:tag name="KSO_WM_UNIT_ID" val="custom20235638_1*i*6"/>
  <p:tag name="KSO_WM_TEMPLATE_CATEGORY" val="custom"/>
  <p:tag name="KSO_WM_TEMPLATE_INDEX" val="20235638"/>
  <p:tag name="KSO_WM_UNIT_LAYERLEVEL" val="1"/>
  <p:tag name="KSO_WM_TAG_VERSION" val="3.0"/>
  <p:tag name="KSO_WM_BEAUTIFY_FLAG" val="#wm#"/>
</p:tagLst>
</file>

<file path=ppt/tags/tag283.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4"/>
  <p:tag name="KSO_WM_UNIT_ID" val="custom20235638_1*i*4"/>
  <p:tag name="KSO_WM_TEMPLATE_CATEGORY" val="custom"/>
  <p:tag name="KSO_WM_TEMPLATE_INDEX" val="20235638"/>
  <p:tag name="KSO_WM_UNIT_LAYERLEVEL" val="1"/>
  <p:tag name="KSO_WM_TAG_VERSION" val="3.0"/>
  <p:tag name="KSO_WM_BEAUTIFY_FLAG" val="#wm#"/>
</p:tagLst>
</file>

<file path=ppt/tags/tag28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8_1*f*1"/>
  <p:tag name="KSO_WM_TEMPLATE_CATEGORY" val="custom"/>
  <p:tag name="KSO_WM_TEMPLATE_INDEX" val="20235638"/>
  <p:tag name="KSO_WM_UNIT_LAYERLEVEL" val="1"/>
  <p:tag name="KSO_WM_TAG_VERSION" val="3.0"/>
  <p:tag name="KSO_WM_BEAUTIFY_FLAG" val="#wm#"/>
  <p:tag name="KSO_WM_UNIT_SUBTYPE" val="a"/>
  <p:tag name="KSO_WM_UNIT_TEXT_LAYER_COUNT" val="1"/>
  <p:tag name="KSO_WM_UNIT_VALUE" val="96"/>
  <p:tag name="KSO_WM_UNIT_PRESET_TEXT" val="单击此处输入你的正文，文字是您思想的提炼，为了最终演示发布的良好效果，请言简意赅的阐述观点。&#10;根据需要可酌情增减文字，以便观者可以准确理解您所传达的信息。"/>
  <p:tag name="KSO_WM_UNIT_TEXT_TYPE" val="1"/>
</p:tagLst>
</file>

<file path=ppt/tags/tag28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8_1*a*1"/>
  <p:tag name="KSO_WM_TEMPLATE_CATEGORY" val="custom"/>
  <p:tag name="KSO_WM_TEMPLATE_INDEX" val="20235638"/>
  <p:tag name="KSO_WM_UNIT_LAYERLEVEL" val="1"/>
  <p:tag name="KSO_WM_TAG_VERSION" val="3.0"/>
  <p:tag name="KSO_WM_BEAUTIFY_FLAG" val="#wm#"/>
  <p:tag name="KSO_WM_UNIT_VALUE" val="21"/>
  <p:tag name="KSO_WM_UNIT_PRESET_TEXT" val="点击此处添加标题内容"/>
  <p:tag name="KSO_WM_UNIT_TEXT_TYPE" val="1"/>
</p:tagLst>
</file>

<file path=ppt/tags/tag286.xml><?xml version="1.0" encoding="utf-8"?>
<p:tagLst xmlns:p="http://schemas.openxmlformats.org/presentationml/2006/main">
  <p:tag name="KSO_WM_SLIDE_ID" val="custom2023563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38"/>
  <p:tag name="KSO_WM_SLIDE_TYPE" val="text"/>
  <p:tag name="KSO_WM_SLIDE_SUBTYPE" val="picTxt"/>
  <p:tag name="KSO_WM_SLIDE_SIZE" val="792*396"/>
  <p:tag name="KSO_WM_SLIDE_POSITION" val="84*72"/>
  <p:tag name="KSO_WM_SLIDE_LAYOUT" val="a_f"/>
  <p:tag name="KSO_WM_SLIDE_LAYOUT_CNT" val="1_1"/>
  <p:tag name="KSO_WM_SPECIAL_SOURCE" val="bdnull"/>
</p:tagLst>
</file>

<file path=ppt/tags/tag287.xml><?xml version="1.0" encoding="utf-8"?>
<p:tagLst xmlns:p="http://schemas.openxmlformats.org/presentationml/2006/main">
  <p:tag name="KSO_WM_UNIT_TYPE" val="a"/>
  <p:tag name="KSO_WM_UNIT_INDEX" val="1"/>
  <p:tag name="KSO_WM_BEAUTIFY_FLAG" val="#wm#"/>
  <p:tag name="KSO_WM_TAG_VERSION" val="3.0"/>
  <p:tag name="KSO_WM_UNIT_ID" val="custom40495200_7*a*1"/>
  <p:tag name="KSO_WM_UNIT_ISNUMDGMTITLE" val="0"/>
  <p:tag name="KSO_WM_UNIT_HIGHLIGHT" val="0"/>
  <p:tag name="KSO_WM_UNIT_COMPATIBLE" val="0"/>
  <p:tag name="KSO_WM_UNIT_DIAGRAM_ISNUMVISUAL" val="0"/>
  <p:tag name="KSO_WM_UNIT_DIAGRAM_ISREFERUNIT" val="0"/>
  <p:tag name="KSO_WM_UNIT_LAYERLEVEL" val="1"/>
  <p:tag name="KSO_WM_TEMPLATE_INDEX" val="40495200"/>
  <p:tag name="KSO_WM_TEMPLATE_CATEGORY" val="custom"/>
  <p:tag name="KSO_WM_UNIT_ISCONTENTSTITLE" val="0"/>
  <p:tag name="KSO_WM_UNIT_TEXT_TYPE" val="1"/>
  <p:tag name="KSO_WM_UNIT_NOCLEAR" val="0"/>
  <p:tag name="KSO_WM_UNIT_PRESET_TEXT" val="添加章节标题"/>
</p:tagLst>
</file>

<file path=ppt/tags/tag288.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40495200"/>
  <p:tag name="KSO_WM_TEMPLATE_CATEGORY" val="custom"/>
  <p:tag name="KSO_WM_SLIDE_INDEX" val="7"/>
  <p:tag name="KSO_WM_SLIDE_ID" val="custom40495200_7"/>
  <p:tag name="KSO_WM_TEMPLATE_MASTER_TYPE" val="0"/>
  <p:tag name="KSO_WM_SLIDE_LAYOUT" val="a_e"/>
  <p:tag name="KSO_WM_SLIDE_LAYOUT_CNT" val="1_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473_1*i*1"/>
  <p:tag name="KSO_WM_TEMPLATE_CATEGORY" val="custom"/>
  <p:tag name="KSO_WM_TEMPLATE_INDEX" val="20234473"/>
  <p:tag name="KSO_WM_UNIT_LAYERLEVEL" val="1"/>
  <p:tag name="KSO_WM_TAG_VERSION" val="3.0"/>
  <p:tag name="KSO_WM_BEAUTIFY_FLAG" val="#wm#"/>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473_1*i*2"/>
  <p:tag name="KSO_WM_TEMPLATE_CATEGORY" val="custom"/>
  <p:tag name="KSO_WM_TEMPLATE_INDEX" val="20234473"/>
  <p:tag name="KSO_WM_UNIT_LAYERLEVEL" val="1"/>
  <p:tag name="KSO_WM_TAG_VERSION" val="3.0"/>
  <p:tag name="KSO_WM_BEAUTIFY_FLAG" val="#wm#"/>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473_1*i*3"/>
  <p:tag name="KSO_WM_TEMPLATE_CATEGORY" val="custom"/>
  <p:tag name="KSO_WM_TEMPLATE_INDEX" val="20234473"/>
  <p:tag name="KSO_WM_UNIT_LAYERLEVEL" val="1"/>
  <p:tag name="KSO_WM_TAG_VERSION" val="3.0"/>
  <p:tag name="KSO_WM_BEAUTIFY_FLAG" val="#wm#"/>
</p:tagLst>
</file>

<file path=ppt/tags/tag292.xml><?xml version="1.0" encoding="utf-8"?>
<p:tagLst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34473_1*a*1"/>
  <p:tag name="KSO_WM_TEMPLATE_CATEGORY" val="custom"/>
  <p:tag name="KSO_WM_TEMPLATE_INDEX" val="20234473"/>
  <p:tag name="KSO_WM_UNIT_LAYERLEVEL" val="1"/>
  <p:tag name="KSO_WM_TAG_VERSION" val="3.0"/>
  <p:tag name="KSO_WM_BEAUTIFY_FLAG" val="#wm#"/>
  <p:tag name="KSO_WM_UNIT_TEXT_TYPE" val="1"/>
  <p:tag name="KSO_WM_UNIT_PRESET_TEXT" val="单击此处添加标题"/>
</p:tagLst>
</file>

<file path=ppt/tags/tag29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473_1*f*1"/>
  <p:tag name="KSO_WM_TEMPLATE_CATEGORY" val="custom"/>
  <p:tag name="KSO_WM_TEMPLATE_INDEX" val="20234473"/>
  <p:tag name="KSO_WM_UNIT_LAYERLEVEL" val="1"/>
  <p:tag name="KSO_WM_TAG_VERSION" val="3.0"/>
  <p:tag name="KSO_WM_BEAUTIFY_FLAG" val="#wm#"/>
  <p:tag name="KSO_WM_UNIT_VALUE" val="104"/>
  <p:tag name="KSO_WM_UNIT_PRESET_TEXT" val="单击添加正文，文字是您思想的提炼，为了最终演示发布的良好效果，请言简意赅的阐述观点。根据需要可酌情增减文字，以便观者准确理解您所传达的信息。文字是您思想的提炼，请言简的阐述观点。"/>
  <p:tag name="KSO_WM_UNIT_TEXT_TYPE" val="1"/>
</p:tagLst>
</file>

<file path=ppt/tags/tag294.xml><?xml version="1.0" encoding="utf-8"?>
<p:tagLst xmlns:p="http://schemas.openxmlformats.org/presentationml/2006/main">
  <p:tag name="TABLE_ENDDRAG_ORIGIN_RECT" val="850*409"/>
  <p:tag name="TABLE_ENDDRAG_RECT" val="55*145*850*409"/>
</p:tagLst>
</file>

<file path=ppt/tags/tag295.xml><?xml version="1.0" encoding="utf-8"?>
<p:tagLst xmlns:p="http://schemas.openxmlformats.org/presentationml/2006/main">
  <p:tag name="KSO_WM_BEAUTIFY_FLAG" val="#wm#"/>
  <p:tag name="KSO_WM_TEMPLATE_CATEGORY" val="custom"/>
  <p:tag name="KSO_WM_TEMPLATE_INDEX" val="20234473"/>
  <p:tag name="KSO_WM_SLIDE_ID" val="custom2023447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60*494"/>
  <p:tag name="KSO_WM_SLIDE_POSITION" val="0*0"/>
  <p:tag name="KSO_WM_TAG_VERSION" val="3.0"/>
  <p:tag name="KSO_WM_SLIDE_LAYOUT" val="a_f_β"/>
  <p:tag name="KSO_WM_SLIDE_LAYOUT_CNT" val="1_1_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472_1*i*1"/>
  <p:tag name="KSO_WM_TEMPLATE_CATEGORY" val="custom"/>
  <p:tag name="KSO_WM_TEMPLATE_INDEX" val="20234472"/>
  <p:tag name="KSO_WM_UNIT_LAYERLEVEL" val="1"/>
  <p:tag name="KSO_WM_TAG_VERSION" val="3.0"/>
  <p:tag name="KSO_WM_BEAUTIFY_FLAG" val="#wm#"/>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472_1*i*2"/>
  <p:tag name="KSO_WM_TEMPLATE_CATEGORY" val="custom"/>
  <p:tag name="KSO_WM_TEMPLATE_INDEX" val="20234472"/>
  <p:tag name="KSO_WM_UNIT_LAYERLEVEL" val="1"/>
  <p:tag name="KSO_WM_TAG_VERSION" val="3.0"/>
  <p:tag name="KSO_WM_BEAUTIFY_FLAG" val="#wm#"/>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472_1*i*3"/>
  <p:tag name="KSO_WM_TEMPLATE_CATEGORY" val="custom"/>
  <p:tag name="KSO_WM_TEMPLATE_INDEX" val="20234472"/>
  <p:tag name="KSO_WM_UNIT_LAYERLEVEL" val="1"/>
  <p:tag name="KSO_WM_TAG_VERSION" val="3.0"/>
  <p:tag name="KSO_WM_BEAUTIFY_FLAG" val="#wm#"/>
</p:tagLst>
</file>

<file path=ppt/tags/tag29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472_1*f*1"/>
  <p:tag name="KSO_WM_TEMPLATE_CATEGORY" val="custom"/>
  <p:tag name="KSO_WM_TEMPLATE_INDEX" val="20234472"/>
  <p:tag name="KSO_WM_UNIT_LAYERLEVEL" val="1"/>
  <p:tag name="KSO_WM_TAG_VERSION" val="3.0"/>
  <p:tag name="KSO_WM_BEAUTIFY_FLAG" val="#wm#"/>
  <p:tag name="KSO_WM_UNIT_PRESET_TEXT" val="单击添加正文，文字是您思想的提炼，为了最终演示发布的良好效果。根据需要可酌情增减文字，以便观者准确理解您所传达的信息。"/>
  <p:tag name="KSO_WM_UNIT_TEXT_TYPE" val="1"/>
</p:tagLst>
</file>

<file path=ppt/tags/tag300.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4472_1*a*1"/>
  <p:tag name="KSO_WM_TEMPLATE_CATEGORY" val="custom"/>
  <p:tag name="KSO_WM_TEMPLATE_INDEX" val="20234472"/>
  <p:tag name="KSO_WM_UNIT_LAYERLEVEL" val="1"/>
  <p:tag name="KSO_WM_TAG_VERSION" val="3.0"/>
  <p:tag name="KSO_WM_BEAUTIFY_FLAG" val="#wm#"/>
  <p:tag name="KSO_WM_UNIT_TEXT_TYPE" val="1"/>
  <p:tag name="KSO_WM_UNIT_PRESET_TEXT" val="单击此处添加标题"/>
</p:tagLst>
</file>

<file path=ppt/tags/tag301.xml><?xml version="1.0" encoding="utf-8"?>
<p:tagLst xmlns:p="http://schemas.openxmlformats.org/presentationml/2006/main">
  <p:tag name="TABLE_ENDDRAG_ORIGIN_RECT" val="864*334"/>
  <p:tag name="TABLE_ENDDRAG_RECT" val="47*157*864*334"/>
</p:tagLst>
</file>

<file path=ppt/tags/tag302.xml><?xml version="1.0" encoding="utf-8"?>
<p:tagLst xmlns:p="http://schemas.openxmlformats.org/presentationml/2006/main">
  <p:tag name="KSO_WM_BEAUTIFY_FLAG" val="#wm#"/>
  <p:tag name="KSO_WM_TEMPLATE_CATEGORY" val="custom"/>
  <p:tag name="KSO_WM_TEMPLATE_INDEX" val="20234472"/>
  <p:tag name="KSO_WM_SLIDE_ID" val="custom20234472_1"/>
  <p:tag name="KSO_WM_TEMPLATE_SUBCATEGORY" val="0"/>
  <p:tag name="KSO_WM_TEMPLATE_MASTER_TYPE" val="0"/>
  <p:tag name="KSO_WM_TEMPLATE_COLOR_TYPE" val="0"/>
  <p:tag name="KSO_WM_SLIDE_ITEM_CNT" val="0"/>
  <p:tag name="KSO_WM_SLIDE_INDEX" val="1"/>
  <p:tag name="KSO_WM_TAG_VERSION" val="3.0"/>
  <p:tag name="KSO_WM_SLIDE_LAYOUT" val="a_f_β"/>
  <p:tag name="KSO_WM_SLIDE_LAYOUT_CNT" val="1_1_1"/>
  <p:tag name="KSO_WM_SLIDE_TYPE" val="text"/>
  <p:tag name="KSO_WM_SLIDE_SUBTYPE" val="picTxt"/>
  <p:tag name="KSO_WM_SLIDE_SIZE" val="960*508"/>
  <p:tag name="KSO_WM_SLIDE_POSITION" val="0*-1"/>
</p:tagLst>
</file>

<file path=ppt/tags/tag30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304.xml><?xml version="1.0" encoding="utf-8"?>
<p:tagLst xmlns:p="http://schemas.openxmlformats.org/presentationml/2006/main">
  <p:tag name="TABLE_ENDDRAG_ORIGIN_RECT" val="825*210"/>
  <p:tag name="TABLE_ENDDRAG_RECT" val="67*189*825*210"/>
</p:tagLst>
</file>

<file path=ppt/tags/tag305.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30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307.xml><?xml version="1.0" encoding="utf-8"?>
<p:tagLst xmlns:p="http://schemas.openxmlformats.org/presentationml/2006/main">
  <p:tag name="TABLE_ENDDRAG_ORIGIN_RECT" val="825*242"/>
  <p:tag name="TABLE_ENDDRAG_RECT" val="67*190*825*242"/>
</p:tagLst>
</file>

<file path=ppt/tags/tag308.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30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310.xml><?xml version="1.0" encoding="utf-8"?>
<p:tagLst xmlns:p="http://schemas.openxmlformats.org/presentationml/2006/main">
  <p:tag name="TABLE_ENDDRAG_ORIGIN_RECT" val="825*214"/>
  <p:tag name="TABLE_ENDDRAG_RECT" val="67*194*825*214"/>
</p:tagLst>
</file>

<file path=ppt/tags/tag311.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31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31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316.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31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318.xml><?xml version="1.0" encoding="utf-8"?>
<p:tagLst xmlns:p="http://schemas.openxmlformats.org/presentationml/2006/main">
  <p:tag name="TABLE_ENDDRAG_ORIGIN_RECT" val="864*438"/>
  <p:tag name="TABLE_ENDDRAG_RECT" val="47*94*864*438"/>
</p:tagLst>
</file>

<file path=ppt/tags/tag319.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3043_1*i*1"/>
  <p:tag name="KSO_WM_TEMPLATE_CATEGORY" val="custom"/>
  <p:tag name="KSO_WM_TEMPLATE_INDEX" val="40493043"/>
  <p:tag name="KSO_WM_UNIT_LAYERLEVEL" val="1"/>
  <p:tag name="KSO_WM_TAG_VERSION" val="3.0"/>
  <p:tag name="KSO_WM_BEAUTIFY_FLAG" val="#wm#"/>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3043_1*i*2"/>
  <p:tag name="KSO_WM_TEMPLATE_CATEGORY" val="custom"/>
  <p:tag name="KSO_WM_TEMPLATE_INDEX" val="40493043"/>
  <p:tag name="KSO_WM_UNIT_LAYERLEVEL" val="1"/>
  <p:tag name="KSO_WM_TAG_VERSION" val="3.0"/>
  <p:tag name="KSO_WM_BEAUTIFY_FLAG" val="#wm#"/>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40493043_1*i*3"/>
  <p:tag name="KSO_WM_TEMPLATE_CATEGORY" val="custom"/>
  <p:tag name="KSO_WM_TEMPLATE_INDEX" val="40493043"/>
  <p:tag name="KSO_WM_UNIT_LAYERLEVEL" val="1"/>
  <p:tag name="KSO_WM_TAG_VERSION" val="3.0"/>
  <p:tag name="KSO_WM_BEAUTIFY_FLAG" val="#wm#"/>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40493043_1*i*4"/>
  <p:tag name="KSO_WM_TEMPLATE_CATEGORY" val="custom"/>
  <p:tag name="KSO_WM_TEMPLATE_INDEX" val="40493043"/>
  <p:tag name="KSO_WM_UNIT_LAYERLEVEL" val="1"/>
  <p:tag name="KSO_WM_TAG_VERSION" val="3.0"/>
  <p:tag name="KSO_WM_BEAUTIFY_FLAG" val="#wm#"/>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40493043_1*i*5"/>
  <p:tag name="KSO_WM_TEMPLATE_CATEGORY" val="custom"/>
  <p:tag name="KSO_WM_TEMPLATE_INDEX" val="40493043"/>
  <p:tag name="KSO_WM_UNIT_LAYERLEVEL" val="1"/>
  <p:tag name="KSO_WM_TAG_VERSION" val="3.0"/>
  <p:tag name="KSO_WM_BEAUTIFY_FLAG" val="#wm#"/>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40493043_1*i*6"/>
  <p:tag name="KSO_WM_TEMPLATE_CATEGORY" val="custom"/>
  <p:tag name="KSO_WM_TEMPLATE_INDEX" val="40493043"/>
  <p:tag name="KSO_WM_UNIT_LAYERLEVEL" val="1"/>
  <p:tag name="KSO_WM_TAG_VERSION" val="3.0"/>
  <p:tag name="KSO_WM_BEAUTIFY_FLAG" val="#wm#"/>
</p:tagLst>
</file>

<file path=ppt/tags/tag32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3043_1*a*1"/>
  <p:tag name="KSO_WM_TEMPLATE_CATEGORY" val="custom"/>
  <p:tag name="KSO_WM_TEMPLATE_INDEX" val="40493043"/>
  <p:tag name="KSO_WM_UNIT_LAYERLEVEL" val="1"/>
  <p:tag name="KSO_WM_TAG_VERSION" val="3.0"/>
  <p:tag name="KSO_WM_BEAUTIFY_FLAG" val="#wm#"/>
  <p:tag name="KSO_WM_UNIT_VALUE" val="30"/>
  <p:tag name="KSO_WM_UNIT_PRESET_TEXT" val="添加页标题"/>
  <p:tag name="KSO_WM_UNIT_TEXT_TYPE" val="1"/>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40493043_1*i*7"/>
  <p:tag name="KSO_WM_TEMPLATE_CATEGORY" val="custom"/>
  <p:tag name="KSO_WM_TEMPLATE_INDEX" val="40493043"/>
  <p:tag name="KSO_WM_UNIT_LAYERLEVEL" val="1"/>
  <p:tag name="KSO_WM_TAG_VERSION" val="3.0"/>
  <p:tag name="KSO_WM_BEAUTIFY_FLAG" val="#wm#"/>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40493043_1*i*8"/>
  <p:tag name="KSO_WM_TEMPLATE_CATEGORY" val="custom"/>
  <p:tag name="KSO_WM_TEMPLATE_INDEX" val="40493043"/>
  <p:tag name="KSO_WM_UNIT_LAYERLEVEL" val="1"/>
  <p:tag name="KSO_WM_TAG_VERSION" val="3.0"/>
  <p:tag name="KSO_WM_BEAUTIFY_FLAG" val="#wm#"/>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40493043_1*i*9"/>
  <p:tag name="KSO_WM_TEMPLATE_CATEGORY" val="custom"/>
  <p:tag name="KSO_WM_TEMPLATE_INDEX" val="40493043"/>
  <p:tag name="KSO_WM_UNIT_LAYERLEVEL" val="1"/>
  <p:tag name="KSO_WM_TAG_VERSION" val="3.0"/>
  <p:tag name="KSO_WM_BEAUTIFY_FLAG" val="#wm#"/>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40493043_1*i*10"/>
  <p:tag name="KSO_WM_TEMPLATE_CATEGORY" val="custom"/>
  <p:tag name="KSO_WM_TEMPLATE_INDEX" val="40493043"/>
  <p:tag name="KSO_WM_UNIT_LAYERLEVEL" val="1"/>
  <p:tag name="KSO_WM_TAG_VERSION" val="3.0"/>
  <p:tag name="KSO_WM_BEAUTIFY_FLAG" val="#wm#"/>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custom40493043_1*i*11"/>
  <p:tag name="KSO_WM_TEMPLATE_CATEGORY" val="custom"/>
  <p:tag name="KSO_WM_TEMPLATE_INDEX" val="40493043"/>
  <p:tag name="KSO_WM_UNIT_LAYERLEVEL" val="1"/>
  <p:tag name="KSO_WM_TAG_VERSION" val="3.0"/>
  <p:tag name="KSO_WM_BEAUTIFY_FLAG" val="#wm#"/>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custom40493043_1*i*12"/>
  <p:tag name="KSO_WM_TEMPLATE_CATEGORY" val="custom"/>
  <p:tag name="KSO_WM_TEMPLATE_INDEX" val="40493043"/>
  <p:tag name="KSO_WM_UNIT_LAYERLEVEL" val="1"/>
  <p:tag name="KSO_WM_TAG_VERSION" val="3.0"/>
  <p:tag name="KSO_WM_BEAUTIFY_FLAG" val="#wm#"/>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custom40493043_1*i*13"/>
  <p:tag name="KSO_WM_TEMPLATE_CATEGORY" val="custom"/>
  <p:tag name="KSO_WM_TEMPLATE_INDEX" val="40493043"/>
  <p:tag name="KSO_WM_UNIT_LAYERLEVEL" val="1"/>
  <p:tag name="KSO_WM_TAG_VERSION" val="3.0"/>
  <p:tag name="KSO_WM_BEAUTIFY_FLAG" val="#wm#"/>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custom40493043_1*i*14"/>
  <p:tag name="KSO_WM_TEMPLATE_CATEGORY" val="custom"/>
  <p:tag name="KSO_WM_TEMPLATE_INDEX" val="40493043"/>
  <p:tag name="KSO_WM_UNIT_LAYERLEVEL" val="1"/>
  <p:tag name="KSO_WM_TAG_VERSION" val="3.0"/>
  <p:tag name="KSO_WM_BEAUTIFY_FLAG" val="#wm#"/>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custom40493043_1*i*15"/>
  <p:tag name="KSO_WM_TEMPLATE_CATEGORY" val="custom"/>
  <p:tag name="KSO_WM_TEMPLATE_INDEX" val="40493043"/>
  <p:tag name="KSO_WM_UNIT_LAYERLEVEL" val="1"/>
  <p:tag name="KSO_WM_TAG_VERSION" val="3.0"/>
  <p:tag name="KSO_WM_BEAUTIFY_FLAG" val="#wm#"/>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custom40493043_1*i*16"/>
  <p:tag name="KSO_WM_TEMPLATE_CATEGORY" val="custom"/>
  <p:tag name="KSO_WM_TEMPLATE_INDEX" val="40493043"/>
  <p:tag name="KSO_WM_UNIT_LAYERLEVEL" val="1"/>
  <p:tag name="KSO_WM_TAG_VERSION" val="3.0"/>
  <p:tag name="KSO_WM_BEAUTIFY_FLAG" val="#wm#"/>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custom40493043_1*i*17"/>
  <p:tag name="KSO_WM_TEMPLATE_CATEGORY" val="custom"/>
  <p:tag name="KSO_WM_TEMPLATE_INDEX" val="40493043"/>
  <p:tag name="KSO_WM_UNIT_LAYERLEVEL" val="1"/>
  <p:tag name="KSO_WM_TAG_VERSION" val="3.0"/>
  <p:tag name="KSO_WM_BEAUTIFY_FLAG" val="#wm#"/>
</p:tagLst>
</file>

<file path=ppt/tags/tag338.xml><?xml version="1.0" encoding="utf-8"?>
<p:tagLst xmlns:p="http://schemas.openxmlformats.org/presentationml/2006/main">
  <p:tag name="TABLE_ENDDRAG_ORIGIN_RECT" val="764*327"/>
  <p:tag name="TABLE_ENDDRAG_RECT" val="88*165*764*327"/>
</p:tagLst>
</file>

<file path=ppt/tags/tag339.xml><?xml version="1.0" encoding="utf-8"?>
<p:tagLst xmlns:p="http://schemas.openxmlformats.org/presentationml/2006/main">
  <p:tag name="KSO_WM_SLIDE_ID" val="custom40493043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3043"/>
  <p:tag name="KSO_WM_SLIDE_TYPE" val="text"/>
  <p:tag name="KSO_WM_SLIDE_SUBTYPE" val="picTxt"/>
  <p:tag name="KSO_WM_SLIDE_SIZE" val="960*540"/>
  <p:tag name="KSO_WM_SLIDE_POSITION" val="0*0"/>
  <p:tag name="KSO_WM_SLIDE_LAYOUT" val="a_β"/>
  <p:tag name="KSO_WM_SLIDE_LAYOUT_CNT" val="1_1"/>
  <p:tag name="KSO_WM_SPECIAL_SOURCE" val="bdnull"/>
</p:tagLst>
</file>

<file path=ppt/tags/tag34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341.xml><?xml version="1.0" encoding="utf-8"?>
<p:tagLst xmlns:p="http://schemas.openxmlformats.org/presentationml/2006/main">
  <p:tag name="TABLE_ENDDRAG_ORIGIN_RECT" val="864*388"/>
  <p:tag name="TABLE_ENDDRAG_RECT" val="47*113*864*388"/>
</p:tagLst>
</file>

<file path=ppt/tags/tag342.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34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5029_1*i*1"/>
  <p:tag name="KSO_WM_TEMPLATE_CATEGORY" val="custom"/>
  <p:tag name="KSO_WM_TEMPLATE_INDEX" val="20235029"/>
  <p:tag name="KSO_WM_UNIT_LAYERLEVEL" val="1"/>
  <p:tag name="KSO_WM_TAG_VERSION" val="3.0"/>
  <p:tag name="KSO_WM_UNIT_TYPE" val="i"/>
  <p:tag name="KSO_WM_UNIT_INDEX" val="1"/>
</p:tagLst>
</file>

<file path=ppt/tags/tag34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029_1*a*1"/>
  <p:tag name="KSO_WM_TEMPLATE_CATEGORY" val="custom"/>
  <p:tag name="KSO_WM_TEMPLATE_INDEX" val="20235029"/>
  <p:tag name="KSO_WM_UNIT_LAYERLEVEL" val="1"/>
  <p:tag name="KSO_WM_TAG_VERSION" val="3.0"/>
  <p:tag name="KSO_WM_BEAUTIFY_FLAG" val="#wm#"/>
  <p:tag name="KSO_WM_UNIT_VALUE" val="29"/>
  <p:tag name="KSO_WM_UNIT_TEXT_TYPE" val="1"/>
  <p:tag name="KSO_WM_UNIT_PRESET_TEXT" val="单击此处添加标题"/>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029_1*i*2"/>
  <p:tag name="KSO_WM_TEMPLATE_CATEGORY" val="custom"/>
  <p:tag name="KSO_WM_TEMPLATE_INDEX" val="20235029"/>
  <p:tag name="KSO_WM_UNIT_LAYERLEVEL" val="1"/>
  <p:tag name="KSO_WM_TAG_VERSION" val="3.0"/>
  <p:tag name="KSO_WM_BEAUTIFY_FLAG" val="#wm#"/>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029_1*i*3"/>
  <p:tag name="KSO_WM_TEMPLATE_CATEGORY" val="custom"/>
  <p:tag name="KSO_WM_TEMPLATE_INDEX" val="20235029"/>
  <p:tag name="KSO_WM_UNIT_LAYERLEVEL" val="1"/>
  <p:tag name="KSO_WM_TAG_VERSION" val="3.0"/>
  <p:tag name="KSO_WM_BEAUTIFY_FLAG" val="#wm#"/>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029_1*i*4"/>
  <p:tag name="KSO_WM_TEMPLATE_CATEGORY" val="custom"/>
  <p:tag name="KSO_WM_TEMPLATE_INDEX" val="20235029"/>
  <p:tag name="KSO_WM_UNIT_LAYERLEVEL" val="1"/>
  <p:tag name="KSO_WM_TAG_VERSION" val="3.0"/>
  <p:tag name="KSO_WM_BEAUTIFY_FLAG" val="#wm#"/>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5029_1*i*5"/>
  <p:tag name="KSO_WM_TEMPLATE_CATEGORY" val="custom"/>
  <p:tag name="KSO_WM_TEMPLATE_INDEX" val="20235029"/>
  <p:tag name="KSO_WM_UNIT_LAYERLEVEL" val="1"/>
  <p:tag name="KSO_WM_TAG_VERSION" val="3.0"/>
  <p:tag name="KSO_WM_BEAUTIFY_FLAG" val="#wm#"/>
</p:tagLst>
</file>

<file path=ppt/tags/tag349.xml><?xml version="1.0" encoding="utf-8"?>
<p:tagLst xmlns:p="http://schemas.openxmlformats.org/presentationml/2006/main">
  <p:tag name="TABLE_ENDDRAG_ORIGIN_RECT" val="825*282"/>
  <p:tag name="TABLE_ENDDRAG_RECT" val="56*206*825*282"/>
</p:tagLst>
</file>

<file path=ppt/tags/tag350.xml><?xml version="1.0" encoding="utf-8"?>
<p:tagLst xmlns:p="http://schemas.openxmlformats.org/presentationml/2006/main">
  <p:tag name="KSO_WM_SLIDE_ID" val="custom20235029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AG_VERSION" val="3.0"/>
  <p:tag name="KSO_WM_BEAUTIFY_FLAG" val="#wm#"/>
  <p:tag name="KSO_WM_TEMPLATE_CATEGORY" val="custom"/>
  <p:tag name="KSO_WM_TEMPLATE_INDEX" val="20235029"/>
  <p:tag name="KSO_WM_SLIDE_LAYOUT" val="a_β"/>
  <p:tag name="KSO_WM_SLIDE_LAYOUT_CNT" val="1_1"/>
  <p:tag name="KSO_WM_SLIDE_SIZE" val="857*477"/>
  <p:tag name="KSO_WM_SLIDE_POSITION" val="51*28"/>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3043_1*i*1"/>
  <p:tag name="KSO_WM_TEMPLATE_CATEGORY" val="custom"/>
  <p:tag name="KSO_WM_TEMPLATE_INDEX" val="40493043"/>
  <p:tag name="KSO_WM_UNIT_LAYERLEVEL" val="1"/>
  <p:tag name="KSO_WM_TAG_VERSION" val="3.0"/>
  <p:tag name="KSO_WM_BEAUTIFY_FLAG" val="#wm#"/>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3043_1*i*2"/>
  <p:tag name="KSO_WM_TEMPLATE_CATEGORY" val="custom"/>
  <p:tag name="KSO_WM_TEMPLATE_INDEX" val="40493043"/>
  <p:tag name="KSO_WM_UNIT_LAYERLEVEL" val="1"/>
  <p:tag name="KSO_WM_TAG_VERSION" val="3.0"/>
  <p:tag name="KSO_WM_BEAUTIFY_FLAG" val="#wm#"/>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40493043_1*i*3"/>
  <p:tag name="KSO_WM_TEMPLATE_CATEGORY" val="custom"/>
  <p:tag name="KSO_WM_TEMPLATE_INDEX" val="40493043"/>
  <p:tag name="KSO_WM_UNIT_LAYERLEVEL" val="1"/>
  <p:tag name="KSO_WM_TAG_VERSION" val="3.0"/>
  <p:tag name="KSO_WM_BEAUTIFY_FLAG" val="#wm#"/>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40493043_1*i*4"/>
  <p:tag name="KSO_WM_TEMPLATE_CATEGORY" val="custom"/>
  <p:tag name="KSO_WM_TEMPLATE_INDEX" val="40493043"/>
  <p:tag name="KSO_WM_UNIT_LAYERLEVEL" val="1"/>
  <p:tag name="KSO_WM_TAG_VERSION" val="3.0"/>
  <p:tag name="KSO_WM_BEAUTIFY_FLAG" val="#wm#"/>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40493043_1*i*5"/>
  <p:tag name="KSO_WM_TEMPLATE_CATEGORY" val="custom"/>
  <p:tag name="KSO_WM_TEMPLATE_INDEX" val="40493043"/>
  <p:tag name="KSO_WM_UNIT_LAYERLEVEL" val="1"/>
  <p:tag name="KSO_WM_TAG_VERSION" val="3.0"/>
  <p:tag name="KSO_WM_BEAUTIFY_FLAG" val="#wm#"/>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40493043_1*i*6"/>
  <p:tag name="KSO_WM_TEMPLATE_CATEGORY" val="custom"/>
  <p:tag name="KSO_WM_TEMPLATE_INDEX" val="40493043"/>
  <p:tag name="KSO_WM_UNIT_LAYERLEVEL" val="1"/>
  <p:tag name="KSO_WM_TAG_VERSION" val="3.0"/>
  <p:tag name="KSO_WM_BEAUTIFY_FLAG" val="#wm#"/>
</p:tagLst>
</file>

<file path=ppt/tags/tag35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3043_1*a*1"/>
  <p:tag name="KSO_WM_TEMPLATE_CATEGORY" val="custom"/>
  <p:tag name="KSO_WM_TEMPLATE_INDEX" val="40493043"/>
  <p:tag name="KSO_WM_UNIT_LAYERLEVEL" val="1"/>
  <p:tag name="KSO_WM_TAG_VERSION" val="3.0"/>
  <p:tag name="KSO_WM_BEAUTIFY_FLAG" val="#wm#"/>
  <p:tag name="KSO_WM_UNIT_VALUE" val="30"/>
  <p:tag name="KSO_WM_UNIT_PRESET_TEXT" val="添加页标题"/>
  <p:tag name="KSO_WM_UNIT_TEXT_TYPE" val="1"/>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40493043_1*i*7"/>
  <p:tag name="KSO_WM_TEMPLATE_CATEGORY" val="custom"/>
  <p:tag name="KSO_WM_TEMPLATE_INDEX" val="40493043"/>
  <p:tag name="KSO_WM_UNIT_LAYERLEVEL" val="1"/>
  <p:tag name="KSO_WM_TAG_VERSION" val="3.0"/>
  <p:tag name="KSO_WM_BEAUTIFY_FLAG" val="#wm#"/>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40493043_1*i*8"/>
  <p:tag name="KSO_WM_TEMPLATE_CATEGORY" val="custom"/>
  <p:tag name="KSO_WM_TEMPLATE_INDEX" val="40493043"/>
  <p:tag name="KSO_WM_UNIT_LAYERLEVEL" val="1"/>
  <p:tag name="KSO_WM_TAG_VERSION" val="3.0"/>
  <p:tag name="KSO_WM_BEAUTIFY_FLAG" val="#wm#"/>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40493043_1*i*9"/>
  <p:tag name="KSO_WM_TEMPLATE_CATEGORY" val="custom"/>
  <p:tag name="KSO_WM_TEMPLATE_INDEX" val="40493043"/>
  <p:tag name="KSO_WM_UNIT_LAYERLEVEL" val="1"/>
  <p:tag name="KSO_WM_TAG_VERSION" val="3.0"/>
  <p:tag name="KSO_WM_BEAUTIFY_FLAG" val="#wm#"/>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40493043_1*i*10"/>
  <p:tag name="KSO_WM_TEMPLATE_CATEGORY" val="custom"/>
  <p:tag name="KSO_WM_TEMPLATE_INDEX" val="40493043"/>
  <p:tag name="KSO_WM_UNIT_LAYERLEVEL" val="1"/>
  <p:tag name="KSO_WM_TAG_VERSION" val="3.0"/>
  <p:tag name="KSO_WM_BEAUTIFY_FLAG" val="#wm#"/>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custom40493043_1*i*11"/>
  <p:tag name="KSO_WM_TEMPLATE_CATEGORY" val="custom"/>
  <p:tag name="KSO_WM_TEMPLATE_INDEX" val="40493043"/>
  <p:tag name="KSO_WM_UNIT_LAYERLEVEL" val="1"/>
  <p:tag name="KSO_WM_TAG_VERSION" val="3.0"/>
  <p:tag name="KSO_WM_BEAUTIFY_FLAG" val="#wm#"/>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custom40493043_1*i*12"/>
  <p:tag name="KSO_WM_TEMPLATE_CATEGORY" val="custom"/>
  <p:tag name="KSO_WM_TEMPLATE_INDEX" val="40493043"/>
  <p:tag name="KSO_WM_UNIT_LAYERLEVEL" val="1"/>
  <p:tag name="KSO_WM_TAG_VERSION" val="3.0"/>
  <p:tag name="KSO_WM_BEAUTIFY_FLAG" val="#wm#"/>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custom40493043_1*i*13"/>
  <p:tag name="KSO_WM_TEMPLATE_CATEGORY" val="custom"/>
  <p:tag name="KSO_WM_TEMPLATE_INDEX" val="40493043"/>
  <p:tag name="KSO_WM_UNIT_LAYERLEVEL" val="1"/>
  <p:tag name="KSO_WM_TAG_VERSION" val="3.0"/>
  <p:tag name="KSO_WM_BEAUTIFY_FLAG" val="#wm#"/>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custom40493043_1*i*14"/>
  <p:tag name="KSO_WM_TEMPLATE_CATEGORY" val="custom"/>
  <p:tag name="KSO_WM_TEMPLATE_INDEX" val="40493043"/>
  <p:tag name="KSO_WM_UNIT_LAYERLEVEL" val="1"/>
  <p:tag name="KSO_WM_TAG_VERSION" val="3.0"/>
  <p:tag name="KSO_WM_BEAUTIFY_FLAG" val="#wm#"/>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custom40493043_1*i*15"/>
  <p:tag name="KSO_WM_TEMPLATE_CATEGORY" val="custom"/>
  <p:tag name="KSO_WM_TEMPLATE_INDEX" val="40493043"/>
  <p:tag name="KSO_WM_UNIT_LAYERLEVEL" val="1"/>
  <p:tag name="KSO_WM_TAG_VERSION" val="3.0"/>
  <p:tag name="KSO_WM_BEAUTIFY_FLAG" val="#wm#"/>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custom40493043_1*i*16"/>
  <p:tag name="KSO_WM_TEMPLATE_CATEGORY" val="custom"/>
  <p:tag name="KSO_WM_TEMPLATE_INDEX" val="40493043"/>
  <p:tag name="KSO_WM_UNIT_LAYERLEVEL" val="1"/>
  <p:tag name="KSO_WM_TAG_VERSION" val="3.0"/>
  <p:tag name="KSO_WM_BEAUTIFY_FLAG" val="#wm#"/>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custom40493043_1*i*17"/>
  <p:tag name="KSO_WM_TEMPLATE_CATEGORY" val="custom"/>
  <p:tag name="KSO_WM_TEMPLATE_INDEX" val="40493043"/>
  <p:tag name="KSO_WM_UNIT_LAYERLEVEL" val="1"/>
  <p:tag name="KSO_WM_TAG_VERSION" val="3.0"/>
  <p:tag name="KSO_WM_BEAUTIFY_FLAG" val="#wm#"/>
</p:tagLst>
</file>

<file path=ppt/tags/tag369.xml><?xml version="1.0" encoding="utf-8"?>
<p:tagLst xmlns:p="http://schemas.openxmlformats.org/presentationml/2006/main">
  <p:tag name="KSO_WM_SLIDE_ID" val="custom40493043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3043"/>
  <p:tag name="KSO_WM_SLIDE_TYPE" val="text"/>
  <p:tag name="KSO_WM_SLIDE_SUBTYPE" val="picTxt"/>
  <p:tag name="KSO_WM_SLIDE_SIZE" val="960*540"/>
  <p:tag name="KSO_WM_SLIDE_POSITION" val="0*0"/>
  <p:tag name="KSO_WM_SLIDE_LAYOUT" val="a_β"/>
  <p:tag name="KSO_WM_SLIDE_LAYOUT_CNT" val="1_1"/>
  <p:tag name="KSO_WM_SPECIAL_SOURCE" val="bdnull"/>
</p:tagLst>
</file>

<file path=ppt/tags/tag37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2833_1*a*1"/>
  <p:tag name="KSO_WM_TEMPLATE_CATEGORY" val="custom"/>
  <p:tag name="KSO_WM_TEMPLATE_INDEX" val="40492833"/>
  <p:tag name="KSO_WM_UNIT_LAYERLEVEL" val="1"/>
  <p:tag name="KSO_WM_TAG_VERSION" val="3.0"/>
  <p:tag name="KSO_WM_BEAUTIFY_FLAG" val="#wm#"/>
  <p:tag name="KSO_WM_UNIT_TEXT_TYPE" val="1"/>
  <p:tag name="KSO_WM_UNIT_PRESET_TEXT" val="单击此处添加页面的标题"/>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2833_1*i*1"/>
  <p:tag name="KSO_WM_TEMPLATE_CATEGORY" val="custom"/>
  <p:tag name="KSO_WM_TEMPLATE_INDEX" val="40492833"/>
  <p:tag name="KSO_WM_UNIT_LAYERLEVEL" val="1"/>
  <p:tag name="KSO_WM_TAG_VERSION" val="3.0"/>
  <p:tag name="KSO_WM_BEAUTIFY_FLAG" val="#wm#"/>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2833_1*i*2"/>
  <p:tag name="KSO_WM_TEMPLATE_CATEGORY" val="custom"/>
  <p:tag name="KSO_WM_TEMPLATE_INDEX" val="40492833"/>
  <p:tag name="KSO_WM_UNIT_LAYERLEVEL" val="1"/>
  <p:tag name="KSO_WM_TAG_VERSION" val="3.0"/>
  <p:tag name="KSO_WM_BEAUTIFY_FLAG" val="#wm#"/>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40492833_1*i*3"/>
  <p:tag name="KSO_WM_TEMPLATE_CATEGORY" val="custom"/>
  <p:tag name="KSO_WM_TEMPLATE_INDEX" val="40492833"/>
  <p:tag name="KSO_WM_UNIT_LAYERLEVEL" val="1"/>
  <p:tag name="KSO_WM_TAG_VERSION" val="3.0"/>
  <p:tag name="KSO_WM_BEAUTIFY_FLAG" val="#wm#"/>
</p:tagLst>
</file>

<file path=ppt/tags/tag374.xml><?xml version="1.0" encoding="utf-8"?>
<p:tagLst xmlns:p="http://schemas.openxmlformats.org/presentationml/2006/main">
  <p:tag name="TABLE_ENDDRAG_ORIGIN_RECT" val="850*381"/>
  <p:tag name="TABLE_ENDDRAG_RECT" val="55*111*850*381"/>
</p:tagLst>
</file>

<file path=ppt/tags/tag375.xml><?xml version="1.0" encoding="utf-8"?>
<p:tagLst xmlns:p="http://schemas.openxmlformats.org/presentationml/2006/main">
  <p:tag name="KSO_WM_SLIDE_ID" val="custom40492833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2833"/>
  <p:tag name="KSO_WM_SLIDE_TYPE" val="text"/>
  <p:tag name="KSO_WM_SLIDE_SUBTYPE" val="diag"/>
  <p:tag name="KSO_WM_SLIDE_SIZE" val="917*539"/>
  <p:tag name="KSO_WM_SLIDE_POSITION" val="0*0"/>
  <p:tag name="KSO_WM_SLIDE_LAYOUT" val="a_β"/>
  <p:tag name="KSO_WM_SLIDE_LAYOUT_CNT" val="1_1"/>
  <p:tag name="KSO_WM_SPECIAL_SOURCE" val="bdnull"/>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43_2*n_h_i*1_2_2"/>
  <p:tag name="KSO_WM_TEMPLATE_CATEGORY" val="diagram"/>
  <p:tag name="KSO_WM_TEMPLATE_INDEX" val="20231643"/>
  <p:tag name="KSO_WM_UNIT_LAYERLEVEL" val="1_1_1"/>
  <p:tag name="KSO_WM_TAG_VERSION" val="3.0"/>
  <p:tag name="KSO_WM_BEAUTIFY_FLAG" val="#wm#"/>
  <p:tag name="KSO_WM_DIAGRAM_GROUP_CODE" val="n1-1"/>
  <p:tag name="KSO_WM_UNIT_TYPE" val="n_h_i"/>
  <p:tag name="KSO_WM_UNIT_INDEX" val="1_2_2"/>
  <p:tag name="KSO_WM_DIAGRAM_VERSION" val="3"/>
  <p:tag name="KSO_WM_DIAGRAM_COLOR_TRICK" val="1"/>
  <p:tag name="KSO_WM_DIAGRAM_COLOR_TEXT_CAN_REMOVE" val="n"/>
  <p:tag name="KSO_WM_DIAGRAM_MAX_ITEMCNT" val="6"/>
  <p:tag name="KSO_WM_DIAGRAM_MIN_ITEMCNT" val="2"/>
  <p:tag name="KSO_WM_DIAGRAM_VIRTUALLY_FRAME" val="{&quot;height&quot;:481.8656813287398,&quot;left&quot;:54.81692913385825,&quot;top&quot;:35.534318671260145,&quot;width&quot;:850.3}"/>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LINE_FORE_SCHEMECOLOR_INDEX" val="6"/>
  <p:tag name="KSO_WM_UNIT_LINE_FILL_TYPE" val="2"/>
  <p:tag name="KSO_WM_UNIT_TEXT_FILL_FORE_SCHEMECOLOR_INDEX" val="13"/>
  <p:tag name="KSO_WM_UNIT_TEXT_FILL_TYPE" val="1"/>
  <p:tag name="KSO_WM_UNIT_USESOURCEFORMAT_APPLY" val="1"/>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43_2*n_h_i*1_2_3"/>
  <p:tag name="KSO_WM_TEMPLATE_CATEGORY" val="diagram"/>
  <p:tag name="KSO_WM_TEMPLATE_INDEX" val="20231643"/>
  <p:tag name="KSO_WM_UNIT_LAYERLEVEL" val="1_1_1"/>
  <p:tag name="KSO_WM_TAG_VERSION" val="3.0"/>
  <p:tag name="KSO_WM_BEAUTIFY_FLAG" val="#wm#"/>
  <p:tag name="KSO_WM_DIAGRAM_GROUP_CODE" val="n1-1"/>
  <p:tag name="KSO_WM_UNIT_TYPE" val="n_h_i"/>
  <p:tag name="KSO_WM_UNIT_INDEX" val="1_2_3"/>
  <p:tag name="KSO_WM_DIAGRAM_VERSION" val="3"/>
  <p:tag name="KSO_WM_DIAGRAM_COLOR_TRICK" val="1"/>
  <p:tag name="KSO_WM_DIAGRAM_COLOR_TEXT_CAN_REMOVE" val="n"/>
  <p:tag name="KSO_WM_DIAGRAM_MAX_ITEMCNT" val="6"/>
  <p:tag name="KSO_WM_DIAGRAM_MIN_ITEMCNT" val="2"/>
  <p:tag name="KSO_WM_DIAGRAM_VIRTUALLY_FRAME" val="{&quot;height&quot;:481.8656813287398,&quot;left&quot;:54.81692913385825,&quot;top&quot;:35.534318671260145,&quot;width&quot;:850.3}"/>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LINE_FORE_SCHEMECOLOR_INDEX" val="6"/>
  <p:tag name="KSO_WM_UNIT_LINE_FILL_TYPE" val="2"/>
  <p:tag name="KSO_WM_UNIT_TEXT_FILL_FORE_SCHEMECOLOR_INDEX" val="13"/>
  <p:tag name="KSO_WM_UNIT_TEXT_FILL_TYPE" val="1"/>
  <p:tag name="KSO_WM_UNIT_USESOURCEFORMAT_APPLY" val="1"/>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43_2*n_h_i*1_2_4"/>
  <p:tag name="KSO_WM_TEMPLATE_CATEGORY" val="diagram"/>
  <p:tag name="KSO_WM_TEMPLATE_INDEX" val="20231643"/>
  <p:tag name="KSO_WM_UNIT_LAYERLEVEL" val="1_1_1"/>
  <p:tag name="KSO_WM_TAG_VERSION" val="3.0"/>
  <p:tag name="KSO_WM_BEAUTIFY_FLAG" val="#wm#"/>
  <p:tag name="KSO_WM_DIAGRAM_GROUP_CODE" val="n1-1"/>
  <p:tag name="KSO_WM_UNIT_TYPE" val="n_h_i"/>
  <p:tag name="KSO_WM_UNIT_INDEX" val="1_2_4"/>
  <p:tag name="KSO_WM_DIAGRAM_VERSION" val="3"/>
  <p:tag name="KSO_WM_DIAGRAM_COLOR_TRICK" val="1"/>
  <p:tag name="KSO_WM_DIAGRAM_COLOR_TEXT_CAN_REMOVE" val="n"/>
  <p:tag name="KSO_WM_DIAGRAM_MAX_ITEMCNT" val="6"/>
  <p:tag name="KSO_WM_DIAGRAM_MIN_ITEMCNT" val="2"/>
  <p:tag name="KSO_WM_DIAGRAM_VIRTUALLY_FRAME" val="{&quot;height&quot;:481.8656813287398,&quot;left&quot;:54.81692913385825,&quot;top&quot;:35.534318671260145,&quot;width&quot;:850.3}"/>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LINE_FORE_SCHEMECOLOR_INDEX" val="6"/>
  <p:tag name="KSO_WM_UNIT_LINE_FILL_TYPE" val="2"/>
  <p:tag name="KSO_WM_UNIT_TEXT_FILL_FORE_SCHEMECOLOR_INDEX" val="13"/>
  <p:tag name="KSO_WM_UNIT_TEXT_FILL_TYPE" val="1"/>
  <p:tag name="KSO_WM_UNIT_USESOURCEFORMAT_APPLY" val="1"/>
</p:tagLst>
</file>

<file path=ppt/tags/tag37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643_2*n_h_h_f*1_2_1_1"/>
  <p:tag name="KSO_WM_TEMPLATE_CATEGORY" val="diagram"/>
  <p:tag name="KSO_WM_TEMPLATE_INDEX" val="20231643"/>
  <p:tag name="KSO_WM_UNIT_LAYERLEVEL" val="1_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81.8656813287398,&quot;left&quot;:54.81692913385825,&quot;top&quot;:35.534318671260145,&quot;width&quot;:850.3}"/>
  <p:tag name="KSO_WM_DIAGRAM_COLOR_MATCH_VALUE" val="{&quot;shape&quot;:{&quot;fill&quot;:{&quot;solid&quot;:{&quot;brightness&quot;:0.8999999761581421,&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输入你的项正文，文字是您思想的提炼，请尽量言简意赅的阐述观点。"/>
  <p:tag name="KSO_WM_UNIT_FILL_TYPE" val="1"/>
  <p:tag name="KSO_WM_UNIT_FILL_FORE_SCHEMECOLOR_INDEX" val="5"/>
  <p:tag name="KSO_WM_UNIT_FILL_FORE_SCHEMECOLOR_INDEX_BRIGHTNESS" val="0.9"/>
  <p:tag name="KSO_WM_UNIT_TEXT_TYPE" val="1"/>
  <p:tag name="KSO_WM_UNIT_USESOURCEFORMAT_APPLY" val="1"/>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1_1"/>
  <p:tag name="KSO_WM_UNIT_ID" val="diagram20231643_2*n_h_h_i*1_2_1_1"/>
  <p:tag name="KSO_WM_TEMPLATE_CATEGORY" val="diagram"/>
  <p:tag name="KSO_WM_TEMPLATE_INDEX" val="20231643"/>
  <p:tag name="KSO_WM_UNIT_LAYERLEVEL" val="1_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81.8656813287398,&quot;left&quot;:54.81692913385825,&quot;top&quot;:35.534318671260145,&quot;width&quot;:850.3}"/>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UNIT_USESOURCEFORMAT_APPLY" val="1"/>
</p:tagLst>
</file>

<file path=ppt/tags/tag38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643_2*n_h_h_f*1_2_2_1"/>
  <p:tag name="KSO_WM_TEMPLATE_CATEGORY" val="diagram"/>
  <p:tag name="KSO_WM_TEMPLATE_INDEX" val="20231643"/>
  <p:tag name="KSO_WM_UNIT_LAYERLEVEL" val="1_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81.8656813287398,&quot;left&quot;:54.81692913385825,&quot;top&quot;:35.534318671260145,&quot;width&quot;:850.3}"/>
  <p:tag name="KSO_WM_DIAGRAM_COLOR_MATCH_VALUE" val="{&quot;shape&quot;:{&quot;fill&quot;:{&quot;solid&quot;:{&quot;brightness&quot;:0.8999999761581421,&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输入你的项正文，文字是您思想的提炼，请尽量言简意赅的阐述观点。"/>
  <p:tag name="KSO_WM_UNIT_FILL_TYPE" val="1"/>
  <p:tag name="KSO_WM_UNIT_FILL_FORE_SCHEMECOLOR_INDEX" val="5"/>
  <p:tag name="KSO_WM_UNIT_FILL_FORE_SCHEMECOLOR_INDEX_BRIGHTNESS" val="0.9"/>
  <p:tag name="KSO_WM_UNIT_TEXT_TYPE" val="1"/>
  <p:tag name="KSO_WM_UNIT_USESOURCEFORMAT_APPLY" val="1"/>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2_1"/>
  <p:tag name="KSO_WM_UNIT_ID" val="diagram20231643_2*n_h_h_i*1_2_2_1"/>
  <p:tag name="KSO_WM_TEMPLATE_CATEGORY" val="diagram"/>
  <p:tag name="KSO_WM_TEMPLATE_INDEX" val="20231643"/>
  <p:tag name="KSO_WM_UNIT_LAYERLEVEL" val="1_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81.8656813287398,&quot;left&quot;:54.81692913385825,&quot;top&quot;:35.534318671260145,&quot;width&quot;:850.3}"/>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UNIT_USESOURCEFORMAT_APPLY" val="1"/>
</p:tagLst>
</file>

<file path=ppt/tags/tag3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1643_2*n_h_h_f*1_2_3_1"/>
  <p:tag name="KSO_WM_TEMPLATE_CATEGORY" val="diagram"/>
  <p:tag name="KSO_WM_TEMPLATE_INDEX" val="20231643"/>
  <p:tag name="KSO_WM_UNIT_LAYERLEVEL" val="1_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81.8656813287398,&quot;left&quot;:54.81692913385825,&quot;top&quot;:35.534318671260145,&quot;width&quot;:850.3}"/>
  <p:tag name="KSO_WM_DIAGRAM_COLOR_MATCH_VALUE" val="{&quot;shape&quot;:{&quot;fill&quot;:{&quot;solid&quot;:{&quot;brightness&quot;:0.8999999761581421,&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输入你的项正文，文字是您思想的提炼，请尽量言简意赅的阐述观点。"/>
  <p:tag name="KSO_WM_UNIT_FILL_TYPE" val="1"/>
  <p:tag name="KSO_WM_UNIT_FILL_FORE_SCHEMECOLOR_INDEX" val="5"/>
  <p:tag name="KSO_WM_UNIT_FILL_FORE_SCHEMECOLOR_INDEX_BRIGHTNESS" val="0.9"/>
  <p:tag name="KSO_WM_UNIT_TEXT_TYPE" val="1"/>
  <p:tag name="KSO_WM_UNIT_USESOURCEFORMAT_APPLY" val="1"/>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3_1"/>
  <p:tag name="KSO_WM_UNIT_ID" val="diagram20231643_2*n_h_h_i*1_2_3_1"/>
  <p:tag name="KSO_WM_TEMPLATE_CATEGORY" val="diagram"/>
  <p:tag name="KSO_WM_TEMPLATE_INDEX" val="20231643"/>
  <p:tag name="KSO_WM_UNIT_LAYERLEVEL" val="1_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81.8656813287398,&quot;left&quot;:54.81692913385825,&quot;top&quot;:35.534318671260145,&quot;width&quot;:850.3}"/>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UNIT_USESOURCEFORMAT_APPLY" val="1"/>
</p:tagLst>
</file>

<file path=ppt/tags/tag38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1643_2*n_h_a*1_1_1"/>
  <p:tag name="KSO_WM_TEMPLATE_CATEGORY" val="diagram"/>
  <p:tag name="KSO_WM_TEMPLATE_INDEX" val="20231643"/>
  <p:tag name="KSO_WM_UNIT_LAYERLEVEL" val="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81.8656813287398,&quot;left&quot;:54.81692913385825,&quot;top&quot;:35.534318671260145,&quot;width&quot;:850.3}"/>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添加标题"/>
  <p:tag name="KSO_WM_UNIT_FILL_TYPE" val="3"/>
  <p:tag name="KSO_WM_UNIT_TEXT_TYPE" val="1"/>
  <p:tag name="KSO_WM_UNIT_USESOURCEFORMAT_APPLY" val="1"/>
</p:tagLst>
</file>

<file path=ppt/tags/tag386.xml><?xml version="1.0" encoding="utf-8"?>
<p:tagLst xmlns:p="http://schemas.openxmlformats.org/presentationml/2006/main">
  <p:tag name="KSO_WM_SLIDE_ID" val="diagram20231643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643"/>
  <p:tag name="KSO_WM_SLIDE_TYPE" val="text"/>
  <p:tag name="KSO_WM_SLIDE_SUBTYPE" val="diag"/>
  <p:tag name="KSO_WM_SLIDE_SIZE" val="850.3*336.9"/>
  <p:tag name="KSO_WM_SLIDE_POSITION" val="54.8169*160.45"/>
  <p:tag name="KSO_WM_SLIDE_LAYOUT" val="a_n"/>
  <p:tag name="KSO_WM_SLIDE_LAYOUT_CNT" val="1_1"/>
  <p:tag name="KSO_WM_SPECIAL_SOURCE" val="bdnull"/>
  <p:tag name="KSO_WM_DIAGRAM_GROUP_CODE" val="n1-1"/>
  <p:tag name="KSO_WM_SLIDE_DIAGTYPE" val="n"/>
</p:tagLst>
</file>

<file path=ppt/tags/tag387.xml><?xml version="1.0" encoding="utf-8"?>
<p:tagLst xmlns:p="http://schemas.openxmlformats.org/presentationml/2006/main">
  <p:tag name="KSO_WM_UNIT_TYPE" val="a"/>
  <p:tag name="KSO_WM_UNIT_INDEX" val="1"/>
  <p:tag name="KSO_WM_BEAUTIFY_FLAG" val="#wm#"/>
  <p:tag name="KSO_WM_TAG_VERSION" val="3.0"/>
  <p:tag name="KSO_WM_UNIT_ID" val="custom40495200_7*a*1"/>
  <p:tag name="KSO_WM_UNIT_ISNUMDGMTITLE" val="0"/>
  <p:tag name="KSO_WM_UNIT_HIGHLIGHT" val="0"/>
  <p:tag name="KSO_WM_UNIT_COMPATIBLE" val="0"/>
  <p:tag name="KSO_WM_UNIT_DIAGRAM_ISNUMVISUAL" val="0"/>
  <p:tag name="KSO_WM_UNIT_DIAGRAM_ISREFERUNIT" val="0"/>
  <p:tag name="KSO_WM_UNIT_LAYERLEVEL" val="1"/>
  <p:tag name="KSO_WM_TEMPLATE_INDEX" val="40495200"/>
  <p:tag name="KSO_WM_TEMPLATE_CATEGORY" val="custom"/>
  <p:tag name="KSO_WM_UNIT_ISCONTENTSTITLE" val="0"/>
  <p:tag name="KSO_WM_UNIT_TEXT_TYPE" val="1"/>
  <p:tag name="KSO_WM_UNIT_NOCLEAR" val="0"/>
  <p:tag name="KSO_WM_UNIT_PRESET_TEXT" val="添加章节标题"/>
</p:tagLst>
</file>

<file path=ppt/tags/tag388.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40495200"/>
  <p:tag name="KSO_WM_TEMPLATE_CATEGORY" val="custom"/>
  <p:tag name="KSO_WM_SLIDE_INDEX" val="7"/>
  <p:tag name="KSO_WM_SLIDE_ID" val="custom40495200_7"/>
  <p:tag name="KSO_WM_TEMPLATE_MASTER_TYPE" val="0"/>
  <p:tag name="KSO_WM_SLIDE_LAYOUT" val="a_e"/>
  <p:tag name="KSO_WM_SLIDE_LAYOUT_CNT" val="1_1"/>
</p:tagLst>
</file>

<file path=ppt/tags/tag38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TEMPLATE_CATEGORY" val="diagram"/>
  <p:tag name="KSO_WM_TEMPLATE_INDEX" val="20231451"/>
  <p:tag name="KSO_WM_UNIT_LAYERLEVEL" val="1"/>
  <p:tag name="KSO_WM_TAG_VERSION" val="3.0"/>
  <p:tag name="KSO_WM_BEAUTIFY_FLAG" val="#wm#"/>
  <p:tag name="KSO_WM_UNIT_TEXT_TYPE" val="1"/>
  <p:tag name="KSO_WM_DIAGRAM_GROUP_CODE" val="n1-1"/>
  <p:tag name="KSO_WM_UNIT_ID" val="diagram20231451_2*a*1"/>
  <p:tag name="KSO_WM_UNIT_PRESET_TEXT" val="单击此处添加标题"/>
  <p:tag name="KSO_WM_UNIT_USESOURCEFORMAT_APPLY" val="1"/>
</p:tagLst>
</file>

<file path=ppt/tags/tag39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45_1*n_h_h_a*1_2_2_1"/>
  <p:tag name="KSO_WM_TEMPLATE_CATEGORY" val="diagram"/>
  <p:tag name="KSO_WM_TEMPLATE_INDEX" val="20230945"/>
  <p:tag name="KSO_WM_UNIT_LAYERLEVEL" val="1_1_1_1"/>
  <p:tag name="KSO_WM_TAG_VERSION" val="3.0"/>
  <p:tag name="KSO_WM_BEAUTIFY_FLAG" val="#wm#"/>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466.4319073415092,&quot;left&quot;:30.349999999999987,&quot;top&quot;:67.43258084746722,&quot;width&quot;:904.85000000000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39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45_1*n_h_h_a*1_2_1_1"/>
  <p:tag name="KSO_WM_TEMPLATE_CATEGORY" val="diagram"/>
  <p:tag name="KSO_WM_TEMPLATE_INDEX" val="20230945"/>
  <p:tag name="KSO_WM_UNIT_LAYERLEVEL" val="1_1_1_1"/>
  <p:tag name="KSO_WM_TAG_VERSION" val="3.0"/>
  <p:tag name="KSO_WM_BEAUTIFY_FLAG" val="#wm#"/>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466.4319073415092,&quot;left&quot;:30.349999999999987,&quot;top&quot;:67.43258084746722,&quot;width&quot;:904.85000000000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39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5_1*n_h_h_f*1_2_1_1"/>
  <p:tag name="KSO_WM_TEMPLATE_CATEGORY" val="diagram"/>
  <p:tag name="KSO_WM_TEMPLATE_INDEX" val="20230945"/>
  <p:tag name="KSO_WM_UNIT_LAYERLEVEL" val="1_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466.4319073415092,&quot;left&quot;:30.349999999999987,&quot;top&quot;:67.43258084746722,&quot;width&quot;:904.85000000000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请尽量言简意赅的阐述观点。单击此处输入你的智能图形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39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45_1*n_h_h_f*1_2_2_1"/>
  <p:tag name="KSO_WM_TEMPLATE_CATEGORY" val="diagram"/>
  <p:tag name="KSO_WM_TEMPLATE_INDEX" val="20230945"/>
  <p:tag name="KSO_WM_UNIT_LAYERLEVEL" val="1_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466.4319073415092,&quot;left&quot;:30.349999999999987,&quot;top&quot;:67.43258084746722,&quot;width&quot;:904.85000000000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请尽量言简意赅的阐述观点。单击此处输入你的智能图形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394.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64"/>
  <p:tag name="KSO_WM_UNIT_LINE_FORE_SCHEMECOLOR_INDEX_2_TRANS" val="0"/>
  <p:tag name="KSO_WM_UNIT_LINE_FORE_SCHEMECOLOR_INDEX_3_BRIGHTNESS" val="0.8"/>
  <p:tag name="KSO_WM_UNIT_LINE_FORE_SCHEMECOLOR_INDEX_3" val="15"/>
  <p:tag name="KSO_WM_UNIT_LINE_FORE_SCHEMECOLOR_INDEX_3_POS" val="0.9"/>
  <p:tag name="KSO_WM_UNIT_LINE_FORE_SCHEMECOLOR_INDEX_3_TRANS" val="0.53"/>
  <p:tag name="KSO_WM_UNIT_LINE_FORE_SCHEMECOLOR_INDEX_4_BRIGHTNESS" val="0.8"/>
  <p:tag name="KSO_WM_UNIT_LINE_FORE_SCHEMECOLOR_INDEX_4" val="15"/>
  <p:tag name="KSO_WM_UNIT_LINE_FORE_SCHEMECOLOR_INDEX_4_POS" val="0.95"/>
  <p:tag name="KSO_WM_UNIT_LINE_FORE_SCHEMECOLOR_INDEX_4_TRANS" val="0"/>
  <p:tag name="KSO_WM_UNIT_LINE_FORE_SCHEMECOLOR_INDEX_5_BRIGHTNESS" val="0.8"/>
  <p:tag name="KSO_WM_UNIT_LINE_FORE_SCHEMECOLOR_INDEX_5" val="15"/>
  <p:tag name="KSO_WM_UNIT_LINE_FORE_SCHEMECOLOR_INDEX_5_POS" val="1"/>
  <p:tag name="KSO_WM_UNIT_LINE_FORE_SCHEMECOLOR_INDEX_5_TRANS" val="0.9"/>
  <p:tag name="KSO_WM_UNIT_LINE_GRADIENT_TYPE" val="0"/>
  <p:tag name="KSO_WM_UNIT_LINE_GRADIENT_ANGLE" val="0"/>
  <p:tag name="KSO_WM_UNIT_LINE_GRADIENT_DIRECTION" val="3"/>
  <p:tag name="KSO_WM_UNIT_LINE_FILL_TYPE" val="5"/>
  <p:tag name="KSO_WM_BEAUTIFY_FLAG" val="#wm#"/>
  <p:tag name="KSO_WM_UNIT_HIGHLIGHT" val="0"/>
  <p:tag name="KSO_WM_UNIT_COMPATIBLE" val="0"/>
  <p:tag name="KSO_WM_UNIT_DIAGRAM_ISNUMVISUAL" val="0"/>
  <p:tag name="KSO_WM_UNIT_DIAGRAM_ISREFERUNIT" val="0"/>
  <p:tag name="KSO_WM_UNIT_ID" val="diagram20230945_1*n_h_i*1_2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DIAGRAM_GROUP_CODE" val="n1-1"/>
  <p:tag name="KSO_WM_UNIT_TYPE" val="n_h_i"/>
  <p:tag name="KSO_WM_UNIT_INDEX" val="1_2_1"/>
  <p:tag name="KSO_WM_DIAGRAM_MAX_ITEMCNT" val="4"/>
  <p:tag name="KSO_WM_DIAGRAM_MIN_ITEMCNT" val="2"/>
  <p:tag name="KSO_WM_DIAGRAM_VIRTUALLY_FRAME" val="{&quot;height&quot;:466.4319073415092,&quot;left&quot;:30.349999999999987,&quot;top&quot;:67.43258084746722,&quot;width&quot;:904.8500000000004}"/>
  <p:tag name="KSO_WM_DIAGRAM_COLOR_MATCH_VALUE" val="{&quot;shape&quot;:{&quot;fill&quot;:{&quot;type&quot;:0},&quot;glow&quot;:{&quot;colorType&quot;:0},&quot;line&quot;:{&quot;gradient&quot;:[{&quot;brightness&quot;:0.5,&quot;colorType&quot;:1,&quot;foreColorIndex&quot;:13,&quot;pos&quot;:1,&quot;transparency&quot;:0.699999988079071},{&quot;brightness&quot;:0.800000011920929,&quot;colorType&quot;:2,&quot;pos&quot;:0.15000000596046448,&quot;rgb&quot;:&quot;#ffffff&quot;,&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95.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a*1_1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UNIT_ISCONTENTSTITLE" val="0"/>
  <p:tag name="KSO_WM_UNIT_ISNUMDGMTITLE" val="0"/>
  <p:tag name="KSO_WM_UNIT_NOCLEAR" val="0"/>
  <p:tag name="KSO_WM_UNIT_VALUE" val="30"/>
  <p:tag name="KSO_WM_DIAGRAM_GROUP_CODE" val="n1-1"/>
  <p:tag name="KSO_WM_UNIT_TYPE" val="n_h_a"/>
  <p:tag name="KSO_WM_UNIT_INDEX" val="1_1_1"/>
  <p:tag name="KSO_WM_DIAGRAM_MAX_ITEMCNT" val="4"/>
  <p:tag name="KSO_WM_DIAGRAM_MIN_ITEMCNT" val="2"/>
  <p:tag name="KSO_WM_DIAGRAM_VIRTUALLY_FRAME" val="{&quot;height&quot;:466.4319073415092,&quot;left&quot;:30.349999999999987,&quot;top&quot;:67.43258084746722,&quot;width&quot;:904.8500000000004}"/>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单击添加&#10;项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96.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h_i*1_2_2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2_1"/>
  <p:tag name="KSO_WM_DIAGRAM_MAX_ITEMCNT" val="4"/>
  <p:tag name="KSO_WM_DIAGRAM_MIN_ITEMCNT" val="2"/>
  <p:tag name="KSO_WM_DIAGRAM_VIRTUALLY_FRAME" val="{&quot;height&quot;:466.4319073415092,&quot;left&quot;:30.349999999999987,&quot;top&quot;:67.43258084746722,&quot;width&quot;:904.8500000000004}"/>
  <p:tag name="KSO_WM_DIAGRAM_COLOR_MATCH_VALUE" val="{&quot;shape&quot;:{&quot;fill&quot;:{&quot;solid&quot;:{&quot;brightness&quot;:0,&quot;colorType&quot;:1,&quot;foreColorIndex&quot;:6,&quot;transparency&quot;:0},&quot;type&quot;:1},&quot;glow&quot;:{&quot;colorType&quot;:0},&quot;line&quot;:{&quot;gradient&quot;:[{&quot;brightness&quot;:0,&quot;colorType&quot;:2,&quot;pos&quot;:0.3700000047683716,&quot;rgb&quot;:&quot;#ffffff&quot;,&quot;transparency&quot;:0},{&quot;brightness&quot;:0.800000011920929,&quot;colorType&quot;:1,&quot;foreColorIndex&quot;:6,&quot;pos&quot;:0,&quot;transparency&quot;:0},{&quot;brightness&quot;:0,&quot;colorType&quot;:2,&quot;pos&quot;:1,&quot;rgb&quot;:&quot;#ffffff&quot;,&quot;transparency&quot;:0},{&quot;brightness&quot;:0.800000011920929,&quot;colorType&quot;:1,&quot;foreColorIndex&quot;:6,&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397.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h_i*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1_1"/>
  <p:tag name="KSO_WM_DIAGRAM_MAX_ITEMCNT" val="4"/>
  <p:tag name="KSO_WM_DIAGRAM_MIN_ITEMCNT" val="2"/>
  <p:tag name="KSO_WM_DIAGRAM_VIRTUALLY_FRAME" val="{&quot;height&quot;:466.4319073415092,&quot;left&quot;:30.349999999999987,&quot;top&quot;:67.43258084746722,&quot;width&quot;:904.8500000000004}"/>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98.xml><?xml version="1.0" encoding="utf-8"?>
<p:tagLst xmlns:p="http://schemas.openxmlformats.org/presentationml/2006/main">
  <p:tag name="KSO_WM_TEMPLATE_SUBCATEGORY" val="0"/>
  <p:tag name="KSO_WM_TEMPLATE_MASTER_TYPE" val="0"/>
  <p:tag name="KSO_WM_TEMPLATE_COLOR_TYPE" val="0"/>
  <p:tag name="KSO_WM_TAG_VERSION" val="3.0"/>
  <p:tag name="KSO_WM_BEAUTIFY_FLAG" val="#wm#"/>
  <p:tag name="KSO_WM_TEMPLATE_CATEGORY" val="diagram"/>
  <p:tag name="KSO_WM_TEMPLATE_INDEX" val="20231451"/>
  <p:tag name="KSO_WM_SLIDE_TYPE" val="text"/>
  <p:tag name="KSO_WM_SLIDE_SUBTYPE" val="diag"/>
  <p:tag name="KSO_WM_SLIDE_LAYOUT" val="a_n"/>
  <p:tag name="KSO_WM_SLIDE_LAYOUT_CNT" val="1_1"/>
  <p:tag name="KSO_WM_SPECIAL_SOURCE" val="bdnull"/>
  <p:tag name="KSO_WM_SLIDE_DIAGTYPE" val="n"/>
  <p:tag name="KSO_WM_SLIDE_ID" val="diagram20231451_2"/>
  <p:tag name="KSO_WM_SLIDE_ITEM_CNT" val="3"/>
  <p:tag name="KSO_WM_SLIDE_INDEX" val="2"/>
  <p:tag name="KSO_WM_SLIDE_SIZE" val="864.6*325.7"/>
  <p:tag name="KSO_WM_SLIDE_POSITION" val="47.45*167.2"/>
  <p:tag name="KSO_WM_DIAGRAM_GROUP_CODE" val="n1-1"/>
  <p:tag name="resource_record_key" val="{&quot;65&quot;:[20231451],&quot;70&quot;:[3312415]}"/>
</p:tagLst>
</file>

<file path=ppt/tags/tag39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05_2*a*1"/>
  <p:tag name="KSO_WM_TEMPLATE_CATEGORY" val="diagram"/>
  <p:tag name="KSO_WM_TEMPLATE_INDEX" val="20233205"/>
  <p:tag name="KSO_WM_UNIT_LAYERLEVEL" val="1"/>
  <p:tag name="KSO_WM_TAG_VERSION" val="3.0"/>
  <p:tag name="KSO_WM_BEAUTIFY_FLAG" val="#wm#"/>
  <p:tag name="KSO_WM_DIAGRAM_GROUP_CODE" val="l1-1"/>
  <p:tag name="KSO_WM_UNIT_PRESET_TEXT" val="单击此处添加标题"/>
  <p:tag name="KSO_WM_UNIT_TEXT_TYPE" val="1"/>
  <p:tag name="KSO_WM_UNIT_USESOURCEFORMAT_APPLY" val="1"/>
</p:tagLst>
</file>

<file path=ppt/tags/tag400.xml><?xml version="1.0" encoding="utf-8"?>
<p:tagLst xmlns:p="http://schemas.openxmlformats.org/presentationml/2006/main">
  <p:tag name="KSO_WM_DIAGRAM_VIRTUALLY_FRAME" val="{&quot;height&quot;:395.7412425980142,&quot;left&quot;:61.19999999999999,&quot;top&quot;:116.87937007874015,&quot;width&quot;:837.6499999999999}"/>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33205_1*l_h_i*1_2_4"/>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2"/>
  <p:tag name="KSO_WM_UNIT_TEXT_FILL_TYPE" val="1"/>
  <p:tag name="KSO_WM_UNIT_USESOURCEFORMAT_APPLY" val="1"/>
</p:tagLst>
</file>

<file path=ppt/tags/tag401.xml><?xml version="1.0" encoding="utf-8"?>
<p:tagLst xmlns:p="http://schemas.openxmlformats.org/presentationml/2006/main">
  <p:tag name="KSO_WM_DIAGRAM_VIRTUALLY_FRAME" val="{&quot;height&quot;:395.7412425980142,&quot;left&quot;:61.19999999999999,&quot;top&quot;:116.87937007874015,&quot;width&quot;:837.6499999999999}"/>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05_1*l_h_f*1_2_1"/>
  <p:tag name="KSO_WM_TEMPLATE_CATEGORY" val="diagram"/>
  <p:tag name="KSO_WM_TEMPLATE_INDEX" val="20233205"/>
  <p:tag name="KSO_WM_UNIT_LAYERLEVEL" val="1_1_1"/>
  <p:tag name="KSO_WM_TAG_VERSION" val="3.0"/>
  <p:tag name="KSO_WM_UNIT_VALUE" val="136"/>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 name="KSO_WM_UNIT_USESOURCEFORMAT_APPLY" val="1"/>
</p:tagLst>
</file>

<file path=ppt/tags/tag40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5_1*l_h_a*1_2_1"/>
  <p:tag name="KSO_WM_TEMPLATE_CATEGORY" val="diagram"/>
  <p:tag name="KSO_WM_TEMPLATE_INDEX" val="2023320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95.7412425980142,&quot;left&quot;:61.19999999999999,&quot;top&quot;:116.87937007874015,&quot;width&quot;:837.649999999999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 name="KSO_WM_UNIT_USESOURCEFORMAT_APPLY" val="1"/>
</p:tagLst>
</file>

<file path=ppt/tags/tag403.xml><?xml version="1.0" encoding="utf-8"?>
<p:tagLst xmlns:p="http://schemas.openxmlformats.org/presentationml/2006/main">
  <p:tag name="KSO_WM_DIAGRAM_VIRTUALLY_FRAME" val="{&quot;height&quot;:395.7412425980142,&quot;left&quot;:61.19999999999999,&quot;top&quot;:116.87937007874015,&quot;width&quot;:837.6499999999999}"/>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3205_1*l_h_i*1_2_3"/>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404.xml><?xml version="1.0" encoding="utf-8"?>
<p:tagLst xmlns:p="http://schemas.openxmlformats.org/presentationml/2006/main">
  <p:tag name="KSO_WM_DIAGRAM_VIRTUALLY_FRAME" val="{&quot;height&quot;:395.7412425980142,&quot;left&quot;:61.19999999999999,&quot;top&quot;:116.87937007874015,&quot;width&quot;:837.6499999999999}"/>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205_1*l_h_i*1_2_2"/>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405.xml><?xml version="1.0" encoding="utf-8"?>
<p:tagLst xmlns:p="http://schemas.openxmlformats.org/presentationml/2006/main">
  <p:tag name="KSO_WM_DIAGRAM_VIRTUALLY_FRAME" val="{&quot;height&quot;:395.7412425980142,&quot;left&quot;:61.19999999999999,&quot;top&quot;:116.87937007874015,&quot;width&quot;:837.6499999999999}"/>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33205_1*l_h_i*1_1_4"/>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406.xml><?xml version="1.0" encoding="utf-8"?>
<p:tagLst xmlns:p="http://schemas.openxmlformats.org/presentationml/2006/main">
  <p:tag name="KSO_WM_DIAGRAM_VIRTUALLY_FRAME" val="{&quot;height&quot;:395.7412425980142,&quot;left&quot;:61.19999999999999,&quot;top&quot;:116.87937007874015,&quot;width&quot;:837.6499999999999}"/>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205_1*l_h_f*1_1_1"/>
  <p:tag name="KSO_WM_TEMPLATE_CATEGORY" val="diagram"/>
  <p:tag name="KSO_WM_TEMPLATE_INDEX" val="20233205"/>
  <p:tag name="KSO_WM_UNIT_LAYERLEVEL" val="1_1_1"/>
  <p:tag name="KSO_WM_TAG_VERSION" val="3.0"/>
  <p:tag name="KSO_WM_UNIT_VALUE" val="136"/>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 name="KSO_WM_UNIT_USESOURCEFORMAT_APPLY" val="1"/>
</p:tagLst>
</file>

<file path=ppt/tags/tag40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5_1*l_h_a*1_1_1"/>
  <p:tag name="KSO_WM_TEMPLATE_CATEGORY" val="diagram"/>
  <p:tag name="KSO_WM_TEMPLATE_INDEX" val="2023320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95.7412425980142,&quot;left&quot;:61.19999999999999,&quot;top&quot;:116.87937007874015,&quot;width&quot;:837.649999999999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 name="KSO_WM_UNIT_USESOURCEFORMAT_APPLY" val="1"/>
</p:tagLst>
</file>

<file path=ppt/tags/tag408.xml><?xml version="1.0" encoding="utf-8"?>
<p:tagLst xmlns:p="http://schemas.openxmlformats.org/presentationml/2006/main">
  <p:tag name="KSO_WM_DIAGRAM_VIRTUALLY_FRAME" val="{&quot;height&quot;:395.7412425980142,&quot;left&quot;:61.19999999999999,&quot;top&quot;:116.87937007874015,&quot;width&quot;:837.6499999999999}"/>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3205_1*l_h_i*1_1_3"/>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409.xml><?xml version="1.0" encoding="utf-8"?>
<p:tagLst xmlns:p="http://schemas.openxmlformats.org/presentationml/2006/main">
  <p:tag name="KSO_WM_DIAGRAM_VIRTUALLY_FRAME" val="{&quot;height&quot;:395.7412425980142,&quot;left&quot;:61.19999999999999,&quot;top&quot;:116.87937007874015,&quot;width&quot;:837.6499999999999}"/>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3205_1*l_h_i*1_1_2"/>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410.xml><?xml version="1.0" encoding="utf-8"?>
<p:tagLst xmlns:p="http://schemas.openxmlformats.org/presentationml/2006/main">
  <p:tag name="KSO_WM_DIAGRAM_VIRTUALLY_FRAME" val="{&quot;height&quot;:395.7412425980142,&quot;left&quot;:61.19999999999999,&quot;top&quot;:116.87937007874015,&quot;width&quot;:837.6499999999999}"/>
  <p:tag name="KSO_WM_DIAGRAM_VERSION" val="3"/>
  <p:tag name="KSO_WM_DIAGRAM_COLOR_TRICK" val="1"/>
  <p:tag name="KSO_WM_DIAGRAM_COLOR_TEXT_CAN_REMOVE" val="n"/>
  <p:tag name="KSO_WM_UNIT_VALUE" val="90*77"/>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3205_1*l_h_x*1_1_1"/>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KSO_WM_UNIT_USESOURCEFORMAT_APPLY" val="1"/>
</p:tagLst>
</file>

<file path=ppt/tags/tag411.xml><?xml version="1.0" encoding="utf-8"?>
<p:tagLst xmlns:p="http://schemas.openxmlformats.org/presentationml/2006/main">
  <p:tag name="KSO_WM_DIAGRAM_VIRTUALLY_FRAME" val="{&quot;height&quot;:395.7412425980142,&quot;left&quot;:61.19999999999999,&quot;top&quot;:116.87937007874015,&quot;width&quot;:837.6499999999999}"/>
  <p:tag name="KSO_WM_DIAGRAM_VERSION" val="3"/>
  <p:tag name="KSO_WM_DIAGRAM_COLOR_TRICK" val="1"/>
  <p:tag name="KSO_WM_DIAGRAM_COLOR_TEXT_CAN_REMOVE" val="n"/>
  <p:tag name="KSO_WM_UNIT_VALUE" val="90*85"/>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3205_1*l_h_x*1_2_1"/>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KSO_WM_UNIT_USESOURCEFORMAT_APPLY" val="1"/>
</p:tagLst>
</file>

<file path=ppt/tags/tag412.xml><?xml version="1.0" encoding="utf-8"?>
<p:tagLst xmlns:p="http://schemas.openxmlformats.org/presentationml/2006/main">
  <p:tag name="KSO_WM_SLIDE_ID" val="diagram20233205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3205"/>
  <p:tag name="KSO_WM_SLIDE_TYPE" val="text"/>
  <p:tag name="KSO_WM_SLIDE_SUBTYPE" val="diag"/>
  <p:tag name="KSO_WM_SLIDE_SIZE" val="837.65*364.15"/>
  <p:tag name="KSO_WM_SLIDE_POSITION" val="61.2*121.1"/>
  <p:tag name="KSO_WM_SLIDE_LAYOUT" val="a_l"/>
  <p:tag name="KSO_WM_SLIDE_LAYOUT_CNT" val="1_1"/>
  <p:tag name="KSO_WM_SPECIAL_SOURCE" val="bdnull"/>
  <p:tag name="KSO_WM_DIAGRAM_GROUP_CODE" val="l1-1"/>
  <p:tag name="KSO_WM_SLIDE_DIAGTYPE" val="l"/>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41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41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417.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1_1"/>
  <p:tag name="KSO_WM_UNIT_ID" val="diagram20235648_3*m_h_i*1_1_1"/>
  <p:tag name="KSO_WM_TEMPLATE_CATEGORY" val="diagram"/>
  <p:tag name="KSO_WM_TEMPLATE_INDEX" val="20235648"/>
  <p:tag name="KSO_WM_UNIT_LAYERLEVEL" val="1_1_1"/>
  <p:tag name="KSO_WM_TAG_VERSION" val="3.0"/>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1"/>
  <p:tag name="KSO_WM_UNIT_TEXT_FILL_TYPE" val="1"/>
  <p:tag name="KSO_WM_DIAGRAM_USE_COLOR_VALUE" val="{&quot;color_scheme&quot;:1,&quot;color_type&quot;:1,&quot;theme_color_indexes&quot;:[5,6,5,6,5,6]}"/>
</p:tagLst>
</file>

<file path=ppt/tags/tag41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m_h_a"/>
  <p:tag name="KSO_WM_UNIT_INDEX" val="1_1_1"/>
  <p:tag name="KSO_WM_UNIT_ID" val="diagram20235648_3*m_h_a*1_1_1"/>
  <p:tag name="KSO_WM_TEMPLATE_CATEGORY" val="diagram"/>
  <p:tag name="KSO_WM_TEMPLATE_INDEX" val="20235648"/>
  <p:tag name="KSO_WM_UNIT_LAYERLEVEL" val="1_1_1"/>
  <p:tag name="KSO_WM_TAG_VERSION" val="3.0"/>
  <p:tag name="KSO_WM_UNIT_VALUE" val="25"/>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GROUP_CODE" val="m1-1"/>
  <p:tag name="KSO_WM_DIAGRAM_VERSION" val="3"/>
  <p:tag name="KSO_WM_DIAGRAM_COLOR_TRICK" val="1"/>
  <p:tag name="KSO_WM_DIAGRAM_COLOR_TEXT_CAN_REMOVE" val="n"/>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42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1_1"/>
  <p:tag name="KSO_WM_UNIT_ID" val="diagram20235648_3*m_h_f*1_1_1"/>
  <p:tag name="KSO_WM_TEMPLATE_CATEGORY" val="diagram"/>
  <p:tag name="KSO_WM_TEMPLATE_INDEX" val="20235648"/>
  <p:tag name="KSO_WM_UNIT_LAYERLEVEL" val="1_1_1"/>
  <p:tag name="KSO_WM_TAG_VERSION" val="3.0"/>
  <p:tag name="KSO_WM_UNIT_VALUE" val="111"/>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GROUP_CODE" val="m1-1"/>
  <p:tag name="KSO_WM_DIAGRAM_VERSION" val="3"/>
  <p:tag name="KSO_WM_DIAGRAM_COLOR_TRICK" val="1"/>
  <p:tag name="KSO_WM_DIAGRAM_COLOR_TEXT_CAN_REMOVE" val="n"/>
  <p:tag name="KSO_WM_UNIT_PRESET_TEXT" val="单击此处添加编辑正文，文字是您思想的提炼，为了最终演示发布的良好效果。根据需要可酌情增减文字，单击编辑正文，请言简意赅的阐述观点，以便观者解您所传达的信息。"/>
  <p:tag name="KSO_WM_UNIT_TEXT_FILL_FORE_SCHEMECOLOR_INDEX" val="1"/>
  <p:tag name="KSO_WM_UNIT_TEXT_FILL_TYPE" val="1"/>
  <p:tag name="KSO_WM_DIAGRAM_USE_COLOR_VALUE" val="{&quot;color_scheme&quot;:1,&quot;color_type&quot;:1,&quot;theme_color_indexes&quot;:[5,6,5,6,5,6]}"/>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m_h_i"/>
  <p:tag name="KSO_WM_UNIT_INDEX" val="1_1_2"/>
  <p:tag name="KSO_WM_UNIT_ID" val="diagram20235648_3*m_h_i*1_1_2"/>
  <p:tag name="KSO_WM_TEMPLATE_CATEGORY" val="diagram"/>
  <p:tag name="KSO_WM_TEMPLATE_INDEX" val="20235648"/>
  <p:tag name="KSO_WM_UNIT_LAYERLEVEL" val="1_1_1"/>
  <p:tag name="KSO_WM_TAG_VERSION" val="3.0"/>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m1-1"/>
  <p:tag name="KSO_WM_DIAGRAM_VERSION" val="3"/>
  <p:tag name="KSO_WM_DIAGRAM_COLOR_TRICK" val="1"/>
  <p:tag name="KSO_WM_DIAGRAM_COLOR_TEXT_CAN_REMOVE" val="n"/>
  <p:tag name="KSO_WM_UNIT_LINE_FORE_SCHEMECOLOR_INDEX" val="5"/>
  <p:tag name="KSO_WM_DIAGRAM_USE_COLOR_VALUE" val="{&quot;color_scheme&quot;:1,&quot;color_type&quot;:1,&quot;theme_color_indexes&quot;:[5,6,5,6,5,6]}"/>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2_1"/>
  <p:tag name="KSO_WM_UNIT_ID" val="diagram20235648_3*m_h_i*1_2_1"/>
  <p:tag name="KSO_WM_TEMPLATE_CATEGORY" val="diagram"/>
  <p:tag name="KSO_WM_TEMPLATE_INDEX" val="20235648"/>
  <p:tag name="KSO_WM_UNIT_LAYERLEVEL" val="1_1_1"/>
  <p:tag name="KSO_WM_TAG_VERSION" val="3.0"/>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1"/>
  <p:tag name="KSO_WM_UNIT_TEXT_FILL_TYPE" val="1"/>
  <p:tag name="KSO_WM_DIAGRAM_USE_COLOR_VALUE" val="{&quot;color_scheme&quot;:1,&quot;color_type&quot;:1,&quot;theme_color_indexes&quot;:[5,6,5,6,5,6]}"/>
</p:tagLst>
</file>

<file path=ppt/tags/tag42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m_h_a"/>
  <p:tag name="KSO_WM_UNIT_INDEX" val="1_2_1"/>
  <p:tag name="KSO_WM_UNIT_ID" val="diagram20235648_3*m_h_a*1_2_1"/>
  <p:tag name="KSO_WM_TEMPLATE_CATEGORY" val="diagram"/>
  <p:tag name="KSO_WM_TEMPLATE_INDEX" val="20235648"/>
  <p:tag name="KSO_WM_UNIT_LAYERLEVEL" val="1_1_1"/>
  <p:tag name="KSO_WM_TAG_VERSION" val="3.0"/>
  <p:tag name="KSO_WM_UNIT_VALUE" val="25"/>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GROUP_CODE" val="m1-1"/>
  <p:tag name="KSO_WM_DIAGRAM_VERSION" val="3"/>
  <p:tag name="KSO_WM_DIAGRAM_COLOR_TRICK" val="1"/>
  <p:tag name="KSO_WM_DIAGRAM_COLOR_TEXT_CAN_REMOVE" val="n"/>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42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2_1"/>
  <p:tag name="KSO_WM_UNIT_ID" val="diagram20235648_3*m_h_f*1_2_1"/>
  <p:tag name="KSO_WM_TEMPLATE_CATEGORY" val="diagram"/>
  <p:tag name="KSO_WM_TEMPLATE_INDEX" val="20235648"/>
  <p:tag name="KSO_WM_UNIT_LAYERLEVEL" val="1_1_1"/>
  <p:tag name="KSO_WM_TAG_VERSION" val="3.0"/>
  <p:tag name="KSO_WM_UNIT_VALUE" val="111"/>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GROUP_CODE" val="m1-1"/>
  <p:tag name="KSO_WM_DIAGRAM_VERSION" val="3"/>
  <p:tag name="KSO_WM_DIAGRAM_COLOR_TRICK" val="1"/>
  <p:tag name="KSO_WM_DIAGRAM_COLOR_TEXT_CAN_REMOVE" val="n"/>
  <p:tag name="KSO_WM_UNIT_PRESET_TEXT" val="单击此处添加正文，文字是您思想的提炼，为了最终演示发布的良好效果。根据需要可酌情增减文字，单击编辑正文，请言简意赅的阐述观点，以便观者解您所传达的信息。"/>
  <p:tag name="KSO_WM_UNIT_TEXT_FILL_FORE_SCHEMECOLOR_INDEX" val="1"/>
  <p:tag name="KSO_WM_UNIT_TEXT_FILL_TYPE" val="1"/>
  <p:tag name="KSO_WM_DIAGRAM_USE_COLOR_VALUE" val="{&quot;color_scheme&quot;:1,&quot;color_type&quot;:1,&quot;theme_color_indexes&quot;:[5,6,5,6,5,6]}"/>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m_h_i"/>
  <p:tag name="KSO_WM_UNIT_INDEX" val="1_2_2"/>
  <p:tag name="KSO_WM_UNIT_ID" val="diagram20235648_3*m_h_i*1_2_2"/>
  <p:tag name="KSO_WM_TEMPLATE_CATEGORY" val="diagram"/>
  <p:tag name="KSO_WM_TEMPLATE_INDEX" val="20235648"/>
  <p:tag name="KSO_WM_UNIT_LAYERLEVEL" val="1_1_1"/>
  <p:tag name="KSO_WM_TAG_VERSION" val="3.0"/>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m1-1"/>
  <p:tag name="KSO_WM_DIAGRAM_VERSION" val="3"/>
  <p:tag name="KSO_WM_DIAGRAM_COLOR_TRICK" val="1"/>
  <p:tag name="KSO_WM_DIAGRAM_COLOR_TEXT_CAN_REMOVE" val="n"/>
  <p:tag name="KSO_WM_UNIT_LINE_FORE_SCHEMECOLOR_INDEX" val="5"/>
  <p:tag name="KSO_WM_DIAGRAM_USE_COLOR_VALUE" val="{&quot;color_scheme&quot;:1,&quot;color_type&quot;:1,&quot;theme_color_indexes&quot;:[5,6,5,6,5,6]}"/>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3_1"/>
  <p:tag name="KSO_WM_UNIT_ID" val="diagram20235648_3*m_h_i*1_3_1"/>
  <p:tag name="KSO_WM_TEMPLATE_CATEGORY" val="diagram"/>
  <p:tag name="KSO_WM_TEMPLATE_INDEX" val="20235648"/>
  <p:tag name="KSO_WM_UNIT_LAYERLEVEL" val="1_1_1"/>
  <p:tag name="KSO_WM_TAG_VERSION" val="3.0"/>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1"/>
  <p:tag name="KSO_WM_UNIT_TEXT_FILL_TYPE" val="1"/>
  <p:tag name="KSO_WM_DIAGRAM_USE_COLOR_VALUE" val="{&quot;color_scheme&quot;:1,&quot;color_type&quot;:1,&quot;theme_color_indexes&quot;:[5,6,5,6,5,6]}"/>
</p:tagLst>
</file>

<file path=ppt/tags/tag42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m_h_a"/>
  <p:tag name="KSO_WM_UNIT_INDEX" val="1_3_1"/>
  <p:tag name="KSO_WM_UNIT_ID" val="diagram20235648_3*m_h_a*1_3_1"/>
  <p:tag name="KSO_WM_TEMPLATE_CATEGORY" val="diagram"/>
  <p:tag name="KSO_WM_TEMPLATE_INDEX" val="20235648"/>
  <p:tag name="KSO_WM_UNIT_LAYERLEVEL" val="1_1_1"/>
  <p:tag name="KSO_WM_TAG_VERSION" val="3.0"/>
  <p:tag name="KSO_WM_UNIT_VALUE" val="25"/>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GROUP_CODE" val="m1-1"/>
  <p:tag name="KSO_WM_DIAGRAM_VERSION" val="3"/>
  <p:tag name="KSO_WM_DIAGRAM_COLOR_TRICK" val="1"/>
  <p:tag name="KSO_WM_DIAGRAM_COLOR_TEXT_CAN_REMOVE" val="n"/>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42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3_1"/>
  <p:tag name="KSO_WM_UNIT_ID" val="diagram20235648_3*m_h_f*1_3_1"/>
  <p:tag name="KSO_WM_TEMPLATE_CATEGORY" val="diagram"/>
  <p:tag name="KSO_WM_TEMPLATE_INDEX" val="20235648"/>
  <p:tag name="KSO_WM_UNIT_LAYERLEVEL" val="1_1_1"/>
  <p:tag name="KSO_WM_TAG_VERSION" val="3.0"/>
  <p:tag name="KSO_WM_UNIT_VALUE" val="111"/>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GROUP_CODE" val="m1-1"/>
  <p:tag name="KSO_WM_DIAGRAM_VERSION" val="3"/>
  <p:tag name="KSO_WM_DIAGRAM_COLOR_TRICK" val="1"/>
  <p:tag name="KSO_WM_DIAGRAM_COLOR_TEXT_CAN_REMOVE" val="n"/>
  <p:tag name="KSO_WM_UNIT_PRESET_TEXT" val="单击此处添加编辑正文，文字是您思想的提炼，为了最终演示发布的良好效果。根据需要可酌情增减文字，单击编辑正文，请言简意赅的阐述观点，以便观者解您所传达的信息。"/>
  <p:tag name="KSO_WM_UNIT_TEXT_FILL_FORE_SCHEMECOLOR_INDEX" val="1"/>
  <p:tag name="KSO_WM_UNIT_TEXT_FILL_TYPE" val="1"/>
  <p:tag name="KSO_WM_DIAGRAM_USE_COLOR_VALUE" val="{&quot;color_scheme&quot;:1,&quot;color_type&quot;:1,&quot;theme_color_indexes&quot;:[5,6,5,6,5,6]}"/>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m_h_i"/>
  <p:tag name="KSO_WM_UNIT_INDEX" val="1_3_2"/>
  <p:tag name="KSO_WM_UNIT_ID" val="diagram20235648_3*m_h_i*1_3_2"/>
  <p:tag name="KSO_WM_TEMPLATE_CATEGORY" val="diagram"/>
  <p:tag name="KSO_WM_TEMPLATE_INDEX" val="20235648"/>
  <p:tag name="KSO_WM_UNIT_LAYERLEVEL" val="1_1_1"/>
  <p:tag name="KSO_WM_TAG_VERSION" val="3.0"/>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m1-1"/>
  <p:tag name="KSO_WM_DIAGRAM_VERSION" val="3"/>
  <p:tag name="KSO_WM_DIAGRAM_COLOR_TRICK" val="1"/>
  <p:tag name="KSO_WM_DIAGRAM_COLOR_TEXT_CAN_REMOVE" val="n"/>
  <p:tag name="KSO_WM_UNIT_LINE_FORE_SCHEMECOLOR_INDEX" val="5"/>
  <p:tag name="KSO_WM_DIAGRAM_USE_COLOR_VALUE" val="{&quot;color_scheme&quot;:1,&quot;color_type&quot;:1,&quot;theme_color_indexes&quot;:[5,6,5,6,5,6]}"/>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4_1"/>
  <p:tag name="KSO_WM_UNIT_ID" val="diagram20235648_3*m_h_i*1_4_1"/>
  <p:tag name="KSO_WM_TEMPLATE_CATEGORY" val="diagram"/>
  <p:tag name="KSO_WM_TEMPLATE_INDEX" val="20235648"/>
  <p:tag name="KSO_WM_UNIT_LAYERLEVEL" val="1_1_1"/>
  <p:tag name="KSO_WM_TAG_VERSION" val="3.0"/>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1"/>
  <p:tag name="KSO_WM_UNIT_TEXT_FILL_TYPE" val="1"/>
  <p:tag name="KSO_WM_DIAGRAM_USE_COLOR_VALUE" val="{&quot;color_scheme&quot;:1,&quot;color_type&quot;:1,&quot;theme_color_indexes&quot;:[5,6,5,6,5,6]}"/>
</p:tagLst>
</file>

<file path=ppt/tags/tag43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m_h_a"/>
  <p:tag name="KSO_WM_UNIT_INDEX" val="1_4_1"/>
  <p:tag name="KSO_WM_UNIT_ID" val="diagram20235648_3*m_h_a*1_4_1"/>
  <p:tag name="KSO_WM_TEMPLATE_CATEGORY" val="diagram"/>
  <p:tag name="KSO_WM_TEMPLATE_INDEX" val="20235648"/>
  <p:tag name="KSO_WM_UNIT_LAYERLEVEL" val="1_1_1"/>
  <p:tag name="KSO_WM_TAG_VERSION" val="3.0"/>
  <p:tag name="KSO_WM_UNIT_VALUE" val="25"/>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GROUP_CODE" val="m1-1"/>
  <p:tag name="KSO_WM_DIAGRAM_VERSION" val="3"/>
  <p:tag name="KSO_WM_DIAGRAM_COLOR_TRICK" val="1"/>
  <p:tag name="KSO_WM_DIAGRAM_COLOR_TEXT_CAN_REMOVE" val="n"/>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43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4_1"/>
  <p:tag name="KSO_WM_UNIT_ID" val="diagram20235648_3*m_h_f*1_4_1"/>
  <p:tag name="KSO_WM_TEMPLATE_CATEGORY" val="diagram"/>
  <p:tag name="KSO_WM_TEMPLATE_INDEX" val="20235648"/>
  <p:tag name="KSO_WM_UNIT_LAYERLEVEL" val="1_1_1"/>
  <p:tag name="KSO_WM_TAG_VERSION" val="3.0"/>
  <p:tag name="KSO_WM_UNIT_VALUE" val="111"/>
  <p:tag name="KSO_WM_DIAGRAM_MAX_ITEMCNT" val="4"/>
  <p:tag name="KSO_WM_DIAGRAM_MIN_ITEMCNT" val="2"/>
  <p:tag name="KSO_WM_DIAGRAM_VIRTUALLY_FRAME" val="{&quot;height&quot;:515.325,&quot;left&quot;:15.229727365509643,&quot;top&quot;:25.775,&quot;width&quot;:925.52697429464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GROUP_CODE" val="m1-1"/>
  <p:tag name="KSO_WM_DIAGRAM_VERSION" val="3"/>
  <p:tag name="KSO_WM_DIAGRAM_COLOR_TRICK" val="1"/>
  <p:tag name="KSO_WM_DIAGRAM_COLOR_TEXT_CAN_REMOVE" val="n"/>
  <p:tag name="KSO_WM_UNIT_PRESET_TEXT" val="单击此处添加正文，文字是您思想的提炼，为了最终演示发布的良好效果。根据需要可酌情增减文字，单击编辑正文，请言简意赅的阐述观点，以便观者解您所传达的信息。"/>
  <p:tag name="KSO_WM_UNIT_TEXT_FILL_FORE_SCHEMECOLOR_INDEX" val="1"/>
  <p:tag name="KSO_WM_UNIT_TEXT_FILL_TYPE" val="1"/>
  <p:tag name="KSO_WM_DIAGRAM_USE_COLOR_VALUE" val="{&quot;color_scheme&quot;:1,&quot;color_type&quot;:1,&quot;theme_color_indexes&quot;:[5,6,5,6,5,6]}"/>
</p:tagLst>
</file>

<file path=ppt/tags/tag433.xml><?xml version="1.0" encoding="utf-8"?>
<p:tagLst xmlns:p="http://schemas.openxmlformats.org/presentationml/2006/main">
  <p:tag name="KSO_WM_BEAUTIFY_FLAG" val="#wm#"/>
  <p:tag name="KSO_WM_TEMPLATE_CATEGORY" val="custom"/>
  <p:tag name="KSO_WM_TEMPLATE_INDEX" val="20235633"/>
</p:tagLst>
</file>

<file path=ppt/tags/tag434.xml><?xml version="1.0" encoding="utf-8"?>
<p:tagLst xmlns:p="http://schemas.openxmlformats.org/presentationml/2006/main">
  <p:tag name="KSO_WM_BEAUTIFY_FLAG" val="#wm#"/>
  <p:tag name="KSO_WM_TEMPLATE_CATEGORY" val="custom"/>
  <p:tag name="KSO_WM_TEMPLATE_INDEX" val="20235633"/>
</p:tagLst>
</file>

<file path=ppt/tags/tag43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5239_1*a*1"/>
  <p:tag name="KSO_WM_TEMPLATE_CATEGORY" val="custom"/>
  <p:tag name="KSO_WM_TEMPLATE_INDEX" val="20235239"/>
  <p:tag name="KSO_WM_UNIT_LAYERLEVEL" val="1"/>
  <p:tag name="KSO_WM_TAG_VERSION" val="3.0"/>
  <p:tag name="KSO_WM_BEAUTIFY_FLAG" val="#wm#"/>
  <p:tag name="KSO_WM_UNIT_PRESET_TEXT" val="单击此处添加标题内容"/>
  <p:tag name="KSO_WM_UNIT_TEXT_TYPE" val="1"/>
  <p:tag name="KSO_WM_UNIT_USESOURCEFORMAT_APPLY" val="1"/>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5239_1*i*1"/>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5239_1*i*2"/>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35239_1*i*3"/>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35239_1*i*4"/>
  <p:tag name="KSO_WM_TEMPLATE_CATEGORY" val="custom"/>
  <p:tag name="KSO_WM_TEMPLATE_INDEX" val="20235239"/>
  <p:tag name="KSO_WM_UNIT_LAYERLEVEL" val="1"/>
  <p:tag name="KSO_WM_TAG_VERSION" val="3.0"/>
  <p:tag name="KSO_WM_BEAUTIFY_FLAG" val="#wm#"/>
  <p:tag name="KSO_WM_UNIT_FILL_FORE_SCHEMECOLOR_INDEX" val="5"/>
  <p:tag name="KSO_WM_UNIT_TEXT_FILL_FORE_SCHEMECOLOR_INDEX" val="13"/>
  <p:tag name="KSO_WM_UNIT_TEXT_FILL_TYPE" val="1"/>
  <p:tag name="KSO_WM_UNIT_USESOURCEFORMAT_APPLY" val="1"/>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35239_1*i*5"/>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35239_1*i*6"/>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35239_1*i*7"/>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custom20235239_1*i*8"/>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custom20235239_1*i*9"/>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0"/>
  <p:tag name="KSO_WM_UNIT_ID" val="custom20235239_1*i*10"/>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1"/>
  <p:tag name="KSO_WM_UNIT_ID" val="custom20235239_1*i*11"/>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2"/>
  <p:tag name="KSO_WM_UNIT_ID" val="custom20235239_1*i*12"/>
  <p:tag name="KSO_WM_TEMPLATE_CATEGORY" val="custom"/>
  <p:tag name="KSO_WM_TEMPLATE_INDEX" val="20235239"/>
  <p:tag name="KSO_WM_UNIT_LAYERLEVEL" val="1"/>
  <p:tag name="KSO_WM_TAG_VERSION" val="3.0"/>
  <p:tag name="KSO_WM_BEAUTIFY_FLAG" val="#wm#"/>
  <p:tag name="KSO_WM_UNIT_FILL_FORE_SCHEMECOLOR_INDEX" val="5"/>
  <p:tag name="KSO_WM_UNIT_TEXT_FILL_FORE_SCHEMECOLOR_INDEX" val="13"/>
  <p:tag name="KSO_WM_UNIT_TEXT_FILL_TYPE" val="1"/>
  <p:tag name="KSO_WM_UNIT_USESOURCEFORMAT_APPLY" val="1"/>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3"/>
  <p:tag name="KSO_WM_UNIT_ID" val="custom20235239_1*i*13"/>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4"/>
  <p:tag name="KSO_WM_UNIT_ID" val="custom20235239_1*i*14"/>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5"/>
  <p:tag name="KSO_WM_UNIT_ID" val="custom20235239_1*i*15"/>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6"/>
  <p:tag name="KSO_WM_UNIT_ID" val="custom20235239_1*i*16"/>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i"/>
  <p:tag name="KSO_WM_UNIT_INDEX" val="1_1"/>
  <p:tag name="KSO_WM_UNIT_ID" val="diagram20235649_1*l_i*1_1"/>
  <p:tag name="KSO_WM_TEMPLATE_CATEGORY" val="diagram"/>
  <p:tag name="KSO_WM_TEMPLATE_INDEX" val="20235649"/>
  <p:tag name="KSO_WM_UNIT_LAYERLEVEL" val="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94.1,&quot;left&quot;:46.9442261597279,&quot;top&quot;:124.85000000000002,&quot;width&quot;:599.5064037615319}"/>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4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649_1*l_h_f*1_1_1"/>
  <p:tag name="KSO_WM_TEMPLATE_CATEGORY" val="diagram"/>
  <p:tag name="KSO_WM_TEMPLATE_INDEX" val="20235649"/>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94.1,&quot;left&quot;:46.9442261597279,&quot;top&quot;:124.85000000000002,&quot;width&quot;:599.50640376153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请尽量简明扼要地阐述您的内容观点。根据需要可酌情增减文字，以便观者能够准确地理解您传达的思想。"/>
  <p:tag name="KSO_WM_UNIT_TEXT_FILL_FORE_SCHEMECOLOR_INDEX" val="1"/>
  <p:tag name="KSO_WM_UNIT_TEXT_FILL_TYPE" val="1"/>
  <p:tag name="KSO_WM_UNIT_USESOURCEFORMAT_APPLY" val="1"/>
</p:tagLst>
</file>

<file path=ppt/tags/tag45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649_1*l_h_f*1_2_1"/>
  <p:tag name="KSO_WM_TEMPLATE_CATEGORY" val="diagram"/>
  <p:tag name="KSO_WM_TEMPLATE_INDEX" val="20235649"/>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94.1,&quot;left&quot;:46.9442261597279,&quot;top&quot;:124.85000000000002,&quot;width&quot;:599.50640376153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可酌情增减你的文字内容。"/>
  <p:tag name="KSO_WM_UNIT_TEXT_FILL_FORE_SCHEMECOLOR_INDEX" val="1"/>
  <p:tag name="KSO_WM_UNIT_TEXT_FILL_TYPE" val="1"/>
  <p:tag name="KSO_WM_UNIT_USESOURCEFORMAT_APPLY" val="1"/>
</p:tagLst>
</file>

<file path=ppt/tags/tag45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649_1*l_h_i*1_1_1"/>
  <p:tag name="KSO_WM_TEMPLATE_CATEGORY" val="diagram"/>
  <p:tag name="KSO_WM_TEMPLATE_INDEX" val="20235649"/>
  <p:tag name="KSO_WM_UNIT_LAYERLEVEL" val="1_1_1"/>
  <p:tag name="KSO_WM_TAG_VERSION" val="3.0"/>
  <p:tag name="KSO_WM_DIAGRAM_MAX_ITEMCNT" val="6"/>
  <p:tag name="KSO_WM_DIAGRAM_MIN_ITEMCNT" val="2"/>
  <p:tag name="KSO_WM_DIAGRAM_VIRTUALLY_FRAME" val="{&quot;height&quot;:394.1,&quot;left&quot;:46.9442261597279,&quot;top&quot;:124.85000000000002,&quot;width&quot;:599.5064037615319}"/>
  <p:tag name="KSO_WM_DIAGRAM_COLOR_MATCH_VALUE" val="{&quot;shape&quot;:{&quot;fill&quot;:{&quot;type&quot;:0},&quot;glow&quot;:{&quot;colorType&quot;:0},&quot;line&quot;:{&quot;solidLine&quot;:{&quot;brightness&quot;:0.5,&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UNIT_LINE_FILL_TYPE" val="2"/>
  <p:tag name="KSO_WM_UNIT_USESOURCEFORMAT_APPLY" val="1"/>
</p:tagLst>
</file>

<file path=ppt/tags/tag456.xml><?xml version="1.0" encoding="utf-8"?>
<p:tagLst xmlns:p="http://schemas.openxmlformats.org/presentationml/2006/main">
  <p:tag name="KSO_WM_SLIDE_ID" val="custom20235239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5239"/>
  <p:tag name="KSO_WM_SLIDE_TYPE" val="text"/>
  <p:tag name="KSO_WM_SLIDE_SUBTYPE" val="picTxt"/>
  <p:tag name="KSO_WM_SLIDE_SIZE" val="552.439*359.95"/>
  <p:tag name="KSO_WM_SLIDE_POSITION" val="47.75*132"/>
  <p:tag name="KSO_WM_SLIDE_LAYOUT" val="a_l"/>
  <p:tag name="KSO_WM_SLIDE_LAYOUT_CNT" val="1_1"/>
  <p:tag name="KSO_WM_SPECIAL_SOURCE" val="bdnull"/>
  <p:tag name="KSO_WM_DIAGRAM_GROUP_CODE" val="l1-1"/>
  <p:tag name="KSO_WM_SLIDE_DIAGTYPE" val="l"/>
</p:tagLst>
</file>

<file path=ppt/tags/tag457.xml><?xml version="1.0" encoding="utf-8"?>
<p:tagLst xmlns:p="http://schemas.openxmlformats.org/presentationml/2006/main">
  <p:tag name="TABLE_ENDDRAG_ORIGIN_RECT" val="825*189"/>
  <p:tag name="TABLE_ENDDRAG_RECT" val="67*213*825*189"/>
</p:tagLst>
</file>

<file path=ppt/tags/tag45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438_1*l_h_f*1_2_1"/>
  <p:tag name="KSO_WM_TEMPLATE_CATEGORY" val="diagram"/>
  <p:tag name="KSO_WM_TEMPLATE_INDEX" val="20235438"/>
  <p:tag name="KSO_WM_UNIT_LAYERLEVEL" val="1_1_1"/>
  <p:tag name="KSO_WM_TAG_VERSION" val="3.0"/>
  <p:tag name="KSO_WM_BEAUTIFY_FLAG" val="#wm#"/>
  <p:tag name="KSO_WM_DIAGRAM_VERSION" val="3"/>
  <p:tag name="KSO_WM_DIAGRAM_COLOR_TRICK" val="1"/>
  <p:tag name="KSO_WM_DIAGRAM_COLOR_TEXT_CAN_REMOVE" val="n"/>
  <p:tag name="KSO_WM_UNIT_TEXT_LAYER_COUNT" val="1"/>
  <p:tag name="KSO_WM_DIAGRAM_GROUP_CODE" val="l1-1"/>
  <p:tag name="KSO_WM_UNIT_PRESET_TEXT" val="单击此处添加文本具体内容，根据需要可酌情增减文字，以便观者理解您的思想。单击此处添加文本具体内容，简明扼要地阐述观点。单击此处添加文本具体内容，根据需要可酌情增减文字，以便观者理解您的思想。单击此处添加文本具体内容，简明扼要地阐述观点。单击此处添加文本具体内容，根据需要可酌情增减文字，以便观者理解您的思想。简明扼要地阐述观点。"/>
  <p:tag name="KSO_WM_UNIT_TEXT_FILL_FORE_SCHEMECOLOR_INDEX" val="1"/>
  <p:tag name="KSO_WM_UNIT_TEXT_FILL_TYPE" val="1"/>
  <p:tag name="KSO_WM_UNIT_TEXT_TYPE" val="1"/>
  <p:tag name="KSO_WM_DIAGRAM_MAX_ITEMCNT" val="3"/>
  <p:tag name="KSO_WM_DIAGRAM_MIN_ITEMCNT" val="2"/>
  <p:tag name="KSO_WM_DIAGRAM_VIRTUALLY_FRAME" val="{&quot;height&quot;:450.25,&quot;left&quot;:38.35,&quot;top&quot;:42.65,&quot;width&quot;:437.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5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5438_1*l_h_a*1_2_1"/>
  <p:tag name="KSO_WM_TEMPLATE_CATEGORY" val="diagram"/>
  <p:tag name="KSO_WM_TEMPLATE_INDEX" val="2023543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PRESET_TEXT" val="单击添加项标题内容"/>
  <p:tag name="KSO_WM_UNIT_TEXT_FILL_FORE_SCHEMECOLOR_INDEX" val="1"/>
  <p:tag name="KSO_WM_UNIT_TEXT_FILL_TYPE" val="1"/>
  <p:tag name="KSO_WM_UNIT_TEXT_TYPE" val="1"/>
  <p:tag name="KSO_WM_DIAGRAM_MAX_ITEMCNT" val="3"/>
  <p:tag name="KSO_WM_DIAGRAM_MIN_ITEMCNT" val="2"/>
  <p:tag name="KSO_WM_DIAGRAM_VIRTUALLY_FRAME" val="{&quot;height&quot;:450.25,&quot;left&quot;:38.35,&quot;top&quot;:42.65,&quot;width&quot;:437.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60.xml><?xml version="1.0" encoding="utf-8"?>
<p:tagLst xmlns:p="http://schemas.openxmlformats.org/presentationml/2006/main">
  <p:tag name="KSO_WM_SLIDE_ID" val="custom2023366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3666"/>
  <p:tag name="KSO_WM_SLIDE_TYPE" val="text"/>
  <p:tag name="KSO_WM_SLIDE_SUBTYPE" val="picTxt"/>
  <p:tag name="KSO_WM_SLIDE_SIZE" val="408.825*360.2"/>
  <p:tag name="KSO_WM_SLIDE_POSITION" val="47.925*132.7"/>
  <p:tag name="KSO_WM_SLIDE_LAYOUT" val="a_β_l"/>
  <p:tag name="KSO_WM_SLIDE_LAYOUT_CNT" val="1_1_1"/>
  <p:tag name="KSO_WM_SPECIAL_SOURCE" val="bdnull"/>
  <p:tag name="KSO_WM_DIAGRAM_GROUP_CODE" val="l1-1"/>
  <p:tag name="KSO_WM_SLIDE_DIAGTYPE" val="l"/>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3042_1*i*1"/>
  <p:tag name="KSO_WM_TEMPLATE_CATEGORY" val="custom"/>
  <p:tag name="KSO_WM_TEMPLATE_INDEX" val="40493042"/>
  <p:tag name="KSO_WM_UNIT_LAYERLEVEL" val="1"/>
  <p:tag name="KSO_WM_TAG_VERSION" val="3.0"/>
  <p:tag name="KSO_WM_BEAUTIFY_FLAG" val="#wm#"/>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3042_1*i*2"/>
  <p:tag name="KSO_WM_TEMPLATE_CATEGORY" val="custom"/>
  <p:tag name="KSO_WM_TEMPLATE_INDEX" val="40493042"/>
  <p:tag name="KSO_WM_UNIT_LAYERLEVEL" val="1"/>
  <p:tag name="KSO_WM_TAG_VERSION" val="3.0"/>
  <p:tag name="KSO_WM_BEAUTIFY_FLAG" val="#wm#"/>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40493042_1*i*3"/>
  <p:tag name="KSO_WM_TEMPLATE_CATEGORY" val="custom"/>
  <p:tag name="KSO_WM_TEMPLATE_INDEX" val="40493042"/>
  <p:tag name="KSO_WM_UNIT_LAYERLEVEL" val="1"/>
  <p:tag name="KSO_WM_TAG_VERSION" val="3.0"/>
  <p:tag name="KSO_WM_BEAUTIFY_FLAG" val="#wm#"/>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40493042_1*i*4"/>
  <p:tag name="KSO_WM_TEMPLATE_CATEGORY" val="custom"/>
  <p:tag name="KSO_WM_TEMPLATE_INDEX" val="40493042"/>
  <p:tag name="KSO_WM_UNIT_LAYERLEVEL" val="1"/>
  <p:tag name="KSO_WM_TAG_VERSION" val="3.0"/>
  <p:tag name="KSO_WM_BEAUTIFY_FLAG" val="#wm#"/>
</p:tagLst>
</file>

<file path=ppt/tags/tag46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3042_1*a*1"/>
  <p:tag name="KSO_WM_TEMPLATE_CATEGORY" val="custom"/>
  <p:tag name="KSO_WM_TEMPLATE_INDEX" val="40493042"/>
  <p:tag name="KSO_WM_UNIT_LAYERLEVEL" val="1"/>
  <p:tag name="KSO_WM_TAG_VERSION" val="3.0"/>
  <p:tag name="KSO_WM_BEAUTIFY_FLAG" val="#wm#"/>
  <p:tag name="KSO_WM_UNIT_VALUE" val="30"/>
  <p:tag name="KSO_WM_UNIT_PRESET_TEXT" val="添加页标题"/>
  <p:tag name="KSO_WM_UNIT_TEXT_TYPE" val="1"/>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40493042_1*i*5"/>
  <p:tag name="KSO_WM_TEMPLATE_CATEGORY" val="custom"/>
  <p:tag name="KSO_WM_TEMPLATE_INDEX" val="40493042"/>
  <p:tag name="KSO_WM_UNIT_LAYERLEVEL" val="1"/>
  <p:tag name="KSO_WM_TAG_VERSION" val="3.0"/>
  <p:tag name="KSO_WM_BEAUTIFY_FLAG" val="#wm#"/>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40493042_1*i*6"/>
  <p:tag name="KSO_WM_TEMPLATE_CATEGORY" val="custom"/>
  <p:tag name="KSO_WM_TEMPLATE_INDEX" val="40493042"/>
  <p:tag name="KSO_WM_UNIT_LAYERLEVEL" val="1"/>
  <p:tag name="KSO_WM_TAG_VERSION" val="3.0"/>
  <p:tag name="KSO_WM_BEAUTIFY_FLAG" val="#wm#"/>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40493042_1*i*7"/>
  <p:tag name="KSO_WM_TEMPLATE_CATEGORY" val="custom"/>
  <p:tag name="KSO_WM_TEMPLATE_INDEX" val="40493042"/>
  <p:tag name="KSO_WM_UNIT_LAYERLEVEL" val="1"/>
  <p:tag name="KSO_WM_TAG_VERSION" val="3.0"/>
  <p:tag name="KSO_WM_BEAUTIFY_FLAG" val="#wm#"/>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40493042_1*i*8"/>
  <p:tag name="KSO_WM_TEMPLATE_CATEGORY" val="custom"/>
  <p:tag name="KSO_WM_TEMPLATE_INDEX" val="40493042"/>
  <p:tag name="KSO_WM_UNIT_LAYERLEVEL" val="1"/>
  <p:tag name="KSO_WM_TAG_VERSION" val="3.0"/>
  <p:tag name="KSO_WM_BEAUTIFY_FLAG" val="#wm#"/>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40493042_1*i*9"/>
  <p:tag name="KSO_WM_TEMPLATE_CATEGORY" val="custom"/>
  <p:tag name="KSO_WM_TEMPLATE_INDEX" val="40493042"/>
  <p:tag name="KSO_WM_UNIT_LAYERLEVEL" val="1"/>
  <p:tag name="KSO_WM_TAG_VERSION" val="3.0"/>
  <p:tag name="KSO_WM_BEAUTIFY_FLAG" val="#wm#"/>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40493042_1*i*10"/>
  <p:tag name="KSO_WM_TEMPLATE_CATEGORY" val="custom"/>
  <p:tag name="KSO_WM_TEMPLATE_INDEX" val="40493042"/>
  <p:tag name="KSO_WM_UNIT_LAYERLEVEL" val="1"/>
  <p:tag name="KSO_WM_TAG_VERSION" val="3.0"/>
  <p:tag name="KSO_WM_BEAUTIFY_FLAG" val="#wm#"/>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custom40493042_1*i*11"/>
  <p:tag name="KSO_WM_TEMPLATE_CATEGORY" val="custom"/>
  <p:tag name="KSO_WM_TEMPLATE_INDEX" val="40493042"/>
  <p:tag name="KSO_WM_UNIT_LAYERLEVEL" val="1"/>
  <p:tag name="KSO_WM_TAG_VERSION" val="3.0"/>
  <p:tag name="KSO_WM_BEAUTIFY_FLAG" val="#wm#"/>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custom40493042_1*i*12"/>
  <p:tag name="KSO_WM_TEMPLATE_CATEGORY" val="custom"/>
  <p:tag name="KSO_WM_TEMPLATE_INDEX" val="40493042"/>
  <p:tag name="KSO_WM_UNIT_LAYERLEVEL" val="1"/>
  <p:tag name="KSO_WM_TAG_VERSION" val="3.0"/>
  <p:tag name="KSO_WM_BEAUTIFY_FLAG" val="#wm#"/>
</p:tagLst>
</file>

<file path=ppt/tags/tag474.xml><?xml version="1.0" encoding="utf-8"?>
<p:tagLst xmlns:p="http://schemas.openxmlformats.org/presentationml/2006/main">
  <p:tag name="TABLE_ENDDRAG_ORIGIN_RECT" val="825*83"/>
  <p:tag name="TABLE_ENDDRAG_RECT" val="67*243*825*83"/>
</p:tagLst>
</file>

<file path=ppt/tags/tag475.xml><?xml version="1.0" encoding="utf-8"?>
<p:tagLst xmlns:p="http://schemas.openxmlformats.org/presentationml/2006/main">
  <p:tag name="KSO_WM_SLIDE_ID" val="custom40493042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3042"/>
  <p:tag name="KSO_WM_SLIDE_TYPE" val="text"/>
  <p:tag name="KSO_WM_SLIDE_SUBTYPE" val="picTxt"/>
  <p:tag name="KSO_WM_SLIDE_SIZE" val="960*540"/>
  <p:tag name="KSO_WM_SLIDE_POSITION" val="0*0"/>
  <p:tag name="KSO_WM_SLIDE_LAYOUT" val="a_β"/>
  <p:tag name="KSO_WM_SLIDE_LAYOUT_CNT" val="1_1"/>
  <p:tag name="KSO_WM_SPECIAL_SOURCE" val="bdnull"/>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3*a*1"/>
  <p:tag name="KSO_WM_TEMPLATE_CATEGORY" val="diagram"/>
  <p:tag name="KSO_WM_TEMPLATE_INDEX" val="20235142"/>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PRESET_TEXT" val="单击此处添加标题"/>
  <p:tag name="KSO_WM_UNIT_TEXT_TYPE" val="1"/>
  <p:tag name="KSO_WM_UNIT_USESOURCEFORMAT_APPLY" val="1"/>
</p:tagLst>
</file>

<file path=ppt/tags/tag47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42_1*l_h_i*1_2_1"/>
  <p:tag name="KSO_WM_TEMPLATE_CATEGORY" val="diagram"/>
  <p:tag name="KSO_WM_TEMPLATE_INDEX" val="20235142"/>
  <p:tag name="KSO_WM_UNIT_LAYERLEVEL" val="1_1_1"/>
  <p:tag name="KSO_WM_TAG_VERSION" val="3.0"/>
  <p:tag name="KSO_WM_BEAUTIFY_FLAG" val="#wm#"/>
  <p:tag name="KSO_WM_UNIT_FILL_TYPE" val="3"/>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gradient&quot;:[{&quot;brightness&quot;:0.550000011920929,&quot;colorType&quot;:1,&quot;foreColorIndex&quot;:5,&quot;pos&quot;:0,&quot;transparency&quot;:0.800000011920929},{&quot;brightness&quot;:0,&quot;colorType&quot;:1,&quot;foreColorIndex&quot;:5,&quot;pos&quot;:1,&quot;transparency&quot;:0.69999998807907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47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42_1*l_h_i*1_1_1"/>
  <p:tag name="KSO_WM_TEMPLATE_CATEGORY" val="diagram"/>
  <p:tag name="KSO_WM_TEMPLATE_INDEX" val="20235142"/>
  <p:tag name="KSO_WM_UNIT_LAYERLEVEL" val="1_1_1"/>
  <p:tag name="KSO_WM_TAG_VERSION" val="3.0"/>
  <p:tag name="KSO_WM_BEAUTIFY_FLAG" val="#wm#"/>
  <p:tag name="KSO_WM_UNIT_FILL_TYPE" val="3"/>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gradient&quot;:[{&quot;brightness&quot;:0.550000011920929,&quot;colorType&quot;:1,&quot;foreColorIndex&quot;:5,&quot;pos&quot;:0,&quot;transparency&quot;:0.800000011920929},{&quot;brightness&quot;:0,&quot;colorType&quot;:1,&quot;foreColorIndex&quot;:5,&quot;pos&quot;:1,&quot;transparency&quot;:0.69999998807907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47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5142_1*l_h_i*1_1_2"/>
  <p:tag name="KSO_WM_TEMPLATE_CATEGORY" val="diagram"/>
  <p:tag name="KSO_WM_TEMPLATE_INDEX" val="20235142"/>
  <p:tag name="KSO_WM_UNIT_LAYERLEVEL" val="1_1_1"/>
  <p:tag name="KSO_WM_TAG_VERSION" val="3.0"/>
  <p:tag name="KSO_WM_BEAUTIFY_FLAG" val="#wm#"/>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1"/>
</p:tagLst>
</file>

<file path=ppt/tags/tag48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42_1*l_h_i*1_2_2"/>
  <p:tag name="KSO_WM_TEMPLATE_CATEGORY" val="diagram"/>
  <p:tag name="KSO_WM_TEMPLATE_INDEX" val="20235142"/>
  <p:tag name="KSO_WM_UNIT_LAYERLEVEL" val="1_1_1"/>
  <p:tag name="KSO_WM_TAG_VERSION" val="3.0"/>
  <p:tag name="KSO_WM_BEAUTIFY_FLAG" val="#wm#"/>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13"/>
  <p:tag name="KSO_WM_UNIT_TEXT_FILL_TYPE" val="1"/>
  <p:tag name="KSO_WM_UNIT_USESOURCEFORMAT_APPLY" val="1"/>
</p:tagLst>
</file>

<file path=ppt/tags/tag48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2_1*l_h_f*1_1_1"/>
  <p:tag name="KSO_WM_TEMPLATE_CATEGORY" val="diagram"/>
  <p:tag name="KSO_WM_TEMPLATE_INDEX" val="20235142"/>
  <p:tag name="KSO_WM_UNIT_LAYERLEVEL" val="1_1_1"/>
  <p:tag name="KSO_WM_TAG_VERSION" val="3.0"/>
  <p:tag name="KSO_WM_BEAUTIFY_FLAG" val="#wm#"/>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solid&quot;:{&quot;brightness&quot;:0,&quot;colorType&quot;:2,&quot;rgb&quot;:&quot;#ffffff&quot;,&quot;transparency&quot;:0.800000011920929},&quot;type&quot;:1},&quot;glow&quot;:{&quot;colorType&quot;:0},&quot;line&quot;:{&quot;solidLine&quot;:{&quot;brightness&quot;:0,&quot;colorType&quot;:2,&quot;rgb&quot;:&quot;#ffffff&quot;,&quot;transparency&quot;:0.80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8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2_1*l_h_f*1_2_1"/>
  <p:tag name="KSO_WM_TEMPLATE_CATEGORY" val="diagram"/>
  <p:tag name="KSO_WM_TEMPLATE_INDEX" val="20235142"/>
  <p:tag name="KSO_WM_UNIT_LAYERLEVEL" val="1_1_1"/>
  <p:tag name="KSO_WM_TAG_VERSION" val="3.0"/>
  <p:tag name="KSO_WM_BEAUTIFY_FLAG" val="#wm#"/>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单击此处输入正文"/>
  <p:tag name="KSO_WM_UNIT_TEXT_FILL_FORE_SCHEMECOLOR_INDEX" val="1"/>
  <p:tag name="KSO_WM_UNIT_TEXT_FILL_TYPE" val="1"/>
  <p:tag name="KSO_WM_UNIT_TEXT_TYPE" val="1"/>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solid&quot;:{&quot;brightness&quot;:0,&quot;colorType&quot;:2,&quot;rgb&quot;:&quot;#ffffff&quot;,&quot;transparency&quot;:0.800000011920929},&quot;type&quot;:1},&quot;glow&quot;:{&quot;colorType&quot;:0},&quot;line&quot;:{&quot;solidLine&quot;:{&quot;brightness&quot;:0,&quot;colorType&quot;:2,&quot;rgb&quot;:&quot;#ffffff&quot;,&quot;transparency&quot;:0.80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83.xml><?xml version="1.0" encoding="utf-8"?>
<p:tagLst xmlns:p="http://schemas.openxmlformats.org/presentationml/2006/main">
  <p:tag name="KSO_WM_SLIDE_ID" val="diagram2023514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42"/>
  <p:tag name="KSO_WM_SLIDE_TYPE" val="text"/>
  <p:tag name="KSO_WM_SLIDE_SUBTYPE" val="diag"/>
  <p:tag name="KSO_WM_SLIDE_SIZE" val="860.25*373.2"/>
  <p:tag name="KSO_WM_SLIDE_POSITION" val="50.9*118.55"/>
  <p:tag name="KSO_WM_DIAGRAM_GROUP_CODE" val="l1-1"/>
  <p:tag name="KSO_WM_SLIDE_DIAGTYPE" val="l"/>
  <p:tag name="KSO_WM_SLIDE_LAYOUT" val="a_l"/>
  <p:tag name="KSO_WM_SLIDE_LAYOUT_CNT" val="1_1"/>
</p:tagLst>
</file>

<file path=ppt/tags/tag48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0929_4*a*1"/>
  <p:tag name="KSO_WM_TEMPLATE_CATEGORY" val="diagram"/>
  <p:tag name="KSO_WM_TEMPLATE_INDEX" val="20230929"/>
  <p:tag name="KSO_WM_UNIT_LAYERLEVEL" val="1"/>
  <p:tag name="KSO_WM_TAG_VERSION" val="3.0"/>
  <p:tag name="KSO_WM_BEAUTIFY_FLAG" val="#wm#"/>
  <p:tag name="KSO_WM_UNIT_TEXT_TYPE" val="1"/>
  <p:tag name="KSO_WM_DIAGRAM_GROUP_CODE" val="l1-1"/>
  <p:tag name="KSO_WM_UNIT_PRESET_TEXT" val="单击此处添加标题"/>
  <p:tag name="KSO_WM_UNIT_USESOURCEFORMAT_APPLY" val="1"/>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f*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a*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1"/>
  <p:tag name="KSO_WM_UNIT_LINE_FORE_SCHEMECOLOR_INDEX" val="5"/>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2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1_2"/>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2"/>
  <p:tag name="KSO_WM_UNIT_LINE_FORE_SCHEMECOLOR_INDEX" val="5"/>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1_3"/>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3"/>
  <p:tag name="KSO_WM_UNIT_FILL_TYPE" val="1"/>
  <p:tag name="KSO_WM_UNIT_FILL_FORE_SCHEMECOLOR_INDEX" val="5"/>
  <p:tag name="KSO_WM_UNIT_FILL_FORE_SCHEMECOLOR_INDEX_BRIGHTNESS" val="-0.25"/>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solid&quot;:{&quot;brightness&quot;:-0.25,&quot;colorType&quot;:1,&quot;foreColorIndex&quot;:5,&quot;transparency&quot;:0},&quot;type&quot;:1},&quot;glow&quot;:{&quot;colorType&quot;:0},&quot;line&quot;:{&quot;type&quot;:0},&quot;shadow&quot;:{&quot;brightness&quot;:0,&quot;colorType&quot;:1,&quot;foreColorIndex&quot;:5,&quot;transparency&quot;:0.6200000047683716},&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1"/>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1_4"/>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4"/>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10000000149011612,&quot;colorType&quot;:1,&quot;foreColorIndex&quot;:5,&quot;pos&quot;:0,&quot;transparency&quot;:0},{&quot;brightness&quot;:0,&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1_5"/>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5"/>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4000000059604645,&quot;colorType&quot;:1,&quot;foreColorIndex&quot;:5,&quot;pos&quot;:0,&quot;transparency&quot;:0},{&quot;brightness&quot;:0.20000000298023224,&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1_6"/>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6"/>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4000000059604645,&quot;colorType&quot;:1,&quot;foreColorIndex&quot;:5,&quot;pos&quot;:0,&quot;transparency&quot;:0},{&quot;brightness&quot;:0.20000000298023224,&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1_7"/>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7"/>
  <p:tag name="KSO_WM_UNIT_LINE_FORE_SCHEMECOLOR_INDEX" val="5"/>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1_8"/>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8"/>
  <p:tag name="KSO_WM_UNIT_LINE_FORE_SCHEMECOLOR_INDEX" val="5"/>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1_9"/>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9"/>
  <p:tag name="KSO_WM_UNIT_LINE_FORE_SCHEMECOLOR_INDEX" val="5"/>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a*1_2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2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f*1_2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2_1"/>
  <p:tag name="KSO_WM_UNIT_PRESET_TEXT" val="单击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2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2_1"/>
  <p:tag name="KSO_WM_UNIT_LINE_FORE_SCHEMECOLOR_INDEX" val="6"/>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25,&quot;colorType&quot;:1,&quot;foreColorIndex&quot;: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2_2"/>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2_2"/>
  <p:tag name="KSO_WM_UNIT_LINE_FORE_SCHEMECOLOR_INDEX" val="6"/>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6000000238418579,&quot;colorType&quot;:1,&quot;foreColorIndex&quot;: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2_3"/>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2_3"/>
  <p:tag name="KSO_WM_UNIT_FILL_TYPE" val="1"/>
  <p:tag name="KSO_WM_UNIT_FILL_FORE_SCHEMECOLOR_INDEX" val="6"/>
  <p:tag name="KSO_WM_UNIT_FILL_FORE_SCHEMECOLOR_INDEX_BRIGHTNESS" val="-0.25"/>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solid&quot;:{&quot;brightness&quot;:-0.25,&quot;colorType&quot;:1,&quot;foreColorIndex&quot;:6,&quot;transparency&quot;:0},&quot;type&quot;:1},&quot;glow&quot;:{&quot;colorType&quot;:0},&quot;line&quot;:{&quot;type&quot;:0},&quot;shadow&quot;:{&quot;brightness&quot;:0,&quot;colorType&quot;:1,&quot;foreColorIndex&quot;:6,&quot;transparency&quot;:0.6200000047683716},&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13"/>
  <p:tag name="KSO_WM_UNIT_TEXT_FILL_TYPE" val="1"/>
  <p:tag name="KSO_WM_UNIT_USESOURCEFORMAT_APPLY" val="1"/>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2_4"/>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2_4"/>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10000000149011612,&quot;colorType&quot;:1,&quot;foreColorIndex&quot;:6,&quot;pos&quot;:0,&quot;transparency&quot;:0},{&quot;brightness&quot;:0,&quot;colorType&quot;:1,&quot;foreColorIndex&quot;:6,&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2_5"/>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2_5"/>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4000000059604645,&quot;colorType&quot;:1,&quot;foreColorIndex&quot;:6,&quot;pos&quot;:0,&quot;transparency&quot;:0},{&quot;brightness&quot;:0.20000000298023224,&quot;colorType&quot;:1,&quot;foreColorIndex&quot;:6,&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2_6"/>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2_6"/>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4000000059604645,&quot;colorType&quot;:1,&quot;foreColorIndex&quot;:6,&quot;pos&quot;:0,&quot;transparency&quot;:0},{&quot;brightness&quot;:0.20000000298023224,&quot;colorType&quot;:1,&quot;foreColorIndex&quot;:6,&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2_7"/>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2_7"/>
  <p:tag name="KSO_WM_UNIT_LINE_FORE_SCHEMECOLOR_INDEX" val="6"/>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6,&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2_8"/>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2_8"/>
  <p:tag name="KSO_WM_UNIT_LINE_FORE_SCHEMECOLOR_INDEX" val="6"/>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6,&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2_9"/>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2_9"/>
  <p:tag name="KSO_WM_UNIT_LINE_FORE_SCHEMECOLOR_INDEX" val="6"/>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6,&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a*1_4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4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f*1_4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4_1"/>
  <p:tag name="KSO_WM_UNIT_PRESET_TEXT" val="单击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4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4_1"/>
  <p:tag name="KSO_WM_UNIT_LINE_FORE_SCHEMECOLOR_INDEX" val="8"/>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25,&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4_2"/>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4_2"/>
  <p:tag name="KSO_WM_UNIT_LINE_FORE_SCHEMECOLOR_INDEX" val="8"/>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6000000238418579,&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4_3"/>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4_3"/>
  <p:tag name="KSO_WM_UNIT_FILL_TYPE" val="1"/>
  <p:tag name="KSO_WM_UNIT_FILL_FORE_SCHEMECOLOR_INDEX" val="8"/>
  <p:tag name="KSO_WM_UNIT_FILL_FORE_SCHEMECOLOR_INDEX_BRIGHTNESS" val="-0.25"/>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solid&quot;:{&quot;brightness&quot;:-0.25,&quot;colorType&quot;:1,&quot;foreColorIndex&quot;:8,&quot;transparency&quot;:0},&quot;type&quot;:1},&quot;glow&quot;:{&quot;colorType&quot;:0},&quot;line&quot;:{&quot;type&quot;:0},&quot;shadow&quot;:{&quot;brightness&quot;:0,&quot;colorType&quot;:1,&quot;foreColorIndex&quot;:8,&quot;transparency&quot;:0.6200000047683716},&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8"/>
  <p:tag name="KSO_WM_UNIT_TEXT_FILL_FORE_SCHEMECOLOR_INDEX" val="13"/>
  <p:tag name="KSO_WM_UNIT_TEXT_FILL_TYPE" val="1"/>
  <p:tag name="KSO_WM_UNIT_USESOURCEFORMAT_APPLY" val="1"/>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4_4"/>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4_4"/>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10000000149011612,&quot;colorType&quot;:1,&quot;foreColorIndex&quot;:8,&quot;pos&quot;:0,&quot;transparency&quot;:0},{&quot;brightness&quot;:0,&quot;colorType&quot;:1,&quot;foreColorIndex&quot;:8,&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4_5"/>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4_5"/>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4000000059604645,&quot;colorType&quot;:1,&quot;foreColorIndex&quot;:8,&quot;pos&quot;:0,&quot;transparency&quot;:0},{&quot;brightness&quot;:0.20000000298023224,&quot;colorType&quot;:1,&quot;foreColorIndex&quot;:8,&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4_6"/>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4_6"/>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4000000059604645,&quot;colorType&quot;:1,&quot;foreColorIndex&quot;:8,&quot;pos&quot;:0,&quot;transparency&quot;:0},{&quot;brightness&quot;:0.20000000298023224,&quot;colorType&quot;:1,&quot;foreColorIndex&quot;:8,&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4_7"/>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4_7"/>
  <p:tag name="KSO_WM_UNIT_LINE_FORE_SCHEMECOLOR_INDEX" val="8"/>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8,&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4_8"/>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4_8"/>
  <p:tag name="KSO_WM_UNIT_LINE_FORE_SCHEMECOLOR_INDEX" val="8"/>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8,&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4_9"/>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4_9"/>
  <p:tag name="KSO_WM_UNIT_LINE_FORE_SCHEMECOLOR_INDEX" val="8"/>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8,&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a*1_3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3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f*1_3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3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3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3_1"/>
  <p:tag name="KSO_WM_UNIT_LINE_FORE_SCHEMECOLOR_INDEX" val="7"/>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25,&quot;colorType&quot;:1,&quot;foreColorIndex&quot;:7,&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3_2"/>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3_2"/>
  <p:tag name="KSO_WM_UNIT_LINE_FORE_SCHEMECOLOR_INDEX" val="7"/>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6000000238418579,&quot;colorType&quot;:1,&quot;foreColorIndex&quot;:7,&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3_3"/>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3_3"/>
  <p:tag name="KSO_WM_UNIT_FILL_TYPE" val="1"/>
  <p:tag name="KSO_WM_UNIT_FILL_FORE_SCHEMECOLOR_INDEX" val="7"/>
  <p:tag name="KSO_WM_UNIT_FILL_FORE_SCHEMECOLOR_INDEX_BRIGHTNESS" val="-0.25"/>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solid&quot;:{&quot;brightness&quot;:-0.25,&quot;colorType&quot;:1,&quot;foreColorIndex&quot;:7,&quot;transparency&quot;:0},&quot;type&quot;:1},&quot;glow&quot;:{&quot;colorType&quot;:0},&quot;line&quot;:{&quot;type&quot;:0},&quot;shadow&quot;:{&quot;brightness&quot;:0,&quot;colorType&quot;:1,&quot;foreColorIndex&quot;:7,&quot;transparency&quot;:0.6200000047683716},&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7"/>
  <p:tag name="KSO_WM_UNIT_TEXT_FILL_FORE_SCHEMECOLOR_INDEX" val="13"/>
  <p:tag name="KSO_WM_UNIT_TEXT_FILL_TYPE" val="1"/>
  <p:tag name="KSO_WM_UNIT_USESOURCEFORMAT_APPLY" val="1"/>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3_4"/>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3_4"/>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10000000149011612,&quot;colorType&quot;:1,&quot;foreColorIndex&quot;:7,&quot;pos&quot;:0,&quot;transparency&quot;:0},{&quot;brightness&quot;:0,&quot;colorType&quot;:1,&quot;foreColorIndex&quot;:7,&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3_5"/>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3_5"/>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4000000059604645,&quot;colorType&quot;:1,&quot;foreColorIndex&quot;:7,&quot;pos&quot;:0,&quot;transparency&quot;:0},{&quot;brightness&quot;:0.20000000298023224,&quot;colorType&quot;:1,&quot;foreColorIndex&quot;:7,&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3_6"/>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3_6"/>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4000000059604645,&quot;colorType&quot;:1,&quot;foreColorIndex&quot;:7,&quot;pos&quot;:0,&quot;transparency&quot;:0},{&quot;brightness&quot;:0.20000000298023224,&quot;colorType&quot;:1,&quot;foreColorIndex&quot;:7,&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3_7"/>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3_7"/>
  <p:tag name="KSO_WM_UNIT_LINE_FORE_SCHEMECOLOR_INDEX" val="7"/>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7,&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3_8"/>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3_8"/>
  <p:tag name="KSO_WM_UNIT_LINE_FORE_SCHEMECOLOR_INDEX" val="7"/>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7,&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3_9"/>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3_9"/>
  <p:tag name="KSO_WM_UNIT_LINE_FORE_SCHEMECOLOR_INDEX" val="7"/>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7,&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a*1_5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5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9,&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f*1_5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5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5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5_1"/>
  <p:tag name="KSO_WM_UNIT_LINE_FORE_SCHEMECOLOR_INDEX" val="9"/>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25,&quot;colorType&quot;:1,&quot;foreColorIndex&quot;:9,&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5_2"/>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5_2"/>
  <p:tag name="KSO_WM_UNIT_LINE_FORE_SCHEMECOLOR_INDEX" val="9"/>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6000000238418579,&quot;colorType&quot;:1,&quot;foreColorIndex&quot;:9,&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5_3"/>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5_3"/>
  <p:tag name="KSO_WM_UNIT_FILL_TYPE" val="1"/>
  <p:tag name="KSO_WM_UNIT_FILL_FORE_SCHEMECOLOR_INDEX" val="9"/>
  <p:tag name="KSO_WM_UNIT_FILL_FORE_SCHEMECOLOR_INDEX_BRIGHTNESS" val="-0.25"/>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solid&quot;:{&quot;brightness&quot;:-0.25,&quot;colorType&quot;:1,&quot;foreColorIndex&quot;:9,&quot;transparency&quot;:0},&quot;type&quot;:1},&quot;glow&quot;:{&quot;colorType&quot;:0},&quot;line&quot;:{&quot;type&quot;:0},&quot;shadow&quot;:{&quot;brightness&quot;:0,&quot;colorType&quot;:1,&quot;foreColorIndex&quot;:9,&quot;transparency&quot;:0.6200000047683716},&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9"/>
  <p:tag name="KSO_WM_UNIT_TEXT_FILL_FORE_SCHEMECOLOR_INDEX" val="13"/>
  <p:tag name="KSO_WM_UNIT_TEXT_FILL_TYPE" val="1"/>
  <p:tag name="KSO_WM_UNIT_USESOURCEFORMAT_APPLY" val="1"/>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5_4"/>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5_4"/>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10000000149011612,&quot;colorType&quot;:1,&quot;foreColorIndex&quot;:9,&quot;pos&quot;:0,&quot;transparency&quot;:0},{&quot;brightness&quot;:0,&quot;colorType&quot;:1,&quot;foreColorIndex&quot;:9,&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5_5"/>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5_5"/>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4000000059604645,&quot;colorType&quot;:1,&quot;foreColorIndex&quot;:9,&quot;pos&quot;:0,&quot;transparency&quot;:0},{&quot;brightness&quot;:0.20000000298023224,&quot;colorType&quot;:1,&quot;foreColorIndex&quot;:9,&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5_6"/>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5_6"/>
  <p:tag name="KSO_WM_UNIT_FILL_TYPE" val="3"/>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gradient&quot;:[{&quot;brightness&quot;:0.4000000059604645,&quot;colorType&quot;:1,&quot;foreColorIndex&quot;:9,&quot;pos&quot;:0,&quot;transparency&quot;:0},{&quot;brightness&quot;:0.20000000298023224,&quot;colorType&quot;:1,&quot;foreColorIndex&quot;:9,&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5_7"/>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5_7"/>
  <p:tag name="KSO_WM_UNIT_LINE_FORE_SCHEMECOLOR_INDEX" val="9"/>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9,&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5_8"/>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5_8"/>
  <p:tag name="KSO_WM_UNIT_LINE_FORE_SCHEMECOLOR_INDEX" val="9"/>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9,&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i*1_5_9"/>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5_9"/>
  <p:tag name="KSO_WM_UNIT_LINE_FORE_SCHEMECOLOR_INDEX" val="9"/>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type&quot;:0},&quot;glow&quot;:{&quot;colorType&quot;:0},&quot;line&quot;:{&quot;solidLine&quot;:{&quot;brightness&quot;:0.800000011920929,&quot;colorType&quot;:1,&quot;foreColorIndex&quot;:9,&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x*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VALUE" val="170*170"/>
  <p:tag name="KSO_WM_DIAGRAM_GROUP_CODE" val="l1-1"/>
  <p:tag name="KSO_WM_UNIT_TYPE" val="l_h_x"/>
  <p:tag name="KSO_WM_UNIT_INDEX" val="1_1_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x*1_2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VALUE" val="170*170"/>
  <p:tag name="KSO_WM_DIAGRAM_GROUP_CODE" val="l1-1"/>
  <p:tag name="KSO_WM_UNIT_TYPE" val="l_h_x"/>
  <p:tag name="KSO_WM_UNIT_INDEX" val="1_2_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x*1_3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VALUE" val="170*170"/>
  <p:tag name="KSO_WM_DIAGRAM_GROUP_CODE" val="l1-1"/>
  <p:tag name="KSO_WM_UNIT_TYPE" val="l_h_x"/>
  <p:tag name="KSO_WM_UNIT_INDEX" val="1_3_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x*1_4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VALUE" val="170*170"/>
  <p:tag name="KSO_WM_DIAGRAM_GROUP_CODE" val="l1-1"/>
  <p:tag name="KSO_WM_UNIT_TYPE" val="l_h_x"/>
  <p:tag name="KSO_WM_UNIT_INDEX" val="1_4_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3*l_h_x*1_5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VALUE" val="170*170"/>
  <p:tag name="KSO_WM_DIAGRAM_GROUP_CODE" val="l1-1"/>
  <p:tag name="KSO_WM_UNIT_TYPE" val="l_h_x"/>
  <p:tag name="KSO_WM_UNIT_INDEX" val="1_5_1"/>
  <p:tag name="KSO_WM_DIAGRAM_MAX_ITEMCNT" val="6"/>
  <p:tag name="KSO_WM_DIAGRAM_MIN_ITEMCNT" val="3"/>
  <p:tag name="KSO_WM_DIAGRAM_VIRTUALLY_FRAME" val="{&quot;height&quot;:359.4500071355825,&quot;left&quot;:47.5,&quot;top&quot;:158.54999643220873,&quot;width&quot;:865.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545.xml><?xml version="1.0" encoding="utf-8"?>
<p:tagLst xmlns:p="http://schemas.openxmlformats.org/presentationml/2006/main">
  <p:tag name="KSO_WM_SLIDE_ID" val="diagram20230929_4"/>
  <p:tag name="KSO_WM_TEMPLATE_SUBCATEGORY" val="0"/>
  <p:tag name="KSO_WM_TEMPLATE_MASTER_TYPE" val="0"/>
  <p:tag name="KSO_WM_TEMPLATE_COLOR_TYPE" val="0"/>
  <p:tag name="KSO_WM_SLIDE_ITEM_CNT" val="6"/>
  <p:tag name="KSO_WM_SLIDE_INDEX" val="4"/>
  <p:tag name="KSO_WM_TAG_VERSION" val="3.0"/>
  <p:tag name="KSO_WM_BEAUTIFY_FLAG" val="#wm#"/>
  <p:tag name="KSO_WM_TEMPLATE_CATEGORY" val="diagram"/>
  <p:tag name="KSO_WM_TEMPLATE_INDEX" val="20230929"/>
  <p:tag name="KSO_WM_SLIDE_TYPE" val="text"/>
  <p:tag name="KSO_WM_SLIDE_SUBTYPE" val="diag"/>
  <p:tag name="KSO_WM_SLIDE_SIZE" val="865.2*306.55"/>
  <p:tag name="KSO_WM_SLIDE_POSITION" val="47.5*185"/>
  <p:tag name="KSO_WM_SLIDE_LAYOUT" val="a_l"/>
  <p:tag name="KSO_WM_SLIDE_LAYOUT_CNT" val="1_1"/>
  <p:tag name="KSO_WM_SPECIAL_SOURCE" val="bdnull"/>
  <p:tag name="KSO_WM_DIAGRAM_GROUP_CODE" val="l1-1"/>
  <p:tag name="KSO_WM_SLIDE_DIAGTYPE" val="l"/>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h_i"/>
  <p:tag name="KSO_WM_TEMPLATE_CATEGORY" val="diagram"/>
  <p:tag name="KSO_WM_TEMPLATE_INDEX" val="20233263"/>
  <p:tag name="KSO_WM_UNIT_LAYERLEVEL" val="1_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65.03136265747963,&quot;left&quot;:54.79196850393701,&quot;top&quot;:42.13431867126015,&quot;width&quot;:850.4106299212599}"/>
  <p:tag name="KSO_WM_DIAGRAM_COLOR_MATCH_VALUE" val="{&quot;shape&quot;:{&quot;fill&quot;:{&quot;gradient&quot;:[{&quot;brightness&quot;:0.4000000059604645,&quot;colorType&quot;:1,&quot;foreColorIndex&quot;:5,&quot;pos&quot;:0.5899999737739563,&quot;transparency&quot;:1},{&quot;brightness&quot;:0.4000000059604645,&quot;colorType&quot;:1,&quot;foreColorIndex&quot;:5,&quot;pos&quot;:0.029999999329447746,&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3_1*n_h_h_i*1_2_1_1"/>
  <p:tag name="KSO_WM_UNIT_INDEX" val="1_2_1_1"/>
  <p:tag name="KSO_WM_DIAGRAM_GROUP_CODE" val="n1-1"/>
  <p:tag name="KSO_WM_BEAUTIFY_FLAG" val="#wm#"/>
  <p:tag name="KSO_WM_UNIT_FILL_TYPE" val="3"/>
  <p:tag name="KSO_WM_DIAGRAM_USE_COLOR_VALUE" val="{&quot;color_scheme&quot;:1,&quot;color_type&quot;:1,&quot;theme_color_indexes&quot;:[5,6,5,6,5,6]}"/>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h_i"/>
  <p:tag name="KSO_WM_TEMPLATE_CATEGORY" val="diagram"/>
  <p:tag name="KSO_WM_TEMPLATE_INDEX" val="20233263"/>
  <p:tag name="KSO_WM_UNIT_LAYERLEVEL" val="1_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65.03136265747963,&quot;left&quot;:54.79196850393701,&quot;top&quot;:42.13431867126015,&quot;width&quot;:850.4106299212599}"/>
  <p:tag name="KSO_WM_DIAGRAM_COLOR_MATCH_VALUE" val="{&quot;shape&quot;:{&quot;fill&quot;:{&quot;gradient&quot;:[{&quot;brightness&quot;:0.4000000059604645,&quot;colorType&quot;:1,&quot;foreColorIndex&quot;:5,&quot;pos&quot;:0.5899999737739563,&quot;transparency&quot;:1},{&quot;brightness&quot;:0.4000000059604645,&quot;colorType&quot;:1,&quot;foreColorIndex&quot;:5,&quot;pos&quot;:0.029999999329447746,&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3_1*n_h_h_i*1_2_2_1"/>
  <p:tag name="KSO_WM_UNIT_INDEX" val="1_2_2_1"/>
  <p:tag name="KSO_WM_DIAGRAM_GROUP_CODE" val="n1-1"/>
  <p:tag name="KSO_WM_BEAUTIFY_FLAG" val="#wm#"/>
  <p:tag name="KSO_WM_UNIT_FILL_TYPE" val="3"/>
  <p:tag name="KSO_WM_DIAGRAM_USE_COLOR_VALUE" val="{&quot;color_scheme&quot;:1,&quot;color_type&quot;:1,&quot;theme_color_indexes&quot;:[5,6,5,6,5,6]}"/>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h_i"/>
  <p:tag name="KSO_WM_TEMPLATE_CATEGORY" val="diagram"/>
  <p:tag name="KSO_WM_TEMPLATE_INDEX" val="20233263"/>
  <p:tag name="KSO_WM_UNIT_LAYERLEVEL" val="1_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65.03136265747963,&quot;left&quot;:54.79196850393701,&quot;top&quot;:42.13431867126015,&quot;width&quot;:850.4106299212599}"/>
  <p:tag name="KSO_WM_DIAGRAM_COLOR_MATCH_VALUE" val="{&quot;shape&quot;:{&quot;fill&quot;:{&quot;gradient&quot;:[{&quot;brightness&quot;:0.4000000059604645,&quot;colorType&quot;:1,&quot;foreColorIndex&quot;:5,&quot;pos&quot;:0.5899999737739563,&quot;transparency&quot;:1},{&quot;brightness&quot;:0.4000000059604645,&quot;colorType&quot;:1,&quot;foreColorIndex&quot;:5,&quot;pos&quot;:0.029999999329447746,&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3_1*n_h_h_i*1_2_3_1"/>
  <p:tag name="KSO_WM_UNIT_INDEX" val="1_2_3_1"/>
  <p:tag name="KSO_WM_DIAGRAM_GROUP_CODE" val="n1-1"/>
  <p:tag name="KSO_WM_BEAUTIFY_FLAG" val="#wm#"/>
  <p:tag name="KSO_WM_UNIT_FILL_TYPE" val="3"/>
  <p:tag name="KSO_WM_DIAGRAM_USE_COLOR_VALUE" val="{&quot;color_scheme&quot;:1,&quot;color_type&quot;:1,&quot;theme_color_indexes&quot;:[5,6,5,6,5,6]}"/>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h_i"/>
  <p:tag name="KSO_WM_TEMPLATE_CATEGORY" val="diagram"/>
  <p:tag name="KSO_WM_TEMPLATE_INDEX" val="20233263"/>
  <p:tag name="KSO_WM_UNIT_LAYERLEVEL" val="1_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65.03136265747963,&quot;left&quot;:54.79196850393701,&quot;top&quot;:42.13431867126015,&quot;width&quot;:850.4106299212599}"/>
  <p:tag name="KSO_WM_DIAGRAM_COLOR_MATCH_VALUE" val="{&quot;shape&quot;:{&quot;fill&quot;:{&quot;gradient&quot;:[{&quot;brightness&quot;:0.4000000059604645,&quot;colorType&quot;:1,&quot;foreColorIndex&quot;:5,&quot;pos&quot;:0.5899999737739563,&quot;transparency&quot;:1},{&quot;brightness&quot;:0.4000000059604645,&quot;colorType&quot;:1,&quot;foreColorIndex&quot;:5,&quot;pos&quot;:0.029999999329447746,&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3_1*n_h_h_i*1_2_4_1"/>
  <p:tag name="KSO_WM_UNIT_INDEX" val="1_2_4_1"/>
  <p:tag name="KSO_WM_DIAGRAM_GROUP_CODE" val="n1-1"/>
  <p:tag name="KSO_WM_BEAUTIFY_FLAG" val="#wm#"/>
  <p:tag name="KSO_WM_UNIT_FILL_TYPE" val="3"/>
  <p:tag name="KSO_WM_DIAGRAM_USE_COLOR_VALUE" val="{&quot;color_scheme&quot;:1,&quot;color_type&quot;:1,&quot;theme_color_indexes&quot;:[5,6,5,6,5,6]}"/>
</p:tagLst>
</file>

<file path=ppt/tags/tag5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i"/>
  <p:tag name="KSO_WM_TEMPLATE_CATEGORY" val="diagram"/>
  <p:tag name="KSO_WM_TEMPLATE_INDEX" val="2023326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14"/>
  <p:tag name="KSO_WM_UNIT_FILL_FORE_SCHEMECOLOR_INDEX_BRIGHTNESS" val="0"/>
  <p:tag name="KSO_WM_DIAGRAM_MAX_ITEMCNT" val="4"/>
  <p:tag name="KSO_WM_DIAGRAM_MIN_ITEMCNT" val="4"/>
  <p:tag name="KSO_WM_DIAGRAM_VIRTUALLY_FRAME" val="{&quot;height&quot;:465.03136265747963,&quot;left&quot;:54.79196850393701,&quot;top&quot;:42.13431867126015,&quot;width&quot;:850.4106299212599}"/>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3_1*n_h_i*1_1_2"/>
  <p:tag name="KSO_WM_UNIT_INDEX" val="1_1_2"/>
  <p:tag name="KSO_WM_DIAGRAM_GROUP_CODE" val="n1-1"/>
  <p:tag name="KSO_WM_BEAUTIFY_FLAG" val="#wm#"/>
  <p:tag name="KSO_WM_UNIT_LINE_FORE_SCHEMECOLOR_INDEX" val="5"/>
  <p:tag name="KSO_WM_DIAGRAM_USE_COLOR_VALUE" val="{&quot;color_scheme&quot;:1,&quot;color_type&quot;:1,&quot;theme_color_indexes&quot;:[5,6,5,6,5,6]}"/>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a"/>
  <p:tag name="KSO_WM_TEMPLATE_CATEGORY" val="diagram"/>
  <p:tag name="KSO_WM_TEMPLATE_INDEX" val="2023326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UNIT_VALUE" val="45"/>
  <p:tag name="KSO_WM_DIAGRAM_MAX_ITEMCNT" val="4"/>
  <p:tag name="KSO_WM_DIAGRAM_MIN_ITEMCNT" val="4"/>
  <p:tag name="KSO_WM_DIAGRAM_VIRTUALLY_FRAME" val="{&quot;height&quot;:465.03136265747963,&quot;left&quot;:54.79196850393701,&quot;top&quot;:42.13431867126015,&quot;width&quot;:850.4106299212599}"/>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ID" val="diagram20233263_1*n_h_a*1_1_2"/>
  <p:tag name="KSO_WM_UNIT_INDEX" val="1_1_2"/>
  <p:tag name="KSO_WM_DIAGRAM_GROUP_CODE" val="n1-1"/>
  <p:tag name="KSO_WM_UNIT_TEXT_TYPE" val="1"/>
  <p:tag name="KSO_WM_BEAUTIFY_FLAG" val="#wm#"/>
  <p:tag name="KSO_WM_UNIT_PRESET_TEXT" val="单击此处添加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55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TEMPLATE_CATEGORY" val="diagram"/>
  <p:tag name="KSO_WM_TEMPLATE_INDEX" val="20233263"/>
  <p:tag name="KSO_WM_UNIT_LAYERLEVEL" val="1_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4"/>
  <p:tag name="KSO_WM_DIAGRAM_MIN_ITEMCNT" val="4"/>
  <p:tag name="KSO_WM_DIAGRAM_VIRTUALLY_FRAME" val="{&quot;height&quot;:465.03136265747963,&quot;left&quot;:54.79196850393701,&quot;top&quot;:42.13431867126015,&quot;width&quot;:850.410629921259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3_1*n_h_h_f*1_2_1_1"/>
  <p:tag name="KSO_WM_UNIT_INDEX" val="1_2_1_1"/>
  <p:tag name="KSO_WM_DIAGRAM_GROUP_CODE" val="n1-1"/>
  <p:tag name="KSO_WM_UNIT_TEXT_TYPE" val="1"/>
  <p:tag name="KSO_WM_UNIT_TEXT_LAYER_COUNT" val="1"/>
  <p:tag name="KSO_WM_BEAUTIFY_FLAG" val="#wm#"/>
  <p:tag name="KSO_WM_UNIT_PRESET_TEXT" val="单击此处输入您的项正文，文字是思想的提炼，请尽量言简意赅的阐述观点。单击此处输入您的项正文，文字是思想的提炼，请尽量言简意赅的阐述观点。单击此处输入您的项正文，文字是思想的提炼，请尽量言简意赅阐述观点，文字是思想的提炼"/>
  <p:tag name="KSO_WM_UNIT_TEXT_FILL_FORE_SCHEMECOLOR_INDEX" val="1"/>
  <p:tag name="KSO_WM_UNIT_TEXT_FILL_TYPE" val="1"/>
  <p:tag name="KSO_WM_DIAGRAM_USE_COLOR_VALUE" val="{&quot;color_scheme&quot;:1,&quot;color_type&quot;:1,&quot;theme_color_indexes&quot;:[5,6,5,6,5,6]}"/>
</p:tagLst>
</file>

<file path=ppt/tags/tag5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TEMPLATE_CATEGORY" val="diagram"/>
  <p:tag name="KSO_WM_TEMPLATE_INDEX" val="20233263"/>
  <p:tag name="KSO_WM_UNIT_LAYERLEVEL" val="1_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4"/>
  <p:tag name="KSO_WM_DIAGRAM_MIN_ITEMCNT" val="4"/>
  <p:tag name="KSO_WM_DIAGRAM_VIRTUALLY_FRAME" val="{&quot;height&quot;:465.03136265747963,&quot;left&quot;:54.79196850393701,&quot;top&quot;:42.13431867126015,&quot;width&quot;:850.410629921259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3_1*n_h_h_f*1_2_3_1"/>
  <p:tag name="KSO_WM_UNIT_INDEX" val="1_2_3_1"/>
  <p:tag name="KSO_WM_DIAGRAM_GROUP_CODE" val="n1-1"/>
  <p:tag name="KSO_WM_UNIT_TEXT_TYPE" val="1"/>
  <p:tag name="KSO_WM_UNIT_TEXT_LAYER_COUNT" val="1"/>
  <p:tag name="KSO_WM_BEAUTIFY_FLAG" val="#wm#"/>
  <p:tag name="KSO_WM_UNIT_PRESET_TEXT" val="单击此处输入您的项正文，文字是思想的提炼，请尽量言简意赅的阐述内容观点。单击此处输入您的项正文，文字是思想的提炼，请尽量言简意赅的阐述内容观点。单击此处输入您的项正文，文字是思想的提炼，请尽量言简意赅阐述观点，文字是思想的提炼"/>
  <p:tag name="KSO_WM_UNIT_TEXT_FILL_FORE_SCHEMECOLOR_INDEX" val="1"/>
  <p:tag name="KSO_WM_UNIT_TEXT_FILL_TYPE" val="1"/>
  <p:tag name="KSO_WM_DIAGRAM_USE_COLOR_VALUE" val="{&quot;color_scheme&quot;:1,&quot;color_type&quot;:1,&quot;theme_color_indexes&quot;:[5,6,5,6,5,6]}"/>
</p:tagLst>
</file>

<file path=ppt/tags/tag55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TEMPLATE_CATEGORY" val="diagram"/>
  <p:tag name="KSO_WM_TEMPLATE_INDEX" val="20233263"/>
  <p:tag name="KSO_WM_UNIT_LAYERLEVEL" val="1_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4"/>
  <p:tag name="KSO_WM_DIAGRAM_MIN_ITEMCNT" val="4"/>
  <p:tag name="KSO_WM_DIAGRAM_VIRTUALLY_FRAME" val="{&quot;height&quot;:465.03136265747963,&quot;left&quot;:54.79196850393701,&quot;top&quot;:42.13431867126015,&quot;width&quot;:850.410629921259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3_1*n_h_h_f*1_2_4_1"/>
  <p:tag name="KSO_WM_UNIT_INDEX" val="1_2_4_1"/>
  <p:tag name="KSO_WM_DIAGRAM_GROUP_CODE" val="n1-1"/>
  <p:tag name="KSO_WM_UNIT_TEXT_TYPE" val="1"/>
  <p:tag name="KSO_WM_UNIT_TEXT_LAYER_COUNT" val="1"/>
  <p:tag name="KSO_WM_BEAUTIFY_FLAG" val="#wm#"/>
  <p:tag name="KSO_WM_UNIT_PRESET_TEXT" val="单击此处输入您的项正文，文字是思想的提炼，请尽量言简意赅的阐述观点。单击此处输入您的项正文，文字是思想的提炼，请尽量言简意赅的阐述观点。单击此处输入您的项正文，文字是思想的提炼，请尽量言简意赅阐述观点，文字是思想的提炼"/>
  <p:tag name="KSO_WM_UNIT_TEXT_FILL_FORE_SCHEMECOLOR_INDEX" val="1"/>
  <p:tag name="KSO_WM_UNIT_TEXT_FILL_TYPE" val="1"/>
  <p:tag name="KSO_WM_DIAGRAM_USE_COLOR_VALUE" val="{&quot;color_scheme&quot;:1,&quot;color_type&quot;:1,&quot;theme_color_indexes&quot;:[5,6,5,6,5,6]}"/>
</p:tagLst>
</file>

<file path=ppt/tags/tag55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TEMPLATE_CATEGORY" val="diagram"/>
  <p:tag name="KSO_WM_TEMPLATE_INDEX" val="20233263"/>
  <p:tag name="KSO_WM_UNIT_LAYERLEVEL" val="1_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4"/>
  <p:tag name="KSO_WM_DIAGRAM_MIN_ITEMCNT" val="4"/>
  <p:tag name="KSO_WM_DIAGRAM_VIRTUALLY_FRAME" val="{&quot;height&quot;:465.03136265747963,&quot;left&quot;:54.79196850393701,&quot;top&quot;:42.13431867126015,&quot;width&quot;:850.410629921259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3_1*n_h_h_f*1_2_2_1"/>
  <p:tag name="KSO_WM_UNIT_INDEX" val="1_2_2_1"/>
  <p:tag name="KSO_WM_DIAGRAM_GROUP_CODE" val="n1-1"/>
  <p:tag name="KSO_WM_UNIT_TEXT_TYPE" val="1"/>
  <p:tag name="KSO_WM_UNIT_TEXT_LAYER_COUNT" val="1"/>
  <p:tag name="KSO_WM_BEAUTIFY_FLAG" val="#wm#"/>
  <p:tag name="KSO_WM_UNIT_PRESET_TEXT" val="单击此处输入您的项正文，文字是思想的提炼，请尽量言简意赅的阐述内容观点。单击此处输入您的项正文，文字是思想的提炼，请尽量言简意赅的阐述内容观点。单击此处输入您的项正文，文字是思想的提炼，请尽量言简意赅阐述观点，文字是思想的提炼"/>
  <p:tag name="KSO_WM_UNIT_TEXT_FILL_FORE_SCHEMECOLOR_INDEX" val="1"/>
  <p:tag name="KSO_WM_UNIT_TEXT_FILL_TYPE" val="1"/>
  <p:tag name="KSO_WM_DIAGRAM_USE_COLOR_VALUE" val="{&quot;color_scheme&quot;:1,&quot;color_type&quot;:1,&quot;theme_color_indexes&quot;:[5,6,5,6,5,6]}"/>
</p:tagLst>
</file>

<file path=ppt/tags/tag556.xml><?xml version="1.0" encoding="utf-8"?>
<p:tagLst xmlns:p="http://schemas.openxmlformats.org/presentationml/2006/main">
  <p:tag name="KSO_WM_SLIDE_ID" val="diagram20231643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643"/>
  <p:tag name="KSO_WM_SLIDE_TYPE" val="text"/>
  <p:tag name="KSO_WM_SLIDE_SUBTYPE" val="diag"/>
  <p:tag name="KSO_WM_SLIDE_SIZE" val="850.3*336.9"/>
  <p:tag name="KSO_WM_SLIDE_POSITION" val="54.8169*160.45"/>
  <p:tag name="KSO_WM_SLIDE_LAYOUT" val="a_n"/>
  <p:tag name="KSO_WM_SLIDE_LAYOUT_CNT" val="1_1"/>
  <p:tag name="KSO_WM_SPECIAL_SOURCE" val="bdnull"/>
  <p:tag name="KSO_WM_DIAGRAM_GROUP_CODE" val="n1-1"/>
  <p:tag name="KSO_WM_SLIDE_DIAGTYPE" val="n"/>
  <p:tag name="resource_record_key" val="{&quot;65&quot;:[20231643],&quot;70&quot;:[3322479]}"/>
</p:tagLst>
</file>

<file path=ppt/tags/tag55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VALUE" val="125"/>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231642_1*n_h_h_f*1_2_1_1"/>
  <p:tag name="KSO_WM_TEMPLATE_CATEGORY" val="diagram"/>
  <p:tag name="KSO_WM_TEMPLATE_INDEX" val="20231642"/>
  <p:tag name="KSO_WM_UNIT_LAYERLEVEL" val="1_1_1_1"/>
  <p:tag name="KSO_WM_TAG_VERSION" val="3.0"/>
  <p:tag name="KSO_WM_BEAUTIFY_FLAG" val="#wm#"/>
  <p:tag name="KSO_WM_UNIT_PRESET_TEXT" val="单击此处输入你的正文，文字是您思想的提炼，为了最终演示发布的良好效果，请尽量言简意赅的阐述观点。"/>
  <p:tag name="KSO_WM_UNIT_FILL_TYPE" val="3"/>
  <p:tag name="KSO_WM_UNIT_TEXT_FILL_FORE_SCHEMECOLOR_INDEX" val="1"/>
  <p:tag name="KSO_WM_UNIT_TEXT_FILL_TYPE" val="1"/>
  <p:tag name="KSO_WM_UNIT_TEXT_TYPE" val="1"/>
  <p:tag name="KSO_WM_DIAGRAM_MAX_ITEMCNT" val="6"/>
  <p:tag name="KSO_WM_DIAGRAM_MIN_ITEMCNT" val="2"/>
  <p:tag name="KSO_WM_DIAGRAM_VIRTUALLY_FRAME" val="{&quot;height&quot;:485.7313626574796,&quot;left&quot;:22.416929133858254,&quot;top&quot;:26.984318671260144,&quot;width&quot;:912.4000000000002}"/>
  <p:tag name="KSO_WM_DIAGRAM_COLOR_MATCH_VALUE" val="{&quot;shape&quot;:{&quot;fill&quot;:{&quot;gradient&quot;:[{&quot;brightness&quot;:0,&quot;colorType&quot;:1,&quot;foreColorIndex&quot;:2,&quot;pos&quot;:0,&quot;transparency&quot;:1},{&quot;brightness&quot;:0,&quot;colorType&quot;:1,&quot;foreColorIndex&quot;:6,&quot;pos&quot;:1,&quot;transparency&quot;:0.8999999761581421}],&quot;type&quot;:3},&quot;glow&quot;:{&quot;colorType&quot;:0},&quot;line&quot;:{&quot;gradient&quot;:[{&quot;brightness&quot;:0,&quot;colorType&quot;:1,&quot;foreColorIndex&quot;:14,&quot;pos&quot;:0,&quot;transparency&quot;:1},{&quot;brightness&quot;:0,&quot;colorType&quot;:1,&quot;foreColorIndex&quot;:6,&quot;pos&quot;:1,&quot;transparency&quot;:0.5}],&quot;type&quot;:2},&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5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VALUE" val="125"/>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1642_1*n_h_h_f*1_2_2_1"/>
  <p:tag name="KSO_WM_TEMPLATE_CATEGORY" val="diagram"/>
  <p:tag name="KSO_WM_TEMPLATE_INDEX" val="20231642"/>
  <p:tag name="KSO_WM_UNIT_LAYERLEVEL" val="1_1_1_1"/>
  <p:tag name="KSO_WM_TAG_VERSION" val="3.0"/>
  <p:tag name="KSO_WM_BEAUTIFY_FLAG" val="#wm#"/>
  <p:tag name="KSO_WM_UNIT_PRESET_TEXT" val="单击输入你的项正文，文字是您思想的提炼，请尽量言简意赅的阐述观点。"/>
  <p:tag name="KSO_WM_UNIT_FILL_TYPE" val="3"/>
  <p:tag name="KSO_WM_UNIT_TEXT_FILL_FORE_SCHEMECOLOR_INDEX" val="1"/>
  <p:tag name="KSO_WM_UNIT_TEXT_FILL_TYPE" val="1"/>
  <p:tag name="KSO_WM_UNIT_TEXT_TYPE" val="1"/>
  <p:tag name="KSO_WM_DIAGRAM_MAX_ITEMCNT" val="6"/>
  <p:tag name="KSO_WM_DIAGRAM_MIN_ITEMCNT" val="2"/>
  <p:tag name="KSO_WM_DIAGRAM_VIRTUALLY_FRAME" val="{&quot;height&quot;:485.7313626574796,&quot;left&quot;:22.416929133858254,&quot;top&quot;:26.984318671260144,&quot;width&quot;:912.4000000000002}"/>
  <p:tag name="KSO_WM_DIAGRAM_COLOR_MATCH_VALUE" val="{&quot;shape&quot;:{&quot;fill&quot;:{&quot;gradient&quot;:[{&quot;brightness&quot;:0,&quot;colorType&quot;:1,&quot;foreColorIndex&quot;:2,&quot;pos&quot;:0,&quot;transparency&quot;:1},{&quot;brightness&quot;:0,&quot;colorType&quot;:1,&quot;foreColorIndex&quot;:6,&quot;pos&quot;:1,&quot;transparency&quot;:0.8999999761581421}],&quot;type&quot;:3},&quot;glow&quot;:{&quot;colorType&quot;:0},&quot;line&quot;:{&quot;gradient&quot;:[{&quot;brightness&quot;:0,&quot;colorType&quot;:1,&quot;foreColorIndex&quot;:14,&quot;pos&quot;:0,&quot;transparency&quot;:1},{&quot;brightness&quot;:0,&quot;colorType&quot;:1,&quot;foreColorIndex&quot;:6,&quot;pos&quot;:1,&quot;transparency&quot;:0.5}],&quot;type&quot;:2},&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59.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VERSION" val="3"/>
  <p:tag name="KSO_WM_DIAGRAM_COLOR_TEXT_CAN_REMOVE" val="n"/>
  <p:tag name="KSO_WM_DIAGRAM_MAX_ITEMCNT" val="6"/>
  <p:tag name="KSO_WM_DIAGRAM_VIRTUALLY_FRAME" val="{&quot;height&quot;:485.7313626574796,&quot;left&quot;:22.416929133858254,&quot;top&quot;:26.984318671260144,&quot;width&quot;:912.4000000000002}"/>
  <p:tag name="KSO_WM_UNIT_HIGHLIGHT" val="0"/>
  <p:tag name="KSO_WM_UNIT_DIAGRAM_ISNUMVISUAL" val="0"/>
  <p:tag name="KSO_WM_UNIT_ID" val="diagram20231642_1*n_h_a*1_1_1"/>
  <p:tag name="KSO_WM_TEMPLATE_INDEX" val="20231642"/>
  <p:tag name="KSO_WM_TAG_VERSION" val="3.0"/>
  <p:tag name="KSO_WM_UNIT_ISCONTENTSTITLE" val="0"/>
  <p:tag name="KSO_WM_UNIT_ISNUMDGMTITLE" val="0"/>
  <p:tag name="KSO_WM_UNIT_NOCLEAR" val="0"/>
  <p:tag name="KSO_WM_UNIT_VALUE" val="42"/>
  <p:tag name="KSO_WM_DIAGRAM_GROUP_CODE" val="n1-1"/>
  <p:tag name="KSO_WM_UNIT_TYPE" val="n_h_a"/>
  <p:tag name="KSO_WM_UNIT_INDEX" val="1_1_1"/>
  <p:tag name="KSO_WM_DIAGRAM_COLOR_TRICK" val="1"/>
  <p:tag name="KSO_WM_DIAGRAM_MIN_ITEMCNT" val="2"/>
  <p:tag name="KSO_WM_DIAGRAM_COLOR_MATCH_VALUE" val="{&quot;shape&quot;:{&quot;fill&quot;:{&quot;gradient&quot;:[{&quot;brightness&quot;:0,&quot;colorType&quot;:1,&quot;foreColorIndex&quot;:6,&quot;pos&quot;:0,&quot;transparency&quot;:0},{&quot;brightness&quot;:0,&quot;colorType&quot;:1,&quot;foreColorIndex&quot;:5,&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TEXT_TYPE" val="1"/>
  <p:tag name="KSO_WM_BEAUTIFY_FLAG" val="#wm#"/>
  <p:tag name="KSO_WM_UNIT_PRESET_TEXT" val="添加标题"/>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42_1*n_h_i*1_1_2"/>
  <p:tag name="KSO_WM_TEMPLATE_CATEGORY" val="diagram"/>
  <p:tag name="KSO_WM_TEMPLATE_INDEX" val="20231642"/>
  <p:tag name="KSO_WM_UNIT_LAYERLEVEL" val="1_1_1"/>
  <p:tag name="KSO_WM_TAG_VERSION" val="3.0"/>
  <p:tag name="KSO_WM_DIAGRAM_GROUP_CODE" val="n1-1"/>
  <p:tag name="KSO_WM_UNIT_TYPE" val="n_h_i"/>
  <p:tag name="KSO_WM_UNIT_INDEX" val="1_1_2"/>
  <p:tag name="KSO_WM_DIAGRAM_VERSION" val="3"/>
  <p:tag name="KSO_WM_DIAGRAM_COLOR_TRICK" val="1"/>
  <p:tag name="KSO_WM_DIAGRAM_COLOR_TEXT_CAN_REMOVE" val="n"/>
  <p:tag name="KSO_WM_DIAGRAM_MAX_ITEMCNT" val="6"/>
  <p:tag name="KSO_WM_DIAGRAM_MIN_ITEMCNT" val="2"/>
  <p:tag name="KSO_WM_DIAGRAM_VIRTUALLY_FRAME" val="{&quot;height&quot;:485.7313626574796,&quot;left&quot;:22.416929133858254,&quot;top&quot;:26.984318671260144,&quot;width&quot;:912.4000000000002}"/>
  <p:tag name="KSO_WM_DIAGRAM_COLOR_MATCH_VALUE" val="{&quot;shape&quot;:{&quot;fill&quot;:{&quot;gradient&quot;:[{&quot;brightness&quot;:0,&quot;colorType&quot;:1,&quot;foreColorIndex&quot;:6,&quot;pos&quot;:0,&quot;transparency&quot;:0.800000011920929},{&quot;brightness&quot;:0,&quot;colorType&quot;:1,&quot;foreColorIndex&quot;:5,&quot;pos&quot;:1,&quot;transparency&quot;:0.800000011920929}],&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42_1*n_h_i*1_1_1"/>
  <p:tag name="KSO_WM_TEMPLATE_CATEGORY" val="diagram"/>
  <p:tag name="KSO_WM_TEMPLATE_INDEX" val="20231642"/>
  <p:tag name="KSO_WM_UNIT_LAYERLEVEL" val="1_1_1"/>
  <p:tag name="KSO_WM_TAG_VERSION" val="3.0"/>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85.7313626574796,&quot;left&quot;:22.416929133858254,&quot;top&quot;:26.984318671260144,&quot;width&quot;:912.4000000000002}"/>
  <p:tag name="KSO_WM_DIAGRAM_COLOR_MATCH_VALUE" val="{&quot;shape&quot;:{&quot;fill&quot;:{&quot;gradient&quot;:[{&quot;brightness&quot;:0,&quot;colorType&quot;:1,&quot;foreColorIndex&quot;:6,&quot;pos&quot;:0,&quot;transparency&quot;:0},{&quot;brightness&quot;:0,&quot;colorType&quot;:1,&quot;foreColorIndex&quot;:5,&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1_1"/>
  <p:tag name="KSO_WM_UNIT_ID" val="diagram20231642_1*n_h_h_i*1_2_1_1"/>
  <p:tag name="KSO_WM_TEMPLATE_CATEGORY" val="diagram"/>
  <p:tag name="KSO_WM_TEMPLATE_INDEX" val="20231642"/>
  <p:tag name="KSO_WM_UNIT_LAYERLEVEL" val="1_1_1_1"/>
  <p:tag name="KSO_WM_TAG_VERSION" val="3.0"/>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85.7313626574796,&quot;left&quot;:22.416929133858254,&quot;top&quot;:26.984318671260144,&quot;width&quot;:912.4000000000002}"/>
  <p:tag name="KSO_WM_DIAGRAM_COLOR_MATCH_VALUE" val="{&quot;shape&quot;:{&quot;fill&quot;:{&quot;gradient&quot;:[{&quot;brightness&quot;:0,&quot;colorType&quot;:1,&quot;foreColorIndex&quot;:6,&quot;pos&quot;:0,&quot;transparency&quot;:0},{&quot;brightness&quot;:0,&quot;colorType&quot;:1,&quot;foreColorIndex&quot;:5,&quot;pos&quot;:1,&quot;transparency&quot;:0}],&quot;type&quot;:3},&quot;glow&quot;:{&quot;colorType&quot;:0},&quot;line&quot;:{&quot;type&quot;:0},&quot;shadow&quot;:{&quot;brightness&quot;:0.6000000238418579,&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FILL_TYPE" val="3"/>
  <p:tag name="KSO_WM_DIAGRAM_USE_COLOR_VALUE" val="{&quot;color_scheme&quot;:1,&quot;color_type&quot;:1,&quot;theme_color_indexes&quot;:[5,6,5,6,5,6]}"/>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2_1"/>
  <p:tag name="KSO_WM_UNIT_ID" val="diagram20231642_1*n_h_h_i*1_2_2_1"/>
  <p:tag name="KSO_WM_TEMPLATE_CATEGORY" val="diagram"/>
  <p:tag name="KSO_WM_TEMPLATE_INDEX" val="20231642"/>
  <p:tag name="KSO_WM_UNIT_LAYERLEVEL" val="1_1_1_1"/>
  <p:tag name="KSO_WM_TAG_VERSION" val="3.0"/>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85.7313626574796,&quot;left&quot;:22.416929133858254,&quot;top&quot;:26.984318671260144,&quot;width&quot;:912.4000000000002}"/>
  <p:tag name="KSO_WM_DIAGRAM_COLOR_MATCH_VALUE" val="{&quot;shape&quot;:{&quot;fill&quot;:{&quot;gradient&quot;:[{&quot;brightness&quot;:0,&quot;colorType&quot;:1,&quot;foreColorIndex&quot;:6,&quot;pos&quot;:0,&quot;transparency&quot;:0},{&quot;brightness&quot;:0,&quot;colorType&quot;:1,&quot;foreColorIndex&quot;:5,&quot;pos&quot;:1,&quot;transparency&quot;:0}],&quot;type&quot;:3},&quot;glow&quot;:{&quot;colorType&quot;:0},&quot;line&quot;:{&quot;type&quot;:0},&quot;shadow&quot;:{&quot;brightness&quot;:0.6000000238418579,&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FILL_TYPE" val="3"/>
  <p:tag name="KSO_WM_DIAGRAM_USE_COLOR_VALUE" val="{&quot;color_scheme&quot;:1,&quot;color_type&quot;:1,&quot;theme_color_indexes&quot;:[5,6,5,6,5,6]}"/>
</p:tagLst>
</file>

<file path=ppt/tags/tag564.xml><?xml version="1.0" encoding="utf-8"?>
<p:tagLst xmlns:p="http://schemas.openxmlformats.org/presentationml/2006/main">
  <p:tag name="KSO_WM_SLIDE_ID" val="diagram20231643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643"/>
  <p:tag name="KSO_WM_SLIDE_TYPE" val="text"/>
  <p:tag name="KSO_WM_SLIDE_SUBTYPE" val="diag"/>
  <p:tag name="KSO_WM_SLIDE_SIZE" val="850.3*336.9"/>
  <p:tag name="KSO_WM_SLIDE_POSITION" val="54.8169*160.45"/>
  <p:tag name="KSO_WM_SLIDE_LAYOUT" val="a_n"/>
  <p:tag name="KSO_WM_SLIDE_LAYOUT_CNT" val="1_1"/>
  <p:tag name="KSO_WM_SPECIAL_SOURCE" val="bdnull"/>
  <p:tag name="KSO_WM_DIAGRAM_GROUP_CODE" val="n1-1"/>
  <p:tag name="KSO_WM_SLIDE_DIAGTYPE" val="n"/>
  <p:tag name="resource_record_key" val="{&quot;65&quot;:[20231643],&quot;70&quot;:[3318889]}"/>
</p:tagLst>
</file>

<file path=ppt/tags/tag565.xml><?xml version="1.0" encoding="utf-8"?>
<p:tagLst xmlns:p="http://schemas.openxmlformats.org/presentationml/2006/main">
  <p:tag name="KSO_WM_UNIT_ISCONTENTSTITLE" val="0"/>
  <p:tag name="KSO_WM_UNIT_ISNUMDGMTITLE" val="0"/>
  <p:tag name="KSO_WM_UNIT_NOCLEAR" val="0"/>
  <p:tag name="KSO_WM_UNIT_VALUE" val="19"/>
  <p:tag name="KSO_WM_UNIT_HIGHLIGHT" val="0"/>
  <p:tag name="KSO_WM_UNIT_COMPATIBLE" val="0"/>
  <p:tag name="KSO_WM_UNIT_DIAGRAM_ISNUMVISUAL" val="0"/>
  <p:tag name="KSO_WM_UNIT_DIAGRAM_ISREFERUNIT" val="0"/>
  <p:tag name="KSO_WM_UNIT_TYPE" val="a"/>
  <p:tag name="KSO_WM_UNIT_INDEX" val="1"/>
  <p:tag name="KSO_WM_UNIT_ID" val="custom20235634_1*a*1"/>
  <p:tag name="KSO_WM_TEMPLATE_CATEGORY" val="custom"/>
  <p:tag name="KSO_WM_TEMPLATE_INDEX" val="20235634"/>
  <p:tag name="KSO_WM_UNIT_LAYERLEVEL" val="1"/>
  <p:tag name="KSO_WM_TAG_VERSION" val="3.0"/>
  <p:tag name="KSO_WM_BEAUTIFY_FLAG" val="#wm#"/>
  <p:tag name="KSO_WM_UNIT_PRESET_TEXT" val="单击此处添加标题"/>
  <p:tag name="KSO_WM_UNIT_TEXT_TYPE" val="1"/>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4_1*i*1"/>
  <p:tag name="KSO_WM_TEMPLATE_CATEGORY" val="custom"/>
  <p:tag name="KSO_WM_TEMPLATE_INDEX" val="20235634"/>
  <p:tag name="KSO_WM_UNIT_LAYERLEVEL" val="1"/>
  <p:tag name="KSO_WM_TAG_VERSION" val="3.0"/>
  <p:tag name="KSO_WM_BEAUTIFY_FLAG" val="#wm#"/>
  <p:tag name="KSO_WM_UNIT_BLOCK" val="0"/>
  <p:tag name="KSO_WM_UNIT_SM_LIMIT_TYPE" val="1"/>
  <p:tag name="KSO_WM_UNIT_DEC_AREA_ID" val="57dadeb95ab44bae952665e5e2adc445"/>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ef20bd7a491bb0086638afb"/>
  <p:tag name="KSO_WM_CHIP_XID" val="5ef20bd7a491bb0086638afc"/>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 name="KSO_WM_UNIT_VALUE" val="12"/>
  <p:tag name="KSO_WM_TEMPLATE_ASSEMBLE_XID" val="60656e7a4054ed1e2fb7f9ab"/>
  <p:tag name="KSO_WM_TEMPLATE_ASSEMBLE_GROUPID" val="60656e7a4054ed1e2fb7f9ab"/>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4_1*i*2"/>
  <p:tag name="KSO_WM_TEMPLATE_CATEGORY" val="custom"/>
  <p:tag name="KSO_WM_TEMPLATE_INDEX" val="20235634"/>
  <p:tag name="KSO_WM_UNIT_LAYERLEVEL" val="1"/>
  <p:tag name="KSO_WM_TAG_VERSION" val="3.0"/>
  <p:tag name="KSO_WM_BEAUTIFY_FLAG" val="#wm#"/>
  <p:tag name="KSO_WM_UNIT_BLOCK" val="0"/>
  <p:tag name="KSO_WM_UNIT_SM_LIMIT_TYPE" val="1"/>
  <p:tag name="KSO_WM_UNIT_DEC_AREA_ID" val="5ed7bbdef93b417f8597839bfceeb682"/>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ef20bd7a491bb0086638afb"/>
  <p:tag name="KSO_WM_CHIP_XID" val="5ef20bd7a491bb0086638afc"/>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12"/>
  <p:tag name="KSO_WM_TEMPLATE_ASSEMBLE_XID" val="60656e7a4054ed1e2fb7f9ab"/>
  <p:tag name="KSO_WM_TEMPLATE_ASSEMBLE_GROUPID" val="60656e7a4054ed1e2fb7f9ab"/>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634_1*i*3"/>
  <p:tag name="KSO_WM_TEMPLATE_CATEGORY" val="custom"/>
  <p:tag name="KSO_WM_TEMPLATE_INDEX" val="20235634"/>
  <p:tag name="KSO_WM_UNIT_LAYERLEVEL" val="1"/>
  <p:tag name="KSO_WM_TAG_VERSION" val="3.0"/>
  <p:tag name="KSO_WM_BEAUTIFY_FLAG" val="#wm#"/>
  <p:tag name="KSO_WM_UNIT_BLOCK" val="0"/>
  <p:tag name="KSO_WM_UNIT_SM_LIMIT_TYPE" val="1"/>
  <p:tag name="KSO_WM_UNIT_DEC_AREA_ID" val="9d348e14170f4fda9a6f5f3d4ad90c62"/>
  <p:tag name="KSO_WM_UNIT_DECORATE_INFO" val="{&quot;ReferentInfo&quot;:{&quot;Id&quot;:&quot;slide&quot;,&quot;X&quot;:{&quot;Pos&quot;:1},&quot;Y&quot;:{&quot;Pos&quot;:1}},&quot;DecorateInfoX&quot;:{&quot;Pos&quot;:1,&quot;IsAbs&quot;:false},&quot;DecorateInfoY&quot;:{&quot;Pos&quot;:1,&quot;IsAbs&quot;:false},&quot;DecorateInfoW&quot;:{&quot;IsAbs&quot;:true},&quot;DecorateInfoH&quot;:{&quot;IsAbs&quot;:true},&quot;whChangeMode&quot;:0}"/>
  <p:tag name="KSO_WM_CHIP_GROUPID" val="5ef20bd7a491bb0086638afb"/>
  <p:tag name="KSO_WM_CHIP_XID" val="5ef20bd7a491bb0086638afc"/>
  <p:tag name="KSO_WM_TEMPLATE_ASSEMBLE_XID" val="60656e7a4054ed1e2fb7f9ab"/>
  <p:tag name="KSO_WM_TEMPLATE_ASSEMBLE_GROUPID" val="60656e7a4054ed1e2fb7f9ab"/>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634_1*i*4"/>
  <p:tag name="KSO_WM_TEMPLATE_CATEGORY" val="custom"/>
  <p:tag name="KSO_WM_TEMPLATE_INDEX" val="20235634"/>
  <p:tag name="KSO_WM_UNIT_LAYERLEVEL" val="1"/>
  <p:tag name="KSO_WM_TAG_VERSION" val="3.0"/>
  <p:tag name="KSO_WM_BEAUTIFY_FLAG" val="#wm#"/>
  <p:tag name="KSO_WM_UNIT_SM_LIMIT_TYPE" val="1"/>
  <p:tag name="KSO_WM_CHIP_GROUPID" val="5ef20bd7a491bb0086638afb"/>
  <p:tag name="KSO_WM_CHIP_XID" val="5ef20bd7a491bb0086638afc"/>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2"/>
  <p:tag name="KSO_WM_TEMPLATE_ASSEMBLE_XID" val="60656e7a4054ed1e2fb7f9ab"/>
  <p:tag name="KSO_WM_TEMPLATE_ASSEMBLE_GROUPID" val="60656e7a4054ed1e2fb7f9ab"/>
</p:tagLst>
</file>

<file path=ppt/tags/tag5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5634_1*i*5"/>
  <p:tag name="KSO_WM_TEMPLATE_CATEGORY" val="custom"/>
  <p:tag name="KSO_WM_TEMPLATE_INDEX" val="20235634"/>
  <p:tag name="KSO_WM_UNIT_LAYERLEVEL" val="1"/>
  <p:tag name="KSO_WM_TAG_VERSION" val="3.0"/>
  <p:tag name="KSO_WM_BEAUTIFY_FLAG" val="#wm#"/>
  <p:tag name="KSO_WM_UNIT_SM_LIMIT_TYPE" val="1"/>
  <p:tag name="KSO_WM_CHIP_GROUPID" val="5ef20bd7a491bb0086638afb"/>
  <p:tag name="KSO_WM_CHIP_XID" val="5ef20bd7a491bb0086638afc"/>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2"/>
  <p:tag name="KSO_WM_TEMPLATE_ASSEMBLE_XID" val="60656e7a4054ed1e2fb7f9ab"/>
  <p:tag name="KSO_WM_TEMPLATE_ASSEMBLE_GROUPID" val="60656e7a4054ed1e2fb7f9ab"/>
</p:tagLst>
</file>

<file path=ppt/tags/tag5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5634_1*i*6"/>
  <p:tag name="KSO_WM_TEMPLATE_CATEGORY" val="custom"/>
  <p:tag name="KSO_WM_TEMPLATE_INDEX" val="20235634"/>
  <p:tag name="KSO_WM_UNIT_LAYERLEVEL" val="1"/>
  <p:tag name="KSO_WM_TAG_VERSION" val="3.0"/>
  <p:tag name="KSO_WM_BEAUTIFY_FLAG" val="#wm#"/>
  <p:tag name="KSO_WM_UNIT_BLOCK" val="0"/>
  <p:tag name="KSO_WM_UNIT_SM_LIMIT_TYPE" val="1"/>
  <p:tag name="KSO_WM_UNIT_DEC_AREA_ID" val="c441230aa17b467882c9a069d83bb114"/>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ef20bd7a491bb0086638afb"/>
  <p:tag name="KSO_WM_CHIP_XID" val="5ef20bd7a491bb0086638afc"/>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12"/>
  <p:tag name="KSO_WM_TEMPLATE_ASSEMBLE_XID" val="60656e7a4054ed1e2fb7f9ab"/>
  <p:tag name="KSO_WM_TEMPLATE_ASSEMBLE_GROUPID" val="60656e7a4054ed1e2fb7f9ab"/>
</p:tagLst>
</file>

<file path=ppt/tags/tag572.xml><?xml version="1.0" encoding="utf-8"?>
<p:tagLst xmlns:p="http://schemas.openxmlformats.org/presentationml/2006/main">
  <p:tag name="KSO_WM_UNIT_SUBTYPE" val="a"/>
  <p:tag name="KSO_WM_UNIT_TEXT_LAYER_COUNT" val="1"/>
  <p:tag name="KSO_WM_UNIT_NOCLEAR" val="0"/>
  <p:tag name="KSO_WM_UNIT_VALUE" val="304"/>
  <p:tag name="KSO_WM_UNIT_HIGHLIGHT" val="0"/>
  <p:tag name="KSO_WM_UNIT_COMPATIBLE" val="0"/>
  <p:tag name="KSO_WM_UNIT_DIAGRAM_ISNUMVISUAL" val="0"/>
  <p:tag name="KSO_WM_UNIT_DIAGRAM_ISREFERUNIT" val="0"/>
  <p:tag name="KSO_WM_UNIT_TYPE" val="f"/>
  <p:tag name="KSO_WM_UNIT_INDEX" val="1"/>
  <p:tag name="KSO_WM_UNIT_ID" val="custom20235634_1*f*1"/>
  <p:tag name="KSO_WM_TEMPLATE_CATEGORY" val="custom"/>
  <p:tag name="KSO_WM_TEMPLATE_INDEX" val="20235634"/>
  <p:tag name="KSO_WM_UNIT_LAYERLEVEL" val="1"/>
  <p:tag name="KSO_WM_TAG_VERSION" val="3.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单击此处输入你的正文，文字是您思想的提炼，为了最终演示发布的良好效果，请尽量言简意赅的阐述观点。根据需要可酌情增减文字，以便观者可以准确理解您所传达的信息。单击此处输入你的正文，文字是您思想的提炼，为了最终演示发布的良好效果，请尽量言简意赅的阐述观点。根据需要可酌情增减文字，以便观者可以准确理解您所传达的信息。单击此处输入你的正文，文字是您思想的提炼。"/>
  <p:tag name="KSO_WM_UNIT_TEXT_TYPE" val="1"/>
</p:tagLst>
</file>

<file path=ppt/tags/tag573.xml><?xml version="1.0" encoding="utf-8"?>
<p:tagLst xmlns:p="http://schemas.openxmlformats.org/presentationml/2006/main">
  <p:tag name="KSO_WM_SLIDE_ID" val="custom20235634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60*540"/>
  <p:tag name="KSO_WM_SLIDE_POSITION" val="0*0"/>
  <p:tag name="KSO_WM_TAG_VERSION" val="3.0"/>
  <p:tag name="KSO_WM_BEAUTIFY_FLAG" val="#wm#"/>
  <p:tag name="KSO_WM_TEMPLATE_CATEGORY" val="custom"/>
  <p:tag name="KSO_WM_TEMPLATE_INDEX" val="20235634"/>
  <p:tag name="KSO_WM_SLIDE_LAYOUT" val="a_f"/>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1-04-01T15:01:27&quot;,&quot;maxSize&quot;:{&quot;size1&quot;:31.100000000000001},&quot;minSize&quot;:{&quot;size1&quot;:26.699999999999999},&quot;normalSize&quot;:{&quot;size1&quot;:28.899999999999999},&quot;subLayout&quot;:[{&quot;id&quot;:&quot;2021-04-01T15:01:27&quot;,&quot;margin&quot;:{&quot;bottom&quot;:0.026000002399086952,&quot;left&quot;:5.0799999237060547,&quot;right&quot;:6.7729997634887695,&quot;top&quot;:2.9630000591278076},&quot;type&quot;:0},{&quot;id&quot;:&quot;2021-04-01T15:01:27&quot;,&quot;margin&quot;:{&quot;bottom&quot;:4.2329998016357422,&quot;left&quot;:5.0799999237060547,&quot;right&quot;:4.6560001373291016,&quot;top&quot;:0.84700000286102295},&quot;type&quot;:0}],&quot;type&quot;:0}"/>
  <p:tag name="KSO_WM_SLIDE_BACKGROUND" val="[&quot;general&quot;]"/>
  <p:tag name="KSO_WM_SLIDE_RATIO" val="1.777778"/>
  <p:tag name="KSO_WM_CHIP_INFOS" val="{&quot;type&quot;:0,&quot;layout_type&quot;:&quot;topbottom&quot;,&quot;layout_feature&quot;:2,&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lm&quot;,&quot;text_direction&quot;:&quot;horizontal&quot;,&quot;support_big_font&quot;:false,&quot;fill_id&quot;:&quot;c4c25ca0ca5c40f185466383f79d5c7d&quot;,&quot;fill_align&quot;:&quot;lm&quot;,&quot;chip_types&quot;:[&quot;header&quot;]},{&quot;text_align&quot;:&quot;lm&quot;,&quot;text_direction&quot;:&quot;horizontal&quot;,&quot;support_big_font&quot;:false,&quot;fill_id&quot;:&quot;d48b62735a09469bb829c88fb0d6fc75&quot;,&quot;fill_align&quot;:&quot;lm&quot;,&quot;chip_types&quot;:[&quot;diagram&quot;,&quot;pictext&quot;,&quot;text&quot;,&quot;picture&quot;,&quot;chart&quot;,&quot;table&quot;,&quot;video&quot;]}]]"/>
  <p:tag name="KSO_WM_SLIDE_CAN_ADD_NAVIGATION" val="1"/>
  <p:tag name="KSO_WM_CHIP_XID" val="5ef20bd7a491bb0086638afc"/>
  <p:tag name="KSO_WM_CHIP_DECFILLPROP" val="[]"/>
  <p:tag name="KSO_WM_CHIP_GROUPID" val="5ef20bd7a491bb0086638afb"/>
  <p:tag name="KSO_WM_SLIDE_BK_DARK_LIGHT" val="2"/>
  <p:tag name="KSO_WM_SLIDE_BACKGROUND_TYPE" val="general"/>
  <p:tag name="KSO_WM_SLIDE_SUPPORT_FEATURE_TYPE" val="0"/>
  <p:tag name="KSO_WM_TEMPLATE_ASSEMBLE_XID" val="60656e7a4054ed1e2fb7f9ab"/>
  <p:tag name="KSO_WM_TEMPLATE_ASSEMBLE_GROUPID" val="60656e7a4054ed1e2fb7f9ab"/>
</p:tagLst>
</file>

<file path=ppt/tags/tag57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5456_1*a*1"/>
  <p:tag name="KSO_WM_TEMPLATE_CATEGORY" val="custom"/>
  <p:tag name="KSO_WM_TEMPLATE_INDEX" val="20235456"/>
  <p:tag name="KSO_WM_UNIT_LAYERLEVEL" val="1"/>
  <p:tag name="KSO_WM_TAG_VERSION" val="3.0"/>
  <p:tag name="KSO_WM_BEAUTIFY_FLAG" val="#wm#"/>
  <p:tag name="KSO_WM_UNIT_PRESET_TEXT" val="单击此处添加页面标题"/>
  <p:tag name="KSO_WM_UNIT_TEXT_TYPE" val="1"/>
  <p:tag name="KSO_WM_UNIT_USESOURCEFORMAT_APPLY" val="1"/>
</p:tagLst>
</file>

<file path=ppt/tags/tag575.xml><?xml version="1.0" encoding="utf-8"?>
<p:tagLst xmlns:p="http://schemas.openxmlformats.org/presentationml/2006/main">
  <p:tag name="TABLE_ENDDRAG_ORIGIN_RECT" val="468*392"/>
  <p:tag name="TABLE_ENDDRAG_RECT" val="480*118*468*392"/>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5709_1*l_h_i*1_1_1"/>
  <p:tag name="KSO_WM_TEMPLATE_CATEGORY" val="diagram"/>
  <p:tag name="KSO_WM_TEMPLATE_INDEX" val="2023570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4"/>
  <p:tag name="KSO_WM_DIAGRAM_MIN_ITEMCNT" val="2"/>
  <p:tag name="KSO_WM_DIAGRAM_VIRTUALLY_FRAME" val="{&quot;height&quot;:360.15,&quot;left&quot;:47.58661417322834,&quot;top&quot;:130.8,&quot;width&quot;:371.6633858267717}"/>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2"/>
  <p:tag name="KSO_WM_UNIT_TEXT_FILL_TYPE" val="1"/>
  <p:tag name="KSO_WM_UNIT_USESOURCEFORMAT_APPLY" val="1"/>
</p:tagLst>
</file>

<file path=ppt/tags/tag577.xml><?xml version="1.0" encoding="utf-8"?>
<p:tagLst xmlns:p="http://schemas.openxmlformats.org/presentationml/2006/main">
  <p:tag name="KSO_WM_UNIT_SUBTYPE" val="a"/>
  <p:tag name="KSO_WM_UNIT_NOCLEAR" val="0"/>
  <p:tag name="KSO_WM_UNIT_VALUE" val="68"/>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5709"/>
  <p:tag name="KSO_WM_UNIT_LAYERLEVEL" val="1_1_1"/>
  <p:tag name="KSO_WM_TAG_VERSION" val="3.0"/>
  <p:tag name="KSO_WM_DIAGRAM_MAX_ITEMCNT" val="4"/>
  <p:tag name="KSO_WM_DIAGRAM_MIN_ITEMCNT" val="2"/>
  <p:tag name="KSO_WM_DIAGRAM_VIRTUALLY_FRAME" val="{&quot;height&quot;:360.15,&quot;left&quot;:47.58661417322834,&quot;top&quot;:130.8,&quot;width&quot;:371.66338582677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709_1*l_h_f*1_1_1"/>
  <p:tag name="KSO_WM_UNIT_INDEX" val="1_1_1"/>
  <p:tag name="KSO_WM_UNIT_TEXT_TYPE" val="1"/>
  <p:tag name="KSO_WM_UNIT_USESOURCEFORMAT_APPLY" val="1"/>
  <p:tag name="KSO_WM_UNIT_TEXT_LAYER_COUNT" val="1"/>
  <p:tag name="KSO_WM_DIAGRAM_VERSION" val="3"/>
  <p:tag name="KSO_WM_DIAGRAM_COLOR_TRICK" val="1"/>
  <p:tag name="KSO_WM_DIAGRAM_COLOR_TEXT_CAN_REMOVE" val="n"/>
  <p:tag name="KSO_WM_BEAUTIFY_FLAG" val="#wm#"/>
  <p:tag name="KSO_WM_DIAGRAM_GROUP_CODE" val="l1-1"/>
  <p:tag name="KSO_WM_UNIT_PRESET_TEXT" val="单击此处添加文本具体内容，请尽量简明扼要地阐述您的内容观点。根据需要可酌情增减文字，以便观者能够准确地理解您传达的思想。"/>
  <p:tag name="KSO_WM_UNIT_TEXT_FILL_FORE_SCHEMECOLOR_INDEX" val="1"/>
  <p:tag name="KSO_WM_UNIT_TEXT_FILL_TYPE" val="1"/>
</p:tagLst>
</file>

<file path=ppt/tags/tag578.xml><?xml version="1.0" encoding="utf-8"?>
<p:tagLst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5709"/>
  <p:tag name="KSO_WM_UNIT_LAYERLEVEL" val="1_1_1"/>
  <p:tag name="KSO_WM_TAG_VERSION" val="3.0"/>
  <p:tag name="KSO_WM_DIAGRAM_MAX_ITEMCNT" val="4"/>
  <p:tag name="KSO_WM_DIAGRAM_MIN_ITEMCNT" val="2"/>
  <p:tag name="KSO_WM_DIAGRAM_VIRTUALLY_FRAME" val="{&quot;height&quot;:360.15,&quot;left&quot;:47.58661417322834,&quot;top&quot;:130.8,&quot;width&quot;:371.66338582677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709_1*l_h_a*1_1_1"/>
  <p:tag name="KSO_WM_UNIT_INDEX" val="1_1_1"/>
  <p:tag name="KSO_WM_UNIT_TEXT_TYPE" val="1"/>
  <p:tag name="KSO_WM_UNIT_USESOURCEFORMAT_APPLY" val="1"/>
  <p:tag name="KSO_WM_DIAGRAM_VERSION" val="3"/>
  <p:tag name="KSO_WM_DIAGRAM_COLOR_TRICK" val="1"/>
  <p:tag name="KSO_WM_DIAGRAM_COLOR_TEXT_CAN_REMOVE" val="n"/>
  <p:tag name="KSO_WM_BEAUTIFY_FLAG" val="#wm#"/>
  <p:tag name="KSO_WM_DIAGRAM_GROUP_CODE" val="l1-1"/>
  <p:tag name="KSO_WM_UNIT_PRESET_TEXT" val="单击添加项标题"/>
  <p:tag name="KSO_WM_UNIT_TEXT_FILL_FORE_SCHEMECOLOR_INDEX" val="1"/>
  <p:tag name="KSO_WM_UNIT_TEXT_FILL_TYPE" val="1"/>
</p:tagLst>
</file>

<file path=ppt/tags/tag579.xml><?xml version="1.0" encoding="utf-8"?>
<p:tagLst xmlns:p="http://schemas.openxmlformats.org/presentationml/2006/main">
  <p:tag name="KSO_WM_SLIDE_ID" val="custom20235456_1"/>
  <p:tag name="KSO_WM_TEMPLATE_SUBCATEGORY" val="0"/>
  <p:tag name="KSO_WM_TEMPLATE_MASTER_TYPE" val="0"/>
  <p:tag name="KSO_WM_TEMPLATE_COLOR_TYPE" val="0"/>
  <p:tag name="KSO_WM_SLIDE_TYPE" val="text"/>
  <p:tag name="KSO_WM_SLIDE_SUBTYPE" val="picTxt"/>
  <p:tag name="KSO_WM_SLIDE_ITEM_CNT" val="4"/>
  <p:tag name="KSO_WM_SLIDE_INDEX" val="1"/>
  <p:tag name="KSO_WM_SLIDE_SIZE" val="408.15*360.15"/>
  <p:tag name="KSO_WM_SLIDE_POSITION" val="47.775*130.8"/>
  <p:tag name="KSO_WM_DIAGRAM_GROUP_CODE" val="l1-1"/>
  <p:tag name="KSO_WM_SLIDE_DIAGTYPE" val="l"/>
  <p:tag name="KSO_WM_TAG_VERSION" val="3.0"/>
  <p:tag name="KSO_WM_BEAUTIFY_FLAG" val="#wm#"/>
  <p:tag name="KSO_WM_TEMPLATE_CATEGORY" val="custom"/>
  <p:tag name="KSO_WM_TEMPLATE_INDEX" val="20235456"/>
  <p:tag name="KSO_WM_SLIDE_LAYOUT" val="a_β_l"/>
  <p:tag name="KSO_WM_SLIDE_LAYOUT_CNT" val="1_1_1"/>
</p:tagLst>
</file>

<file path=ppt/tags/tag5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2827_1*i*1"/>
  <p:tag name="KSO_WM_TEMPLATE_CATEGORY" val="custom"/>
  <p:tag name="KSO_WM_TEMPLATE_INDEX" val="40492827"/>
  <p:tag name="KSO_WM_UNIT_LAYERLEVEL" val="1"/>
  <p:tag name="KSO_WM_TAG_VERSION" val="3.0"/>
  <p:tag name="KSO_WM_BEAUTIFY_FLAG" val="#wm#"/>
</p:tagLst>
</file>

<file path=ppt/tags/tag58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2827_1*f*1"/>
  <p:tag name="KSO_WM_TEMPLATE_CATEGORY" val="custom"/>
  <p:tag name="KSO_WM_TEMPLATE_INDEX" val="40492827"/>
  <p:tag name="KSO_WM_UNIT_LAYERLEVEL" val="1"/>
  <p:tag name="KSO_WM_TAG_VERSION" val="3.0"/>
  <p:tag name="KSO_WM_BEAUTIFY_FLAG" val="#wm#"/>
  <p:tag name="KSO_WM_UNIT_PRESET_TEXT" val="单击添加正文，文字是您思想的提炼，为了最终演示发布的良好效果，请言简意赅的阐述观点。&#10;根据需要可酌情增减文字，以便观者可以准确理解您所传达的信息。单击此处输入正文，文字是您思想的提炼，为了最终演示发布的良好效果。"/>
  <p:tag name="KSO_WM_UNIT_TEXT_TYPE" val="1"/>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2827_1*i*2"/>
  <p:tag name="KSO_WM_TEMPLATE_CATEGORY" val="custom"/>
  <p:tag name="KSO_WM_TEMPLATE_INDEX" val="40492827"/>
  <p:tag name="KSO_WM_UNIT_LAYERLEVEL" val="1"/>
  <p:tag name="KSO_WM_TAG_VERSION" val="3.0"/>
  <p:tag name="KSO_WM_BEAUTIFY_FLAG" val="#wm#"/>
</p:tagLst>
</file>

<file path=ppt/tags/tag583.xml><?xml version="1.0" encoding="utf-8"?>
<p:tagLst xmlns:p="http://schemas.openxmlformats.org/presentationml/2006/main">
  <p:tag name="KSO_WM_SLIDE_ID" val="custom40492827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2827"/>
  <p:tag name="KSO_WM_SLIDE_TYPE" val="text"/>
  <p:tag name="KSO_WM_SLIDE_SUBTYPE" val="diag"/>
  <p:tag name="KSO_WM_SLIDE_SIZE" val="816*540"/>
  <p:tag name="KSO_WM_SLIDE_POSITION" val="143*0"/>
  <p:tag name="KSO_WM_SLIDE_LAYOUT" val="f"/>
  <p:tag name="KSO_WM_SLIDE_LAYOUT_CNT" val="1"/>
  <p:tag name="KSO_WM_SPECIAL_SOURCE" val="bdnull"/>
</p:tagLst>
</file>

<file path=ppt/tags/tag58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52_1*f*1"/>
  <p:tag name="KSO_WM_TEMPLATE_CATEGORY" val="custom"/>
  <p:tag name="KSO_WM_TEMPLATE_INDEX" val="20234952"/>
  <p:tag name="KSO_WM_UNIT_LAYERLEVEL" val="1"/>
  <p:tag name="KSO_WM_TAG_VERSION" val="3.0"/>
  <p:tag name="KSO_WM_BEAUTIFY_FLAG" val="#wm#"/>
  <p:tag name="KSO_WM_UNIT_VALUE" val="236"/>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根据需要可酌情增减文字，以便观者准确地理解您传达的思想。单击此处添加文本具体内容，简明扼要地阐述您的观点。"/>
</p:tagLst>
</file>

<file path=ppt/tags/tag58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952_1*a*1"/>
  <p:tag name="KSO_WM_TEMPLATE_CATEGORY" val="custom"/>
  <p:tag name="KSO_WM_TEMPLATE_INDEX" val="20234952"/>
  <p:tag name="KSO_WM_UNIT_LAYERLEVEL" val="1"/>
  <p:tag name="KSO_WM_TAG_VERSION" val="3.0"/>
  <p:tag name="KSO_WM_BEAUTIFY_FLAG" val="#wm#"/>
  <p:tag name="KSO_WM_UNIT_VALUE" val="26"/>
  <p:tag name="KSO_WM_UNIT_PRESET_TEXT" val="单击此处添加标题"/>
</p:tagLst>
</file>

<file path=ppt/tags/tag5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52_1*i*1"/>
  <p:tag name="KSO_WM_TEMPLATE_CATEGORY" val="custom"/>
  <p:tag name="KSO_WM_TEMPLATE_INDEX" val="20234952"/>
  <p:tag name="KSO_WM_UNIT_LAYERLEVEL" val="1"/>
  <p:tag name="KSO_WM_TAG_VERSION" val="3.0"/>
  <p:tag name="KSO_WM_BEAUTIFY_FLAG" val="#wm#"/>
</p:tagLst>
</file>

<file path=ppt/tags/tag5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52_1*i*2"/>
  <p:tag name="KSO_WM_TEMPLATE_CATEGORY" val="custom"/>
  <p:tag name="KSO_WM_TEMPLATE_INDEX" val="20234952"/>
  <p:tag name="KSO_WM_UNIT_LAYERLEVEL" val="1"/>
  <p:tag name="KSO_WM_TAG_VERSION" val="3.0"/>
  <p:tag name="KSO_WM_BEAUTIFY_FLAG" val="#wm#"/>
</p:tagLst>
</file>

<file path=ppt/tags/tag5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52_1*i*3"/>
  <p:tag name="KSO_WM_TEMPLATE_CATEGORY" val="custom"/>
  <p:tag name="KSO_WM_TEMPLATE_INDEX" val="20234952"/>
  <p:tag name="KSO_WM_UNIT_LAYERLEVEL" val="1"/>
  <p:tag name="KSO_WM_TAG_VERSION" val="3.0"/>
  <p:tag name="KSO_WM_BEAUTIFY_FLAG" val="#wm#"/>
</p:tagLst>
</file>

<file path=ppt/tags/tag5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52_1*i*4"/>
  <p:tag name="KSO_WM_TEMPLATE_CATEGORY" val="custom"/>
  <p:tag name="KSO_WM_TEMPLATE_INDEX" val="20234952"/>
  <p:tag name="KSO_WM_UNIT_LAYERLEVEL" val="1"/>
  <p:tag name="KSO_WM_TAG_VERSION" val="3.0"/>
  <p:tag name="KSO_WM_BEAUTIFY_FLAG" val="#wm#"/>
</p:tagLst>
</file>

<file path=ppt/tags/tag5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52_1*i*5"/>
  <p:tag name="KSO_WM_TEMPLATE_CATEGORY" val="custom"/>
  <p:tag name="KSO_WM_TEMPLATE_INDEX" val="20234952"/>
  <p:tag name="KSO_WM_UNIT_LAYERLEVEL" val="1"/>
  <p:tag name="KSO_WM_TAG_VERSION" val="3.0"/>
  <p:tag name="KSO_WM_BEAUTIFY_FLAG" val="#wm#"/>
</p:tagLst>
</file>

<file path=ppt/tags/tag591.xml><?xml version="1.0" encoding="utf-8"?>
<p:tagLst xmlns:p="http://schemas.openxmlformats.org/presentationml/2006/main">
  <p:tag name="TABLE_ENDDRAG_ORIGIN_RECT" val="825*186"/>
  <p:tag name="TABLE_ENDDRAG_RECT" val="67*116*825*186"/>
</p:tagLst>
</file>

<file path=ppt/tags/tag592.xml><?xml version="1.0" encoding="utf-8"?>
<p:tagLst xmlns:p="http://schemas.openxmlformats.org/presentationml/2006/main">
  <p:tag name="KSO_WM_SLIDE_ID" val="custom20234952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77*464"/>
  <p:tag name="KSO_WM_SLIDE_POSITION" val="47*47"/>
  <p:tag name="KSO_WM_TAG_VERSION" val="3.0"/>
  <p:tag name="KSO_WM_BEAUTIFY_FLAG" val="#wm#"/>
  <p:tag name="KSO_WM_TEMPLATE_CATEGORY" val="custom"/>
  <p:tag name="KSO_WM_TEMPLATE_INDEX" val="20234952"/>
  <p:tag name="KSO_WM_SLIDE_LAYOUT" val="a_f_β"/>
  <p:tag name="KSO_WM_SLIDE_LAYOUT_CNT" val="1_1_1"/>
</p:tagLst>
</file>

<file path=ppt/tags/tag5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1_3"/>
  <p:tag name="KSO_WM_TEMPLATE_CATEGORY" val="diagram"/>
  <p:tag name="KSO_WM_TEMPLATE_INDEX" val="20235023"/>
  <p:tag name="KSO_WM_UNIT_LAYERLEVEL" val="1_1_1"/>
  <p:tag name="KSO_WM_TAG_VERSION" val="3.0"/>
  <p:tag name="KSO_WM_UNIT_TYPE" val="n_h_i"/>
  <p:tag name="KSO_WM_UNIT_INDEX" val="1_1_3"/>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gradient&quot;:[{&quot;brightness&quot;:0,&quot;colorType&quot;:1,&quot;foreColorIndex&quot;:5,&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594.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a"/>
  <p:tag name="KSO_WM_UNIT_INDEX" val="1_1_1"/>
  <p:tag name="KSO_WM_UNIT_ID" val="diagram20235023_3*n_h_a*1_1_1"/>
  <p:tag name="KSO_WM_TEMPLATE_CATEGORY" val="diagram"/>
  <p:tag name="KSO_WM_TEMPLATE_INDEX" val="20235023"/>
  <p:tag name="KSO_WM_UNIT_LAYERLEVEL" val="1_1_1"/>
  <p:tag name="KSO_WM_TAG_VERSION" val="3.0"/>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此处添加你的标题具体内容"/>
  <p:tag name="KSO_WM_UNIT_TEXT_FILL_FORE_SCHEMECOLOR_INDEX" val="1"/>
  <p:tag name="KSO_WM_UNIT_TEXT_FILL_TYPE" val="1"/>
  <p:tag name="KSO_WM_DIAGRAM_USE_COLOR_VALUE" val="{&quot;color_scheme&quot;:1,&quot;color_type&quot;:1,&quot;theme_color_indexes&quot;:[5,6,5,6,5,6]}"/>
</p:tagLst>
</file>

<file path=ppt/tags/tag5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1_4"/>
  <p:tag name="KSO_WM_TEMPLATE_CATEGORY" val="diagram"/>
  <p:tag name="KSO_WM_TEMPLATE_INDEX" val="20235023"/>
  <p:tag name="KSO_WM_UNIT_LAYERLEVEL" val="1_1_1"/>
  <p:tag name="KSO_WM_TAG_VERSION" val="3.0"/>
  <p:tag name="KSO_WM_UNIT_TYPE" val="n_h_i"/>
  <p:tag name="KSO_WM_UNIT_INDEX" val="1_1_4"/>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44999998807907104}],&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5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1_1"/>
  <p:tag name="KSO_WM_TEMPLATE_CATEGORY" val="diagram"/>
  <p:tag name="KSO_WM_TEMPLATE_INDEX" val="20235023"/>
  <p:tag name="KSO_WM_UNIT_LAYERLEVEL" val="1_1_1"/>
  <p:tag name="KSO_WM_TAG_VERSION" val="3.0"/>
  <p:tag name="KSO_WM_UNIT_TYPE" val="n_h_i"/>
  <p:tag name="KSO_WM_UNIT_INDEX" val="1_1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5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1_2"/>
  <p:tag name="KSO_WM_TEMPLATE_CATEGORY" val="diagram"/>
  <p:tag name="KSO_WM_TEMPLATE_INDEX" val="20235023"/>
  <p:tag name="KSO_WM_UNIT_LAYERLEVEL" val="1_1_1"/>
  <p:tag name="KSO_WM_TAG_VERSION" val="3.0"/>
  <p:tag name="KSO_WM_UNIT_TYPE" val="n_h_i"/>
  <p:tag name="KSO_WM_UNIT_INDEX" val="1_1_2"/>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gradient&quot;:[{&quot;brightness&quot;:0.4000000059604645,&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5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1_5"/>
  <p:tag name="KSO_WM_TEMPLATE_CATEGORY" val="diagram"/>
  <p:tag name="KSO_WM_TEMPLATE_INDEX" val="20235023"/>
  <p:tag name="KSO_WM_UNIT_LAYERLEVEL" val="1_1_1"/>
  <p:tag name="KSO_WM_TAG_VERSION" val="3.0"/>
  <p:tag name="KSO_WM_UNIT_TYPE" val="n_h_i"/>
  <p:tag name="KSO_WM_UNIT_INDEX" val="1_1_5"/>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gradient&quot;:[{&quot;brightness&quot;:0,&quot;colorType&quot;:2,&quot;pos&quot;:0.6600000262260437,&quot;rgb&quot;:&quot;#376fff&quot;,&quot;transparency&quot;:1},{&quot;brightness&quot;:0,&quot;colorType&quot;:1,&quot;foreColorIndex&quot;:5,&quot;pos&quot;:0.14000000059604645,&quot;transparency&quot;:1},{&quot;brightness&quot;:0,&quot;colorType&quot;:2,&quot;pos&quot;:0,&quot;rgb&quot;:&quot;#376fff&quot;,&quot;transparency&quot;:0.8399999737739563},{&quot;brightness&quot;:0,&quot;colorType&quot;:1,&quot;foreColorIndex&quot;:5,&quot;pos&quot;:1,&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5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2_1"/>
  <p:tag name="KSO_WM_TEMPLATE_CATEGORY" val="diagram"/>
  <p:tag name="KSO_WM_TEMPLATE_INDEX" val="20235023"/>
  <p:tag name="KSO_WM_UNIT_LAYERLEVEL" val="1_1_1"/>
  <p:tag name="KSO_WM_TAG_VERSION" val="3.0"/>
  <p:tag name="KSO_WM_UNIT_TYPE" val="n_h_i"/>
  <p:tag name="KSO_WM_UNIT_INDEX" val="1_2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8500000238418579}],&quot;type&quot;:2},&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DIAGRAM_USE_COLOR_VALUE" val="{&quot;color_scheme&quot;:1,&quot;color_type&quot;:1,&quot;theme_color_indexes&quot;:[5,6,5,6,5,6]}"/>
</p:tagLst>
</file>

<file path=ppt/tags/tag6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1_1"/>
  <p:tag name="KSO_WM_TEMPLATE_CATEGORY" val="diagram"/>
  <p:tag name="KSO_WM_TEMPLATE_INDEX" val="20235023"/>
  <p:tag name="KSO_WM_UNIT_LAYERLEVEL" val="1_1_1_1"/>
  <p:tag name="KSO_WM_TAG_VERSION" val="3.0"/>
  <p:tag name="KSO_WM_UNIT_TYPE" val="n_h_h_i"/>
  <p:tag name="KSO_WM_UNIT_INDEX" val="1_2_1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2_1"/>
  <p:tag name="KSO_WM_TEMPLATE_CATEGORY" val="diagram"/>
  <p:tag name="KSO_WM_TEMPLATE_INDEX" val="20235023"/>
  <p:tag name="KSO_WM_UNIT_LAYERLEVEL" val="1_1_1_1"/>
  <p:tag name="KSO_WM_TAG_VERSION" val="3.0"/>
  <p:tag name="KSO_WM_UNIT_TYPE" val="n_h_h_i"/>
  <p:tag name="KSO_WM_UNIT_INDEX" val="1_2_2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3_1"/>
  <p:tag name="KSO_WM_TEMPLATE_CATEGORY" val="diagram"/>
  <p:tag name="KSO_WM_TEMPLATE_INDEX" val="20235023"/>
  <p:tag name="KSO_WM_UNIT_LAYERLEVEL" val="1_1_1_1"/>
  <p:tag name="KSO_WM_TAG_VERSION" val="3.0"/>
  <p:tag name="KSO_WM_UNIT_TYPE" val="n_h_h_i"/>
  <p:tag name="KSO_WM_UNIT_INDEX" val="1_2_3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4_1"/>
  <p:tag name="KSO_WM_TEMPLATE_CATEGORY" val="diagram"/>
  <p:tag name="KSO_WM_TEMPLATE_INDEX" val="20235023"/>
  <p:tag name="KSO_WM_UNIT_LAYERLEVEL" val="1_1_1_1"/>
  <p:tag name="KSO_WM_TAG_VERSION" val="3.0"/>
  <p:tag name="KSO_WM_UNIT_TYPE" val="n_h_h_i"/>
  <p:tag name="KSO_WM_UNIT_INDEX" val="1_2_4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5_1"/>
  <p:tag name="KSO_WM_TEMPLATE_CATEGORY" val="diagram"/>
  <p:tag name="KSO_WM_TEMPLATE_INDEX" val="20235023"/>
  <p:tag name="KSO_WM_UNIT_LAYERLEVEL" val="1_1_1_1"/>
  <p:tag name="KSO_WM_TAG_VERSION" val="3.0"/>
  <p:tag name="KSO_WM_UNIT_TYPE" val="n_h_h_i"/>
  <p:tag name="KSO_WM_UNIT_INDEX" val="1_2_5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05.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h_a"/>
  <p:tag name="KSO_WM_UNIT_INDEX" val="1_2_1_1"/>
  <p:tag name="KSO_WM_UNIT_ID" val="diagram20235023_3*n_h_h_a*1_2_1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606.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5023_3*n_h_h_f*1_2_1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UNIT_TEXT_LAYER_COUNT" val="1"/>
  <p:tag name="KSO_WM_BEAUTIFY_FLAG" val="#wm#"/>
  <p:tag name="KSO_WM_UNIT_TEXT_TYPE" val="1"/>
  <p:tag name="KSO_WM_UNIT_PRESET_TEXT" val="单击此处添加文本具体内容，简明扼要地阐述您的观点。根据需要可酌情增减文字内容"/>
  <p:tag name="KSO_WM_UNIT_TEXT_FILL_FORE_SCHEMECOLOR_INDEX" val="1"/>
  <p:tag name="KSO_WM_UNIT_TEXT_FILL_TYPE" val="1"/>
  <p:tag name="KSO_WM_DIAGRAM_USE_COLOR_VALUE" val="{&quot;color_scheme&quot;:1,&quot;color_type&quot;:1,&quot;theme_color_indexes&quot;:[5,6,5,6,5,6]}"/>
</p:tagLst>
</file>

<file path=ppt/tags/tag607.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h_a"/>
  <p:tag name="KSO_WM_UNIT_INDEX" val="1_2_2_1"/>
  <p:tag name="KSO_WM_UNIT_ID" val="diagram20235023_3*n_h_h_a*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608.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5023_3*n_h_h_f*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UNIT_TEXT_LAYER_COUNT" val="1"/>
  <p:tag name="KSO_WM_BEAUTIFY_FLAG" val="#wm#"/>
  <p:tag name="KSO_WM_UNIT_TEXT_TYPE" val="1"/>
  <p:tag name="KSO_WM_UNIT_PRESET_TEXT" val="单击此处添加文本具体内容，简明扼要地阐述您的观点。根据需要可酌情增减文字内容"/>
  <p:tag name="KSO_WM_UNIT_TEXT_FILL_FORE_SCHEMECOLOR_INDEX" val="1"/>
  <p:tag name="KSO_WM_UNIT_TEXT_FILL_TYPE" val="1"/>
  <p:tag name="KSO_WM_DIAGRAM_USE_COLOR_VALUE" val="{&quot;color_scheme&quot;:1,&quot;color_type&quot;:1,&quot;theme_color_indexes&quot;:[5,6,5,6,5,6]}"/>
</p:tagLst>
</file>

<file path=ppt/tags/tag609.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h_a"/>
  <p:tag name="KSO_WM_UNIT_INDEX" val="1_2_3_1"/>
  <p:tag name="KSO_WM_UNIT_ID" val="diagram20235023_3*n_h_h_a*1_2_3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610.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5023_3*n_h_h_f*1_2_3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UNIT_TEXT_LAYER_COUNT" val="1"/>
  <p:tag name="KSO_WM_BEAUTIFY_FLAG" val="#wm#"/>
  <p:tag name="KSO_WM_UNIT_TEXT_TYPE" val="1"/>
  <p:tag name="KSO_WM_UNIT_PRESET_TEXT" val="单击此处添加文本具体内容，简明扼要地阐述您的观点。根据需要可酌情增减文字内容"/>
  <p:tag name="KSO_WM_UNIT_TEXT_FILL_FORE_SCHEMECOLOR_INDEX" val="1"/>
  <p:tag name="KSO_WM_UNIT_TEXT_FILL_TYPE" val="1"/>
  <p:tag name="KSO_WM_DIAGRAM_USE_COLOR_VALUE" val="{&quot;color_scheme&quot;:1,&quot;color_type&quot;:1,&quot;theme_color_indexes&quot;:[5,6,5,6,5,6]}"/>
</p:tagLst>
</file>

<file path=ppt/tags/tag611.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h_a"/>
  <p:tag name="KSO_WM_UNIT_INDEX" val="1_2_4_1"/>
  <p:tag name="KSO_WM_UNIT_ID" val="diagram20235023_3*n_h_h_a*1_2_4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612.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5023_3*n_h_h_f*1_2_4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UNIT_TEXT_LAYER_COUNT" val="1"/>
  <p:tag name="KSO_WM_BEAUTIFY_FLAG" val="#wm#"/>
  <p:tag name="KSO_WM_UNIT_TEXT_TYPE" val="1"/>
  <p:tag name="KSO_WM_UNIT_PRESET_TEXT" val="单击此处添加文本具体内容，简明扼要地阐述您的观点。根据需要可酌情增减文字内容"/>
  <p:tag name="KSO_WM_UNIT_TEXT_FILL_FORE_SCHEMECOLOR_INDEX" val="1"/>
  <p:tag name="KSO_WM_UNIT_TEXT_FILL_TYPE" val="1"/>
  <p:tag name="KSO_WM_DIAGRAM_USE_COLOR_VALUE" val="{&quot;color_scheme&quot;:1,&quot;color_type&quot;:1,&quot;theme_color_indexes&quot;:[5,6,5,6,5,6]}"/>
</p:tagLst>
</file>

<file path=ppt/tags/tag613.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h_a"/>
  <p:tag name="KSO_WM_UNIT_INDEX" val="1_2_5_1"/>
  <p:tag name="KSO_WM_UNIT_ID" val="diagram20235023_3*n_h_h_a*1_2_5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614.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5023_3*n_h_h_f*1_2_5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UNIT_TEXT_LAYER_COUNT" val="1"/>
  <p:tag name="KSO_WM_BEAUTIFY_FLAG" val="#wm#"/>
  <p:tag name="KSO_WM_UNIT_TEXT_TYPE" val="1"/>
  <p:tag name="KSO_WM_UNIT_PRESET_TEXT" val="单击此处添加文本具体内容，简明扼要地阐述您的观点。根据需要可酌情增减文字内容"/>
  <p:tag name="KSO_WM_UNIT_TEXT_FILL_FORE_SCHEMECOLOR_INDEX" val="1"/>
  <p:tag name="KSO_WM_UNIT_TEXT_FILL_TYPE" val="1"/>
  <p:tag name="KSO_WM_DIAGRAM_USE_COLOR_VALUE" val="{&quot;color_scheme&quot;:1,&quot;color_type&quot;:1,&quot;theme_color_indexes&quot;:[5,6,5,6,5,6]}"/>
</p:tagLst>
</file>

<file path=ppt/tags/tag6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5_2"/>
  <p:tag name="KSO_WM_TEMPLATE_CATEGORY" val="diagram"/>
  <p:tag name="KSO_WM_TEMPLATE_INDEX" val="20235023"/>
  <p:tag name="KSO_WM_UNIT_LAYERLEVEL" val="1_1_1_1"/>
  <p:tag name="KSO_WM_TAG_VERSION" val="3.0"/>
  <p:tag name="KSO_WM_UNIT_TYPE" val="n_h_h_i"/>
  <p:tag name="KSO_WM_UNIT_INDEX" val="1_2_5_2"/>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1_2"/>
  <p:tag name="KSO_WM_TEMPLATE_CATEGORY" val="diagram"/>
  <p:tag name="KSO_WM_TEMPLATE_INDEX" val="20235023"/>
  <p:tag name="KSO_WM_UNIT_LAYERLEVEL" val="1_1_1_1"/>
  <p:tag name="KSO_WM_TAG_VERSION" val="3.0"/>
  <p:tag name="KSO_WM_UNIT_TYPE" val="n_h_h_i"/>
  <p:tag name="KSO_WM_UNIT_INDEX" val="1_2_1_2"/>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474.80000000000007,&quot;left&quot;:67.12629921259843,&quot;top&quot;:24.85,&quot;width&quot;:807.9223622047243}"/>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17.xml><?xml version="1.0" encoding="utf-8"?>
<p:tagLst xmlns:p="http://schemas.openxmlformats.org/presentationml/2006/main">
  <p:tag name="KSO_WM_SLIDE_ID" val="diagram20233245_1"/>
  <p:tag name="KSO_WM_TEMPLATE_SUBCATEGORY" val="0"/>
  <p:tag name="KSO_WM_TEMPLATE_MASTER_TYPE" val="0"/>
  <p:tag name="KSO_WM_TEMPLATE_COLOR_TYPE" val="0"/>
  <p:tag name="KSO_WM_SLIDE_ITEM_CNT" val="5"/>
  <p:tag name="KSO_WM_SLIDE_INDEX" val="1"/>
  <p:tag name="KSO_WM_TAG_VERSION" val="3.0"/>
  <p:tag name="KSO_WM_BEAUTIFY_FLAG" val="#wm#"/>
  <p:tag name="KSO_WM_TEMPLATE_CATEGORY" val="diagram"/>
  <p:tag name="KSO_WM_TEMPLATE_INDEX" val="20233245"/>
  <p:tag name="KSO_WM_SLIDE_TYPE" val="text"/>
  <p:tag name="KSO_WM_SLIDE_SUBTYPE" val="diag"/>
  <p:tag name="KSO_WM_SLIDE_SIZE" val="779.6*359.05"/>
  <p:tag name="KSO_WM_SLIDE_POSITION" val="84.3501*128.45"/>
  <p:tag name="KSO_WM_SLIDE_LAYOUT" val="a_n"/>
  <p:tag name="KSO_WM_SLIDE_LAYOUT_CNT" val="1_1"/>
  <p:tag name="KSO_WM_SPECIAL_SOURCE" val="bdnull"/>
  <p:tag name="KSO_WM_DIAGRAM_GROUP_CODE" val="n1-1"/>
  <p:tag name="KSO_WM_SLIDE_DIAGTYPE" val="n"/>
  <p:tag name="resource_record_key" val="{&quot;65&quot;:[20233245],&quot;70&quot;:[3332765]}"/>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2977_1*i*1"/>
  <p:tag name="KSO_WM_TEMPLATE_CATEGORY" val="custom"/>
  <p:tag name="KSO_WM_TEMPLATE_INDEX" val="40492977"/>
  <p:tag name="KSO_WM_UNIT_LAYERLEVEL" val="1"/>
  <p:tag name="KSO_WM_TAG_VERSION" val="3.0"/>
  <p:tag name="KSO_WM_BEAUTIFY_FLAG" val="#wm#"/>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40492977_1*i*3"/>
  <p:tag name="KSO_WM_TEMPLATE_CATEGORY" val="custom"/>
  <p:tag name="KSO_WM_TEMPLATE_INDEX" val="40492977"/>
  <p:tag name="KSO_WM_UNIT_LAYERLEVEL" val="1"/>
  <p:tag name="KSO_WM_TAG_VERSION" val="3.0"/>
  <p:tag name="KSO_WM_BEAUTIFY_FLAG" val="#wm#"/>
</p:tagLst>
</file>

<file path=ppt/tags/tag62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2977_1*a*1"/>
  <p:tag name="KSO_WM_TEMPLATE_CATEGORY" val="custom"/>
  <p:tag name="KSO_WM_TEMPLATE_INDEX" val="40492977"/>
  <p:tag name="KSO_WM_UNIT_LAYERLEVEL" val="1"/>
  <p:tag name="KSO_WM_TAG_VERSION" val="3.0"/>
  <p:tag name="KSO_WM_BEAUTIFY_FLAG" val="#wm#"/>
  <p:tag name="KSO_WM_UNIT_VALUE" val="30"/>
  <p:tag name="KSO_WM_UNIT_TEXT_TYPE" val="1"/>
  <p:tag name="KSO_WM_UNIT_PRESET_TEXT" val="单击此处添加页面标题"/>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2977_1*i*2"/>
  <p:tag name="KSO_WM_TEMPLATE_CATEGORY" val="custom"/>
  <p:tag name="KSO_WM_TEMPLATE_INDEX" val="40492977"/>
  <p:tag name="KSO_WM_UNIT_LAYERLEVEL" val="1"/>
  <p:tag name="KSO_WM_TAG_VERSION" val="3.0"/>
  <p:tag name="KSO_WM_BEAUTIFY_FLAG" val="#wm#"/>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40492977_1*i*4"/>
  <p:tag name="KSO_WM_TEMPLATE_CATEGORY" val="custom"/>
  <p:tag name="KSO_WM_TEMPLATE_INDEX" val="40492977"/>
  <p:tag name="KSO_WM_UNIT_LAYERLEVEL" val="1"/>
  <p:tag name="KSO_WM_TAG_VERSION" val="3.0"/>
  <p:tag name="KSO_WM_BEAUTIFY_FLAG" val="#wm#"/>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40492977_1*i*5"/>
  <p:tag name="KSO_WM_TEMPLATE_CATEGORY" val="custom"/>
  <p:tag name="KSO_WM_TEMPLATE_INDEX" val="40492977"/>
  <p:tag name="KSO_WM_UNIT_LAYERLEVEL" val="1"/>
  <p:tag name="KSO_WM_TAG_VERSION" val="3.0"/>
  <p:tag name="KSO_WM_BEAUTIFY_FLAG" val="#wm#"/>
</p:tagLst>
</file>

<file path=ppt/tags/tag62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2977_1*f*1"/>
  <p:tag name="KSO_WM_TEMPLATE_CATEGORY" val="custom"/>
  <p:tag name="KSO_WM_TEMPLATE_INDEX" val="40492977"/>
  <p:tag name="KSO_WM_UNIT_LAYERLEVEL" val="1"/>
  <p:tag name="KSO_WM_TAG_VERSION" val="3.0"/>
  <p:tag name="KSO_WM_BEAUTIFY_FLAG" val="#wm#"/>
  <p:tag name="KSO_WM_UNIT_TEXT_TYPE" val="1"/>
  <p:tag name="KSO_WM_UNIT_PRESET_TEXT" val="单击此处添加文本，简明扼要地阐述您的观点。根据需要酌情增减文字，以便观者准确地理解您传达的思想。单击添加文本，简明扼要地阐述您的观点。根据需要可酌情增减文字，以便观者准确地理解您传达的思想"/>
</p:tagLst>
</file>

<file path=ppt/tags/tag6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40492977_1*i*6"/>
  <p:tag name="KSO_WM_TEMPLATE_CATEGORY" val="custom"/>
  <p:tag name="KSO_WM_TEMPLATE_INDEX" val="40492977"/>
  <p:tag name="KSO_WM_UNIT_LAYERLEVEL" val="1"/>
  <p:tag name="KSO_WM_TAG_VERSION" val="3.0"/>
  <p:tag name="KSO_WM_BEAUTIFY_FLAG" val="#wm#"/>
</p:tagLst>
</file>

<file path=ppt/tags/tag6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40492977_1*i*7"/>
  <p:tag name="KSO_WM_TEMPLATE_CATEGORY" val="custom"/>
  <p:tag name="KSO_WM_TEMPLATE_INDEX" val="40492977"/>
  <p:tag name="KSO_WM_UNIT_LAYERLEVEL" val="1"/>
  <p:tag name="KSO_WM_TAG_VERSION" val="3.0"/>
  <p:tag name="KSO_WM_BEAUTIFY_FLAG" val="#wm#"/>
</p:tagLst>
</file>

<file path=ppt/tags/tag627.xml><?xml version="1.0" encoding="utf-8"?>
<p:tagLst xmlns:p="http://schemas.openxmlformats.org/presentationml/2006/main">
  <p:tag name="KSO_WM_SLIDE_ID" val="custom40492977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2977"/>
  <p:tag name="KSO_WM_SLIDE_TYPE" val="text"/>
  <p:tag name="KSO_WM_SLIDE_SUBTYPE" val="picTxt"/>
  <p:tag name="KSO_WM_SLIDE_SIZE" val="864*444"/>
  <p:tag name="KSO_WM_SLIDE_POSITION" val="48*47"/>
  <p:tag name="KSO_WM_SLIDE_LAYOUT" val="a_f"/>
  <p:tag name="KSO_WM_SLIDE_LAYOUT_CNT" val="1_1"/>
  <p:tag name="KSO_WM_SPECIAL_SOURCE" val="bdnull"/>
</p:tagLst>
</file>

<file path=ppt/tags/tag6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6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4_1*i*2"/>
  <p:tag name="KSO_WM_TEMPLATE_CATEGORY" val="custom"/>
  <p:tag name="KSO_WM_TEMPLATE_INDEX" val="20233374"/>
  <p:tag name="KSO_WM_UNIT_LAYERLEVEL" val="1"/>
  <p:tag name="KSO_WM_TAG_VERSION" val="3.0"/>
  <p:tag name="KSO_WM_BEAUTIFY_FLAG" val="#wm#"/>
</p:tagLst>
</file>

<file path=ppt/tags/tag6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4_1*i*3"/>
  <p:tag name="KSO_WM_TEMPLATE_CATEGORY" val="custom"/>
  <p:tag name="KSO_WM_TEMPLATE_INDEX" val="20233374"/>
  <p:tag name="KSO_WM_UNIT_LAYERLEVEL" val="1"/>
  <p:tag name="KSO_WM_TAG_VERSION" val="3.0"/>
  <p:tag name="KSO_WM_BEAUTIFY_FLAG" val="#wm#"/>
</p:tagLst>
</file>

<file path=ppt/tags/tag6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4_1*i*4"/>
  <p:tag name="KSO_WM_TEMPLATE_CATEGORY" val="custom"/>
  <p:tag name="KSO_WM_TEMPLATE_INDEX" val="20233374"/>
  <p:tag name="KSO_WM_UNIT_LAYERLEVEL" val="1"/>
  <p:tag name="KSO_WM_TAG_VERSION" val="3.0"/>
  <p:tag name="KSO_WM_BEAUTIFY_FLAG" val="#wm#"/>
</p:tagLst>
</file>

<file path=ppt/tags/tag63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3374_1*f*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633.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3374"/>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634.xml><?xml version="1.0" encoding="utf-8"?>
<p:tagLst xmlns:p="http://schemas.openxmlformats.org/presentationml/2006/main">
  <p:tag name="KSO_WM_UNIT_TYPE" val="a"/>
  <p:tag name="KSO_WM_UNIT_INDEX" val="1"/>
  <p:tag name="KSO_WM_BEAUTIFY_FLAG" val="#wm#"/>
  <p:tag name="KSO_WM_TAG_VERSION" val="3.0"/>
  <p:tag name="KSO_WM_UNIT_ID" val="custom40495200_7*a*1"/>
  <p:tag name="KSO_WM_UNIT_ISNUMDGMTITLE" val="0"/>
  <p:tag name="KSO_WM_UNIT_HIGHLIGHT" val="0"/>
  <p:tag name="KSO_WM_UNIT_COMPATIBLE" val="0"/>
  <p:tag name="KSO_WM_UNIT_DIAGRAM_ISNUMVISUAL" val="0"/>
  <p:tag name="KSO_WM_UNIT_DIAGRAM_ISREFERUNIT" val="0"/>
  <p:tag name="KSO_WM_UNIT_LAYERLEVEL" val="1"/>
  <p:tag name="KSO_WM_TEMPLATE_INDEX" val="40495200"/>
  <p:tag name="KSO_WM_TEMPLATE_CATEGORY" val="custom"/>
  <p:tag name="KSO_WM_UNIT_ISCONTENTSTITLE" val="0"/>
  <p:tag name="KSO_WM_UNIT_TEXT_TYPE" val="1"/>
  <p:tag name="KSO_WM_UNIT_NOCLEAR" val="0"/>
  <p:tag name="KSO_WM_UNIT_PRESET_TEXT" val="添加章节标题"/>
</p:tagLst>
</file>

<file path=ppt/tags/tag635.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40495200"/>
  <p:tag name="KSO_WM_TEMPLATE_CATEGORY" val="custom"/>
  <p:tag name="KSO_WM_SLIDE_INDEX" val="7"/>
  <p:tag name="KSO_WM_SLIDE_ID" val="custom40495200_7"/>
  <p:tag name="KSO_WM_TEMPLATE_MASTER_TYPE" val="0"/>
  <p:tag name="KSO_WM_SLIDE_LAYOUT" val="a_e"/>
  <p:tag name="KSO_WM_SLIDE_LAYOUT_CNT" val="1_1"/>
</p:tagLst>
</file>

<file path=ppt/tags/tag636.xml><?xml version="1.0" encoding="utf-8"?>
<p:tagLst xmlns:p="http://schemas.openxmlformats.org/presentationml/2006/main">
  <p:tag name="TABLE_ENDDRAG_ORIGIN_RECT" val="845*266"/>
  <p:tag name="TABLE_ENDDRAG_RECT" val="64*257*845*266"/>
</p:tagLst>
</file>

<file path=ppt/tags/tag637.xml><?xml version="1.0" encoding="utf-8"?>
<p:tagLst xmlns:p="http://schemas.openxmlformats.org/presentationml/2006/main">
  <p:tag name="KSO_WM_BEAUTIFY_FLAG" val="#wm#"/>
  <p:tag name="KSO_WM_TEMPLATE_CATEGORY" val="custom"/>
  <p:tag name="KSO_WM_TEMPLATE_INDEX" val="40495200"/>
  <p:tag name="resource_record_key" val="{&quot;29&quot;:[50053044,50053052],&quot;65&quot;:[40495200]}"/>
</p:tagLst>
</file>

<file path=ppt/tags/tag63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639.xml><?xml version="1.0" encoding="utf-8"?>
<p:tagLst xmlns:p="http://schemas.openxmlformats.org/presentationml/2006/main">
  <p:tag name="TABLE_ENDDRAG_ORIGIN_RECT" val="864*408"/>
  <p:tag name="TABLE_ENDDRAG_RECT" val="47*114*864*408"/>
</p:tagLst>
</file>

<file path=ppt/tags/tag640.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641.xml><?xml version="1.0" encoding="utf-8"?>
<p:tagLst xmlns:p="http://schemas.openxmlformats.org/presentationml/2006/main">
  <p:tag name="TABLE_ENDDRAG_ORIGIN_RECT" val="864*459"/>
  <p:tag name="TABLE_ENDDRAG_RECT" val="47*30*864*460"/>
</p:tagLst>
</file>

<file path=ppt/tags/tag642.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6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2826_1*i*1"/>
  <p:tag name="KSO_WM_TEMPLATE_CATEGORY" val="custom"/>
  <p:tag name="KSO_WM_TEMPLATE_INDEX" val="40492826"/>
  <p:tag name="KSO_WM_UNIT_LAYERLEVEL" val="1"/>
  <p:tag name="KSO_WM_TAG_VERSION" val="3.0"/>
  <p:tag name="KSO_WM_BEAUTIFY_FLAG" val="#wm#"/>
</p:tagLst>
</file>

<file path=ppt/tags/tag6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2826_1*i*2"/>
  <p:tag name="KSO_WM_TEMPLATE_CATEGORY" val="custom"/>
  <p:tag name="KSO_WM_TEMPLATE_INDEX" val="40492826"/>
  <p:tag name="KSO_WM_UNIT_LAYERLEVEL" val="1"/>
  <p:tag name="KSO_WM_TAG_VERSION" val="3.0"/>
  <p:tag name="KSO_WM_BEAUTIFY_FLAG" val="#wm#"/>
</p:tagLst>
</file>

<file path=ppt/tags/tag64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2826_1*f*1"/>
  <p:tag name="KSO_WM_TEMPLATE_CATEGORY" val="custom"/>
  <p:tag name="KSO_WM_TEMPLATE_INDEX" val="40492826"/>
  <p:tag name="KSO_WM_UNIT_LAYERLEVEL" val="1"/>
  <p:tag name="KSO_WM_TAG_VERSION" val="3.0"/>
  <p:tag name="KSO_WM_BEAUTIFY_FLAG" val="#wm#"/>
  <p:tag name="KSO_WM_UNIT_PRESET_TEXT" val="单击添加正文，文字是您思想的提炼，为了最终演示发布的良好效果，请言简意赅的阐述观点。根据需要可酌情增减文字，以便观者可以准确理解您所传达的信息。&#10;单击此处输入你的正文，文字是您思想的提炼，为了最终演示发布的良好效果，请尽量言简意赅的阐述观点。根据需要可酌情增减文字，以便观者理解您所传达的信息。单击此处添加正文，文字是您思想的提炼，请言简意赅阐述内容。"/>
  <p:tag name="KSO_WM_UNIT_TEXT_TYPE" val="1"/>
</p:tagLst>
</file>

<file path=ppt/tags/tag646.xml><?xml version="1.0" encoding="utf-8"?>
<p:tagLst xmlns:p="http://schemas.openxmlformats.org/presentationml/2006/main">
  <p:tag name="KSO_WM_SLIDE_ID" val="custom404928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2826"/>
  <p:tag name="KSO_WM_SLIDE_TYPE" val="text"/>
  <p:tag name="KSO_WM_SLIDE_SUBTYPE" val="diag"/>
  <p:tag name="KSO_WM_SLIDE_SIZE" val="960*539"/>
  <p:tag name="KSO_WM_SLIDE_POSITION" val="0*0"/>
  <p:tag name="KSO_WM_SLIDE_LAYOUT" val="f"/>
  <p:tag name="KSO_WM_SLIDE_LAYOUT_CNT" val="1"/>
  <p:tag name="KSO_WM_SPECIAL_SOURCE" val="bdnull"/>
</p:tagLst>
</file>

<file path=ppt/tags/tag647.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UNIT_TYPE" val="a"/>
  <p:tag name="KSO_WM_UNIT_INDEX" val="1"/>
  <p:tag name="KSO_WM_UNIT_ID" val="custom20238440_1*a*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大标题内容"/>
</p:tagLst>
</file>

<file path=ppt/tags/tag6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0_1*i*1"/>
  <p:tag name="KSO_WM_UNIT_LAYERLEVEL" val="1"/>
  <p:tag name="KSO_WM_TAG_VERSION" val="3.0"/>
  <p:tag name="KSO_WM_BEAUTIFY_FLAG" val="#wm#"/>
  <p:tag name="KSO_WM_UNIT_TYPE" val="i"/>
  <p:tag name="KSO_WM_UNIT_INDEX" val="1"/>
  <p:tag name="KSO_WM_SLIDE_BACKGROUND_TYPE" val="bottomTop"/>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custom"/>
  <p:tag name="KSO_WM_TEMPLATE_INDEX" val="20238440"/>
  <p:tag name="KSO_WM_TEMPLATE_ASSEMBLE_XID" val="637600a50c9383becde15bb6"/>
  <p:tag name="KSO_WM_TEMPLATE_ASSEMBLE_GROUPID" val="637600a50c9383becde15bb6"/>
</p:tagLst>
</file>

<file path=ppt/tags/tag649.xml><?xml version="1.0" encoding="utf-8"?>
<p:tagLst xmlns:p="http://schemas.openxmlformats.org/presentationml/2006/main">
  <p:tag name="KSO_WM_UNIT_BLOCK" val="0"/>
  <p:tag name="KSO_WM_UNIT_HIGHLIGHT" val="0"/>
  <p:tag name="KSO_WM_UNIT_COMPATIBLE" val="0"/>
  <p:tag name="KSO_WM_UNIT_DIAGRAM_ISNUMVISUAL" val="0"/>
  <p:tag name="KSO_WM_UNIT_DIAGRAM_ISREFERUNIT" val="0"/>
  <p:tag name="KSO_WM_UNIT_TYPE" val="i"/>
  <p:tag name="KSO_WM_UNIT_INDEX" val="2"/>
  <p:tag name="KSO_WM_UNIT_ID" val="custom20238440_1*i*2"/>
  <p:tag name="KSO_WM_TEMPLATE_CATEGORY" val="custom"/>
  <p:tag name="KSO_WM_TEMPLATE_INDEX" val="20238440"/>
  <p:tag name="KSO_WM_UNIT_LAYERLEVEL" val="1"/>
  <p:tag name="KSO_WM_TAG_VERSION" val="3.0"/>
  <p:tag name="KSO_WM_BEAUTIFY_FLAG" val="#wm#"/>
  <p:tag name="KSO_WM_CHIP_GROUPID" val="5eda18a25860357932c55e72"/>
  <p:tag name="KSO_WM_UNIT_SM_LIMIT_TYPE" val="2"/>
  <p:tag name="KSO_WM_UNIT_DECORATE_INFO" val="{&quot;DecorateInfoH&quot;:{&quot;IsAbs&quot;:false},&quot;DecorateInfoW&quot;:{&quot;IsAbs&quot;:false},&quot;DecorateInfoX&quot;:{&quot;IsAbs&quot;:false,&quot;Pos&quot;:1},&quot;DecorateInfoY&quot;:{&quot;IsAbs&quot;:false,&quot;Pos&quot;:1},&quot;ReferentInfo&quot;:{&quot;Id&quot;:&quot;72e7dc758fee4e6db4f5488c2d49ac62&quot;,&quot;X&quot;:{&quot;Pos&quot;:1},&quot;Y&quot;:{&quot;Pos&quot;:1}},&quot;whChangeMode&quot;:0}"/>
  <p:tag name="KSO_WM_UNIT_DEC_AREA_ID" val="0a8fc41e3c7145f98573150470e3ff5e"/>
  <p:tag name="KSO_WM_CHIP_XID" val="5eda18ef5860357932c55e83"/>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VALUE" val="864"/>
  <p:tag name="KSO_WM_TEMPLATE_ASSEMBLE_XID" val="637600a50c9383becde15bb6"/>
  <p:tag name="KSO_WM_TEMPLATE_ASSEMBLE_GROUPID" val="637600a50c9383becde15bb6"/>
</p:tagLst>
</file>

<file path=ppt/tags/tag65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0_1*f*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651.xml><?xml version="1.0" encoding="utf-8"?>
<p:tagLst xmlns:p="http://schemas.openxmlformats.org/presentationml/2006/main">
  <p:tag name="KSO_WM_BEAUTIFY_FLAG" val="#wm#"/>
  <p:tag name="KSO_WM_TEMPLATE_CATEGORY" val="custom"/>
  <p:tag name="KSO_WM_TEMPLATE_INDEX" val="20238440"/>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LAYOUT_INFO" val="{&quot;backgroundInfo&quot;:[{&quot;bottom&quot;:0,&quot;bottomAbs&quot;:false,&quot;left&quot;:0,&quot;leftAbs&quot;:false,&quot;right&quot;:0,&quot;rightAbs&quot;:false,&quot;top&quot;:0.44444444799999999,&quot;topAbs&quot;:false,&quot;type&quot;:&quot;bottomTop&quot;},{&quot;bottom&quot;:0,&quot;bottomAbs&quot;:false,&quot;left&quot;:0,&quot;leftAbs&quot;:false,&quot;right&quot;:0,&quot;rightAbs&quot;:false,&quot;top&quot;:0,&quot;topAbs&quot;:false,&quot;type&quot;:&quot;general&quot;}],&quot;id&quot;:&quot;2022-11-17T17:36:38&quot;,&quot;maxSize&quot;:{&quot;size1&quot;:26.699999999999999},&quot;minSize&quot;:{&quot;size1&quot;:20},&quot;normalSize&quot;:{&quot;size1&quot;:20},&quot;subLayout&quot;:[{&quot;id&quot;:&quot;2022-11-17T17:36:38&quot;,&quot;margin&quot;:{&quot;bottom&quot;:0,&quot;left&quot;:1.6929999589920044,&quot;right&quot;:1.6929999589920044,&quot;top&quot;:1.6929999589920044},&quot;type&quot;:0},{&quot;id&quot;:&quot;2022-11-17T17:36:38&quot;,&quot;margin&quot;:{&quot;bottom&quot;:2.5399999618530273,&quot;left&quot;:2.5399999618530273,&quot;right&quot;:2.5399999618530273,&quot;top&quot;:2.1170001029968262},&quot;type&quot;:0}],&quot;type&quot;:0}"/>
  <p:tag name="KSO_WM_SLIDE_BACKGROUND" val="[&quot;bottomTop&quot;,&quot;general&quot;]"/>
  <p:tag name="KSO_WM_SLIDE_RATIO" val="1.777778"/>
  <p:tag name="KSO_WM_SLIDE_ID" val="custom20238440_1"/>
  <p:tag name="KSO_WM_TEMPLATE_SUBCATEGORY" val="0"/>
  <p:tag name="KSO_WM_TEMPLATE_MASTER_TYPE" val="0"/>
  <p:tag name="KSO_WM_TEMPLATE_COLOR_TYPE" val="0"/>
  <p:tag name="KSO_WM_SLIDE_TYPE" val="text"/>
  <p:tag name="KSO_WM_SLIDE_SUBTYPE" val="pureTxt"/>
  <p:tag name="KSO_WM_SLIDE_ITEM_CNT" val="0"/>
  <p:tag name="KSO_WM_SLIDE_INDEX" val="1"/>
  <p:tag name="KSO_WM_SLIDE_SIZE" val="960*512"/>
  <p:tag name="KSO_WM_SLIDE_POSITION" val="0*28"/>
  <p:tag name="KSO_WM_TAG_VERSION" val="3.0"/>
  <p:tag name="KSO_WM_SLIDE_LAYOUT" val="a_f"/>
  <p:tag name="KSO_WM_SLIDE_LAYOUT_CNT" val="1_1"/>
  <p:tag name="KSO_WM_CHIP_FILLPROP" val="[[{&quot;text_align&quot;:&quot;lt&quot;,&quot;text_direction&quot;:&quot;horizontal&quot;,&quot;support_big_font&quot;:false,&quot;picture_toward&quot;:0,&quot;picture_dockside&quot;:[],&quot;fill_id&quot;:&quot;fbc1d1c81b9c4bca8f09873cfc4ac6db&quot;,&quot;fill_align&quot;:&quot;l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quot;text_align&quot;:&quot;ct&quot;,&quot;text_direction&quot;:&quot;horizontal&quot;,&quot;support_big_font&quot;:false,&quot;picture_toward&quot;:0,&quot;picture_dockside&quot;:[],&quot;fill_id&quot;:&quot;fbc1d1c81b9c4bca8f09873cfc4ac6db&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
  <p:tag name="KSO_WM_CHIP_GROUPID" val="5eda18a25860357932c55e72"/>
  <p:tag name="KSO_WM_CHIP_XID" val="5eda18ef5860357932c55e83"/>
  <p:tag name="KSO_WM_CHIP_DECFILLPROP" val="[]"/>
  <p:tag name="KSO_WM_SLIDE_BK_DARK_LIGHT" val="2"/>
  <p:tag name="KSO_WM_SLIDE_BACKGROUND_TYPE" val="bottomTop"/>
  <p:tag name="KSO_WM_SLIDE_SUPPORT_FEATURE_TYPE" val="0"/>
  <p:tag name="KSO_WM_TEMPLATE_ASSEMBLE_XID" val="637600a50c9383becde15bb6"/>
  <p:tag name="KSO_WM_TEMPLATE_ASSEMBLE_GROUPID" val="637600a50c9383becde15bb6"/>
</p:tagLst>
</file>

<file path=ppt/tags/tag6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473_1*i*1"/>
  <p:tag name="KSO_WM_TEMPLATE_CATEGORY" val="custom"/>
  <p:tag name="KSO_WM_TEMPLATE_INDEX" val="20234473"/>
  <p:tag name="KSO_WM_UNIT_LAYERLEVEL" val="1"/>
  <p:tag name="KSO_WM_TAG_VERSION" val="3.0"/>
  <p:tag name="KSO_WM_BEAUTIFY_FLAG" val="#wm#"/>
</p:tagLst>
</file>

<file path=ppt/tags/tag6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473_1*i*2"/>
  <p:tag name="KSO_WM_TEMPLATE_CATEGORY" val="custom"/>
  <p:tag name="KSO_WM_TEMPLATE_INDEX" val="20234473"/>
  <p:tag name="KSO_WM_UNIT_LAYERLEVEL" val="1"/>
  <p:tag name="KSO_WM_TAG_VERSION" val="3.0"/>
  <p:tag name="KSO_WM_BEAUTIFY_FLAG" val="#wm#"/>
</p:tagLst>
</file>

<file path=ppt/tags/tag6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473_1*i*3"/>
  <p:tag name="KSO_WM_TEMPLATE_CATEGORY" val="custom"/>
  <p:tag name="KSO_WM_TEMPLATE_INDEX" val="20234473"/>
  <p:tag name="KSO_WM_UNIT_LAYERLEVEL" val="1"/>
  <p:tag name="KSO_WM_TAG_VERSION" val="3.0"/>
  <p:tag name="KSO_WM_BEAUTIFY_FLAG" val="#wm#"/>
</p:tagLst>
</file>

<file path=ppt/tags/tag655.xml><?xml version="1.0" encoding="utf-8"?>
<p:tagLst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34473_1*a*1"/>
  <p:tag name="KSO_WM_TEMPLATE_CATEGORY" val="custom"/>
  <p:tag name="KSO_WM_TEMPLATE_INDEX" val="20234473"/>
  <p:tag name="KSO_WM_UNIT_LAYERLEVEL" val="1"/>
  <p:tag name="KSO_WM_TAG_VERSION" val="3.0"/>
  <p:tag name="KSO_WM_BEAUTIFY_FLAG" val="#wm#"/>
  <p:tag name="KSO_WM_UNIT_TEXT_TYPE" val="1"/>
  <p:tag name="KSO_WM_UNIT_PRESET_TEXT" val="单击此处添加标题"/>
</p:tagLst>
</file>

<file path=ppt/tags/tag65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473_1*f*1"/>
  <p:tag name="KSO_WM_TEMPLATE_CATEGORY" val="custom"/>
  <p:tag name="KSO_WM_TEMPLATE_INDEX" val="20234473"/>
  <p:tag name="KSO_WM_UNIT_LAYERLEVEL" val="1"/>
  <p:tag name="KSO_WM_TAG_VERSION" val="3.0"/>
  <p:tag name="KSO_WM_BEAUTIFY_FLAG" val="#wm#"/>
  <p:tag name="KSO_WM_UNIT_VALUE" val="104"/>
  <p:tag name="KSO_WM_UNIT_PRESET_TEXT" val="单击添加正文，文字是您思想的提炼，为了最终演示发布的良好效果，请言简意赅的阐述观点。根据需要可酌情增减文字，以便观者准确理解您所传达的信息。文字是您思想的提炼，请言简的阐述观点。"/>
  <p:tag name="KSO_WM_UNIT_TEXT_TYPE" val="1"/>
</p:tagLst>
</file>

<file path=ppt/tags/tag657.xml><?xml version="1.0" encoding="utf-8"?>
<p:tagLst xmlns:p="http://schemas.openxmlformats.org/presentationml/2006/main">
  <p:tag name="TABLE_ENDDRAG_ORIGIN_RECT" val="825*361"/>
  <p:tag name="TABLE_ENDDRAG_RECT" val="69*189*825*361"/>
</p:tagLst>
</file>

<file path=ppt/tags/tag658.xml><?xml version="1.0" encoding="utf-8"?>
<p:tagLst xmlns:p="http://schemas.openxmlformats.org/presentationml/2006/main">
  <p:tag name="KSO_WM_BEAUTIFY_FLAG" val="#wm#"/>
  <p:tag name="KSO_WM_TEMPLATE_CATEGORY" val="custom"/>
  <p:tag name="KSO_WM_TEMPLATE_INDEX" val="20234473"/>
  <p:tag name="KSO_WM_SLIDE_ID" val="custom2023447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60*494"/>
  <p:tag name="KSO_WM_SLIDE_POSITION" val="0*0"/>
  <p:tag name="KSO_WM_TAG_VERSION" val="3.0"/>
  <p:tag name="KSO_WM_SLIDE_LAYOUT" val="a_f_β"/>
  <p:tag name="KSO_WM_SLIDE_LAYOUT_CNT" val="1_1_1"/>
</p:tagLst>
</file>

<file path=ppt/tags/tag65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3023_1*a*1"/>
  <p:tag name="KSO_WM_TEMPLATE_CATEGORY" val="custom"/>
  <p:tag name="KSO_WM_TEMPLATE_INDEX" val="40493023"/>
  <p:tag name="KSO_WM_UNIT_LAYERLEVEL" val="1"/>
  <p:tag name="KSO_WM_TAG_VERSION" val="3.0"/>
  <p:tag name="KSO_WM_BEAUTIFY_FLAG" val="#wm#"/>
  <p:tag name="KSO_WM_UNIT_VALUE" val="30"/>
  <p:tag name="KSO_WM_DIAGRAM_GROUP_CODE" val="l1-1"/>
  <p:tag name="KSO_WM_UNIT_PRESET_TEXT" val="单击此处添加标题"/>
  <p:tag name="KSO_WM_UNIT_TEXT_TYPE" val="1"/>
  <p:tag name="KSO_WM_UNIT_USESOURCEFORMAT_APPLY" val="1"/>
</p:tagLst>
</file>

<file path=ppt/tags/tag6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1_1"/>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UNIT_LINE_FORE_SCHEMECOLOR_INDEX" val="1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solidLine&quot;:{&quot;brightness&quot;:0.3499999940395355,&quot;colorType&quot;:1,&quot;foreColorIndex&quot;:13,&quot;transparency&quot;:0.800000011920929},&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SHADOW_SCHEMECOLOR_INDEX" val="5"/>
  <p:tag name="KSO_WM_UNIT_TEXT_FILL_FORE_SCHEMECOLOR_INDEX" val="2"/>
  <p:tag name="KSO_WM_UNIT_TEXT_FILL_TYPE" val="1"/>
  <p:tag name="KSO_WM_UNIT_USESOURCEFORMAT_APPLY" val="1"/>
</p:tagLst>
</file>

<file path=ppt/tags/tag6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1_2"/>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6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1_3"/>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1_3"/>
  <p:tag name="KSO_WM_DIAGRAM_VERSION" val="3"/>
  <p:tag name="KSO_WM_DIAGRAM_COLOR_TRICK" val="1"/>
  <p:tag name="KSO_WM_DIAGRAM_COLOR_TEXT_CAN_REMOVE" val="n"/>
  <p:tag name="KSO_WM_UNIT_FILL_TYPE" val="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gradient&quot;:[{&quot;brightness&quot;:0.4000000059604645,&quot;colorType&quot;:1,&quot;foreColorIndex&quot;:5,&quot;pos&quot;:0.8799999952316284,&quot;transparency&quot;:1},{&quot;brightness&quot;:0.4000000059604645,&quot;colorType&quot;:1,&quot;foreColorIndex&quot;:5,&quot;pos&quot;:0,&quot;transparency&quot;:0.89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6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4_1"/>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4_1"/>
  <p:tag name="KSO_WM_DIAGRAM_VERSION" val="3"/>
  <p:tag name="KSO_WM_DIAGRAM_COLOR_TRICK" val="1"/>
  <p:tag name="KSO_WM_DIAGRAM_COLOR_TEXT_CAN_REMOVE" val="n"/>
  <p:tag name="KSO_WM_UNIT_LINE_FORE_SCHEMECOLOR_INDEX" val="1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solidLine&quot;:{&quot;brightness&quot;:0.3499999940395355,&quot;colorType&quot;:1,&quot;foreColorIndex&quot;:13,&quot;transparency&quot;:0.800000011920929},&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SHADOW_SCHEMECOLOR_INDEX" val="8"/>
  <p:tag name="KSO_WM_UNIT_TEXT_FILL_FORE_SCHEMECOLOR_INDEX" val="2"/>
  <p:tag name="KSO_WM_UNIT_TEXT_FILL_TYPE" val="1"/>
  <p:tag name="KSO_WM_UNIT_USESOURCEFORMAT_APPLY" val="1"/>
</p:tagLst>
</file>

<file path=ppt/tags/tag6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4_2"/>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4_2"/>
  <p:tag name="KSO_WM_DIAGRAM_VERSION" val="3"/>
  <p:tag name="KSO_WM_DIAGRAM_COLOR_TRICK" val="1"/>
  <p:tag name="KSO_WM_DIAGRAM_COLOR_TEXT_CAN_REMOVE" val="n"/>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6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4_3"/>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4_3"/>
  <p:tag name="KSO_WM_DIAGRAM_VERSION" val="3"/>
  <p:tag name="KSO_WM_DIAGRAM_COLOR_TRICK" val="1"/>
  <p:tag name="KSO_WM_DIAGRAM_COLOR_TEXT_CAN_REMOVE" val="n"/>
  <p:tag name="KSO_WM_UNIT_FILL_TYPE" val="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gradient&quot;:[{&quot;brightness&quot;:0.4000000059604645,&quot;colorType&quot;:1,&quot;foreColorIndex&quot;:5,&quot;pos&quot;:0.8799999952316284,&quot;transparency&quot;:1},{&quot;brightness&quot;:0.4000000059604645,&quot;colorType&quot;:1,&quot;foreColorIndex&quot;:5,&quot;pos&quot;:0,&quot;transparency&quot;:0.89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6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3_1"/>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UNIT_LINE_FORE_SCHEMECOLOR_INDEX" val="1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solidLine&quot;:{&quot;brightness&quot;:0.3499999940395355,&quot;colorType&quot;:1,&quot;foreColorIndex&quot;:13,&quot;transparency&quot;:0.800000011920929},&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SHADOW_SCHEMECOLOR_INDEX" val="7"/>
  <p:tag name="KSO_WM_UNIT_TEXT_FILL_FORE_SCHEMECOLOR_INDEX" val="2"/>
  <p:tag name="KSO_WM_UNIT_TEXT_FILL_TYPE" val="1"/>
  <p:tag name="KSO_WM_UNIT_USESOURCEFORMAT_APPLY" val="1"/>
</p:tagLst>
</file>

<file path=ppt/tags/tag6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3_2"/>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3_3"/>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3_3"/>
  <p:tag name="KSO_WM_DIAGRAM_VERSION" val="3"/>
  <p:tag name="KSO_WM_DIAGRAM_COLOR_TRICK" val="1"/>
  <p:tag name="KSO_WM_DIAGRAM_COLOR_TEXT_CAN_REMOVE" val="n"/>
  <p:tag name="KSO_WM_UNIT_FILL_TYPE" val="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gradient&quot;:[{&quot;brightness&quot;:0.4000000059604645,&quot;colorType&quot;:1,&quot;foreColorIndex&quot;:5,&quot;pos&quot;:0.8799999952316284,&quot;transparency&quot;:1},{&quot;brightness&quot;:0.4000000059604645,&quot;colorType&quot;:1,&quot;foreColorIndex&quot;:5,&quot;pos&quot;:0,&quot;transparency&quot;:0.89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2_1"/>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UNIT_FILL_TYPE" val="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2599999904632568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a*1_2_1"/>
  <p:tag name="KSO_WM_TEMPLATE_CATEGORY" val="diagram"/>
  <p:tag name="KSO_WM_TEMPLATE_INDEX" val="40493010"/>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2_1"/>
  <p:tag name="KSO_WM_UNIT_VALUE" val="17"/>
  <p:tag name="KSO_WM_DIAGRAM_VERSION" val="3"/>
  <p:tag name="KSO_WM_DIAGRAM_COLOR_TRICK" val="1"/>
  <p:tag name="KSO_WM_DIAGRAM_COLOR_TEXT_CAN_REMOVE" val="n"/>
  <p:tag name="KSO_WM_UNIT_PRESET_TEXT" val="加项标题"/>
  <p:tag name="KSO_WM_UNIT_TEXT_TYPE" val="1"/>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2_2"/>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brightness&quot;:-0.25,&quot;colorType&quot;:1,&quot;foreColorIndex&quot;:5,&quot;transparency&quot;:0.839999973773956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6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x*1_2_1"/>
  <p:tag name="KSO_WM_TEMPLATE_CATEGORY" val="diagram"/>
  <p:tag name="KSO_WM_TEMPLATE_INDEX" val="40493010"/>
  <p:tag name="KSO_WM_UNIT_LAYERLEVEL" val="1_1_1"/>
  <p:tag name="KSO_WM_TAG_VERSION" val="3.0"/>
  <p:tag name="KSO_WM_BEAUTIFY_FLAG" val="#wm#"/>
  <p:tag name="KSO_WM_UNIT_VALUE" val="57*57"/>
  <p:tag name="KSO_WM_DIAGRAM_GROUP_CODE" val="l1-1"/>
  <p:tag name="KSO_WM_UNIT_TYPE" val="l_h_x"/>
  <p:tag name="KSO_WM_UNIT_INDEX" val="1_2_1"/>
  <p:tag name="KSO_WM_DIAGRAM_VERSION" val="3"/>
  <p:tag name="KSO_WM_DIAGRAM_COLOR_TRICK" val="1"/>
  <p:tag name="KSO_WM_DIAGRAM_COLOR_TEXT_CAN_REMOVE" val="n"/>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gradient&quot;:[{&quot;brightness&quot;:0,&quot;colorType&quot;:1,&quot;foreColorIndex&quot;:5,&quot;pos&quot;:0.20000000298023224,&quot;transparency&quot;:0},{&quot;brightness&quot;:0.4000000059604645,&quot;colorType&quot;:1,&quot;foreColorIndex&quot;:5,&quot;pos&quot;:0.9999899864196777,&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6"/>
  <p:tag name="KSO_WM_UNIT_USESOURCEFORMAT_APPLY" val="1"/>
</p:tagLst>
</file>

<file path=ppt/tags/tag6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2_3"/>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2_3"/>
  <p:tag name="KSO_WM_DIAGRAM_VERSION" val="3"/>
  <p:tag name="KSO_WM_DIAGRAM_COLOR_TRICK" val="1"/>
  <p:tag name="KSO_WM_DIAGRAM_COLOR_TEXT_CAN_REMOVE" val="n"/>
  <p:tag name="KSO_WM_UNIT_FILL_TYPE" val="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gradient&quot;:[{&quot;brightness&quot;:0.4000000059604645,&quot;colorType&quot;:1,&quot;foreColorIndex&quot;:5,&quot;pos&quot;:1,&quot;transparency&quot;:1},{&quot;brightness&quot;:0.6000000238418579,&quot;colorType&quot;:1,&quot;foreColorIndex&quot;:5,&quot;pos&quot;:0,&quot;transparency&quot;:0.7799999713897705}],&quot;type&quot;:3},&quot;glow&quot;:{&quot;colorType&quot;:0},&quot;line&quot;:{&quot;gradient&quot;:[{&quot;brightness&quot;:0,&quot;colorType&quot;:2,&quot;pos&quot;:0,&quot;rgb&quot;:&quot;#ffffff&quot;,&quot;transparency&quot;:0.5},{&quot;brightness&quot;:0.4000000059604645,&quot;colorType&quot;:1,&quot;foreColorIndex&quot;:5,&quot;pos&quot;:0.8700000047683716,&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TEXT_FILL_FORE_SCHEMECOLOR_INDEX" val="2"/>
  <p:tag name="KSO_WM_UNIT_TEXT_FILL_TYPE" val="1"/>
  <p:tag name="KSO_WM_UNIT_USESOURCEFORMAT_APPLY" val="1"/>
</p:tagLst>
</file>

<file path=ppt/tags/tag6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2_4"/>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2_4"/>
  <p:tag name="KSO_WM_DIAGRAM_VERSION" val="3"/>
  <p:tag name="KSO_WM_DIAGRAM_COLOR_TRICK" val="1"/>
  <p:tag name="KSO_WM_DIAGRAM_COLOR_TEXT_CAN_REMOVE" val="n"/>
  <p:tag name="KSO_WM_UNIT_FILL_TYPE" val="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gradient&quot;:[{&quot;brightness&quot;:0.4000000059604645,&quot;colorType&quot;:1,&quot;foreColorIndex&quot;:5,&quot;pos&quot;:0.5199999809265137,&quot;transparency&quot;:1},{&quot;brightness&quot;:0.47999998927116394,&quot;colorType&quot;:1,&quot;foreColorIndex&quot;:5,&quot;pos&quot;:0,&quot;transparency&quot;:0.7699999809265137}],&quot;type&quot;:3},&quot;glow&quot;:{&quot;colorType&quot;:0},&quot;line&quot;:{&quot;gradient&quot;:[{&quot;brightness&quot;:0,&quot;colorType&quot;:2,&quot;pos&quot;:0,&quot;rgb&quot;:&quot;#ffffff&quot;,&quot;transparency&quot;:0.800000011920929},{&quot;brightness&quot;:0.4000000059604645,&quot;colorType&quot;:1,&quot;foreColorIndex&quot;:5,&quot;pos&quot;:0.7699999809265137,&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TEXT_FILL_FORE_SCHEMECOLOR_INDEX" val="2"/>
  <p:tag name="KSO_WM_UNIT_TEXT_FILL_TYPE" val="1"/>
  <p:tag name="KSO_WM_UNIT_USESOURCEFORMAT_APPLY" val="1"/>
</p:tagLst>
</file>

<file path=ppt/tags/tag6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f*1_2_1"/>
  <p:tag name="KSO_WM_TEMPLATE_CATEGORY" val="diagram"/>
  <p:tag name="KSO_WM_TEMPLATE_INDEX" val="40493010"/>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2_1"/>
  <p:tag name="KSO_WM_UNIT_VALUE" val="66"/>
  <p:tag name="KSO_WM_DIAGRAM_VERSION" val="3"/>
  <p:tag name="KSO_WM_DIAGRAM_COLOR_TRICK" val="1"/>
  <p:tag name="KSO_WM_DIAGRAM_COLOR_TEXT_CAN_REMOVE" val="n"/>
  <p:tag name="KSO_WM_UNIT_PRESET_TEXT" val="简明扼要地阐述您的观点。根据需要可酌情增减文字，以便观者准确地理解您传达的思想。单击此处添加文本具体内容"/>
  <p:tag name="KSO_WM_UNIT_TEXT_TYPE" val="1"/>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2_5"/>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2_5"/>
  <p:tag name="KSO_WM_DIAGRAM_VERSION" val="3"/>
  <p:tag name="KSO_WM_DIAGRAM_COLOR_TRICK" val="1"/>
  <p:tag name="KSO_WM_DIAGRAM_COLOR_TEXT_CAN_REMOVE" val="n"/>
  <p:tag name="KSO_WM_UNIT_FILL_TYPE" val="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gradient&quot;:[{&quot;brightness&quot;:0.4000000059604645,&quot;colorType&quot;:1,&quot;foreColorIndex&quot;:5,&quot;pos&quot;:0.5199999809265137,&quot;transparency&quot;:1},{&quot;brightness&quot;:0.47999998927116394,&quot;colorType&quot;:1,&quot;foreColorIndex&quot;:5,&quot;pos&quot;:0,&quot;transparency&quot;:0.7699999809265137}],&quot;type&quot;:3},&quot;glow&quot;:{&quot;colorType&quot;:0},&quot;line&quot;:{&quot;gradient&quot;:[{&quot;brightness&quot;:0,&quot;colorType&quot;:2,&quot;pos&quot;:0,&quot;rgb&quot;:&quot;#ffffff&quot;,&quot;transparency&quot;:0.800000011920929},{&quot;brightness&quot;:0.4000000059604645,&quot;colorType&quot;:1,&quot;foreColorIndex&quot;:5,&quot;pos&quot;:0.7699999809265137,&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TEXT_FILL_FORE_SCHEMECOLOR_INDEX" val="2"/>
  <p:tag name="KSO_WM_UNIT_TEXT_FILL_TYPE" val="1"/>
  <p:tag name="KSO_WM_UNIT_USESOURCEFORMAT_APPLY" val="1"/>
</p:tagLst>
</file>

<file path=ppt/tags/tag6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a*1_3_1"/>
  <p:tag name="KSO_WM_TEMPLATE_CATEGORY" val="diagram"/>
  <p:tag name="KSO_WM_TEMPLATE_INDEX" val="40493010"/>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3_1"/>
  <p:tag name="KSO_WM_UNIT_VALUE" val="17"/>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3_4"/>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3_4"/>
  <p:tag name="KSO_WM_DIAGRAM_VERSION" val="3"/>
  <p:tag name="KSO_WM_DIAGRAM_COLOR_TRICK" val="1"/>
  <p:tag name="KSO_WM_DIAGRAM_COLOR_TEXT_CAN_REMOVE" val="n"/>
  <p:tag name="KSO_WM_UNIT_FILL_TYPE" val="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05000000074505806,&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7"/>
  <p:tag name="KSO_WM_UNIT_TEXT_FILL_FORE_SCHEMECOLOR_INDEX" val="2"/>
  <p:tag name="KSO_WM_UNIT_TEXT_FILL_TYPE" val="1"/>
  <p:tag name="KSO_WM_UNIT_USESOURCEFORMAT_APPLY" val="1"/>
</p:tagLst>
</file>

<file path=ppt/tags/tag6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f*1_3_1"/>
  <p:tag name="KSO_WM_TEMPLATE_CATEGORY" val="diagram"/>
  <p:tag name="KSO_WM_TEMPLATE_INDEX" val="40493010"/>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3_1"/>
  <p:tag name="KSO_WM_UNIT_VALUE" val="66"/>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x*1_3_1"/>
  <p:tag name="KSO_WM_TEMPLATE_CATEGORY" val="diagram"/>
  <p:tag name="KSO_WM_TEMPLATE_INDEX" val="40493010"/>
  <p:tag name="KSO_WM_UNIT_LAYERLEVEL" val="1_1_1"/>
  <p:tag name="KSO_WM_TAG_VERSION" val="3.0"/>
  <p:tag name="KSO_WM_BEAUTIFY_FLAG" val="#wm#"/>
  <p:tag name="KSO_WM_UNIT_VALUE" val="50*50"/>
  <p:tag name="KSO_WM_DIAGRAM_GROUP_CODE" val="l1-1"/>
  <p:tag name="KSO_WM_UNIT_TYPE" val="l_h_x"/>
  <p:tag name="KSO_WM_UNIT_INDEX" val="1_3_1"/>
  <p:tag name="KSO_WM_DIAGRAM_VERSION" val="3"/>
  <p:tag name="KSO_WM_DIAGRAM_COLOR_TRICK" val="1"/>
  <p:tag name="KSO_WM_DIAGRAM_COLOR_TEXT_CAN_REMOVE" val="n"/>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6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a*1_1_1"/>
  <p:tag name="KSO_WM_TEMPLATE_CATEGORY" val="diagram"/>
  <p:tag name="KSO_WM_TEMPLATE_INDEX" val="40493010"/>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1_1"/>
  <p:tag name="KSO_WM_UNIT_VALUE" val="17"/>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1_4"/>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1_4"/>
  <p:tag name="KSO_WM_DIAGRAM_VERSION" val="3"/>
  <p:tag name="KSO_WM_DIAGRAM_COLOR_TRICK" val="1"/>
  <p:tag name="KSO_WM_DIAGRAM_COLOR_TEXT_CAN_REMOVE" val="n"/>
  <p:tag name="KSO_WM_UNIT_FILL_TYPE" val="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05000000074505806,&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6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f*1_1_1"/>
  <p:tag name="KSO_WM_TEMPLATE_CATEGORY" val="diagram"/>
  <p:tag name="KSO_WM_TEMPLATE_INDEX" val="40493010"/>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1_1"/>
  <p:tag name="KSO_WM_UNIT_VALUE" val="66"/>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x*1_1_1"/>
  <p:tag name="KSO_WM_TEMPLATE_CATEGORY" val="diagram"/>
  <p:tag name="KSO_WM_TEMPLATE_INDEX" val="40493010"/>
  <p:tag name="KSO_WM_UNIT_LAYERLEVEL" val="1_1_1"/>
  <p:tag name="KSO_WM_TAG_VERSION" val="3.0"/>
  <p:tag name="KSO_WM_BEAUTIFY_FLAG" val="#wm#"/>
  <p:tag name="KSO_WM_UNIT_VALUE" val="50*50"/>
  <p:tag name="KSO_WM_DIAGRAM_GROUP_CODE" val="l1-1"/>
  <p:tag name="KSO_WM_UNIT_TYPE" val="l_h_x"/>
  <p:tag name="KSO_WM_UNIT_INDEX" val="1_1_1"/>
  <p:tag name="KSO_WM_DIAGRAM_VERSION" val="3"/>
  <p:tag name="KSO_WM_DIAGRAM_COLOR_TRICK" val="1"/>
  <p:tag name="KSO_WM_DIAGRAM_COLOR_TEXT_CAN_REMOVE" val="n"/>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6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a*1_4_1"/>
  <p:tag name="KSO_WM_TEMPLATE_CATEGORY" val="diagram"/>
  <p:tag name="KSO_WM_TEMPLATE_INDEX" val="40493010"/>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4_1"/>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i*1_4_4"/>
  <p:tag name="KSO_WM_TEMPLATE_CATEGORY" val="diagram"/>
  <p:tag name="KSO_WM_TEMPLATE_INDEX" val="40493010"/>
  <p:tag name="KSO_WM_UNIT_LAYERLEVEL" val="1_1_1"/>
  <p:tag name="KSO_WM_TAG_VERSION" val="3.0"/>
  <p:tag name="KSO_WM_BEAUTIFY_FLAG" val="#wm#"/>
  <p:tag name="KSO_WM_DIAGRAM_GROUP_CODE" val="l1-1"/>
  <p:tag name="KSO_WM_UNIT_TYPE" val="l_h_i"/>
  <p:tag name="KSO_WM_UNIT_INDEX" val="1_4_4"/>
  <p:tag name="KSO_WM_DIAGRAM_VERSION" val="3"/>
  <p:tag name="KSO_WM_DIAGRAM_COLOR_TRICK" val="1"/>
  <p:tag name="KSO_WM_DIAGRAM_COLOR_TEXT_CAN_REMOVE" val="n"/>
  <p:tag name="KSO_WM_UNIT_FILL_TYPE" val="3"/>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05000000074505806,&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8"/>
  <p:tag name="KSO_WM_UNIT_TEXT_FILL_FORE_SCHEMECOLOR_INDEX" val="2"/>
  <p:tag name="KSO_WM_UNIT_TEXT_FILL_TYPE" val="1"/>
  <p:tag name="KSO_WM_UNIT_USESOURCEFORMAT_APPLY" val="1"/>
</p:tagLst>
</file>

<file path=ppt/tags/tag6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f*1_4_1"/>
  <p:tag name="KSO_WM_TEMPLATE_CATEGORY" val="diagram"/>
  <p:tag name="KSO_WM_TEMPLATE_INDEX" val="40493010"/>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4_1"/>
  <p:tag name="KSO_WM_DIAGRAM_VERSION" val="3"/>
  <p:tag name="KSO_WM_DIAGRAM_COLOR_TRICK" val="1"/>
  <p:tag name="KSO_WM_DIAGRAM_COLOR_TEXT_CAN_REMOVE" val="n"/>
  <p:tag name="KSO_WM_UNIT_PRESET_TEXT" val="简明扼要地阐述您的观点。根据需要可酌情增减文字，以便观者准确地理解您传达的思想。单击此处添加文本"/>
  <p:tag name="KSO_WM_UNIT_TEXT_FILL_FORE_SCHEMECOLOR_INDEX" val="1"/>
  <p:tag name="KSO_WM_UNIT_TEXT_FILL_TYPE" val="1"/>
  <p:tag name="KSO_WM_UNIT_TEXT_TYPE" val="1"/>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0_2*l_h_x*1_4_1"/>
  <p:tag name="KSO_WM_TEMPLATE_CATEGORY" val="diagram"/>
  <p:tag name="KSO_WM_TEMPLATE_INDEX" val="40493010"/>
  <p:tag name="KSO_WM_UNIT_LAYERLEVEL" val="1_1_1"/>
  <p:tag name="KSO_WM_TAG_VERSION" val="3.0"/>
  <p:tag name="KSO_WM_BEAUTIFY_FLAG" val="#wm#"/>
  <p:tag name="KSO_WM_UNIT_VALUE" val="50*50"/>
  <p:tag name="KSO_WM_DIAGRAM_GROUP_CODE" val="l1-1"/>
  <p:tag name="KSO_WM_UNIT_TYPE" val="l_h_x"/>
  <p:tag name="KSO_WM_UNIT_INDEX" val="1_4_1"/>
  <p:tag name="KSO_WM_DIAGRAM_VERSION" val="3"/>
  <p:tag name="KSO_WM_DIAGRAM_COLOR_TRICK" val="1"/>
  <p:tag name="KSO_WM_DIAGRAM_COLOR_TEXT_CAN_REMOVE" val="n"/>
  <p:tag name="KSO_WM_DIAGRAM_VIRTUALLY_FRAME" val="{&quot;height&quot;:428.3500061035156,&quot;left&quot;:48,&quot;top&quot;:91.7999938964844,&quot;width&quot;:864}"/>
  <p:tag name="KSO_WM_DIAGRAM_MAX_ITEMCNT" val="6"/>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689.xml><?xml version="1.0" encoding="utf-8"?>
<p:tagLst xmlns:p="http://schemas.openxmlformats.org/presentationml/2006/main">
  <p:tag name="KSO_WM_SLIDE_ID" val="custom40493023_1"/>
  <p:tag name="KSO_WM_TEMPLATE_SUBCATEGORY" val="0"/>
  <p:tag name="KSO_WM_TEMPLATE_MASTER_TYPE" val="0"/>
  <p:tag name="KSO_WM_TEMPLATE_COLOR_TYPE" val="0"/>
  <p:tag name="KSO_WM_SLIDE_ITEM_CNT" val="6"/>
  <p:tag name="KSO_WM_SLIDE_INDEX" val="1"/>
  <p:tag name="KSO_WM_TAG_VERSION" val="3.0"/>
  <p:tag name="KSO_WM_BEAUTIFY_FLAG" val="#wm#"/>
  <p:tag name="KSO_WM_TEMPLATE_CATEGORY" val="custom"/>
  <p:tag name="KSO_WM_TEMPLATE_INDEX" val="40493023"/>
  <p:tag name="KSO_WM_SLIDE_TYPE" val="text"/>
  <p:tag name="KSO_WM_SLIDE_SUBTYPE" val="picTxt"/>
  <p:tag name="KSO_WM_SLIDE_SIZE" val="864*355.45"/>
  <p:tag name="KSO_WM_SLIDE_POSITION" val="48*134.25"/>
  <p:tag name="KSO_WM_SLIDE_LAYOUT" val="a_l"/>
  <p:tag name="KSO_WM_SLIDE_LAYOUT_CNT" val="1_1"/>
  <p:tag name="KSO_WM_SPECIAL_SOURCE" val="bdnull"/>
  <p:tag name="KSO_WM_DIAGRAM_GROUP_CODE" val="l1-1"/>
  <p:tag name="KSO_WM_SLIDE_DIAGTYPE" val="l"/>
</p:tagLst>
</file>

<file path=ppt/tags/tag6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2827_1*i*1"/>
  <p:tag name="KSO_WM_TEMPLATE_CATEGORY" val="custom"/>
  <p:tag name="KSO_WM_TEMPLATE_INDEX" val="40492827"/>
  <p:tag name="KSO_WM_UNIT_LAYERLEVEL" val="1"/>
  <p:tag name="KSO_WM_TAG_VERSION" val="3.0"/>
  <p:tag name="KSO_WM_BEAUTIFY_FLAG" val="#wm#"/>
</p:tagLst>
</file>

<file path=ppt/tags/tag69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2827_1*f*1"/>
  <p:tag name="KSO_WM_TEMPLATE_CATEGORY" val="custom"/>
  <p:tag name="KSO_WM_TEMPLATE_INDEX" val="40492827"/>
  <p:tag name="KSO_WM_UNIT_LAYERLEVEL" val="1"/>
  <p:tag name="KSO_WM_TAG_VERSION" val="3.0"/>
  <p:tag name="KSO_WM_BEAUTIFY_FLAG" val="#wm#"/>
  <p:tag name="KSO_WM_UNIT_PRESET_TEXT" val="单击添加正文，文字是您思想的提炼，为了最终演示发布的良好效果，请言简意赅的阐述观点。&#10;根据需要可酌情增减文字，以便观者可以准确理解您所传达的信息。单击此处输入正文，文字是您思想的提炼，为了最终演示发布的良好效果。"/>
  <p:tag name="KSO_WM_UNIT_TEXT_TYPE" val="1"/>
</p:tagLst>
</file>

<file path=ppt/tags/tag6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2827_1*i*2"/>
  <p:tag name="KSO_WM_TEMPLATE_CATEGORY" val="custom"/>
  <p:tag name="KSO_WM_TEMPLATE_INDEX" val="40492827"/>
  <p:tag name="KSO_WM_UNIT_LAYERLEVEL" val="1"/>
  <p:tag name="KSO_WM_TAG_VERSION" val="3.0"/>
  <p:tag name="KSO_WM_BEAUTIFY_FLAG" val="#wm#"/>
</p:tagLst>
</file>

<file path=ppt/tags/tag693.xml><?xml version="1.0" encoding="utf-8"?>
<p:tagLst xmlns:p="http://schemas.openxmlformats.org/presentationml/2006/main">
  <p:tag name="KSO_WM_SLIDE_ID" val="custom40492827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2827"/>
  <p:tag name="KSO_WM_SLIDE_TYPE" val="text"/>
  <p:tag name="KSO_WM_SLIDE_SUBTYPE" val="diag"/>
  <p:tag name="KSO_WM_SLIDE_SIZE" val="816*540"/>
  <p:tag name="KSO_WM_SLIDE_POSITION" val="143*0"/>
  <p:tag name="KSO_WM_SLIDE_LAYOUT" val="f"/>
  <p:tag name="KSO_WM_SLIDE_LAYOUT_CNT" val="1"/>
  <p:tag name="KSO_WM_SPECIAL_SOURCE" val="bdnull"/>
</p:tagLst>
</file>

<file path=ppt/tags/tag69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1872_2*a*1"/>
  <p:tag name="KSO_WM_TEMPLATE_CATEGORY" val="diagram"/>
  <p:tag name="KSO_WM_TEMPLATE_INDEX" val="20231872"/>
  <p:tag name="KSO_WM_UNIT_LAYERLEVEL" val="1"/>
  <p:tag name="KSO_WM_TAG_VERSION" val="3.0"/>
  <p:tag name="KSO_WM_BEAUTIFY_FLAG" val="#wm#"/>
  <p:tag name="KSO_WM_UNIT_VALUE" val="30"/>
  <p:tag name="KSO_WM_UNIT_TEXT_TYPE" val="1"/>
  <p:tag name="KSO_WM_UNIT_PRESET_TEXT" val="单击此处添加标题"/>
  <p:tag name="KSO_WM_DIAGRAM_GROUP_CODE" val="l1-1"/>
  <p:tag name="KSO_WM_UNIT_USESOURCEFORMAT_APPLY" val="1"/>
</p:tagLst>
</file>

<file path=ppt/tags/tag6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f*1_1_1"/>
  <p:tag name="KSO_WM_TEMPLATE_CATEGORY" val="diagram"/>
  <p:tag name="KSO_WM_TEMPLATE_INDEX" val="20231872"/>
  <p:tag name="KSO_WM_UNIT_LAYERLEVEL" val="1_1_1"/>
  <p:tag name="KSO_WM_TAG_VERSION" val="3.0"/>
  <p:tag name="KSO_WM_UNIT_SUBTYPE" val="a"/>
  <p:tag name="KSO_WM_UNIT_TEXT_LAYER_COUNT" val="1"/>
  <p:tag name="KSO_WM_UNIT_NOCLEAR" val="0"/>
  <p:tag name="KSO_WM_UNIT_TYPE" val="l_h_f"/>
  <p:tag name="KSO_WM_UNIT_INDEX" val="1_1_1"/>
  <p:tag name="KSO_WM_DIAGRAM_VERSION" val="3"/>
  <p:tag name="KSO_WM_DIAGRAM_COLOR_TRICK" val="1"/>
  <p:tag name="KSO_WM_DIAGRAM_COLOR_TEXT_CAN_REMOVE" val="n"/>
  <p:tag name="KSO_WM_UNIT_TEXT_TYPE" val="1"/>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gradient&quot;:[{&quot;brightness&quot;:0,&quot;colorType&quot;:2,&quot;pos&quot;:0,&quot;rgb&quot;:&quot;#ffffff&quot;,&quot;transparency&quot;:0.949999988079071},{&quot;brightness&quot;:0,&quot;colorType&quot;:1,&quot;foreColorIndex&quot;:5,&quot;pos&quot;:1,&quot;transparency&quot;:0.75}],&quot;type&quot;:3},&quot;glow&quot;:{&quot;colorType&quot;:0},&quot;line&quot;:{&quot;solidLine&quot;:{&quot;brightness&quot;:0.4000000059604645,&quot;colorType&quot;:1,&quot;foreColorIndex&quot;:5,&quot;transparency&quot;:0.55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单击此处输入智能图形项正文，文字是您思想的提炼。"/>
  <p:tag name="KSO_WM_UNIT_FILL_TYPE" val="3"/>
  <p:tag name="KSO_WM_UNIT_LINE_FORE_SCHEMECOLOR_INDEX" val="5"/>
  <p:tag name="KSO_WM_UNIT_TEXT_FILL_FORE_SCHEMECOLOR_INDEX" val="1"/>
  <p:tag name="KSO_WM_UNIT_TEXT_FILL_TYPE" val="1"/>
  <p:tag name="KSO_WM_BEAUTIFY_FLAG" val="#wm#"/>
  <p:tag name="KSO_WM_UNIT_LINE_FILL_TYPE" val="2"/>
  <p:tag name="KSO_WM_UNIT_USESOURCEFORMAT_APPLY" val="1"/>
</p:tagLst>
</file>

<file path=ppt/tags/tag696.xml><?xml version="1.0" encoding="utf-8"?>
<p:tagLst xmlns:p="http://schemas.openxmlformats.org/presentationml/2006/main">
  <p:tag name="KSO_WM_UNIT_SUBTYPE" val="d"/>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72_2*l_h_i*1_1_1"/>
  <p:tag name="KSO_WM_TEMPLATE_CATEGORY" val="diagram"/>
  <p:tag name="KSO_WM_TEMPLATE_INDEX" val="20231872"/>
  <p:tag name="KSO_WM_UNIT_LAYERLEVEL" val="1_1_1"/>
  <p:tag name="KSO_WM_TAG_VERSION" val="3.0"/>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DIAGRAM_VERSION" val="3"/>
  <p:tag name="KSO_WM_DIAGRAM_COLOR_TRICK" val="1"/>
  <p:tag name="KSO_WM_DIAGRAM_COLOR_TEXT_CAN_REMOVE" val="n"/>
  <p:tag name="KSO_WM_UNIT_TEXT_FILL_FORE_SCHEMECOLOR_INDEX" val="1"/>
  <p:tag name="KSO_WM_UNIT_TEXT_FILL_TYPE" val="1"/>
  <p:tag name="KSO_WM_BEAUTIFY_FLAG" val="#wm#"/>
  <p:tag name="KSO_WM_UNIT_USESOURCEFORMAT_APPLY" val="1"/>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i*1_1_2"/>
  <p:tag name="KSO_WM_TEMPLATE_CATEGORY" val="diagram"/>
  <p:tag name="KSO_WM_TEMPLATE_INDEX" val="20231872"/>
  <p:tag name="KSO_WM_UNIT_LAYERLEVEL" val="1_1_1"/>
  <p:tag name="KSO_WM_TAG_VERSION" val="3.0"/>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solid&quot;:{&quot;brightness&quot;:0.4000000059604645,&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BEAUTIFY_FLAG" val="#wm#"/>
  <p:tag name="KSO_WM_UNIT_TEXT_FILL_FORE_SCHEMECOLOR_INDEX" val="2"/>
  <p:tag name="KSO_WM_UNIT_TEXT_FILL_TYPE" val="1"/>
  <p:tag name="KSO_WM_UNIT_USESOURCEFORMAT_APPLY" val="1"/>
</p:tagLst>
</file>

<file path=ppt/tags/tag6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i*1_1_3"/>
  <p:tag name="KSO_WM_TEMPLATE_CATEGORY" val="diagram"/>
  <p:tag name="KSO_WM_TEMPLATE_INDEX" val="20231872"/>
  <p:tag name="KSO_WM_UNIT_LAYERLEVEL" val="1_1_1"/>
  <p:tag name="KSO_WM_TAG_VERSION" val="3.0"/>
  <p:tag name="KSO_WM_UNIT_TYPE" val="l_h_i"/>
  <p:tag name="KSO_WM_UNIT_INDEX" val="1_1_3"/>
  <p:tag name="KSO_WM_DIAGRAM_VERSION" val="3"/>
  <p:tag name="KSO_WM_DIAGRAM_COLOR_TRICK" val="1"/>
  <p:tag name="KSO_WM_DIAGRAM_COLOR_TEXT_CAN_REMOVE" val="n"/>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5"/>
  <p:tag name="KSO_WM_UNIT_TEXT_FILL_FORE_SCHEMECOLOR_INDEX" val="2"/>
  <p:tag name="KSO_WM_UNIT_TEXT_FILL_TYPE" val="1"/>
  <p:tag name="KSO_WM_UNIT_USESOURCEFORMAT_APPLY" val="1"/>
</p:tagLst>
</file>

<file path=ppt/tags/tag6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x*1_1_1"/>
  <p:tag name="KSO_WM_TEMPLATE_CATEGORY" val="diagram"/>
  <p:tag name="KSO_WM_TEMPLATE_INDEX" val="20231872"/>
  <p:tag name="KSO_WM_UNIT_LAYERLEVEL" val="1_1_1"/>
  <p:tag name="KSO_WM_TAG_VERSION" val="3.0"/>
  <p:tag name="KSO_WM_UNIT_VALUE" val="60*60"/>
  <p:tag name="KSO_WM_UNIT_TYPE" val="l_h_x"/>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7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f*1_2_1"/>
  <p:tag name="KSO_WM_TEMPLATE_CATEGORY" val="diagram"/>
  <p:tag name="KSO_WM_TEMPLATE_INDEX" val="20231872"/>
  <p:tag name="KSO_WM_UNIT_LAYERLEVEL" val="1_1_1"/>
  <p:tag name="KSO_WM_TAG_VERSION" val="3.0"/>
  <p:tag name="KSO_WM_UNIT_SUBTYPE" val="a"/>
  <p:tag name="KSO_WM_UNIT_TEXT_LAYER_COUNT" val="1"/>
  <p:tag name="KSO_WM_UNIT_NOCLEAR" val="0"/>
  <p:tag name="KSO_WM_UNIT_TYPE" val="l_h_f"/>
  <p:tag name="KSO_WM_UNIT_INDEX" val="1_2_1"/>
  <p:tag name="KSO_WM_DIAGRAM_VERSION" val="3"/>
  <p:tag name="KSO_WM_DIAGRAM_COLOR_TRICK" val="1"/>
  <p:tag name="KSO_WM_DIAGRAM_COLOR_TEXT_CAN_REMOVE" val="n"/>
  <p:tag name="KSO_WM_UNIT_TEXT_TYPE" val="1"/>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gradient&quot;:[{&quot;brightness&quot;:0,&quot;colorType&quot;:2,&quot;pos&quot;:0,&quot;rgb&quot;:&quot;#ffffff&quot;,&quot;transparency&quot;:0.949999988079071},{&quot;brightness&quot;:0,&quot;colorType&quot;:1,&quot;foreColorIndex&quot;:5,&quot;pos&quot;:1,&quot;transparency&quot;:0.75}],&quot;type&quot;:3},&quot;glow&quot;:{&quot;colorType&quot;:0},&quot;line&quot;:{&quot;solidLine&quot;:{&quot;brightness&quot;:0.4000000059604645,&quot;colorType&quot;:1,&quot;foreColorIndex&quot;:5,&quot;transparency&quot;:0.55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正文，文字是您思想的提炼，为了最终演示发布的良好效果，请言简的阐述观点。单击此处输入智能图形项正文，文字是您思想的提炼，请尽量言简意赅的阐述观点。单击此处输入智能图形项正文，文字是您思想的提炼，请尽量言简意赅的阐述观点。单击添加正文，文字是您思想的提炼，为了最终演示发布的良好效果。"/>
  <p:tag name="KSO_WM_UNIT_FILL_TYPE" val="3"/>
  <p:tag name="KSO_WM_UNIT_LINE_FORE_SCHEMECOLOR_INDEX" val="6"/>
  <p:tag name="KSO_WM_UNIT_TEXT_FILL_FORE_SCHEMECOLOR_INDEX" val="1"/>
  <p:tag name="KSO_WM_UNIT_TEXT_FILL_TYPE" val="1"/>
  <p:tag name="KSO_WM_BEAUTIFY_FLAG" val="#wm#"/>
  <p:tag name="KSO_WM_UNIT_LINE_FILL_TYPE" val="2"/>
  <p:tag name="KSO_WM_UNIT_USESOURCEFORMAT_APPLY" val="1"/>
</p:tagLst>
</file>

<file path=ppt/tags/tag701.xml><?xml version="1.0" encoding="utf-8"?>
<p:tagLst xmlns:p="http://schemas.openxmlformats.org/presentationml/2006/main">
  <p:tag name="KSO_WM_UNIT_SUBTYPE" val="d"/>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872_2*l_h_i*1_2_1"/>
  <p:tag name="KSO_WM_TEMPLATE_CATEGORY" val="diagram"/>
  <p:tag name="KSO_WM_TEMPLATE_INDEX" val="20231872"/>
  <p:tag name="KSO_WM_UNIT_LAYERLEVEL" val="1_1_1"/>
  <p:tag name="KSO_WM_TAG_VERSION" val="3.0"/>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DIAGRAM_VERSION" val="3"/>
  <p:tag name="KSO_WM_DIAGRAM_COLOR_TRICK" val="1"/>
  <p:tag name="KSO_WM_DIAGRAM_COLOR_TEXT_CAN_REMOVE" val="n"/>
  <p:tag name="KSO_WM_UNIT_TEXT_FILL_FORE_SCHEMECOLOR_INDEX" val="1"/>
  <p:tag name="KSO_WM_UNIT_TEXT_FILL_TYPE" val="1"/>
  <p:tag name="KSO_WM_BEAUTIFY_FLAG" val="#wm#"/>
  <p:tag name="KSO_WM_UNIT_USESOURCEFORMAT_APPLY" val="1"/>
</p:tagLst>
</file>

<file path=ppt/tags/tag7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i*1_2_2"/>
  <p:tag name="KSO_WM_TEMPLATE_CATEGORY" val="diagram"/>
  <p:tag name="KSO_WM_TEMPLATE_INDEX" val="20231872"/>
  <p:tag name="KSO_WM_UNIT_LAYERLEVEL" val="1_1_1"/>
  <p:tag name="KSO_WM_TAG_VERSION" val="3.0"/>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solid&quot;:{&quot;brightness&quot;:0.4000000059604645,&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BEAUTIFY_FLAG" val="#wm#"/>
  <p:tag name="KSO_WM_UNIT_TEXT_FILL_FORE_SCHEMECOLOR_INDEX" val="2"/>
  <p:tag name="KSO_WM_UNIT_TEXT_FILL_TYPE" val="1"/>
  <p:tag name="KSO_WM_UNIT_USESOURCEFORMAT_APPLY" val="1"/>
</p:tagLst>
</file>

<file path=ppt/tags/tag7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i*1_2_3"/>
  <p:tag name="KSO_WM_TEMPLATE_CATEGORY" val="diagram"/>
  <p:tag name="KSO_WM_TEMPLATE_INDEX" val="20231872"/>
  <p:tag name="KSO_WM_UNIT_LAYERLEVEL" val="1_1_1"/>
  <p:tag name="KSO_WM_TAG_VERSION" val="3.0"/>
  <p:tag name="KSO_WM_UNIT_TYPE" val="l_h_i"/>
  <p:tag name="KSO_WM_UNIT_INDEX" val="1_2_3"/>
  <p:tag name="KSO_WM_DIAGRAM_VERSION" val="3"/>
  <p:tag name="KSO_WM_DIAGRAM_COLOR_TRICK" val="1"/>
  <p:tag name="KSO_WM_DIAGRAM_COLOR_TEXT_CAN_REMOVE" val="n"/>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6"/>
  <p:tag name="KSO_WM_UNIT_TEXT_FILL_FORE_SCHEMECOLOR_INDEX" val="2"/>
  <p:tag name="KSO_WM_UNIT_TEXT_FILL_TYPE" val="1"/>
  <p:tag name="KSO_WM_UNIT_USESOURCEFORMAT_APPLY" val="1"/>
</p:tagLst>
</file>

<file path=ppt/tags/tag7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x*1_2_1"/>
  <p:tag name="KSO_WM_TEMPLATE_CATEGORY" val="diagram"/>
  <p:tag name="KSO_WM_TEMPLATE_INDEX" val="20231872"/>
  <p:tag name="KSO_WM_UNIT_LAYERLEVEL" val="1_1_1"/>
  <p:tag name="KSO_WM_TAG_VERSION" val="3.0"/>
  <p:tag name="KSO_WM_UNIT_VALUE" val="67*67"/>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7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f*1_3_1"/>
  <p:tag name="KSO_WM_TEMPLATE_CATEGORY" val="diagram"/>
  <p:tag name="KSO_WM_TEMPLATE_INDEX" val="20231872"/>
  <p:tag name="KSO_WM_UNIT_LAYERLEVEL" val="1_1_1"/>
  <p:tag name="KSO_WM_TAG_VERSION" val="3.0"/>
  <p:tag name="KSO_WM_UNIT_SUBTYPE" val="a"/>
  <p:tag name="KSO_WM_UNIT_TEXT_LAYER_COUNT" val="1"/>
  <p:tag name="KSO_WM_UNIT_NOCLEAR" val="0"/>
  <p:tag name="KSO_WM_UNIT_TYPE" val="l_h_f"/>
  <p:tag name="KSO_WM_UNIT_INDEX" val="1_3_1"/>
  <p:tag name="KSO_WM_DIAGRAM_VERSION" val="3"/>
  <p:tag name="KSO_WM_DIAGRAM_COLOR_TRICK" val="1"/>
  <p:tag name="KSO_WM_DIAGRAM_COLOR_TEXT_CAN_REMOVE" val="n"/>
  <p:tag name="KSO_WM_UNIT_TEXT_TYPE" val="1"/>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gradient&quot;:[{&quot;brightness&quot;:0,&quot;colorType&quot;:2,&quot;pos&quot;:0,&quot;rgb&quot;:&quot;#ffffff&quot;,&quot;transparency&quot;:0.949999988079071},{&quot;brightness&quot;:0,&quot;colorType&quot;:1,&quot;foreColorIndex&quot;:5,&quot;pos&quot;:1,&quot;transparency&quot;:0.75}],&quot;type&quot;:3},&quot;glow&quot;:{&quot;colorType&quot;:0},&quot;line&quot;:{&quot;solidLine&quot;:{&quot;brightness&quot;:0.4000000059604645,&quot;colorType&quot;:1,&quot;foreColorIndex&quot;:5,&quot;transparency&quot;:0.55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38"/>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单击此处输入智能图形项正文，文字是您思想的提炼。"/>
  <p:tag name="KSO_WM_UNIT_FILL_TYPE" val="3"/>
  <p:tag name="KSO_WM_UNIT_LINE_FORE_SCHEMECOLOR_INDEX" val="7"/>
  <p:tag name="KSO_WM_UNIT_TEXT_FILL_FORE_SCHEMECOLOR_INDEX" val="1"/>
  <p:tag name="KSO_WM_UNIT_TEXT_FILL_TYPE" val="1"/>
  <p:tag name="KSO_WM_BEAUTIFY_FLAG" val="#wm#"/>
  <p:tag name="KSO_WM_UNIT_LINE_FILL_TYPE" val="2"/>
  <p:tag name="KSO_WM_UNIT_USESOURCEFORMAT_APPLY" val="1"/>
</p:tagLst>
</file>

<file path=ppt/tags/tag706.xml><?xml version="1.0" encoding="utf-8"?>
<p:tagLst xmlns:p="http://schemas.openxmlformats.org/presentationml/2006/main">
  <p:tag name="KSO_WM_UNIT_SUBTYPE" val="d"/>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1872_2*l_h_i*1_3_1"/>
  <p:tag name="KSO_WM_TEMPLATE_CATEGORY" val="diagram"/>
  <p:tag name="KSO_WM_TEMPLATE_INDEX" val="20231872"/>
  <p:tag name="KSO_WM_UNIT_LAYERLEVEL" val="1_1_1"/>
  <p:tag name="KSO_WM_TAG_VERSION" val="3.0"/>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DIAGRAM_VERSION" val="3"/>
  <p:tag name="KSO_WM_DIAGRAM_COLOR_TRICK" val="1"/>
  <p:tag name="KSO_WM_DIAGRAM_COLOR_TEXT_CAN_REMOVE" val="n"/>
  <p:tag name="KSO_WM_UNIT_TEXT_FILL_FORE_SCHEMECOLOR_INDEX" val="1"/>
  <p:tag name="KSO_WM_UNIT_TEXT_FILL_TYPE" val="1"/>
  <p:tag name="KSO_WM_BEAUTIFY_FLAG" val="#wm#"/>
  <p:tag name="KSO_WM_UNIT_USESOURCEFORMAT_APPLY" val="1"/>
</p:tagLst>
</file>

<file path=ppt/tags/tag7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i*1_3_2"/>
  <p:tag name="KSO_WM_TEMPLATE_CATEGORY" val="diagram"/>
  <p:tag name="KSO_WM_TEMPLATE_INDEX" val="20231872"/>
  <p:tag name="KSO_WM_UNIT_LAYERLEVEL" val="1_1_1"/>
  <p:tag name="KSO_WM_TAG_VERSION" val="3.0"/>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solid&quot;:{&quot;brightness&quot;:0.4000000059604645,&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BEAUTIFY_FLAG" val="#wm#"/>
  <p:tag name="KSO_WM_UNIT_TEXT_FILL_FORE_SCHEMECOLOR_INDEX" val="2"/>
  <p:tag name="KSO_WM_UNIT_TEXT_FILL_TYPE" val="1"/>
  <p:tag name="KSO_WM_UNIT_USESOURCEFORMAT_APPLY" val="1"/>
</p:tagLst>
</file>

<file path=ppt/tags/tag7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i*1_3_3"/>
  <p:tag name="KSO_WM_TEMPLATE_CATEGORY" val="diagram"/>
  <p:tag name="KSO_WM_TEMPLATE_INDEX" val="20231872"/>
  <p:tag name="KSO_WM_UNIT_LAYERLEVEL" val="1_1_1"/>
  <p:tag name="KSO_WM_TAG_VERSION" val="3.0"/>
  <p:tag name="KSO_WM_UNIT_TYPE" val="l_h_i"/>
  <p:tag name="KSO_WM_UNIT_INDEX" val="1_3_3"/>
  <p:tag name="KSO_WM_DIAGRAM_VERSION" val="3"/>
  <p:tag name="KSO_WM_DIAGRAM_COLOR_TRICK" val="1"/>
  <p:tag name="KSO_WM_DIAGRAM_COLOR_TEXT_CAN_REMOVE" val="n"/>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7"/>
  <p:tag name="KSO_WM_UNIT_TEXT_FILL_FORE_SCHEMECOLOR_INDEX" val="2"/>
  <p:tag name="KSO_WM_UNIT_TEXT_FILL_TYPE" val="1"/>
  <p:tag name="KSO_WM_UNIT_USESOURCEFORMAT_APPLY" val="1"/>
</p:tagLst>
</file>

<file path=ppt/tags/tag7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2*l_h_x*1_3_1"/>
  <p:tag name="KSO_WM_TEMPLATE_CATEGORY" val="diagram"/>
  <p:tag name="KSO_WM_TEMPLATE_INDEX" val="20231872"/>
  <p:tag name="KSO_WM_UNIT_LAYERLEVEL" val="1_1_1"/>
  <p:tag name="KSO_WM_TAG_VERSION" val="3.0"/>
  <p:tag name="KSO_WM_UNIT_VALUE" val="67*67"/>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432.0749489489814,&quot;left&quot;:54.8,&quot;top&quot;:96.0500116809399,&quot;width&quot;:85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710.xml><?xml version="1.0" encoding="utf-8"?>
<p:tagLst xmlns:p="http://schemas.openxmlformats.org/presentationml/2006/main">
  <p:tag name="KSO_WM_SLIDE_ID" val="diagram20231872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872"/>
  <p:tag name="KSO_WM_SLIDE_TYPE" val="text"/>
  <p:tag name="KSO_WM_SLIDE_SUBTYPE" val="diag"/>
  <p:tag name="KSO_WM_SLIDE_SIZE" val="850.4*388.55"/>
  <p:tag name="KSO_WM_SLIDE_POSITION" val="54.8*113.3"/>
  <p:tag name="KSO_WM_SLIDE_LAYOUT" val="a_l"/>
  <p:tag name="KSO_WM_SLIDE_LAYOUT_CNT" val="1_1"/>
  <p:tag name="KSO_WM_SPECIAL_SOURCE" val="bdnull"/>
  <p:tag name="KSO_WM_DIAGRAM_GROUP_CODE" val="l1-1"/>
  <p:tag name="KSO_WM_SLIDE_DIAGTYPE" val="l"/>
</p:tagLst>
</file>

<file path=ppt/tags/tag711.xml><?xml version="1.0" encoding="utf-8"?>
<p:tagLst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TEMPLATE_CATEGORY" val="custom"/>
  <p:tag name="KSO_WM_UNIT_LAYERLEVEL" val="1"/>
  <p:tag name="KSO_WM_TAG_VERSION" val="3.0"/>
  <p:tag name="KSO_WM_BEAUTIFY_FLAG" val="#wm#"/>
  <p:tag name="KSO_WM_TEMPLATE_INDEX" val="20231323"/>
  <p:tag name="KSO_WM_UNIT_ID" val="custom20231323_1*a*1"/>
  <p:tag name="KSO_WM_UNIT_PRESET_TEXT" val="单击此处添加标题"/>
</p:tagLst>
</file>

<file path=ppt/tags/tag712.xml><?xml version="1.0" encoding="utf-8"?>
<p:tagLst xmlns:p="http://schemas.openxmlformats.org/presentationml/2006/main">
  <p:tag name="TABLE_ENDDRAG_ORIGIN_RECT" val="863*446"/>
  <p:tag name="TABLE_ENDDRAG_RECT" val="34*78*863*446"/>
</p:tagLst>
</file>

<file path=ppt/tags/tag713.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864*445"/>
  <p:tag name="KSO_WM_SLIDE_POSITION" val="41*47"/>
  <p:tag name="KSO_WM_SLIDE_LAYOUT" val="a_f_β"/>
  <p:tag name="KSO_WM_SLIDE_LAYOUT_CNT" val="1_1_1"/>
  <p:tag name="KSO_WM_SPECIAL_SOURCE" val="bdnull"/>
  <p:tag name="KSO_WM_TEMPLATE_INDEX" val="20231323"/>
  <p:tag name="KSO_WM_TEMPLATE_SUBCATEGORY" val="0"/>
  <p:tag name="KSO_WM_SLIDE_INDEX" val="1"/>
  <p:tag name="KSO_WM_TAG_VERSION" val="3.0"/>
  <p:tag name="KSO_WM_SLIDE_ID" val="custom20231323_1"/>
  <p:tag name="KSO_WM_SLIDE_ITEM_CNT" val="0"/>
  <p:tag name="resource_record_key" val="{&quot;29&quot;:[50053052],&quot;65&quot;:[20231323]}"/>
</p:tagLst>
</file>

<file path=ppt/tags/tag714.xml><?xml version="1.0" encoding="utf-8"?>
<p:tagLst xmlns:p="http://schemas.openxmlformats.org/presentationml/2006/main">
  <p:tag name="TABLE_ENDDRAG_ORIGIN_RECT" val="904*536"/>
  <p:tag name="TABLE_ENDDRAG_RECT" val="27*0*904*536"/>
</p:tagLst>
</file>

<file path=ppt/tags/tag715.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864*445"/>
  <p:tag name="KSO_WM_SLIDE_POSITION" val="41*47"/>
  <p:tag name="KSO_WM_SLIDE_LAYOUT" val="a_f_β"/>
  <p:tag name="KSO_WM_SLIDE_LAYOUT_CNT" val="1_1_1"/>
  <p:tag name="KSO_WM_SPECIAL_SOURCE" val="bdnull"/>
  <p:tag name="KSO_WM_TEMPLATE_INDEX" val="20231323"/>
  <p:tag name="KSO_WM_TEMPLATE_SUBCATEGORY" val="0"/>
  <p:tag name="KSO_WM_SLIDE_INDEX" val="1"/>
  <p:tag name="KSO_WM_TAG_VERSION" val="3.0"/>
  <p:tag name="KSO_WM_SLIDE_ID" val="custom20231323_1"/>
  <p:tag name="KSO_WM_SLIDE_ITEM_CNT" val="0"/>
  <p:tag name="resource_record_key" val="{&quot;29&quot;:[50053052],&quot;65&quot;:[20231323]}"/>
</p:tagLst>
</file>

<file path=ppt/tags/tag71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5184_1*a*1"/>
  <p:tag name="KSO_WM_TEMPLATE_CATEGORY" val="diagram"/>
  <p:tag name="KSO_WM_TEMPLATE_INDEX" val="20235184"/>
  <p:tag name="KSO_WM_UNIT_LAYERLEVEL" val="1"/>
  <p:tag name="KSO_WM_TAG_VERSION" val="3.0"/>
  <p:tag name="KSO_WM_BEAUTIFY_FLAG" val="#wm#"/>
  <p:tag name="KSO_WM_UNIT_TEXT_TYPE" val="1"/>
  <p:tag name="KSO_WM_UNIT_PRESET_TEXT" val="单击此处添加标题"/>
  <p:tag name="KSO_WM_UNIT_USESOURCEFORMAT_APPLY" val="1"/>
</p:tagLst>
</file>

<file path=ppt/tags/tag717.xml><?xml version="1.0" encoding="utf-8"?>
<p:tagLst xmlns:p="http://schemas.openxmlformats.org/presentationml/2006/main">
  <p:tag name="KSO_WM_DIAGRAM_VIRTUALLY_FRAME" val="{&quot;height&quot;:375.12784791101205,&quot;left&quot;:58,&quot;top&quot;:121.26103667441521,&quot;width&quot;:847.15}"/>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5184_1*l_h_i*1_1_2"/>
  <p:tag name="KSO_WM_TEMPLATE_CATEGORY" val="diagram"/>
  <p:tag name="KSO_WM_TEMPLATE_INDEX" val="20235184"/>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brightness&quot;:0,&quot;colorType&quot;:2,&quot;rgb&quot;:&quot;#000000&quot;,&quot;transparency&quot;:0.920000016689300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718.xml><?xml version="1.0" encoding="utf-8"?>
<p:tagLst xmlns:p="http://schemas.openxmlformats.org/presentationml/2006/main">
  <p:tag name="KSO_WM_DIAGRAM_VIRTUALLY_FRAME" val="{&quot;height&quot;:375.12784791101205,&quot;left&quot;:58,&quot;top&quot;:121.26103667441521,&quot;width&quot;:847.15}"/>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84_1*l_h_i*1_1_1"/>
  <p:tag name="KSO_WM_TEMPLATE_CATEGORY" val="diagram"/>
  <p:tag name="KSO_WM_TEMPLATE_INDEX" val="20235184"/>
  <p:tag name="KSO_WM_UNIT_LAYERLEVEL" val="1_1_1"/>
  <p:tag name="KSO_WM_TAG_VERSION" val="3.0"/>
  <p:tag name="KSO_WM_DIAGRAM_VERSION" val="3"/>
  <p:tag name="KSO_WM_DIAGRAM_COLOR_TRICK" val="1"/>
  <p:tag name="KSO_WM_DIAGRAM_COLOR_TEXT_CAN_REMOVE" val="n"/>
  <p:tag name="KSO_WM_UNIT_FILL_TYPE" val="3"/>
  <p:tag name="KSO_WM_DIAGRAM_MAX_ITEMCNT" val="4"/>
  <p:tag name="KSO_WM_DIAGRAM_MIN_ITEMCNT" val="2"/>
  <p:tag name="KSO_WM_DIAGRAM_COLOR_MATCH_VALUE" val="{&quot;shape&quot;:{&quot;fill&quot;:{&quot;type&quot;:0},&quot;glow&quot;:{&quot;colorType&quot;:0},&quot;line&quot;:{&quot;gradient&quot;:[{&quot;brightness&quot;:0,&quot;colorType&quot;:1,&quot;foreColorIndex&quot;:5,&quot;pos&quot;:0,&quot;transparency&quot;:0.8999999761581421},{&quot;brightness&quot;:0.4000000059604645,&quot;colorType&quot;:1,&quot;foreColorIndex&quot;:5,&quot;pos&quot;:1,&quot;transparency&quot;:0.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1"/>
</p:tagLst>
</file>

<file path=ppt/tags/tag719.xml><?xml version="1.0" encoding="utf-8"?>
<p:tagLst xmlns:p="http://schemas.openxmlformats.org/presentationml/2006/main">
  <p:tag name="KSO_WM_DIAGRAM_VIRTUALLY_FRAME" val="{&quot;height&quot;:375.12784791101205,&quot;left&quot;:58,&quot;top&quot;:121.26103667441521,&quot;width&quot;:847.15}"/>
  <p:tag name="KSO_WM_UNIT_ISCONTENTSTITLE" val="0"/>
  <p:tag name="KSO_WM_UNIT_ISNUMDGMTITLE" val="0"/>
  <p:tag name="KSO_WM_UNIT_NOCLEAR" val="0"/>
  <p:tag name="KSO_WM_UNIT_VALUE" val="3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84_1*l_h_a*1_1_1"/>
  <p:tag name="KSO_WM_TEMPLATE_CATEGORY" val="diagram"/>
  <p:tag name="KSO_WM_TEMPLATE_INDEX" val="20235184"/>
  <p:tag name="KSO_WM_UNIT_LAYERLEVEL" val="1_1_1"/>
  <p:tag name="KSO_WM_TAG_VERSION" val="3.0"/>
  <p:tag name="KSO_WM_DIAGRAM_VERSION" val="3"/>
  <p:tag name="KSO_WM_DIAGRAM_COLOR_TRICK" val="1"/>
  <p:tag name="KSO_WM_DIAGRAM_COLOR_TEXT_CAN_REMOVE" val="n"/>
  <p:tag name="KSO_WM_UNIT_TEXT_TYPE" val="1"/>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标题"/>
  <p:tag name="KSO_WM_UNIT_TEXT_FILL_FORE_SCHEMECOLOR_INDEX" val="1"/>
  <p:tag name="KSO_WM_UNIT_TEXT_FILL_TYPE" val="1"/>
  <p:tag name="KSO_WM_UNIT_USESOURCEFORMAT_APPLY" val="1"/>
</p:tagLst>
</file>

<file path=ppt/tags/tag720.xml><?xml version="1.0" encoding="utf-8"?>
<p:tagLst xmlns:p="http://schemas.openxmlformats.org/presentationml/2006/main">
  <p:tag name="KSO_WM_DIAGRAM_VIRTUALLY_FRAME" val="{&quot;height&quot;:375.12784791101205,&quot;left&quot;:58,&quot;top&quot;:121.26103667441521,&quot;width&quot;:847.15}"/>
  <p:tag name="KSO_WM_UNIT_SUBTYPE" val="a"/>
  <p:tag name="KSO_WM_UNIT_TEXT_LAYER_COUNT" val="1"/>
  <p:tag name="KSO_WM_UNIT_NOCLEAR" val="0"/>
  <p:tag name="KSO_WM_UNIT_VALUE" val="21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84_1*l_h_f*1_1_1"/>
  <p:tag name="KSO_WM_TEMPLATE_CATEGORY" val="diagram"/>
  <p:tag name="KSO_WM_TEMPLATE_INDEX" val="20235184"/>
  <p:tag name="KSO_WM_UNIT_LAYERLEVEL" val="1_1_1"/>
  <p:tag name="KSO_WM_TAG_VERSION" val="3.0"/>
  <p:tag name="KSO_WM_DIAGRAM_VERSION" val="3"/>
  <p:tag name="KSO_WM_DIAGRAM_COLOR_TRICK" val="1"/>
  <p:tag name="KSO_WM_DIAGRAM_COLOR_TEXT_CAN_REMOVE" val="n"/>
  <p:tag name="KSO_WM_UNIT_TEXT_TYPE" val="1"/>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10;根据需要可酌情增减文字以便观者准确地理解您传达的思想。"/>
  <p:tag name="KSO_WM_UNIT_TEXT_FILL_FORE_SCHEMECOLOR_INDEX" val="1"/>
  <p:tag name="KSO_WM_UNIT_TEXT_FILL_TYPE" val="1"/>
  <p:tag name="KSO_WM_UNIT_USESOURCEFORMAT_APPLY" val="1"/>
</p:tagLst>
</file>

<file path=ppt/tags/tag721.xml><?xml version="1.0" encoding="utf-8"?>
<p:tagLst xmlns:p="http://schemas.openxmlformats.org/presentationml/2006/main">
  <p:tag name="KSO_WM_DIAGRAM_VIRTUALLY_FRAME" val="{&quot;height&quot;:375.12784791101205,&quot;left&quot;:58,&quot;top&quot;:121.26103667441521,&quot;width&quot;:847.15}"/>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84_1*l_h_i*1_2_2"/>
  <p:tag name="KSO_WM_TEMPLATE_CATEGORY" val="diagram"/>
  <p:tag name="KSO_WM_TEMPLATE_INDEX" val="20235184"/>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brightness&quot;:0,&quot;colorType&quot;:2,&quot;rgb&quot;:&quot;#000000&quot;,&quot;transparency&quot;:0.920000016689300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722.xml><?xml version="1.0" encoding="utf-8"?>
<p:tagLst xmlns:p="http://schemas.openxmlformats.org/presentationml/2006/main">
  <p:tag name="KSO_WM_DIAGRAM_VIRTUALLY_FRAME" val="{&quot;height&quot;:375.12784791101205,&quot;left&quot;:58,&quot;top&quot;:121.26103667441521,&quot;width&quot;:847.15}"/>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84_1*l_h_i*1_2_1"/>
  <p:tag name="KSO_WM_TEMPLATE_CATEGORY" val="diagram"/>
  <p:tag name="KSO_WM_TEMPLATE_INDEX" val="20235184"/>
  <p:tag name="KSO_WM_UNIT_LAYERLEVEL" val="1_1_1"/>
  <p:tag name="KSO_WM_TAG_VERSION" val="3.0"/>
  <p:tag name="KSO_WM_DIAGRAM_VERSION" val="3"/>
  <p:tag name="KSO_WM_DIAGRAM_COLOR_TRICK" val="1"/>
  <p:tag name="KSO_WM_DIAGRAM_COLOR_TEXT_CAN_REMOVE" val="n"/>
  <p:tag name="KSO_WM_UNIT_FILL_TYPE" val="3"/>
  <p:tag name="KSO_WM_DIAGRAM_MAX_ITEMCNT" val="4"/>
  <p:tag name="KSO_WM_DIAGRAM_MIN_ITEMCNT" val="2"/>
  <p:tag name="KSO_WM_DIAGRAM_COLOR_MATCH_VALUE" val="{&quot;shape&quot;:{&quot;fill&quot;:{&quot;type&quot;:0},&quot;glow&quot;:{&quot;colorType&quot;:0},&quot;line&quot;:{&quot;gradient&quot;:[{&quot;brightness&quot;:0,&quot;colorType&quot;:1,&quot;foreColorIndex&quot;:5,&quot;pos&quot;:0,&quot;transparency&quot;:0.8999999761581421},{&quot;brightness&quot;:0.4000000059604645,&quot;colorType&quot;:1,&quot;foreColorIndex&quot;:5,&quot;pos&quot;:1,&quot;transparency&quot;:0.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TEXT_FILL_FORE_SCHEMECOLOR_INDEX" val="2"/>
  <p:tag name="KSO_WM_UNIT_TEXT_FILL_TYPE" val="1"/>
  <p:tag name="KSO_WM_UNIT_USESOURCEFORMAT_APPLY" val="1"/>
</p:tagLst>
</file>

<file path=ppt/tags/tag723.xml><?xml version="1.0" encoding="utf-8"?>
<p:tagLst xmlns:p="http://schemas.openxmlformats.org/presentationml/2006/main">
  <p:tag name="KSO_WM_DIAGRAM_VIRTUALLY_FRAME" val="{&quot;height&quot;:375.12784791101205,&quot;left&quot;:58,&quot;top&quot;:121.26103667441521,&quot;width&quot;:847.15}"/>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5184_1*l_h_a*1_2_1"/>
  <p:tag name="KSO_WM_TEMPLATE_CATEGORY" val="diagram"/>
  <p:tag name="KSO_WM_TEMPLATE_INDEX" val="20235184"/>
  <p:tag name="KSO_WM_UNIT_LAYERLEVEL" val="1_1_1"/>
  <p:tag name="KSO_WM_TAG_VERSION" val="3.0"/>
  <p:tag name="KSO_WM_DIAGRAM_VERSION" val="3"/>
  <p:tag name="KSO_WM_DIAGRAM_COLOR_TRICK" val="1"/>
  <p:tag name="KSO_WM_DIAGRAM_COLOR_TEXT_CAN_REMOVE" val="n"/>
  <p:tag name="KSO_WM_UNIT_TEXT_TYPE" val="1"/>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标题"/>
  <p:tag name="KSO_WM_UNIT_TEXT_FILL_FORE_SCHEMECOLOR_INDEX" val="1"/>
  <p:tag name="KSO_WM_UNIT_TEXT_FILL_TYPE" val="1"/>
  <p:tag name="KSO_WM_UNIT_USESOURCEFORMAT_APPLY" val="1"/>
</p:tagLst>
</file>

<file path=ppt/tags/tag724.xml><?xml version="1.0" encoding="utf-8"?>
<p:tagLst xmlns:p="http://schemas.openxmlformats.org/presentationml/2006/main">
  <p:tag name="KSO_WM_DIAGRAM_VERSION" val="3"/>
  <p:tag name="KSO_WM_DIAGRAM_COLOR_TRICK" val="1"/>
  <p:tag name="KSO_WM_DIAGRAM_COLOR_TEXT_CAN_REMOVE" val="n"/>
  <p:tag name="KSO_WM_UNIT_VALUE" val="120*12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5184_1*l_h_x*1_1_1"/>
  <p:tag name="KSO_WM_TEMPLATE_CATEGORY" val="diagram"/>
  <p:tag name="KSO_WM_TEMPLATE_INDEX" val="20235184"/>
  <p:tag name="KSO_WM_UNIT_LAYERLEVEL" val="1_1_1"/>
  <p:tag name="KSO_WM_TAG_VERSION" val="3.0"/>
  <p:tag name="KSO_WM_DIAGRAM_MAX_ITEMCNT" val="4"/>
  <p:tag name="KSO_WM_DIAGRAM_MIN_ITEMCNT" val="2"/>
  <p:tag name="KSO_WM_DIAGRAM_VIRTUALLY_FRAME" val="{&quot;height&quot;:375.12784791101205,&quot;left&quot;:58,&quot;top&quot;:121.26103667441521,&quot;width&quot;:847.1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FORE_SCHEMECOLOR_INDEX" val="5"/>
  <p:tag name="KSO_WM_UNIT_FILL_TYPE" val="1"/>
  <p:tag name="KSO_WM_UNIT_USESOURCEFORMAT_APPLY" val="1"/>
</p:tagLst>
</file>

<file path=ppt/tags/tag725.xml><?xml version="1.0" encoding="utf-8"?>
<p:tagLst xmlns:p="http://schemas.openxmlformats.org/presentationml/2006/main">
  <p:tag name="KSO_WM_DIAGRAM_VIRTUALLY_FRAME" val="{&quot;height&quot;:375.12784791101205,&quot;left&quot;:58,&quot;top&quot;:121.26103667441521,&quot;width&quot;:847.15}"/>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84_1*l_h_f*1_2_1"/>
  <p:tag name="KSO_WM_TEMPLATE_CATEGORY" val="diagram"/>
  <p:tag name="KSO_WM_TEMPLATE_INDEX" val="20235184"/>
  <p:tag name="KSO_WM_UNIT_LAYERLEVEL" val="1_1_1"/>
  <p:tag name="KSO_WM_TAG_VERSION" val="3.0"/>
  <p:tag name="KSO_WM_DIAGRAM_VERSION" val="3"/>
  <p:tag name="KSO_WM_DIAGRAM_COLOR_TRICK" val="1"/>
  <p:tag name="KSO_WM_DIAGRAM_COLOR_TEXT_CAN_REMOVE" val="n"/>
  <p:tag name="KSO_WM_UNIT_TEXT_TYPE" val="1"/>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10;单击此处添加文本具体内容，简明扼要地阐述您的观点。"/>
  <p:tag name="KSO_WM_UNIT_TEXT_FILL_FORE_SCHEMECOLOR_INDEX" val="1"/>
  <p:tag name="KSO_WM_UNIT_TEXT_FILL_TYPE" val="1"/>
  <p:tag name="KSO_WM_UNIT_USESOURCEFORMAT_APPLY" val="1"/>
</p:tagLst>
</file>

<file path=ppt/tags/tag726.xml><?xml version="1.0" encoding="utf-8"?>
<p:tagLst xmlns:p="http://schemas.openxmlformats.org/presentationml/2006/main">
  <p:tag name="KSO_WM_DIAGRAM_VERSION" val="3"/>
  <p:tag name="KSO_WM_DIAGRAM_COLOR_TRICK" val="1"/>
  <p:tag name="KSO_WM_DIAGRAM_COLOR_TEXT_CAN_REMOVE" val="n"/>
  <p:tag name="KSO_WM_UNIT_VALUE" val="120*120"/>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5184_1*l_h_x*1_2_1"/>
  <p:tag name="KSO_WM_TEMPLATE_CATEGORY" val="diagram"/>
  <p:tag name="KSO_WM_TEMPLATE_INDEX" val="20235184"/>
  <p:tag name="KSO_WM_UNIT_LAYERLEVEL" val="1_1_1"/>
  <p:tag name="KSO_WM_TAG_VERSION" val="3.0"/>
  <p:tag name="KSO_WM_DIAGRAM_MAX_ITEMCNT" val="4"/>
  <p:tag name="KSO_WM_DIAGRAM_MIN_ITEMCNT" val="2"/>
  <p:tag name="KSO_WM_DIAGRAM_VIRTUALLY_FRAME" val="{&quot;height&quot;:375.12784791101205,&quot;left&quot;:58,&quot;top&quot;:121.26103667441521,&quot;width&quot;:847.1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FORE_SCHEMECOLOR_INDEX" val="6"/>
  <p:tag name="KSO_WM_UNIT_FILL_TYPE" val="1"/>
  <p:tag name="KSO_WM_UNIT_USESOURCEFORMAT_APPLY" val="1"/>
</p:tagLst>
</file>

<file path=ppt/tags/tag727.xml><?xml version="1.0" encoding="utf-8"?>
<p:tagLst xmlns:p="http://schemas.openxmlformats.org/presentationml/2006/main">
  <p:tag name="KSO_WM_SLIDE_ID" val="diagram20235184_1"/>
  <p:tag name="KSO_WM_TEMPLATE_SUBCATEGORY" val="0"/>
  <p:tag name="KSO_WM_TEMPLATE_MASTER_TYPE" val="0"/>
  <p:tag name="KSO_WM_TEMPLATE_COLOR_TYPE" val="0"/>
  <p:tag name="KSO_WM_SLIDE_ITEM_CNT" val="2"/>
  <p:tag name="KSO_WM_SLIDE_INDEX" val="1"/>
  <p:tag name="KSO_WM_DIAGRAM_GROUP_CODE" val="l1-1"/>
  <p:tag name="KSO_WM_SLIDE_DIAGTYPE" val="l"/>
  <p:tag name="KSO_WM_TAG_VERSION" val="3.0"/>
  <p:tag name="KSO_WM_BEAUTIFY_FLAG" val="#wm#"/>
  <p:tag name="KSO_WM_TEMPLATE_CATEGORY" val="diagram"/>
  <p:tag name="KSO_WM_TEMPLATE_INDEX" val="20235184"/>
  <p:tag name="KSO_WM_SLIDE_LAYOUT" val="a_l"/>
  <p:tag name="KSO_WM_SLIDE_LAYOUT_CNT" val="1_1"/>
  <p:tag name="KSO_WM_SLIDE_TYPE" val="text"/>
  <p:tag name="KSO_WM_SLIDE_SUBTYPE" val="diag"/>
  <p:tag name="KSO_WM_SLIDE_SIZE" val="847.15*374.55"/>
  <p:tag name="KSO_WM_SLIDE_POSITION" val="58*121.55"/>
</p:tagLst>
</file>

<file path=ppt/tags/tag728.xml><?xml version="1.0" encoding="utf-8"?>
<p:tagLst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TEMPLATE_CATEGORY" val="custom"/>
  <p:tag name="KSO_WM_UNIT_LAYERLEVEL" val="1"/>
  <p:tag name="KSO_WM_TAG_VERSION" val="3.0"/>
  <p:tag name="KSO_WM_BEAUTIFY_FLAG" val="#wm#"/>
  <p:tag name="KSO_WM_TEMPLATE_INDEX" val="20231323"/>
  <p:tag name="KSO_WM_UNIT_ID" val="custom20231323_1*a*1"/>
  <p:tag name="KSO_WM_UNIT_PRESET_TEXT" val="单击此处添加标题"/>
</p:tagLst>
</file>

<file path=ppt/tags/tag72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1323_1*f*1"/>
  <p:tag name="KSO_WM_TEMPLATE_CATEGORY" val="custom"/>
  <p:tag name="KSO_WM_TEMPLATE_INDEX" val="20231323"/>
  <p:tag name="KSO_WM_UNIT_LAYERLEVEL" val="1"/>
  <p:tag name="KSO_WM_TAG_VERSION" val="3.0"/>
  <p:tag name="KSO_WM_BEAUTIFY_FLAG" val="#wm#"/>
  <p:tag name="KSO_WM_UNIT_TEXT_FILL_FORE_SCHEMECOLOR_INDEX_BRIGHTNESS" val="0.15"/>
  <p:tag name="KSO_WM_UNIT_TEXT_FILL_FORE_SCHEMECOLOR_INDEX" val="13"/>
  <p:tag name="KSO_WM_UNIT_TEXT_FILL_TYPE" val="1"/>
  <p:tag name="KSO_WM_UNIT_PRESET_TEXT" val="单击此处添加文本具体内容，简明扼要地阐述您的观点,以便观者准确地理解您传达的思想根据需要可酌情增减文字以便观者准确地理解您传达的思想"/>
</p:tagLst>
</file>

<file path=ppt/tags/tag730.xml><?xml version="1.0" encoding="utf-8"?>
<p:tagLst xmlns:p="http://schemas.openxmlformats.org/presentationml/2006/main">
  <p:tag name="TABLE_ENDDRAG_ORIGIN_RECT" val="902*401"/>
  <p:tag name="TABLE_ENDDRAG_RECT" val="35*120*902*401"/>
</p:tagLst>
</file>

<file path=ppt/tags/tag731.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864*445"/>
  <p:tag name="KSO_WM_SLIDE_POSITION" val="41*47"/>
  <p:tag name="KSO_WM_SLIDE_LAYOUT" val="a_f_β"/>
  <p:tag name="KSO_WM_SLIDE_LAYOUT_CNT" val="1_1_1"/>
  <p:tag name="KSO_WM_SPECIAL_SOURCE" val="bdnull"/>
  <p:tag name="KSO_WM_TEMPLATE_INDEX" val="20231323"/>
  <p:tag name="KSO_WM_TEMPLATE_SUBCATEGORY" val="0"/>
  <p:tag name="KSO_WM_SLIDE_INDEX" val="1"/>
  <p:tag name="KSO_WM_TAG_VERSION" val="3.0"/>
  <p:tag name="KSO_WM_SLIDE_ID" val="custom20231323_1"/>
  <p:tag name="KSO_WM_SLIDE_ITEM_CNT" val="0"/>
</p:tagLst>
</file>

<file path=ppt/tags/tag732.xml><?xml version="1.0" encoding="utf-8"?>
<p:tagLst xmlns:p="http://schemas.openxmlformats.org/presentationml/2006/main">
  <p:tag name="KSO_WM_UNIT_TYPE" val="a"/>
  <p:tag name="KSO_WM_UNIT_INDEX" val="1"/>
  <p:tag name="KSO_WM_BEAUTIFY_FLAG" val="#wm#"/>
  <p:tag name="KSO_WM_TAG_VERSION" val="3.0"/>
  <p:tag name="KSO_WM_UNIT_ID" val="custom40495200_7*a*1"/>
  <p:tag name="KSO_WM_UNIT_ISNUMDGMTITLE" val="0"/>
  <p:tag name="KSO_WM_UNIT_HIGHLIGHT" val="0"/>
  <p:tag name="KSO_WM_UNIT_COMPATIBLE" val="0"/>
  <p:tag name="KSO_WM_UNIT_DIAGRAM_ISNUMVISUAL" val="0"/>
  <p:tag name="KSO_WM_UNIT_DIAGRAM_ISREFERUNIT" val="0"/>
  <p:tag name="KSO_WM_UNIT_LAYERLEVEL" val="1"/>
  <p:tag name="KSO_WM_TEMPLATE_INDEX" val="40495200"/>
  <p:tag name="KSO_WM_TEMPLATE_CATEGORY" val="custom"/>
  <p:tag name="KSO_WM_UNIT_ISCONTENTSTITLE" val="0"/>
  <p:tag name="KSO_WM_UNIT_TEXT_TYPE" val="1"/>
  <p:tag name="KSO_WM_UNIT_NOCLEAR" val="0"/>
  <p:tag name="KSO_WM_UNIT_PRESET_TEXT" val="添加章节标题"/>
</p:tagLst>
</file>

<file path=ppt/tags/tag73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40495200"/>
  <p:tag name="KSO_WM_TEMPLATE_CATEGORY" val="custom"/>
  <p:tag name="KSO_WM_SLIDE_INDEX" val="7"/>
  <p:tag name="KSO_WM_SLIDE_ID" val="custom40495200_7"/>
  <p:tag name="KSO_WM_TEMPLATE_MASTER_TYPE" val="0"/>
  <p:tag name="KSO_WM_SLIDE_LAYOUT" val="a_e"/>
  <p:tag name="KSO_WM_SLIDE_LAYOUT_CNT" val="1_1"/>
</p:tagLst>
</file>

<file path=ppt/tags/tag73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307_3*a*1"/>
  <p:tag name="KSO_WM_TEMPLATE_CATEGORY" val="diagram"/>
  <p:tag name="KSO_WM_TEMPLATE_INDEX" val="20231307"/>
  <p:tag name="KSO_WM_UNIT_LAYERLEVEL" val="1"/>
  <p:tag name="KSO_WM_TAG_VERSION" val="3.0"/>
  <p:tag name="KSO_WM_BEAUTIFY_FLAG" val="#wm#"/>
  <p:tag name="KSO_WM_UNIT_TEXT_TYPE" val="1"/>
  <p:tag name="KSO_WM_UNIT_PRESET_TEXT" val="单击此处添加标题"/>
  <p:tag name="KSO_WM_UNIT_USESOURCEFORMAT_APPLY" val="1"/>
</p:tagLst>
</file>

<file path=ppt/tags/tag73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1*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2334031754541,&quot;left&quot;:51.28913385826771,&quot;top&quot;:128.2105338324199,&quot;width&quot;:853.915511811023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736.xml><?xml version="1.0" encoding="utf-8"?>
<p:tagLst xmlns:p="http://schemas.openxmlformats.org/presentationml/2006/main">
  <p:tag name="KSO_WM_DIAGRAM_VIRTUALLY_FRAME" val="{&quot;height&quot;:343.2334031754541,&quot;left&quot;:51.28913385826771,&quot;top&quot;:128.2105338324199,&quot;width&quot;:853.9155118110236}"/>
  <p:tag name="KSO_WM_DIAGRAM_VERSION" val="3"/>
  <p:tag name="KSO_WM_DIAGRAM_COLOR_TRICK" val="1"/>
  <p:tag name="KSO_WM_DIAGRAM_COLOR_TEXT_CAN_REMOVE" val="n"/>
  <p:tag name="KSO_WM_UNIT_SUBTYPE" val="a"/>
  <p:tag name="KSO_WM_UNIT_TEXT_LAYER_COUNT" val="1"/>
  <p:tag name="KSO_WM_UNIT_NOCLEAR" val="0"/>
  <p:tag name="KSO_WM_UNIT_VALUE" val="14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1*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1"/>
</p:tagLst>
</file>

<file path=ppt/tags/tag73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1*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2334031754541,&quot;left&quot;:51.28913385826771,&quot;top&quot;:128.2105338324199,&quot;width&quot;:853.9155118110236}"/>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738.xml><?xml version="1.0" encoding="utf-8"?>
<p:tagLst xmlns:p="http://schemas.openxmlformats.org/presentationml/2006/main">
  <p:tag name="KSO_WM_DIAGRAM_VIRTUALLY_FRAME" val="{&quot;height&quot;:343.2334031754541,&quot;left&quot;:51.28913385826771,&quot;top&quot;:128.2105338324199,&quot;width&quot;:853.9155118110236}"/>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1*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19"/>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简明扼要地阐述您的观点。"/>
  <p:tag name="KSO_WM_UNIT_FILL_TYPE" val="1"/>
  <p:tag name="KSO_WM_UNIT_FILL_FORE_SCHEMECOLOR_INDEX" val="2"/>
  <p:tag name="KSO_WM_UNIT_FILL_FORE_SCHEMECOLOR_INDEX_BRIGHTNESS" val="0"/>
  <p:tag name="KSO_WM_UNIT_LINE_FORE_SCHEMECOLOR_INDEX" val="6"/>
  <p:tag name="KSO_WM_UNIT_TEXT_FILL_FORE_SCHEMECOLOR_INDEX" val="1"/>
  <p:tag name="KSO_WM_UNIT_TEXT_FILL_TYPE" val="1"/>
  <p:tag name="KSO_WM_UNIT_LINE_FILL_TYPE" val="2"/>
  <p:tag name="KSO_WM_UNIT_USESOURCEFORMAT_APPLY" val="1"/>
</p:tagLst>
</file>

<file path=ppt/tags/tag739.xml><?xml version="1.0" encoding="utf-8"?>
<p:tagLst xmlns:p="http://schemas.openxmlformats.org/presentationml/2006/main">
  <p:tag name="KSO_WM_DIAGRAM_VIRTUALLY_FRAME" val="{&quot;height&quot;:343.2334031754541,&quot;left&quot;:51.28913385826771,&quot;top&quot;:128.2105338324199,&quot;width&quot;:853.9155118110236}"/>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1*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740.xml><?xml version="1.0" encoding="utf-8"?>
<p:tagLst xmlns:p="http://schemas.openxmlformats.org/presentationml/2006/main">
  <p:tag name="KSO_WM_DIAGRAM_VIRTUALLY_FRAME" val="{&quot;height&quot;:343.2334031754541,&quot;left&quot;:51.28913385826771,&quot;top&quot;:128.2105338324199,&quot;width&quot;:853.9155118110236}"/>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1*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741.xml><?xml version="1.0" encoding="utf-8"?>
<p:tagLst xmlns:p="http://schemas.openxmlformats.org/presentationml/2006/main">
  <p:tag name="KSO_WM_SLIDE_ID" val="diagram2023130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853.9*343.45"/>
  <p:tag name="KSO_WM_SLIDE_POSITION" val="51.3*128.1"/>
  <p:tag name="KSO_WM_DIAGRAM_GROUP_CODE" val="l1-1"/>
  <p:tag name="KSO_WM_SLIDE_DIAGTYPE" val="l"/>
  <p:tag name="KSO_WM_TAG_VERSION" val="3.0"/>
  <p:tag name="KSO_WM_BEAUTIFY_FLAG" val="#wm#"/>
  <p:tag name="KSO_WM_TEMPLATE_CATEGORY" val="diagram"/>
  <p:tag name="KSO_WM_TEMPLATE_INDEX" val="20231307"/>
  <p:tag name="KSO_WM_SLIDE_LAYOUT" val="a_l"/>
  <p:tag name="KSO_WM_SLIDE_LAYOUT_CNT" val="1_1"/>
</p:tagLst>
</file>

<file path=ppt/tags/tag742.xml><?xml version="1.0" encoding="utf-8"?>
<p:tagLst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n1-1"/>
  <p:tag name="KSO_WM_UNIT_TYPE" val="a"/>
  <p:tag name="KSO_WM_UNIT_INDEX" val="1"/>
  <p:tag name="KSO_WM_TEMPLATE_CATEGORY" val="diagram"/>
  <p:tag name="KSO_WM_UNIT_LAYERLEVEL" val="1"/>
  <p:tag name="KSO_WM_TAG_VERSION" val="3.0"/>
  <p:tag name="KSO_WM_BEAUTIFY_FLAG" val="#wm#"/>
  <p:tag name="KSO_WM_TEMPLATE_INDEX" val="20233259"/>
  <p:tag name="KSO_WM_UNIT_ID" val="diagram20233259_1*a*1"/>
  <p:tag name="KSO_WM_UNIT_TEXT_TYPE" val="1"/>
  <p:tag name="KSO_WM_UNIT_PRESET_TEXT" val="单击此处添加标题内容"/>
  <p:tag name="KSO_WM_UNIT_USESOURCEFORMAT_APPLY" val="1"/>
</p:tagLst>
</file>

<file path=ppt/tags/tag7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i"/>
  <p:tag name="KSO_WM_TEMPLATE_CATEGORY" val="diagram"/>
  <p:tag name="KSO_WM_TEMPLATE_INDEX" val="20233259"/>
  <p:tag name="KSO_WM_UNIT_LAYERLEVEL" val="1_1_1"/>
  <p:tag name="KSO_WM_TAG_VERSION" val="3.0"/>
  <p:tag name="KSO_WM_DIAGRAM_VERSION" val="3"/>
  <p:tag name="KSO_WM_DIAGRAM_COLOR_TRICK" val="1"/>
  <p:tag name="KSO_WM_DIAGRAM_COLOR_TEXT_CAN_REMOVE" val="n"/>
  <p:tag name="KSO_WM_DIAGRAM_MAX_ITEMCNT" val="2"/>
  <p:tag name="KSO_WM_DIAGRAM_MIN_ITEMCNT" val="2"/>
  <p:tag name="KSO_WM_DIAGRAM_VIRTUALLY_FRAME" val="{&quot;height&quot;:406.7638022922636,&quot;left&quot;:28.8,&quot;top&quot;:118.75,&quot;width&quot;:916.650000000000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59_1*n_h_i*1_1_2"/>
  <p:tag name="KSO_WM_UNIT_INDEX" val="1_1_2"/>
  <p:tag name="KSO_WM_DIAGRAM_GROUP_CODE" val="n1-1"/>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7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a"/>
  <p:tag name="KSO_WM_TEMPLATE_CATEGORY" val="diagram"/>
  <p:tag name="KSO_WM_TEMPLATE_INDEX" val="20233259"/>
  <p:tag name="KSO_WM_UNIT_LAYERLEVEL" val="1_1_1"/>
  <p:tag name="KSO_WM_TAG_VERSION" val="3.0"/>
  <p:tag name="KSO_WM_UNIT_ISCONTENTSTITLE" val="0"/>
  <p:tag name="KSO_WM_UNIT_ISNUMDGMTITLE" val="0"/>
  <p:tag name="KSO_WM_UNIT_NOCLEAR" val="0"/>
  <p:tag name="KSO_WM_UNIT_VALUE" val="63"/>
  <p:tag name="KSO_WM_DIAGRAM_VERSION" val="3"/>
  <p:tag name="KSO_WM_DIAGRAM_COLOR_TRICK" val="1"/>
  <p:tag name="KSO_WM_DIAGRAM_COLOR_TEXT_CAN_REMOVE" val="n"/>
  <p:tag name="KSO_WM_DIAGRAM_MAX_ITEMCNT" val="2"/>
  <p:tag name="KSO_WM_DIAGRAM_MIN_ITEMCNT" val="2"/>
  <p:tag name="KSO_WM_DIAGRAM_VIRTUALLY_FRAME" val="{&quot;height&quot;:406.7638022922636,&quot;left&quot;:28.8,&quot;top&quot;:118.75,&quot;width&quot;:916.650000000000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59_1*n_h_a*1_1_1"/>
  <p:tag name="KSO_WM_UNIT_INDEX" val="1_1_1"/>
  <p:tag name="KSO_WM_DIAGRAM_GROUP_CODE" val="n1-1"/>
  <p:tag name="KSO_WM_UNIT_TEXT_FILL_TYPE" val="1"/>
  <p:tag name="KSO_WM_UNIT_TEXT_TYPE" val="1"/>
  <p:tag name="KSO_WM_BEAUTIFY_FLAG" val="#wm#"/>
  <p:tag name="KSO_WM_UNIT_PRESET_TEXT" val="单击此处&#13;添加标题"/>
  <p:tag name="KSO_WM_UNIT_FILL_TYPE" val="1"/>
  <p:tag name="KSO_WM_UNIT_FILL_FORE_SCHEMECOLOR_INDEX" val="5"/>
  <p:tag name="KSO_WM_UNIT_FILL_FORE_SCHEMECOLOR_INDEX_BRIGHTNESS" val="0"/>
  <p:tag name="KSO_WM_UNIT_LINE_FORE_SCHEMECOLOR_INDEX" val="-2"/>
  <p:tag name="KSO_WM_UNIT_USESOURCEFORMAT_APPLY" val="1"/>
</p:tagLst>
</file>

<file path=ppt/tags/tag74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n_h_h_f"/>
  <p:tag name="KSO_WM_TEMPLATE_CATEGORY" val="diagram"/>
  <p:tag name="KSO_WM_TEMPLATE_INDEX" val="20233259"/>
  <p:tag name="KSO_WM_UNIT_LAYERLEVEL" val="1_1_1_1"/>
  <p:tag name="KSO_WM_TAG_VERSION" val="3.0"/>
  <p:tag name="KSO_WM_DIAGRAM_MAX_ITEMCNT" val="2"/>
  <p:tag name="KSO_WM_DIAGRAM_MIN_ITEMCNT" val="2"/>
  <p:tag name="KSO_WM_DIAGRAM_VIRTUALLY_FRAME" val="{&quot;height&quot;:406.7638022922636,&quot;left&quot;:28.8,&quot;top&quot;:118.75,&quot;width&quot;:916.65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87"/>
  <p:tag name="KSO_WM_DIAGRAM_VERSION" val="3"/>
  <p:tag name="KSO_WM_DIAGRAM_COLOR_TRICK" val="1"/>
  <p:tag name="KSO_WM_DIAGRAM_COLOR_TEXT_CAN_REMOVE" val="n"/>
  <p:tag name="KSO_WM_UNIT_ID" val="diagram20233259_1*n_h_h_f*1_2_1_1"/>
  <p:tag name="KSO_WM_UNIT_INDEX" val="1_2_1_1"/>
  <p:tag name="KSO_WM_DIAGRAM_GROUP_CODE" val="n1-1"/>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内容，简明扼要地阐述您的观点。"/>
  <p:tag name="KSO_WM_UNIT_LINE_FORE_SCHEMECOLOR_INDEX" val="-2"/>
  <p:tag name="KSO_WM_UNIT_TEXT_FILL_FORE_SCHEMECOLOR_INDEX" val="1"/>
  <p:tag name="KSO_WM_UNIT_TEXT_FILL_TYPE" val="1"/>
  <p:tag name="KSO_WM_UNIT_USESOURCEFORMAT_APPLY" val="1"/>
</p:tagLst>
</file>

<file path=ppt/tags/tag74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n_h_h_f"/>
  <p:tag name="KSO_WM_TEMPLATE_CATEGORY" val="diagram"/>
  <p:tag name="KSO_WM_TEMPLATE_INDEX" val="20233259"/>
  <p:tag name="KSO_WM_UNIT_LAYERLEVEL" val="1_1_1_1"/>
  <p:tag name="KSO_WM_TAG_VERSION" val="3.0"/>
  <p:tag name="KSO_WM_DIAGRAM_MAX_ITEMCNT" val="2"/>
  <p:tag name="KSO_WM_DIAGRAM_MIN_ITEMCNT" val="2"/>
  <p:tag name="KSO_WM_DIAGRAM_VIRTUALLY_FRAME" val="{&quot;height&quot;:406.7638022922636,&quot;left&quot;:28.8,&quot;top&quot;:118.75,&quot;width&quot;:916.65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87"/>
  <p:tag name="KSO_WM_DIAGRAM_VERSION" val="3"/>
  <p:tag name="KSO_WM_DIAGRAM_COLOR_TRICK" val="1"/>
  <p:tag name="KSO_WM_DIAGRAM_COLOR_TEXT_CAN_REMOVE" val="n"/>
  <p:tag name="KSO_WM_UNIT_ID" val="diagram20233259_1*n_h_h_f*1_2_2_1"/>
  <p:tag name="KSO_WM_UNIT_INDEX" val="1_2_2_1"/>
  <p:tag name="KSO_WM_DIAGRAM_GROUP_CODE" val="n1-1"/>
  <p:tag name="KSO_WM_UNIT_TEXT_TYPE" val="1"/>
  <p:tag name="KSO_WM_UNIT_TEXT_LAYER_COUNT" val="1"/>
  <p:tag name="KSO_WM_BEAUTIFY_FLAG" val="#wm#"/>
  <p:tag name="KSO_WM_UNIT_PRESET_TEXT" val="单击此处添加文本具体内容，简明扼要地阐述您的内容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内容观点。根据需要可酌情增减文字，以便观者准确地理解您传达的思想。单击此处添加文本内容，简明扼要地阐述您的内容观点。"/>
  <p:tag name="KSO_WM_UNIT_LINE_FORE_SCHEMECOLOR_INDEX" val="-2"/>
  <p:tag name="KSO_WM_UNIT_TEXT_FILL_FORE_SCHEMECOLOR_INDEX" val="1"/>
  <p:tag name="KSO_WM_UNIT_TEXT_FILL_TYPE" val="1"/>
  <p:tag name="KSO_WM_UNIT_USESOURCEFORMAT_APPLY" val="1"/>
</p:tagLst>
</file>

<file path=ppt/tags/tag7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h_i"/>
  <p:tag name="KSO_WM_TEMPLATE_CATEGORY" val="diagram"/>
  <p:tag name="KSO_WM_TEMPLATE_INDEX" val="20233259"/>
  <p:tag name="KSO_WM_UNIT_LAYERLEVEL" val="1_1_1_1"/>
  <p:tag name="KSO_WM_TAG_VERSION" val="3.0"/>
  <p:tag name="KSO_WM_UNIT_FILL_TYPE" val="1"/>
  <p:tag name="KSO_WM_UNIT_FILL_FORE_SCHEMECOLOR_INDEX" val="14"/>
  <p:tag name="KSO_WM_UNIT_FILL_FORE_SCHEMECOLOR_INDEX_BRIGHTNESS" val="0"/>
  <p:tag name="KSO_WM_DIAGRAM_VERSION" val="3"/>
  <p:tag name="KSO_WM_DIAGRAM_COLOR_TRICK" val="1"/>
  <p:tag name="KSO_WM_DIAGRAM_COLOR_TEXT_CAN_REMOVE" val="n"/>
  <p:tag name="KSO_WM_DIAGRAM_MAX_ITEMCNT" val="2"/>
  <p:tag name="KSO_WM_DIAGRAM_MIN_ITEMCNT" val="2"/>
  <p:tag name="KSO_WM_DIAGRAM_VIRTUALLY_FRAME" val="{&quot;height&quot;:406.7638022922636,&quot;left&quot;:28.8,&quot;top&quot;:118.75,&quot;width&quot;:916.650000000000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59_1*n_h_h_i*1_2_1_1"/>
  <p:tag name="KSO_WM_UNIT_INDEX" val="1_2_1_1"/>
  <p:tag name="KSO_WM_DIAGRAM_GROUP_CODE" val="n1-1"/>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748.xml><?xml version="1.0" encoding="utf-8"?>
<p:tagLst xmlns:p="http://schemas.openxmlformats.org/presentationml/2006/main">
  <p:tag name="KSO_WM_UNIT_VALUE" val="72*82"/>
  <p:tag name="KSO_WM_UNIT_HIGHLIGHT" val="0"/>
  <p:tag name="KSO_WM_UNIT_COMPATIBLE" val="0"/>
  <p:tag name="KSO_WM_UNIT_DIAGRAM_ISNUMVISUAL" val="0"/>
  <p:tag name="KSO_WM_UNIT_DIAGRAM_ISREFERUNIT" val="0"/>
  <p:tag name="KSO_WM_UNIT_TYPE" val="n_h_h_x"/>
  <p:tag name="KSO_WM_TEMPLATE_CATEGORY" val="diagram"/>
  <p:tag name="KSO_WM_TEMPLATE_INDEX" val="20233259"/>
  <p:tag name="KSO_WM_UNIT_LAYERLEVEL" val="1_1_1_1"/>
  <p:tag name="KSO_WM_TAG_VERSION" val="3.0"/>
  <p:tag name="KSO_WM_DIAGRAM_VERSION" val="3"/>
  <p:tag name="KSO_WM_DIAGRAM_COLOR_TRICK" val="1"/>
  <p:tag name="KSO_WM_DIAGRAM_COLOR_TEXT_CAN_REMOVE" val="n"/>
  <p:tag name="KSO_WM_DIAGRAM_MAX_ITEMCNT" val="2"/>
  <p:tag name="KSO_WM_DIAGRAM_MIN_ITEMCNT" val="2"/>
  <p:tag name="KSO_WM_DIAGRAM_VIRTUALLY_FRAME" val="{&quot;height&quot;:406.7638022922636,&quot;left&quot;:28.8,&quot;top&quot;:118.75,&quot;width&quot;:916.6500000000002}"/>
  <p:tag name="KSO_WM_UNIT_ID" val="diagram20233259_1*n_h_h_x*1_2_1_1"/>
  <p:tag name="KSO_WM_UNIT_INDEX" val="1_2_1_1"/>
  <p:tag name="KSO_WM_DIAGRAM_GROUP_CODE" val="n1-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1"/>
</p:tagLst>
</file>

<file path=ppt/tags/tag7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h_i"/>
  <p:tag name="KSO_WM_TEMPLATE_CATEGORY" val="diagram"/>
  <p:tag name="KSO_WM_TEMPLATE_INDEX" val="20233259"/>
  <p:tag name="KSO_WM_UNIT_LAYERLEVEL" val="1_1_1_1"/>
  <p:tag name="KSO_WM_TAG_VERSION" val="3.0"/>
  <p:tag name="KSO_WM_UNIT_FILL_TYPE" val="1"/>
  <p:tag name="KSO_WM_UNIT_FILL_FORE_SCHEMECOLOR_INDEX" val="14"/>
  <p:tag name="KSO_WM_UNIT_FILL_FORE_SCHEMECOLOR_INDEX_BRIGHTNESS" val="0"/>
  <p:tag name="KSO_WM_DIAGRAM_VERSION" val="3"/>
  <p:tag name="KSO_WM_DIAGRAM_COLOR_TRICK" val="1"/>
  <p:tag name="KSO_WM_DIAGRAM_COLOR_TEXT_CAN_REMOVE" val="n"/>
  <p:tag name="KSO_WM_DIAGRAM_MAX_ITEMCNT" val="2"/>
  <p:tag name="KSO_WM_DIAGRAM_MIN_ITEMCNT" val="2"/>
  <p:tag name="KSO_WM_DIAGRAM_VIRTUALLY_FRAME" val="{&quot;height&quot;:406.7638022922636,&quot;left&quot;:28.8,&quot;top&quot;:118.75,&quot;width&quot;:916.650000000000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59_1*n_h_h_i*1_2_2_1"/>
  <p:tag name="KSO_WM_UNIT_INDEX" val="1_2_2_1"/>
  <p:tag name="KSO_WM_DIAGRAM_GROUP_CODE" val="n1-1"/>
  <p:tag name="KSO_WM_BEAUTIFY_FLAG" val="#wm#"/>
  <p:tag name="KSO_WM_UNIT_LINE_FORE_SCHEMECOLOR_INDEX" val="6"/>
  <p:tag name="KSO_WM_UNIT_LINE_FILL_TYPE" val="2"/>
  <p:tag name="KSO_WM_UNIT_TEXT_FILL_FORE_SCHEMECOLOR_INDEX" val="2"/>
  <p:tag name="KSO_WM_UNIT_TEXT_FILL_TYPE" val="1"/>
  <p:tag name="KSO_WM_UNIT_USESOURCEFORMAT_APPLY" val="1"/>
</p:tagLst>
</file>

<file path=ppt/tags/tag750.xml><?xml version="1.0" encoding="utf-8"?>
<p:tagLst xmlns:p="http://schemas.openxmlformats.org/presentationml/2006/main">
  <p:tag name="KSO_WM_UNIT_VALUE" val="73*82"/>
  <p:tag name="KSO_WM_UNIT_HIGHLIGHT" val="0"/>
  <p:tag name="KSO_WM_UNIT_COMPATIBLE" val="0"/>
  <p:tag name="KSO_WM_UNIT_DIAGRAM_ISNUMVISUAL" val="0"/>
  <p:tag name="KSO_WM_UNIT_DIAGRAM_ISREFERUNIT" val="0"/>
  <p:tag name="KSO_WM_UNIT_TYPE" val="n_h_h_x"/>
  <p:tag name="KSO_WM_TEMPLATE_CATEGORY" val="diagram"/>
  <p:tag name="KSO_WM_TEMPLATE_INDEX" val="20233259"/>
  <p:tag name="KSO_WM_UNIT_LAYERLEVEL" val="1_1_1_1"/>
  <p:tag name="KSO_WM_TAG_VERSION" val="3.0"/>
  <p:tag name="KSO_WM_DIAGRAM_VERSION" val="3"/>
  <p:tag name="KSO_WM_DIAGRAM_COLOR_TRICK" val="1"/>
  <p:tag name="KSO_WM_DIAGRAM_COLOR_TEXT_CAN_REMOVE" val="n"/>
  <p:tag name="KSO_WM_DIAGRAM_MAX_ITEMCNT" val="2"/>
  <p:tag name="KSO_WM_DIAGRAM_MIN_ITEMCNT" val="2"/>
  <p:tag name="KSO_WM_DIAGRAM_VIRTUALLY_FRAME" val="{&quot;height&quot;:406.7638022922636,&quot;left&quot;:28.8,&quot;top&quot;:118.75,&quot;width&quot;:916.6500000000002}"/>
  <p:tag name="KSO_WM_UNIT_ID" val="diagram20233259_1*n_h_h_x*1_2_2_1"/>
  <p:tag name="KSO_WM_UNIT_INDEX" val="1_2_2_1"/>
  <p:tag name="KSO_WM_DIAGRAM_GROUP_CODE" val="n1-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1"/>
</p:tagLst>
</file>

<file path=ppt/tags/tag751.xml><?xml version="1.0" encoding="utf-8"?>
<p:tagLst xmlns:p="http://schemas.openxmlformats.org/presentationml/2006/main">
  <p:tag name="KSO_WM_BEAUTIFY_FLAG" val="#wm#"/>
  <p:tag name="KSO_WM_TEMPLATE_CATEGORY" val="diagram"/>
  <p:tag name="KSO_WM_TEMPLATE_MASTER_TYPE" val="0"/>
  <p:tag name="KSO_WM_TEMPLATE_COLOR_TYPE" val="0"/>
  <p:tag name="KSO_WM_DIAGRAM_GROUP_CODE" val="n1-1"/>
  <p:tag name="KSO_WM_SLIDE_DIAGTYPE" val="n"/>
  <p:tag name="KSO_WM_SLIDE_LAYOUT" val="a_n"/>
  <p:tag name="KSO_WM_SLIDE_LAYOUT_CNT" val="1_1"/>
  <p:tag name="KSO_WM_SLIDE_TYPE" val="text"/>
  <p:tag name="KSO_WM_SLIDE_SUBTYPE" val="diag"/>
  <p:tag name="KSO_WM_SLIDE_SIZE" val="850.447*303.884"/>
  <p:tag name="KSO_WM_SLIDE_POSITION" val="54.75*143.142"/>
  <p:tag name="KSO_WM_TEMPLATE_INDEX" val="20233259"/>
  <p:tag name="KSO_WM_TEMPLATE_SUBCATEGORY" val="0"/>
  <p:tag name="KSO_WM_SLIDE_INDEX" val="1"/>
  <p:tag name="KSO_WM_TAG_VERSION" val="3.0"/>
  <p:tag name="KSO_WM_SLIDE_ID" val="diagram20233259_1"/>
  <p:tag name="KSO_WM_SLIDE_ITEM_CNT" val="2"/>
</p:tagLst>
</file>

<file path=ppt/tags/tag75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952_1*a*1"/>
  <p:tag name="KSO_WM_TEMPLATE_CATEGORY" val="custom"/>
  <p:tag name="KSO_WM_TEMPLATE_INDEX" val="20234952"/>
  <p:tag name="KSO_WM_UNIT_LAYERLEVEL" val="1"/>
  <p:tag name="KSO_WM_TAG_VERSION" val="3.0"/>
  <p:tag name="KSO_WM_BEAUTIFY_FLAG" val="#wm#"/>
  <p:tag name="KSO_WM_UNIT_VALUE" val="26"/>
  <p:tag name="KSO_WM_UNIT_PRESET_TEXT" val="单击此处添加标题"/>
</p:tagLst>
</file>

<file path=ppt/tags/tag7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52_1*i*1"/>
  <p:tag name="KSO_WM_TEMPLATE_CATEGORY" val="custom"/>
  <p:tag name="KSO_WM_TEMPLATE_INDEX" val="20234952"/>
  <p:tag name="KSO_WM_UNIT_LAYERLEVEL" val="1"/>
  <p:tag name="KSO_WM_TAG_VERSION" val="3.0"/>
  <p:tag name="KSO_WM_BEAUTIFY_FLAG" val="#wm#"/>
</p:tagLst>
</file>

<file path=ppt/tags/tag7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52_1*i*2"/>
  <p:tag name="KSO_WM_TEMPLATE_CATEGORY" val="custom"/>
  <p:tag name="KSO_WM_TEMPLATE_INDEX" val="20234952"/>
  <p:tag name="KSO_WM_UNIT_LAYERLEVEL" val="1"/>
  <p:tag name="KSO_WM_TAG_VERSION" val="3.0"/>
  <p:tag name="KSO_WM_BEAUTIFY_FLAG" val="#wm#"/>
</p:tagLst>
</file>

<file path=ppt/tags/tag7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52_1*i*3"/>
  <p:tag name="KSO_WM_TEMPLATE_CATEGORY" val="custom"/>
  <p:tag name="KSO_WM_TEMPLATE_INDEX" val="20234952"/>
  <p:tag name="KSO_WM_UNIT_LAYERLEVEL" val="1"/>
  <p:tag name="KSO_WM_TAG_VERSION" val="3.0"/>
  <p:tag name="KSO_WM_BEAUTIFY_FLAG" val="#wm#"/>
</p:tagLst>
</file>

<file path=ppt/tags/tag7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52_1*i*4"/>
  <p:tag name="KSO_WM_TEMPLATE_CATEGORY" val="custom"/>
  <p:tag name="KSO_WM_TEMPLATE_INDEX" val="20234952"/>
  <p:tag name="KSO_WM_UNIT_LAYERLEVEL" val="1"/>
  <p:tag name="KSO_WM_TAG_VERSION" val="3.0"/>
  <p:tag name="KSO_WM_BEAUTIFY_FLAG" val="#wm#"/>
</p:tagLst>
</file>

<file path=ppt/tags/tag7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52_1*i*5"/>
  <p:tag name="KSO_WM_TEMPLATE_CATEGORY" val="custom"/>
  <p:tag name="KSO_WM_TEMPLATE_INDEX" val="20234952"/>
  <p:tag name="KSO_WM_UNIT_LAYERLEVEL" val="1"/>
  <p:tag name="KSO_WM_TAG_VERSION" val="3.0"/>
  <p:tag name="KSO_WM_BEAUTIFY_FLAG" val="#wm#"/>
</p:tagLst>
</file>

<file path=ppt/tags/tag758.xml><?xml version="1.0" encoding="utf-8"?>
<p:tagLst xmlns:p="http://schemas.openxmlformats.org/presentationml/2006/main">
  <p:tag name="TABLE_ENDDRAG_ORIGIN_RECT" val="823*367"/>
  <p:tag name="TABLE_ENDDRAG_RECT" val="74*131*823*367"/>
</p:tagLst>
</file>

<file path=ppt/tags/tag759.xml><?xml version="1.0" encoding="utf-8"?>
<p:tagLst xmlns:p="http://schemas.openxmlformats.org/presentationml/2006/main">
  <p:tag name="KSO_WM_SLIDE_ID" val="custom20234952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77*464"/>
  <p:tag name="KSO_WM_SLIDE_POSITION" val="47*47"/>
  <p:tag name="KSO_WM_TAG_VERSION" val="3.0"/>
  <p:tag name="KSO_WM_BEAUTIFY_FLAG" val="#wm#"/>
  <p:tag name="KSO_WM_TEMPLATE_CATEGORY" val="custom"/>
  <p:tag name="KSO_WM_TEMPLATE_INDEX" val="20234952"/>
  <p:tag name="KSO_WM_SLIDE_LAYOUT" val="a_f_β"/>
  <p:tag name="KSO_WM_SLIDE_LAYOUT_CNT" val="1_1_1"/>
</p:tagLst>
</file>

<file path=ppt/tags/tag76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653_4*a*1"/>
  <p:tag name="KSO_WM_TEMPLATE_CATEGORY" val="diagram"/>
  <p:tag name="KSO_WM_TEMPLATE_INDEX" val="20231653"/>
  <p:tag name="KSO_WM_UNIT_LAYERLEVEL" val="1"/>
  <p:tag name="KSO_WM_TAG_VERSION" val="3.0"/>
  <p:tag name="KSO_WM_BEAUTIFY_FLAG" val="#wm#"/>
  <p:tag name="KSO_WM_UNIT_PRESET_TEXT" val="单击此处添加标题"/>
  <p:tag name="KSO_WM_UNIT_TEXT_TYPE" val="1"/>
  <p:tag name="KSO_WM_UNIT_USESOURCEFORMAT_APPLY" val="1"/>
</p:tagLst>
</file>

<file path=ppt/tags/tag761.xml><?xml version="1.0" encoding="utf-8"?>
<p:tagLst xmlns:p="http://schemas.openxmlformats.org/presentationml/2006/main">
  <p:tag name="KSO_WM_DIAGRAM_MAX_ITEMCNT" val="6"/>
  <p:tag name="KSO_WM_DIAGRAM_MIN_ITEMCNT" val="2"/>
  <p:tag name="KSO_WM_DIAGRAM_VIRTUALLY_FRAME" val="{&quot;height&quot;:407.6000000000001,&quot;left&quot;:54.39999999999998,&quot;top&quot;:119.2,&quot;width&quot;:851.2}"/>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0.6499999761581421,&quot;transparency&quot;:0.5199999809265137},{&quot;brightness&quot;:0.800000011920929,&quot;colorType&quot;:1,&quot;foreColorIndex&quot;:5,&quot;pos&quot;:1,&quot;transparency&quot;:0.12999999523162842}],&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653_1*l_h_i*1_1_2"/>
  <p:tag name="KSO_WM_TEMPLATE_CATEGORY" val="diagram"/>
  <p:tag name="KSO_WM_TEMPLATE_INDEX" val="20231653"/>
  <p:tag name="KSO_WM_UNIT_LAYERLEVEL" val="1_1_1"/>
  <p:tag name="KSO_WM_TAG_VERSION" val="3.0"/>
  <p:tag name="KSO_WM_BEAUTIFY_FLAG" val="#wm#"/>
  <p:tag name="KSO_WM_UNIT_FILL_TYPE" val="3"/>
  <p:tag name="KSO_WM_UNIT_TEXT_FILL_FORE_SCHEMECOLOR_INDEX" val="1"/>
  <p:tag name="KSO_WM_UNIT_TEXT_FILL_TYPE" val="1"/>
  <p:tag name="KSO_WM_UNIT_USESOURCEFORMAT_APPLY" val="1"/>
</p:tagLst>
</file>

<file path=ppt/tags/tag762.xml><?xml version="1.0" encoding="utf-8"?>
<p:tagLst xmlns:p="http://schemas.openxmlformats.org/presentationml/2006/main">
  <p:tag name="KSO_WM_DIAGRAM_MAX_ITEMCNT" val="6"/>
  <p:tag name="KSO_WM_DIAGRAM_MIN_ITEMCNT" val="2"/>
  <p:tag name="KSO_WM_DIAGRAM_VIRTUALLY_FRAME" val="{&quot;height&quot;:407.6000000000001,&quot;left&quot;:54.39999999999998,&quot;top&quot;:119.2,&quot;width&quot;:851.2}"/>
  <p:tag name="KSO_WM_DIAGRAM_COLOR_MATCH_VALUE" val="{&quot;shape&quot;:{&quot;fill&quot;:{&quot;gradient&quot;:[{&quot;brightness&quot;:0.4000000059604645,&quot;colorType&quot;:1,&quot;foreColorIndex&quot;:5,&quot;pos&quot;:0,&quot;transparency&quot;:0},{&quot;brightness&quot;:0,&quot;colorType&quot;:1,&quot;foreColorIndex&quot;:5,&quot;pos&quot;:0.699999988079071,&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2"/>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653_1*l_h_a*1_1_1"/>
  <p:tag name="KSO_WM_TEMPLATE_CATEGORY" val="diagram"/>
  <p:tag name="KSO_WM_TEMPLATE_INDEX" val="20231653"/>
  <p:tag name="KSO_WM_UNIT_LAYERLEVEL" val="1_1_1"/>
  <p:tag name="KSO_WM_TAG_VERSION" val="3.0"/>
  <p:tag name="KSO_WM_BEAUTIFY_FLAG" val="#wm#"/>
  <p:tag name="KSO_WM_UNIT_PRESET_TEXT" val="添加&#10;标题"/>
  <p:tag name="KSO_WM_UNIT_FILL_TYPE" val="3"/>
  <p:tag name="KSO_WM_UNIT_TEXT_TYPE" val="1"/>
  <p:tag name="KSO_WM_UNIT_SHADOW_SCHEMECOLOR_INDEX" val="5"/>
  <p:tag name="KSO_WM_UNIT_USESOURCEFORMAT_APPLY" val="1"/>
</p:tagLst>
</file>

<file path=ppt/tags/tag763.xml><?xml version="1.0" encoding="utf-8"?>
<p:tagLst xmlns:p="http://schemas.openxmlformats.org/presentationml/2006/main">
  <p:tag name="KSO_WM_DIAGRAM_MAX_ITEMCNT" val="6"/>
  <p:tag name="KSO_WM_DIAGRAM_MIN_ITEMCNT" val="2"/>
  <p:tag name="KSO_WM_DIAGRAM_VIRTUALLY_FRAME" val="{&quot;height&quot;:407.6000000000001,&quot;left&quot;:54.39999999999998,&quot;top&quot;:119.2,&quot;width&quot;:85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653_1*l_h_f*1_1_1"/>
  <p:tag name="KSO_WM_TEMPLATE_CATEGORY" val="diagram"/>
  <p:tag name="KSO_WM_TEMPLATE_INDEX" val="20231653"/>
  <p:tag name="KSO_WM_UNIT_LAYERLEVEL" val="1_1_1"/>
  <p:tag name="KSO_WM_TAG_VERSION" val="3.0"/>
  <p:tag name="KSO_WM_BEAUTIFY_FLAG" val="#wm#"/>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UNIT_USESOURCEFORMAT_APPLY" val="1"/>
</p:tagLst>
</file>

<file path=ppt/tags/tag764.xml><?xml version="1.0" encoding="utf-8"?>
<p:tagLst xmlns:p="http://schemas.openxmlformats.org/presentationml/2006/main">
  <p:tag name="KSO_WM_DIAGRAM_MAX_ITEMCNT" val="6"/>
  <p:tag name="KSO_WM_DIAGRAM_MIN_ITEMCNT" val="2"/>
  <p:tag name="KSO_WM_DIAGRAM_VIRTUALLY_FRAME" val="{&quot;height&quot;:407.6000000000001,&quot;left&quot;:54.39999999999998,&quot;top&quot;:119.2,&quot;width&quot;:851.2}"/>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2,&quot;pos&quot;:0,&quot;rgb&quot;:&quot;#ffffff&quot;,&quot;transparency&quot;:0},{&quot;brightness&quot;:0,&quot;colorType&quot;:2,&quot;pos&quot;:0.5299999713897705,&quot;rgb&quot;:&quot;#ffffff&quot;,&quot;transparency&quot;:1}],&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53_1*l_h_i*1_1_1"/>
  <p:tag name="KSO_WM_TEMPLATE_CATEGORY" val="diagram"/>
  <p:tag name="KSO_WM_TEMPLATE_INDEX" val="20231653"/>
  <p:tag name="KSO_WM_UNIT_LAYERLEVEL" val="1_1_1"/>
  <p:tag name="KSO_WM_TAG_VERSION" val="3.0"/>
  <p:tag name="KSO_WM_BEAUTIFY_FLAG" val="#wm#"/>
  <p:tag name="KSO_WM_UNIT_FILL_TYPE" val="3"/>
  <p:tag name="KSO_WM_UNIT_SHADOW_SCHEMECOLOR_INDEX" val="5"/>
  <p:tag name="KSO_WM_UNIT_TEXT_FILL_FORE_SCHEMECOLOR_INDEX" val="13"/>
  <p:tag name="KSO_WM_UNIT_TEXT_FILL_TYPE" val="1"/>
  <p:tag name="KSO_WM_UNIT_USESOURCEFORMAT_APPLY" val="1"/>
</p:tagLst>
</file>

<file path=ppt/tags/tag765.xml><?xml version="1.0" encoding="utf-8"?>
<p:tagLst xmlns:p="http://schemas.openxmlformats.org/presentationml/2006/main">
  <p:tag name="KSO_WM_DIAGRAM_MAX_ITEMCNT" val="6"/>
  <p:tag name="KSO_WM_DIAGRAM_MIN_ITEMCNT" val="2"/>
  <p:tag name="KSO_WM_DIAGRAM_VIRTUALLY_FRAME" val="{&quot;height&quot;:407.6000000000001,&quot;left&quot;:54.39999999999998,&quot;top&quot;:119.2,&quot;width&quot;:851.2}"/>
  <p:tag name="KSO_WM_DIAGRAM_COLOR_MATCH_VALUE" val="{&quot;shape&quot;:{&quot;fill&quot;:{&quot;gradient&quot;:[{&quot;brightness&quot;:0.800000011920929,&quot;colorType&quot;:1,&quot;foreColorIndex&quot;:8,&quot;pos&quot;:0,&quot;transparency&quot;:1},{&quot;brightness&quot;:0.800000011920929,&quot;colorType&quot;:1,&quot;foreColorIndex&quot;:8,&quot;pos&quot;:0.6499999761581421,&quot;transparency&quot;:0.5199999809265137},{&quot;brightness&quot;:0.800000011920929,&quot;colorType&quot;:1,&quot;foreColorIndex&quot;:8,&quot;pos&quot;:1,&quot;transparency&quot;:0.12999999523162842}],&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653_1*l_h_i*1_2_2"/>
  <p:tag name="KSO_WM_TEMPLATE_CATEGORY" val="diagram"/>
  <p:tag name="KSO_WM_TEMPLATE_INDEX" val="20231653"/>
  <p:tag name="KSO_WM_UNIT_LAYERLEVEL" val="1_1_1"/>
  <p:tag name="KSO_WM_TAG_VERSION" val="3.0"/>
  <p:tag name="KSO_WM_BEAUTIFY_FLAG" val="#wm#"/>
  <p:tag name="KSO_WM_UNIT_FILL_TYPE" val="3"/>
  <p:tag name="KSO_WM_UNIT_TEXT_FILL_FORE_SCHEMECOLOR_INDEX" val="1"/>
  <p:tag name="KSO_WM_UNIT_TEXT_FILL_TYPE" val="1"/>
  <p:tag name="KSO_WM_UNIT_USESOURCEFORMAT_APPLY" val="1"/>
</p:tagLst>
</file>

<file path=ppt/tags/tag766.xml><?xml version="1.0" encoding="utf-8"?>
<p:tagLst xmlns:p="http://schemas.openxmlformats.org/presentationml/2006/main">
  <p:tag name="KSO_WM_DIAGRAM_MAX_ITEMCNT" val="6"/>
  <p:tag name="KSO_WM_DIAGRAM_MIN_ITEMCNT" val="2"/>
  <p:tag name="KSO_WM_DIAGRAM_VIRTUALLY_FRAME" val="{&quot;height&quot;:407.6000000000001,&quot;left&quot;:54.39999999999998,&quot;top&quot;:119.2,&quot;width&quot;:851.2}"/>
  <p:tag name="KSO_WM_DIAGRAM_COLOR_MATCH_VALUE" val="{&quot;shape&quot;:{&quot;fill&quot;:{&quot;gradient&quot;:[{&quot;brightness&quot;:0.4000000059604645,&quot;colorType&quot;:1,&quot;foreColorIndex&quot;:8,&quot;pos&quot;:0,&quot;transparency&quot;:0},{&quot;brightness&quot;:0,&quot;colorType&quot;:1,&quot;foreColorIndex&quot;:8,&quot;pos&quot;:0.699999988079071,&quot;transparency&quot;:0}],&quot;type&quot;:3},&quot;glow&quot;:{&quot;colorType&quot;:0},&quot;line&quot;:{&quot;type&quot;:0},&quot;shadow&quot;:{&quot;brightness&quot;:0,&quot;colorType&quot;:1,&quot;foreColorIndex&quot;:8,&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2"/>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653_1*l_h_a*1_2_1"/>
  <p:tag name="KSO_WM_TEMPLATE_CATEGORY" val="diagram"/>
  <p:tag name="KSO_WM_TEMPLATE_INDEX" val="20231653"/>
  <p:tag name="KSO_WM_UNIT_LAYERLEVEL" val="1_1_1"/>
  <p:tag name="KSO_WM_TAG_VERSION" val="3.0"/>
  <p:tag name="KSO_WM_BEAUTIFY_FLAG" val="#wm#"/>
  <p:tag name="KSO_WM_UNIT_PRESET_TEXT" val="添加&#10;标题"/>
  <p:tag name="KSO_WM_UNIT_FILL_TYPE" val="3"/>
  <p:tag name="KSO_WM_UNIT_TEXT_TYPE" val="1"/>
  <p:tag name="KSO_WM_UNIT_SHADOW_SCHEMECOLOR_INDEX" val="6"/>
  <p:tag name="KSO_WM_UNIT_USESOURCEFORMAT_APPLY" val="1"/>
</p:tagLst>
</file>

<file path=ppt/tags/tag767.xml><?xml version="1.0" encoding="utf-8"?>
<p:tagLst xmlns:p="http://schemas.openxmlformats.org/presentationml/2006/main">
  <p:tag name="KSO_WM_DIAGRAM_MAX_ITEMCNT" val="6"/>
  <p:tag name="KSO_WM_DIAGRAM_MIN_ITEMCNT" val="2"/>
  <p:tag name="KSO_WM_DIAGRAM_VIRTUALLY_FRAME" val="{&quot;height&quot;:407.6000000000001,&quot;left&quot;:54.39999999999998,&quot;top&quot;:119.2,&quot;width&quot;:85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653_1*l_h_f*1_2_1"/>
  <p:tag name="KSO_WM_TEMPLATE_CATEGORY" val="diagram"/>
  <p:tag name="KSO_WM_TEMPLATE_INDEX" val="20231653"/>
  <p:tag name="KSO_WM_UNIT_LAYERLEVEL" val="1_1_1"/>
  <p:tag name="KSO_WM_TAG_VERSION" val="3.0"/>
  <p:tag name="KSO_WM_BEAUTIFY_FLAG" val="#wm#"/>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UNIT_USESOURCEFORMAT_APPLY" val="1"/>
</p:tagLst>
</file>

<file path=ppt/tags/tag768.xml><?xml version="1.0" encoding="utf-8"?>
<p:tagLst xmlns:p="http://schemas.openxmlformats.org/presentationml/2006/main">
  <p:tag name="KSO_WM_DIAGRAM_MAX_ITEMCNT" val="6"/>
  <p:tag name="KSO_WM_DIAGRAM_MIN_ITEMCNT" val="2"/>
  <p:tag name="KSO_WM_DIAGRAM_VIRTUALLY_FRAME" val="{&quot;height&quot;:407.6000000000001,&quot;left&quot;:54.39999999999998,&quot;top&quot;:119.2,&quot;width&quot;:851.2}"/>
  <p:tag name="KSO_WM_DIAGRAM_COLOR_MATCH_VALUE" val="{&quot;shape&quot;:{&quot;fill&quot;:{&quot;gradient&quot;:[{&quot;brightness&quot;:0.4000000059604645,&quot;colorType&quot;:1,&quot;foreColorIndex&quot;:8,&quot;pos&quot;:0,&quot;transparency&quot;:0},{&quot;brightness&quot;:0,&quot;colorType&quot;:1,&quot;foreColorIndex&quot;:8,&quot;pos&quot;:0.699999988079071,&quot;transparency&quot;:0}],&quot;type&quot;:3},&quot;glow&quot;:{&quot;colorType&quot;:0},&quot;line&quot;:{&quot;type&quot;:0},&quot;shadow&quot;:{&quot;brightness&quot;:0,&quot;colorType&quot;:1,&quot;foreColorIndex&quot;:8,&quot;transparency&quot;:0.80000001192092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653_1*l_h_i*1_2_1"/>
  <p:tag name="KSO_WM_TEMPLATE_CATEGORY" val="diagram"/>
  <p:tag name="KSO_WM_TEMPLATE_INDEX" val="20231653"/>
  <p:tag name="KSO_WM_UNIT_LAYERLEVEL" val="1_1_1"/>
  <p:tag name="KSO_WM_TAG_VERSION" val="3.0"/>
  <p:tag name="KSO_WM_BEAUTIFY_FLAG" val="#wm#"/>
  <p:tag name="KSO_WM_UNIT_FILL_TYPE" val="3"/>
  <p:tag name="KSO_WM_UNIT_SHADOW_SCHEMECOLOR_INDEX" val="6"/>
  <p:tag name="KSO_WM_UNIT_TEXT_FILL_FORE_SCHEMECOLOR_INDEX" val="14"/>
  <p:tag name="KSO_WM_UNIT_TEXT_FILL_TYPE" val="1"/>
  <p:tag name="KSO_WM_UNIT_USESOURCEFORMAT_APPLY" val="1"/>
</p:tagLst>
</file>

<file path=ppt/tags/tag769.xml><?xml version="1.0" encoding="utf-8"?>
<p:tagLst xmlns:p="http://schemas.openxmlformats.org/presentationml/2006/main">
  <p:tag name="KSO_WM_SPECIAL_SOURCE" val="bdnull"/>
  <p:tag name="KSO_WM_SLIDE_ID" val="diagram20231653_4"/>
  <p:tag name="KSO_WM_TEMPLATE_SUBCATEGORY" val="0"/>
  <p:tag name="KSO_WM_TEMPLATE_MASTER_TYPE" val="0"/>
  <p:tag name="KSO_WM_TEMPLATE_COLOR_TYPE" val="0"/>
  <p:tag name="KSO_WM_SLIDE_TYPE" val="text"/>
  <p:tag name="KSO_WM_SLIDE_SUBTYPE" val="diag"/>
  <p:tag name="KSO_WM_SLIDE_ITEM_CNT" val="5"/>
  <p:tag name="KSO_WM_SLIDE_INDEX" val="4"/>
  <p:tag name="KSO_WM_SLIDE_SIZE" val="851.2*317.8"/>
  <p:tag name="KSO_WM_SLIDE_POSITION" val="54.4*208.9"/>
  <p:tag name="KSO_WM_DIAGRAM_GROUP_CODE" val="l1-1"/>
  <p:tag name="KSO_WM_SLIDE_DIAGTYPE" val="l"/>
  <p:tag name="KSO_WM_TAG_VERSION" val="3.0"/>
  <p:tag name="KSO_WM_BEAUTIFY_FLAG" val="#wm#"/>
  <p:tag name="KSO_WM_TEMPLATE_CATEGORY" val="diagram"/>
  <p:tag name="KSO_WM_TEMPLATE_INDEX" val="20231653"/>
  <p:tag name="KSO_WM_SLIDE_LAYOUT" val="a_l"/>
  <p:tag name="KSO_WM_SLIDE_LAYOUT_CNT" val="1_1"/>
</p:tagLst>
</file>

<file path=ppt/tags/tag77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USESOURCEFORMAT_APPLY" val="1"/>
</p:tagLst>
</file>

<file path=ppt/tags/tag77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1*l_h_f*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425.25,&quot;left&quot;:34.35,&quot;top&quot;:108.2,&quot;width&quot;:882.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77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1*l_h_f*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425.25,&quot;left&quot;:34.35,&quot;top&quot;:108.2,&quot;width&quot;:882.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USESOURCEFORMAT_APPLY" val="1"/>
</p:tagLst>
</file>

<file path=ppt/tags/tag7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46_1*l_h_i*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25.25,&quot;left&quot;:34.35,&quot;top&quot;:108.2,&quot;width&quot;:882.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7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46_1*l_h_i*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25.25,&quot;left&quot;:34.35,&quot;top&quot;:108.2,&quot;width&quot;:882.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775.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77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03_3*a*1"/>
  <p:tag name="KSO_WM_TEMPLATE_CATEGORY" val="diagram"/>
  <p:tag name="KSO_WM_TEMPLATE_INDEX" val="20233203"/>
  <p:tag name="KSO_WM_UNIT_LAYERLEVEL" val="1"/>
  <p:tag name="KSO_WM_TAG_VERSION" val="3.0"/>
  <p:tag name="KSO_WM_BEAUTIFY_FLAG" val="#wm#"/>
  <p:tag name="KSO_WM_DIAGRAM_GROUP_CODE" val="l1-1"/>
  <p:tag name="KSO_WM_UNIT_PRESET_TEXT" val="单击此处添加标题"/>
  <p:tag name="KSO_WM_UNIT_TEXT_TYPE" val="1"/>
  <p:tag name="KSO_WM_UNIT_USESOURCEFORMAT_APPLY" val="1"/>
</p:tagLst>
</file>

<file path=ppt/tags/tag7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33203_1*l_h_i*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22.42769517649396,&quot;left&quot;:64.34999999999998,&quot;top&quot;:80.86115241175301,&quot;width&quot;:880.2}"/>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7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3203_1*l_h_i*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22.42769517649396,&quot;left&quot;:64.34999999999998,&quot;top&quot;:80.86115241175301,&quot;width&quot;:880.2}"/>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77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203_1*l_h_f*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UNIT_VALUE" val="170"/>
  <p:tag name="KSO_WM_DIAGRAM_MAX_ITEMCNT" val="4"/>
  <p:tag name="KSO_WM_DIAGRAM_MIN_ITEMCNT" val="2"/>
  <p:tag name="KSO_WM_DIAGRAM_VIRTUALLY_FRAME" val="{&quot;height&quot;:422.42769517649396,&quot;left&quot;:64.34999999999998,&quot;top&quot;:80.86115241175301,&quot;width&quot;:88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内容，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
  <p:tag name="KSO_WM_UNIT_TEXT_FILL_FORE_SCHEMECOLOR_INDEX" val="1"/>
  <p:tag name="KSO_WM_UNIT_TEXT_FILL_TYPE" val="1"/>
  <p:tag name="KSO_WM_UNIT_USESOURCEFORMAT_APPLY" val="1"/>
</p:tagLst>
</file>

<file path=ppt/tags/tag78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3_1*l_h_a*1_2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22.42769517649396,&quot;left&quot;:64.34999999999998,&quot;top&quot;:80.86115241175301,&quot;width&quot;:88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 name="KSO_WM_UNIT_USESOURCEFORMAT_APPLY" val="1"/>
</p:tagLst>
</file>

<file path=ppt/tags/tag78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203_1*l_h_f*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UNIT_VALUE" val="170"/>
  <p:tag name="KSO_WM_DIAGRAM_MAX_ITEMCNT" val="4"/>
  <p:tag name="KSO_WM_DIAGRAM_MIN_ITEMCNT" val="2"/>
  <p:tag name="KSO_WM_DIAGRAM_VIRTUALLY_FRAME" val="{&quot;height&quot;:422.42769517649396,&quot;left&quot;:64.34999999999998,&quot;top&quot;:80.86115241175301,&quot;width&quot;:88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内容，文字是您思想的提炼，请言简意赅的阐述您的观点。单击添加正文，文字是您思想的提炼。单击此处添加正文，文字是您思想的提炼，请言简意赅的阐述您的观点。单击添加正文，文字是您思想的提炼。单击添加正文，文字是您思想的提炼，请言简意赅的阐述您的观点"/>
  <p:tag name="KSO_WM_UNIT_TEXT_FILL_FORE_SCHEMECOLOR_INDEX" val="1"/>
  <p:tag name="KSO_WM_UNIT_TEXT_FILL_TYPE" val="1"/>
  <p:tag name="KSO_WM_UNIT_USESOURCEFORMAT_APPLY" val="1"/>
</p:tagLst>
</file>

<file path=ppt/tags/tag78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3_1*l_h_a*1_1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22.42769517649396,&quot;left&quot;:64.34999999999998,&quot;top&quot;:80.86115241175301,&quot;width&quot;:88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 name="KSO_WM_UNIT_USESOURCEFORMAT_APPLY" val="1"/>
</p:tagLst>
</file>

<file path=ppt/tags/tag783.xml><?xml version="1.0" encoding="utf-8"?>
<p:tagLst xmlns:p="http://schemas.openxmlformats.org/presentationml/2006/main">
  <p:tag name="KSO_WM_UNIT_VALUE" val="100*108"/>
  <p:tag name="KSO_WM_UNIT_HIGHLIGHT" val="0"/>
  <p:tag name="KSO_WM_UNIT_COMPATIBLE" val="0"/>
  <p:tag name="KSO_WM_UNIT_DIAGRAM_ISNUMVISUAL" val="0"/>
  <p:tag name="KSO_WM_UNIT_DIAGRAM_ISREFERUNIT" val="0"/>
  <p:tag name="KSO_WM_UNIT_TYPE" val="l_h_x"/>
  <p:tag name="KSO_WM_UNIT_INDEX" val="1_1_1"/>
  <p:tag name="KSO_WM_UNIT_ID" val="diagram20233203_1*l_h_x*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22.42769517649396,&quot;left&quot;:64.34999999999998,&quot;top&quot;:80.86115241175301,&quot;width&quot;:880.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784.xml><?xml version="1.0" encoding="utf-8"?>
<p:tagLst xmlns:p="http://schemas.openxmlformats.org/presentationml/2006/main">
  <p:tag name="KSO_WM_UNIT_VALUE" val="108*108"/>
  <p:tag name="KSO_WM_UNIT_HIGHLIGHT" val="0"/>
  <p:tag name="KSO_WM_UNIT_COMPATIBLE" val="0"/>
  <p:tag name="KSO_WM_UNIT_DIAGRAM_ISNUMVISUAL" val="0"/>
  <p:tag name="KSO_WM_UNIT_DIAGRAM_ISREFERUNIT" val="0"/>
  <p:tag name="KSO_WM_UNIT_TYPE" val="l_h_x"/>
  <p:tag name="KSO_WM_UNIT_INDEX" val="1_2_1"/>
  <p:tag name="KSO_WM_UNIT_ID" val="diagram20233203_1*l_h_x*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22.42769517649396,&quot;left&quot;:64.34999999999998,&quot;top&quot;:80.86115241175301,&quot;width&quot;:880.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785.xml><?xml version="1.0" encoding="utf-8"?>
<p:tagLst xmlns:p="http://schemas.openxmlformats.org/presentationml/2006/main">
  <p:tag name="KSO_WM_SLIDE_ID" val="diagram20233203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3203"/>
  <p:tag name="KSO_WM_SLIDE_TYPE" val="text"/>
  <p:tag name="KSO_WM_SLIDE_SUBTYPE" val="diag"/>
  <p:tag name="KSO_WM_SLIDE_SIZE" val="835.55*339.3"/>
  <p:tag name="KSO_WM_SLIDE_POSITION" val="62.15*153.45"/>
  <p:tag name="KSO_WM_SLIDE_LAYOUT" val="a_l"/>
  <p:tag name="KSO_WM_SLIDE_LAYOUT_CNT" val="1_1"/>
  <p:tag name="KSO_WM_SPECIAL_SOURCE" val="bdnull"/>
  <p:tag name="KSO_WM_DIAGRAM_GROUP_CODE" val="l1-1"/>
  <p:tag name="KSO_WM_SLIDE_DIAGTYPE" val="l"/>
</p:tagLst>
</file>

<file path=ppt/tags/tag78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21_5*a*1"/>
  <p:tag name="KSO_WM_TEMPLATE_CATEGORY" val="diagram"/>
  <p:tag name="KSO_WM_TEMPLATE_INDEX" val="20230921"/>
  <p:tag name="KSO_WM_UNIT_LAYERLEVEL" val="1"/>
  <p:tag name="KSO_WM_TAG_VERSION" val="3.0"/>
  <p:tag name="KSO_WM_BEAUTIFY_FLAG" val="#wm#"/>
  <p:tag name="KSO_WM_UNIT_TEXT_TYPE" val="1"/>
  <p:tag name="KSO_WM_UNIT_PRESET_TEXT" val="单击此处添加标题"/>
  <p:tag name="KSO_WM_UNIT_USESOURCEFORMAT_APPLY" val="1"/>
</p:tagLst>
</file>

<file path=ppt/tags/tag7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921_1*l_h_i*1_2_2"/>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type&quot;:0},&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SHADOW_SCHEMECOLOR_INDEX" val="6"/>
  <p:tag name="KSO_WM_UNIT_USESOURCEFORMAT_APPLY" val="1"/>
</p:tagLst>
</file>

<file path=ppt/tags/tag7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0921_1*l_h_i*1_2_3"/>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USESOURCEFORMAT_APPLY" val="1"/>
</p:tagLst>
</file>

<file path=ppt/tags/tag7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921_1*l_h_i*1_1_2"/>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type&quot;:0},&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SHADOW_SCHEMECOLOR_INDEX" val="5"/>
  <p:tag name="KSO_WM_UNIT_USESOURCEFORMAT_APPLY" val="1"/>
</p:tagLst>
</file>

<file path=ppt/tags/tag7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0921_1*l_h_i*1_1_3"/>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USESOURCEFORMAT_APPLY" val="1"/>
</p:tagLst>
</file>

<file path=ppt/tags/tag7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21_1*l_h_i*1_1_1"/>
  <p:tag name="KSO_WM_TEMPLATE_CATEGORY" val="diagram"/>
  <p:tag name="KSO_WM_TEMPLATE_INDEX" val="20230921"/>
  <p:tag name="KSO_WM_UNIT_LAYERLEVEL" val="1_1_1"/>
  <p:tag name="KSO_WM_TAG_VERSION" val="3.0"/>
  <p:tag name="KSO_WM_UNIT_SUBTYPE" val="d"/>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TEXT_FILL_FORE_SCHEMECOLOR_INDEX" val="1"/>
  <p:tag name="KSO_WM_UNIT_TEXT_FILL_TYPE" val="1"/>
  <p:tag name="KSO_WM_UNIT_SHADOW_SCHEMECOLOR_INDEX" val="5"/>
  <p:tag name="KSO_WM_UNIT_USESOURCEFORMAT_APPLY" val="1"/>
</p:tagLst>
</file>

<file path=ppt/tags/tag7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30921_1*l_h_i*1_1_4"/>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25"/>
  <p:tag name="KSO_WM_UNIT_TEXT_FILL_FORE_SCHEMECOLOR_INDEX" val="2"/>
  <p:tag name="KSO_WM_UNIT_TEXT_FILL_TYPE" val="1"/>
  <p:tag name="KSO_WM_UNIT_USESOURCEFORMAT_APPLY" val="1"/>
</p:tagLst>
</file>

<file path=ppt/tags/tag79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21_1*l_h_a*1_1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USESOURCEFORMAT_APPLY" val="1"/>
</p:tagLst>
</file>

<file path=ppt/tags/tag79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21_1*l_h_f*1_1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输入您的项正文，文字是您思想的提炼，请尽量言简意赅的阐述观点。单击此处输入(您的)智能图形项正文，文字是您思想的提炼，请尽量言简意赅的阐述观点。单击此处添加正文，文字是您思想的提炼。"/>
  <p:tag name="KSO_WM_UNIT_TEXT_FILL_FORE_SCHEMECOLOR_INDEX" val="1"/>
  <p:tag name="KSO_WM_UNIT_TEXT_FILL_TYPE" val="1"/>
  <p:tag name="KSO_WM_UNIT_USESOURCEFORMAT_APPLY" val="1"/>
</p:tagLst>
</file>

<file path=ppt/tags/tag7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21_1*l_h_i*1_2_1"/>
  <p:tag name="KSO_WM_TEMPLATE_CATEGORY" val="diagram"/>
  <p:tag name="KSO_WM_TEMPLATE_INDEX" val="20230921"/>
  <p:tag name="KSO_WM_UNIT_LAYERLEVEL" val="1_1_1"/>
  <p:tag name="KSO_WM_TAG_VERSION" val="3.0"/>
  <p:tag name="KSO_WM_UNIT_SUBTYPE" val="d"/>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TEXT_FILL_FORE_SCHEMECOLOR_INDEX" val="1"/>
  <p:tag name="KSO_WM_UNIT_TEXT_FILL_TYPE" val="1"/>
  <p:tag name="KSO_WM_UNIT_SHADOW_SCHEMECOLOR_INDEX" val="6"/>
  <p:tag name="KSO_WM_UNIT_USESOURCEFORMAT_APPLY" val="1"/>
</p:tagLst>
</file>

<file path=ppt/tags/tag7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30921_1*l_h_i*1_2_4"/>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25"/>
  <p:tag name="KSO_WM_UNIT_TEXT_FILL_FORE_SCHEMECOLOR_INDEX" val="2"/>
  <p:tag name="KSO_WM_UNIT_TEXT_FILL_TYPE" val="1"/>
  <p:tag name="KSO_WM_UNIT_USESOURCEFORMAT_APPLY" val="1"/>
</p:tagLst>
</file>

<file path=ppt/tags/tag79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21_1*l_h_a*1_2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USESOURCEFORMAT_APPLY" val="1"/>
</p:tagLst>
</file>

<file path=ppt/tags/tag79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21_1*l_h_f*1_2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01.4250087851732,&quot;left&quot;:54.8,&quot;top&quot;:114.82499121482684,&quot;width&quot;:850.6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输入您的项正文，文字是您思想的提炼，请尽量言简意赅的阐述观点。单击此处输入(您的)智能图形项正文，文字是您思想的提炼，请尽量言简意赅的阐述观点。单击此处添加正文，文字是您思想的提炼。"/>
  <p:tag name="KSO_WM_UNIT_TEXT_FILL_FORE_SCHEMECOLOR_INDEX" val="1"/>
  <p:tag name="KSO_WM_UNIT_TEXT_FILL_TYPE" val="1"/>
  <p:tag name="KSO_WM_UNIT_USESOURCEFORMAT_APPLY" val="1"/>
</p:tagLst>
</file>

<file path=ppt/tags/tag799.xml><?xml version="1.0" encoding="utf-8"?>
<p:tagLst xmlns:p="http://schemas.openxmlformats.org/presentationml/2006/main">
  <p:tag name="KSO_WM_BEAUTIFY_FLAG" val="#wm#"/>
  <p:tag name="KSO_WM_TEMPLATE_CATEGORY" val="diagram"/>
  <p:tag name="KSO_WM_TEMPLATE_INDEX" val="20230921"/>
  <p:tag name="KSO_WM_SPECIAL_SOURCE" val="bdnull"/>
  <p:tag name="KSO_WM_SLIDE_ID" val="diagram20230921_5"/>
  <p:tag name="KSO_WM_TEMPLATE_SUBCATEGORY" val="0"/>
  <p:tag name="KSO_WM_TEMPLATE_MASTER_TYPE" val="0"/>
  <p:tag name="KSO_WM_TEMPLATE_COLOR_TYPE" val="0"/>
  <p:tag name="KSO_WM_SLIDE_ITEM_CNT" val="6"/>
  <p:tag name="KSO_WM_SLIDE_INDEX" val="5"/>
  <p:tag name="KSO_WM_DIAGRAM_GROUP_CODE" val="l1-1"/>
  <p:tag name="KSO_WM_SLIDE_DIAGTYPE" val="l"/>
  <p:tag name="KSO_WM_TAG_VERSION" val="3.0"/>
  <p:tag name="KSO_WM_SLIDE_LAYOUT" val="a_l"/>
  <p:tag name="KSO_WM_SLIDE_LAYOUT_CNT" val="1_1"/>
  <p:tag name="KSO_WM_SLIDE_TYPE" val="text"/>
  <p:tag name="KSO_WM_SLIDE_SUBTYPE" val="diag"/>
  <p:tag name="KSO_WM_SLIDE_SIZE" val="850.55*373.05"/>
  <p:tag name="KSO_WM_SLIDE_POSITION" val="54.8*115.15"/>
</p:tagLst>
</file>

<file path=ppt/tags/tag8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921_1*l_h_i*1_2_2"/>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type&quot;:0},&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SHADOW_SCHEMECOLOR_INDEX" val="6"/>
  <p:tag name="KSO_WM_UNIT_USESOURCEFORMAT_APPLY" val="1"/>
</p:tagLst>
</file>

<file path=ppt/tags/tag8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0921_1*l_h_i*1_2_3"/>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USESOURCEFORMAT_APPLY" val="1"/>
</p:tagLst>
</file>

<file path=ppt/tags/tag8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921_1*l_h_i*1_1_2"/>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type&quot;:0},&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SHADOW_SCHEMECOLOR_INDEX" val="5"/>
  <p:tag name="KSO_WM_UNIT_USESOURCEFORMAT_APPLY" val="1"/>
</p:tagLst>
</file>

<file path=ppt/tags/tag8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0921_1*l_h_i*1_1_3"/>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USESOURCEFORMAT_APPLY" val="1"/>
</p:tagLst>
</file>

<file path=ppt/tags/tag8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21_1*l_h_i*1_1_1"/>
  <p:tag name="KSO_WM_TEMPLATE_CATEGORY" val="diagram"/>
  <p:tag name="KSO_WM_TEMPLATE_INDEX" val="20230921"/>
  <p:tag name="KSO_WM_UNIT_LAYERLEVEL" val="1_1_1"/>
  <p:tag name="KSO_WM_TAG_VERSION" val="3.0"/>
  <p:tag name="KSO_WM_UNIT_SUBTYPE" val="d"/>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TEXT_FILL_FORE_SCHEMECOLOR_INDEX" val="1"/>
  <p:tag name="KSO_WM_UNIT_TEXT_FILL_TYPE" val="1"/>
  <p:tag name="KSO_WM_UNIT_SHADOW_SCHEMECOLOR_INDEX" val="5"/>
  <p:tag name="KSO_WM_UNIT_USESOURCEFORMAT_APPLY" val="1"/>
</p:tagLst>
</file>

<file path=ppt/tags/tag8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30921_1*l_h_i*1_1_4"/>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25"/>
  <p:tag name="KSO_WM_UNIT_TEXT_FILL_FORE_SCHEMECOLOR_INDEX" val="2"/>
  <p:tag name="KSO_WM_UNIT_TEXT_FILL_TYPE" val="1"/>
  <p:tag name="KSO_WM_UNIT_USESOURCEFORMAT_APPLY" val="1"/>
</p:tagLst>
</file>

<file path=ppt/tags/tag80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21_1*l_h_a*1_1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USESOURCEFORMAT_APPLY" val="1"/>
</p:tagLst>
</file>

<file path=ppt/tags/tag8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21_1*l_h_f*1_1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输入您的项正文，文字是您思想的提炼，请尽量言简意赅的阐述观点。单击此处输入(您的)智能图形项正文，文字是您思想的提炼，请尽量言简意赅的阐述观点。单击此处添加正文，文字是您思想的提炼。"/>
  <p:tag name="KSO_WM_UNIT_TEXT_FILL_FORE_SCHEMECOLOR_INDEX" val="1"/>
  <p:tag name="KSO_WM_UNIT_TEXT_FILL_TYPE" val="1"/>
  <p:tag name="KSO_WM_UNIT_USESOURCEFORMAT_APPLY" val="1"/>
</p:tagLst>
</file>

<file path=ppt/tags/tag8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21_1*l_h_i*1_2_1"/>
  <p:tag name="KSO_WM_TEMPLATE_CATEGORY" val="diagram"/>
  <p:tag name="KSO_WM_TEMPLATE_INDEX" val="20230921"/>
  <p:tag name="KSO_WM_UNIT_LAYERLEVEL" val="1_1_1"/>
  <p:tag name="KSO_WM_TAG_VERSION" val="3.0"/>
  <p:tag name="KSO_WM_UNIT_SUBTYPE" val="d"/>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TEXT_FILL_FORE_SCHEMECOLOR_INDEX" val="1"/>
  <p:tag name="KSO_WM_UNIT_TEXT_FILL_TYPE" val="1"/>
  <p:tag name="KSO_WM_UNIT_SHADOW_SCHEMECOLOR_INDEX" val="6"/>
  <p:tag name="KSO_WM_UNIT_USESOURCEFORMAT_APPLY" val="1"/>
</p:tagLst>
</file>

<file path=ppt/tags/tag8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30921_1*l_h_i*1_2_4"/>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25"/>
  <p:tag name="KSO_WM_UNIT_TEXT_FILL_FORE_SCHEMECOLOR_INDEX" val="2"/>
  <p:tag name="KSO_WM_UNIT_TEXT_FILL_TYPE" val="1"/>
  <p:tag name="KSO_WM_UNIT_USESOURCEFORMAT_APPLY" val="1"/>
</p:tagLst>
</file>

<file path=ppt/tags/tag8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21_1*l_h_a*1_2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USESOURCEFORMAT_APPLY" val="1"/>
</p:tagLst>
</file>

<file path=ppt/tags/tag81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21_1*l_h_f*1_2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50.85001757034644,&quot;left&quot;:54.8,&quot;top&quot;:37.67499121482683,&quot;width&quot;:850.6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输入您的项正文，文字是您思想的提炼，请尽量言简意赅的阐述观点。单击此处输入(您的)智能图形项正文，文字是您思想的提炼，请尽量言简意赅的阐述观点。单击此处添加正文，文字是您思想的提炼。"/>
  <p:tag name="KSO_WM_UNIT_TEXT_FILL_FORE_SCHEMECOLOR_INDEX" val="1"/>
  <p:tag name="KSO_WM_UNIT_TEXT_FILL_TYPE" val="1"/>
  <p:tag name="KSO_WM_UNIT_USESOURCEFORMAT_APPLY" val="1"/>
</p:tagLst>
</file>

<file path=ppt/tags/tag812.xml><?xml version="1.0" encoding="utf-8"?>
<p:tagLst xmlns:p="http://schemas.openxmlformats.org/presentationml/2006/main">
  <p:tag name="KSO_WM_BEAUTIFY_FLAG" val="#wm#"/>
  <p:tag name="KSO_WM_TEMPLATE_CATEGORY" val="diagram"/>
  <p:tag name="KSO_WM_TEMPLATE_INDEX" val="20230921"/>
  <p:tag name="KSO_WM_SPECIAL_SOURCE" val="bdnull"/>
  <p:tag name="KSO_WM_SLIDE_ID" val="diagram20230921_5"/>
  <p:tag name="KSO_WM_TEMPLATE_SUBCATEGORY" val="0"/>
  <p:tag name="KSO_WM_TEMPLATE_MASTER_TYPE" val="0"/>
  <p:tag name="KSO_WM_TEMPLATE_COLOR_TYPE" val="0"/>
  <p:tag name="KSO_WM_SLIDE_ITEM_CNT" val="6"/>
  <p:tag name="KSO_WM_SLIDE_INDEX" val="5"/>
  <p:tag name="KSO_WM_DIAGRAM_GROUP_CODE" val="l1-1"/>
  <p:tag name="KSO_WM_SLIDE_DIAGTYPE" val="l"/>
  <p:tag name="KSO_WM_TAG_VERSION" val="3.0"/>
  <p:tag name="KSO_WM_SLIDE_LAYOUT" val="a_l"/>
  <p:tag name="KSO_WM_SLIDE_LAYOUT_CNT" val="1_1"/>
  <p:tag name="KSO_WM_SLIDE_TYPE" val="text"/>
  <p:tag name="KSO_WM_SLIDE_SUBTYPE" val="diag"/>
  <p:tag name="KSO_WM_SLIDE_SIZE" val="850.55*373.05"/>
  <p:tag name="KSO_WM_SLIDE_POSITION" val="54.8*115.15"/>
</p:tagLst>
</file>

<file path=ppt/tags/tag8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3006_1*i*1"/>
  <p:tag name="KSO_WM_TEMPLATE_CATEGORY" val="custom"/>
  <p:tag name="KSO_WM_TEMPLATE_INDEX" val="40493006"/>
  <p:tag name="KSO_WM_UNIT_LAYERLEVEL" val="1"/>
  <p:tag name="KSO_WM_TAG_VERSION" val="3.0"/>
  <p:tag name="KSO_WM_BEAUTIFY_FLAG" val="#wm#"/>
</p:tagLst>
</file>

<file path=ppt/tags/tag8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3006_1*i*2"/>
  <p:tag name="KSO_WM_TEMPLATE_CATEGORY" val="custom"/>
  <p:tag name="KSO_WM_TEMPLATE_INDEX" val="40493006"/>
  <p:tag name="KSO_WM_UNIT_LAYERLEVEL" val="1"/>
  <p:tag name="KSO_WM_TAG_VERSION" val="3.0"/>
  <p:tag name="KSO_WM_BEAUTIFY_FLAG" val="#wm#"/>
</p:tagLst>
</file>

<file path=ppt/tags/tag8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40493006_1*i*3"/>
  <p:tag name="KSO_WM_TEMPLATE_CATEGORY" val="custom"/>
  <p:tag name="KSO_WM_TEMPLATE_INDEX" val="40493006"/>
  <p:tag name="KSO_WM_UNIT_LAYERLEVEL" val="1"/>
  <p:tag name="KSO_WM_TAG_VERSION" val="3.0"/>
  <p:tag name="KSO_WM_BEAUTIFY_FLAG" val="#wm#"/>
</p:tagLst>
</file>

<file path=ppt/tags/tag8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40493006_1*i*4"/>
  <p:tag name="KSO_WM_TEMPLATE_CATEGORY" val="custom"/>
  <p:tag name="KSO_WM_TEMPLATE_INDEX" val="40493006"/>
  <p:tag name="KSO_WM_UNIT_LAYERLEVEL" val="1"/>
  <p:tag name="KSO_WM_TAG_VERSION" val="3.0"/>
  <p:tag name="KSO_WM_BEAUTIFY_FLAG" val="#wm#"/>
</p:tagLst>
</file>

<file path=ppt/tags/tag81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3006_1*a*1"/>
  <p:tag name="KSO_WM_TEMPLATE_CATEGORY" val="custom"/>
  <p:tag name="KSO_WM_TEMPLATE_INDEX" val="40493006"/>
  <p:tag name="KSO_WM_UNIT_LAYERLEVEL" val="1"/>
  <p:tag name="KSO_WM_TAG_VERSION" val="3.0"/>
  <p:tag name="KSO_WM_BEAUTIFY_FLAG" val="#wm#"/>
  <p:tag name="KSO_WM_UNIT_VALUE" val="30"/>
  <p:tag name="KSO_WM_UNIT_PRESET_TEXT" val="单击添加页面的标题"/>
  <p:tag name="KSO_WM_UNIT_TEXT_TYPE" val="1"/>
</p:tagLst>
</file>

<file path=ppt/tags/tag81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3006_1*f*1"/>
  <p:tag name="KSO_WM_TEMPLATE_CATEGORY" val="custom"/>
  <p:tag name="KSO_WM_TEMPLATE_INDEX" val="40493006"/>
  <p:tag name="KSO_WM_UNIT_LAYERLEVEL" val="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
  <p:tag name="KSO_WM_UNIT_TEXT_TYPE" val="1"/>
  <p:tag name="KSO_WM_UNIT_VALUE" val="145"/>
</p:tagLst>
</file>

<file path=ppt/tags/tag8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40493006_1*i*5"/>
  <p:tag name="KSO_WM_TEMPLATE_CATEGORY" val="custom"/>
  <p:tag name="KSO_WM_TEMPLATE_INDEX" val="40493006"/>
  <p:tag name="KSO_WM_UNIT_LAYERLEVEL" val="1"/>
  <p:tag name="KSO_WM_TAG_VERSION" val="3.0"/>
  <p:tag name="KSO_WM_BEAUTIFY_FLAG" val="#wm#"/>
</p:tagLst>
</file>

<file path=ppt/tags/tag8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40493006_1*i*6"/>
  <p:tag name="KSO_WM_TEMPLATE_CATEGORY" val="custom"/>
  <p:tag name="KSO_WM_TEMPLATE_INDEX" val="40493006"/>
  <p:tag name="KSO_WM_UNIT_LAYERLEVEL" val="1"/>
  <p:tag name="KSO_WM_TAG_VERSION" val="3.0"/>
  <p:tag name="KSO_WM_BEAUTIFY_FLAG" val="#wm#"/>
</p:tagLst>
</file>

<file path=ppt/tags/tag821.xml><?xml version="1.0" encoding="utf-8"?>
<p:tagLst xmlns:p="http://schemas.openxmlformats.org/presentationml/2006/main">
  <p:tag name="KSO_WM_SLIDE_ID" val="custom4049300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3006"/>
  <p:tag name="KSO_WM_SLIDE_TYPE" val="text"/>
  <p:tag name="KSO_WM_SLIDE_SUBTYPE" val="picTxt"/>
  <p:tag name="KSO_WM_SLIDE_SIZE" val="914*474"/>
  <p:tag name="KSO_WM_SLIDE_POSITION" val="45*31"/>
  <p:tag name="KSO_WM_SLIDE_LAYOUT" val="a_f"/>
  <p:tag name="KSO_WM_SLIDE_LAYOUT_CNT" val="1_1"/>
  <p:tag name="KSO_WM_SPECIAL_SOURCE" val="bdnull"/>
</p:tagLst>
</file>

<file path=ppt/tags/tag8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1"/>
  <p:tag name="KSO_WM_TEMPLATE_CATEGORY" val="custom"/>
  <p:tag name="KSO_WM_TEMPLATE_INDEX" val="20235212"/>
  <p:tag name="KSO_WM_UNIT_LAYERLEVEL" val="1"/>
  <p:tag name="KSO_WM_TAG_VERSION" val="3.0"/>
  <p:tag name="KSO_WM_BEAUTIFY_FLAG" val="#wm#"/>
  <p:tag name="KSO_WM_UNIT_TYPE" val="i"/>
  <p:tag name="KSO_WM_UNIT_INDEX" val="1"/>
</p:tagLst>
</file>

<file path=ppt/tags/tag8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2"/>
  <p:tag name="KSO_WM_TEMPLATE_CATEGORY" val="custom"/>
  <p:tag name="KSO_WM_TEMPLATE_INDEX" val="20235212"/>
  <p:tag name="KSO_WM_UNIT_LAYERLEVEL" val="1"/>
  <p:tag name="KSO_WM_TAG_VERSION" val="3.0"/>
  <p:tag name="KSO_WM_BEAUTIFY_FLAG" val="#wm#"/>
  <p:tag name="KSO_WM_UNIT_TYPE" val="i"/>
  <p:tag name="KSO_WM_UNIT_INDEX" val="2"/>
</p:tagLst>
</file>

<file path=ppt/tags/tag8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3"/>
  <p:tag name="KSO_WM_TEMPLATE_CATEGORY" val="custom"/>
  <p:tag name="KSO_WM_TEMPLATE_INDEX" val="20235212"/>
  <p:tag name="KSO_WM_UNIT_LAYERLEVEL" val="1"/>
  <p:tag name="KSO_WM_TAG_VERSION" val="3.0"/>
  <p:tag name="KSO_WM_BEAUTIFY_FLAG" val="#wm#"/>
  <p:tag name="KSO_WM_UNIT_TYPE" val="i"/>
  <p:tag name="KSO_WM_UNIT_INDEX" val="3"/>
</p:tagLst>
</file>

<file path=ppt/tags/tag8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4"/>
  <p:tag name="KSO_WM_TEMPLATE_CATEGORY" val="custom"/>
  <p:tag name="KSO_WM_TEMPLATE_INDEX" val="20235212"/>
  <p:tag name="KSO_WM_UNIT_LAYERLEVEL" val="1"/>
  <p:tag name="KSO_WM_TAG_VERSION" val="3.0"/>
  <p:tag name="KSO_WM_BEAUTIFY_FLAG" val="#wm#"/>
  <p:tag name="KSO_WM_UNIT_TYPE" val="i"/>
  <p:tag name="KSO_WM_UNIT_INDEX" val="4"/>
</p:tagLst>
</file>

<file path=ppt/tags/tag8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5"/>
  <p:tag name="KSO_WM_TEMPLATE_CATEGORY" val="custom"/>
  <p:tag name="KSO_WM_TEMPLATE_INDEX" val="20235212"/>
  <p:tag name="KSO_WM_UNIT_LAYERLEVEL" val="1"/>
  <p:tag name="KSO_WM_TAG_VERSION" val="3.0"/>
  <p:tag name="KSO_WM_BEAUTIFY_FLAG" val="#wm#"/>
  <p:tag name="KSO_WM_UNIT_TYPE" val="i"/>
  <p:tag name="KSO_WM_UNIT_INDEX" val="5"/>
</p:tagLst>
</file>

<file path=ppt/tags/tag8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6"/>
  <p:tag name="KSO_WM_TEMPLATE_CATEGORY" val="custom"/>
  <p:tag name="KSO_WM_TEMPLATE_INDEX" val="20235212"/>
  <p:tag name="KSO_WM_UNIT_LAYERLEVEL" val="1"/>
  <p:tag name="KSO_WM_TAG_VERSION" val="3.0"/>
  <p:tag name="KSO_WM_BEAUTIFY_FLAG" val="#wm#"/>
  <p:tag name="KSO_WM_UNIT_TYPE" val="i"/>
  <p:tag name="KSO_WM_UNIT_INDEX" val="6"/>
</p:tagLst>
</file>

<file path=ppt/tags/tag8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7"/>
  <p:tag name="KSO_WM_TEMPLATE_CATEGORY" val="custom"/>
  <p:tag name="KSO_WM_TEMPLATE_INDEX" val="20235212"/>
  <p:tag name="KSO_WM_UNIT_LAYERLEVEL" val="1"/>
  <p:tag name="KSO_WM_TAG_VERSION" val="3.0"/>
  <p:tag name="KSO_WM_BEAUTIFY_FLAG" val="#wm#"/>
  <p:tag name="KSO_WM_UNIT_TYPE" val="i"/>
  <p:tag name="KSO_WM_UNIT_INDEX" val="7"/>
</p:tagLst>
</file>

<file path=ppt/tags/tag8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8"/>
  <p:tag name="KSO_WM_TEMPLATE_CATEGORY" val="custom"/>
  <p:tag name="KSO_WM_TEMPLATE_INDEX" val="20235212"/>
  <p:tag name="KSO_WM_UNIT_LAYERLEVEL" val="1"/>
  <p:tag name="KSO_WM_TAG_VERSION" val="3.0"/>
  <p:tag name="KSO_WM_BEAUTIFY_FLAG" val="#wm#"/>
  <p:tag name="KSO_WM_UNIT_TYPE" val="i"/>
  <p:tag name="KSO_WM_UNIT_INDEX" val="8"/>
</p:tagLst>
</file>

<file path=ppt/tags/tag8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a*1"/>
  <p:tag name="KSO_WM_TEMPLATE_CATEGORY" val="custom"/>
  <p:tag name="KSO_WM_TEMPLATE_INDEX" val="20235212"/>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PRESET_TEXT" val="添加标题"/>
  <p:tag name="KSO_WM_UNIT_TEXT_TYPE" val="1"/>
</p:tagLst>
</file>

<file path=ppt/tags/tag8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f*1"/>
  <p:tag name="KSO_WM_TEMPLATE_CATEGORY" val="custom"/>
  <p:tag name="KSO_WM_TEMPLATE_INDEX" val="20235212"/>
  <p:tag name="KSO_WM_UNIT_LAYERLEVEL" val="1"/>
  <p:tag name="KSO_WM_TAG_VERSION" val="3.0"/>
  <p:tag name="KSO_WM_UNIT_SUBTYPE" val="a"/>
  <p:tag name="KSO_WM_UNIT_NOCLEAR" val="0"/>
  <p:tag name="KSO_WM_UNIT_VALUE" val="36"/>
  <p:tag name="KSO_WM_UNIT_TYPE" val="f"/>
  <p:tag name="KSO_WM_UNIT_INDEX" val="1"/>
  <p:tag name="KSO_WM_DIAGRAM_VERSION" val="3"/>
  <p:tag name="KSO_WM_DIAGRAM_COLOR_TRICK" val="1"/>
  <p:tag name="KSO_WM_DIAGRAM_COLOR_TEXT_CAN_REMOVE" val="n"/>
  <p:tag name="KSO_WM_DIAGRAM_MAX_ITEMCNT" val="4"/>
  <p:tag name="KSO_WM_DIAGRAM_MIN_ITEMCNT" val="1"/>
  <p:tag name="KSO_WM_DIAGRAM_VIRTUALLY_FRAME" val="{&quot;height&quot;:335.95001220703125,&quot;left&quot;:60.61255768062565,&quot;top&quot;:141.03208051065758,&quot;width&quot;:343.7749633789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
</p:tagLst>
</file>

<file path=ppt/tags/tag832.xml><?xml version="1.0" encoding="utf-8"?>
<p:tagLst xmlns:p="http://schemas.openxmlformats.org/presentationml/2006/main">
  <p:tag name="KSO_WM_SLIDE_ID" val="custom20235212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AG_VERSION" val="3.0"/>
  <p:tag name="KSO_WM_BEAUTIFY_FLAG" val="#wm#"/>
  <p:tag name="KSO_WM_TEMPLATE_CATEGORY" val="custom"/>
  <p:tag name="KSO_WM_TEMPLATE_INDEX" val="20235212"/>
  <p:tag name="KSO_WM_SLIDE_LAYOUT" val="a_f"/>
  <p:tag name="KSO_WM_SLIDE_LAYOUT_CNT" val="1_1"/>
  <p:tag name="KSO_WM_TEMPLATE_THUMBS_INDEX" val="1、4、7、12、13、14、15、16、17、18、20、24、25、28、33、36、40、43、44"/>
  <p:tag name="KSO_WM_SLIDE_SIZE" val="960*539"/>
  <p:tag name="KSO_WM_SLIDE_POSITION" val="0*0"/>
</p:tagLst>
</file>

<file path=ppt/tags/tag833.xml><?xml version="1.0" encoding="utf-8"?>
<p:tagLst xmlns:p="http://schemas.openxmlformats.org/presentationml/2006/main">
  <p:tag name="commondata" val="eyJoZGlkIjoiMjdiZDFkNTE0YTA0ZWE5ODJkZTc5M2M2Mzc1NzZiMmEifQ=="/>
  <p:tag name="resource_record_key" val="{&quot;13&quot;:[4364903,4722044,4364924,4364928],&quot;29&quot;:[50000076,50053044,50053052],&quot;65&quot;:[40495200],&quot;70&quot;:[3317787,3317791,3314400,3312142,3333543,3322475,3406005,3312415,3322479,3318889,333276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2024.3.8【NO.09】-几何简约风主题模板">
      <a:dk1>
        <a:srgbClr val="333333"/>
      </a:dk1>
      <a:lt1>
        <a:sysClr val="window" lastClr="FFFFFF"/>
      </a:lt1>
      <a:dk2>
        <a:srgbClr val="001A3A"/>
      </a:dk2>
      <a:lt2>
        <a:srgbClr val="F7FAFF"/>
      </a:lt2>
      <a:accent1>
        <a:srgbClr val="016EFF"/>
      </a:accent1>
      <a:accent2>
        <a:srgbClr val="624AF0"/>
      </a:accent2>
      <a:accent3>
        <a:srgbClr val="9618F4"/>
      </a:accent3>
      <a:accent4>
        <a:srgbClr val="F7219B"/>
      </a:accent4>
      <a:accent5>
        <a:srgbClr val="F02836"/>
      </a:accent5>
      <a:accent6>
        <a:srgbClr val="EE672A"/>
      </a:accent6>
      <a:hlink>
        <a:srgbClr val="0026E5"/>
      </a:hlink>
      <a:folHlink>
        <a:srgbClr val="7E1FAD"/>
      </a:folHlink>
    </a:clrScheme>
    <a:fontScheme name="qmj">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buClrTx/>
          <a:buSzTx/>
          <a:buFontTx/>
          <a:defRPr>
            <a:solidFill>
              <a:schemeClr val="lt1"/>
            </a:solidFill>
            <a:sym typeface="+mn-ea"/>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rmAutofit/>
      </a:bodyPr>
      <a:lstStyle>
        <a:defPPr algn="l">
          <a:lnSpc>
            <a:spcPct val="140000"/>
          </a:lnSpc>
          <a:defRPr sz="20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自定义 1176">
      <a:dk1>
        <a:srgbClr val="000000"/>
      </a:dk1>
      <a:lt1>
        <a:srgbClr val="FFFFFF"/>
      </a:lt1>
      <a:dk2>
        <a:srgbClr val="0066C6"/>
      </a:dk2>
      <a:lt2>
        <a:srgbClr val="F6F9FF"/>
      </a:lt2>
      <a:accent1>
        <a:srgbClr val="77C4FF"/>
      </a:accent1>
      <a:accent2>
        <a:srgbClr val="FF8F29"/>
      </a:accent2>
      <a:accent3>
        <a:srgbClr val="39E990"/>
      </a:accent3>
      <a:accent4>
        <a:srgbClr val="FFA728"/>
      </a:accent4>
      <a:accent5>
        <a:srgbClr val="24D3BA"/>
      </a:accent5>
      <a:accent6>
        <a:srgbClr val="55DD95"/>
      </a:accent6>
      <a:hlink>
        <a:srgbClr val="0563C1"/>
      </a:hlink>
      <a:folHlink>
        <a:srgbClr val="954D72"/>
      </a:folHlink>
    </a:clrScheme>
    <a:fontScheme name="自定义 26">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13298</Words>
  <Application>WPS 演示</Application>
  <PresentationFormat>宽屏</PresentationFormat>
  <Paragraphs>1268</Paragraphs>
  <Slides>81</Slides>
  <Notes>0</Notes>
  <HiddenSlides>0</HiddenSlides>
  <MMClips>0</MMClips>
  <ScaleCrop>false</ScaleCrop>
  <HeadingPairs>
    <vt:vector size="6" baseType="variant">
      <vt:variant>
        <vt:lpstr>已用的字体</vt:lpstr>
      </vt:variant>
      <vt:variant>
        <vt:i4>19</vt:i4>
      </vt:variant>
      <vt:variant>
        <vt:lpstr>主题</vt:lpstr>
      </vt:variant>
      <vt:variant>
        <vt:i4>4</vt:i4>
      </vt:variant>
      <vt:variant>
        <vt:lpstr>幻灯片标题</vt:lpstr>
      </vt:variant>
      <vt:variant>
        <vt:i4>81</vt:i4>
      </vt:variant>
    </vt:vector>
  </HeadingPairs>
  <TitlesOfParts>
    <vt:vector size="104" baseType="lpstr">
      <vt:lpstr>Arial</vt:lpstr>
      <vt:lpstr>宋体</vt:lpstr>
      <vt:lpstr>Wingdings</vt:lpstr>
      <vt:lpstr>江城圆体 400W</vt:lpstr>
      <vt:lpstr>微软雅黑</vt:lpstr>
      <vt:lpstr>Times New Roman</vt:lpstr>
      <vt:lpstr>黑体</vt:lpstr>
      <vt:lpstr>楷体_GB2312</vt:lpstr>
      <vt:lpstr>新宋体</vt:lpstr>
      <vt:lpstr>Arial Unicode MS</vt:lpstr>
      <vt:lpstr>Calibri</vt:lpstr>
      <vt:lpstr>汉仪文黑-55简</vt:lpstr>
      <vt:lpstr>汉仪铸字超然体W</vt:lpstr>
      <vt:lpstr>MiSans Normal</vt:lpstr>
      <vt:lpstr>等线</vt:lpstr>
      <vt:lpstr>Segoe UI</vt:lpstr>
      <vt:lpstr>Wingdings</vt:lpstr>
      <vt:lpstr>+中文标题</vt:lpstr>
      <vt:lpstr>Segoe Print</vt:lpstr>
      <vt:lpstr>Office 主题</vt:lpstr>
      <vt:lpstr>1_Office 主题</vt:lpstr>
      <vt:lpstr>Office 主题​​</vt:lpstr>
      <vt:lpstr>3_Office 主题​​</vt:lpstr>
      <vt:lpstr>法理与宪法学</vt:lpstr>
      <vt:lpstr>PowerPoint 演示文稿</vt:lpstr>
      <vt:lpstr>第一章  宪法总论</vt:lpstr>
      <vt:lpstr>第一节   宪法的概念和本质</vt:lpstr>
      <vt:lpstr>PowerPoint 演示文稿</vt:lpstr>
      <vt:lpstr>PowerPoint 演示文稿</vt:lpstr>
      <vt:lpstr>PowerPoint 演示文稿</vt:lpstr>
      <vt:lpstr>古罗马遗址</vt:lpstr>
      <vt:lpstr>PowerPoint 演示文稿</vt:lpstr>
      <vt:lpstr>PowerPoint 演示文稿</vt:lpstr>
      <vt:lpstr>3.近代 “宪法” 传入中国</vt:lpstr>
      <vt:lpstr>4.古代 “宪法” 与近代 “宪法”的区别</vt:lpstr>
      <vt:lpstr>（二）宪法的特征</vt:lpstr>
      <vt:lpstr>2.程序——制定和修改程序的严格性</vt:lpstr>
      <vt:lpstr>PowerPoint 演示文稿</vt:lpstr>
      <vt:lpstr>PowerPoint 演示文稿</vt:lpstr>
      <vt:lpstr>3.效力——最高法律效力</vt:lpstr>
      <vt:lpstr>二、宪法的本质</vt:lpstr>
      <vt:lpstr>（二）宪法是各种政治力量对比关系的集中体现</vt:lpstr>
      <vt:lpstr>2.宪法规定各阶级在国家中的地位及相互关系</vt:lpstr>
      <vt:lpstr>3.宪法随阶级力量对比关系变化而变化</vt:lpstr>
      <vt:lpstr>宪法的定义</vt:lpstr>
      <vt:lpstr>第二节   宪法的分类和渊源</vt:lpstr>
      <vt:lpstr>一、宪法的分类</vt:lpstr>
      <vt:lpstr>（二）其他分类</vt:lpstr>
      <vt:lpstr>2、刚性宪法与柔性宪法（按法律效力与修宪程序）</vt:lpstr>
      <vt:lpstr>3、钦定宪法、民定宪法与协定宪法（按制定主体）</vt:lpstr>
      <vt:lpstr>4、近代宪法与现代宪法（按历史发展阶段）</vt:lpstr>
      <vt:lpstr>二、宪法的渊源</vt:lpstr>
      <vt:lpstr>（二）宪法性法律</vt:lpstr>
      <vt:lpstr>（三）宪法惯例</vt:lpstr>
      <vt:lpstr>（四）宪法判例</vt:lpstr>
      <vt:lpstr>（五）宪法解释</vt:lpstr>
      <vt:lpstr>（六）国际条约</vt:lpstr>
      <vt:lpstr>总结</vt:lpstr>
      <vt:lpstr>PowerPoint 演示文稿</vt:lpstr>
      <vt:lpstr>第三节   宪法的制定、解释和修改</vt:lpstr>
      <vt:lpstr>一、宪法的制定</vt:lpstr>
      <vt:lpstr>3、制宪权的主体：人民</vt:lpstr>
      <vt:lpstr>（二）制宪机关</vt:lpstr>
      <vt:lpstr>PowerPoint 演示文稿</vt:lpstr>
      <vt:lpstr>（四）我国宪法的制定</vt:lpstr>
      <vt:lpstr>二、宪法的解释</vt:lpstr>
      <vt:lpstr>PowerPoint 演示文稿</vt:lpstr>
      <vt:lpstr>宪法解释机关和宪法解释体制</vt:lpstr>
      <vt:lpstr>宪法解释的分类</vt:lpstr>
      <vt:lpstr>3、按方法划分</vt:lpstr>
      <vt:lpstr>PowerPoint 演示文稿</vt:lpstr>
      <vt:lpstr>PowerPoint 演示文稿</vt:lpstr>
      <vt:lpstr>三、宪法的修改 </vt:lpstr>
      <vt:lpstr>（三）宪法修改的内容限制</vt:lpstr>
      <vt:lpstr>PowerPoint 演示文稿</vt:lpstr>
      <vt:lpstr>2、部分修改  定义：仅对宪法部分内容调整，不重新颁布整部宪法，是宪法内容的局部完善。</vt:lpstr>
      <vt:lpstr>PowerPoint 演示文稿</vt:lpstr>
      <vt:lpstr>讨论</vt:lpstr>
      <vt:lpstr>PowerPoint 演示文稿</vt:lpstr>
      <vt:lpstr>第四节   宪法关系和宪法规范</vt:lpstr>
      <vt:lpstr>PowerPoint 演示文稿</vt:lpstr>
      <vt:lpstr>（二）宪法关系的内容</vt:lpstr>
      <vt:lpstr>PowerPoint 演示文稿</vt:lpstr>
      <vt:lpstr>PowerPoint 演示文稿</vt:lpstr>
      <vt:lpstr>当你说“我有受教育的权利”时，这实际上构成了一个典型的宪法关系，其中涉及多个主体的义务承担：</vt:lpstr>
      <vt:lpstr>二、宪法规范</vt:lpstr>
      <vt:lpstr>（一）宪法规范的特点</vt:lpstr>
      <vt:lpstr>PowerPoint 演示文稿</vt:lpstr>
      <vt:lpstr>支持"宪法规范的原则性是优点"这一观点，理由如下：</vt:lpstr>
      <vt:lpstr>（二）宪法规范的种类</vt:lpstr>
      <vt:lpstr>PowerPoint 演示文稿</vt:lpstr>
      <vt:lpstr>（三）宪法规范的逻辑结构</vt:lpstr>
      <vt:lpstr>宪法规范和宪法条文的关系：</vt:lpstr>
      <vt:lpstr>第五节   宪法的效力和作用</vt:lpstr>
      <vt:lpstr>一、宪法的效力  （一）纵向效力：最高法律效力</vt:lpstr>
      <vt:lpstr>（二）横向效力：宪法的地域适用范围</vt:lpstr>
      <vt:lpstr>2、时间效力：宪法的生效与失效</vt:lpstr>
      <vt:lpstr>3、对人效力：宪法约束的主体范围</vt:lpstr>
      <vt:lpstr>4、对事效力：宪法调整的事项范围</vt:lpstr>
      <vt:lpstr>（三）我国宪法序言的法律效力</vt:lpstr>
      <vt:lpstr>二、宪法的作用</vt:lpstr>
      <vt:lpstr>PowerPoint 演示文稿</vt:lpstr>
      <vt:lpstr>5、维护国家统一和世界和平</vt:lpstr>
      <vt:lpstr>课后预习任务：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公安法制基础</dc:title>
  <dc:creator>user</dc:creator>
  <cp:lastModifiedBy>蓝色的”记忆</cp:lastModifiedBy>
  <cp:revision>181</cp:revision>
  <dcterms:created xsi:type="dcterms:W3CDTF">2018-10-23T01:46:00Z</dcterms:created>
  <dcterms:modified xsi:type="dcterms:W3CDTF">2025-11-26T10:27:20Z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87A65BCB6F994658B6552153E8190DE0_13</vt:lpwstr>
  </property>
  <property fmtid="{D5CDD505-2E9C-101B-9397-08002B2CF9AE}" pid="3" name="KSOProductBuildVer">
    <vt:lpwstr>2052-12.1.0.23542</vt:lpwstr>
  </property>
</Properties>
</file>