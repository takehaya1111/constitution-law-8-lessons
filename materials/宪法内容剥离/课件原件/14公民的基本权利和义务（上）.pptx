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2.svg" ContentType="image/svg+xml"/>
  <Override PartName="/ppt/media/image25.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4.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8"/>
  </p:notesMasterIdLst>
  <p:handoutMasterIdLst>
    <p:handoutMasterId r:id="rId72"/>
  </p:handoutMasterIdLst>
  <p:sldIdLst>
    <p:sldId id="360" r:id="rId5"/>
    <p:sldId id="434" r:id="rId6"/>
    <p:sldId id="437" r:id="rId7"/>
    <p:sldId id="563" r:id="rId9"/>
    <p:sldId id="712" r:id="rId10"/>
    <p:sldId id="713" r:id="rId11"/>
    <p:sldId id="572" r:id="rId12"/>
    <p:sldId id="616" r:id="rId13"/>
    <p:sldId id="617" r:id="rId14"/>
    <p:sldId id="577" r:id="rId15"/>
    <p:sldId id="564" r:id="rId16"/>
    <p:sldId id="565" r:id="rId17"/>
    <p:sldId id="567" r:id="rId18"/>
    <p:sldId id="622" r:id="rId19"/>
    <p:sldId id="623" r:id="rId20"/>
    <p:sldId id="631" r:id="rId21"/>
    <p:sldId id="630" r:id="rId22"/>
    <p:sldId id="626" r:id="rId23"/>
    <p:sldId id="581" r:id="rId24"/>
    <p:sldId id="582" r:id="rId25"/>
    <p:sldId id="584" r:id="rId26"/>
    <p:sldId id="586" r:id="rId27"/>
    <p:sldId id="587" r:id="rId28"/>
    <p:sldId id="632" r:id="rId29"/>
    <p:sldId id="633" r:id="rId30"/>
    <p:sldId id="590" r:id="rId31"/>
    <p:sldId id="634" r:id="rId32"/>
    <p:sldId id="593" r:id="rId33"/>
    <p:sldId id="635" r:id="rId34"/>
    <p:sldId id="595" r:id="rId35"/>
    <p:sldId id="596" r:id="rId36"/>
    <p:sldId id="598" r:id="rId37"/>
    <p:sldId id="599" r:id="rId38"/>
    <p:sldId id="636" r:id="rId39"/>
    <p:sldId id="601" r:id="rId40"/>
    <p:sldId id="602" r:id="rId41"/>
    <p:sldId id="637" r:id="rId42"/>
    <p:sldId id="597" r:id="rId43"/>
    <p:sldId id="604" r:id="rId44"/>
    <p:sldId id="606" r:id="rId45"/>
    <p:sldId id="607" r:id="rId46"/>
    <p:sldId id="609" r:id="rId47"/>
    <p:sldId id="610" r:id="rId48"/>
    <p:sldId id="614" r:id="rId49"/>
    <p:sldId id="612" r:id="rId50"/>
    <p:sldId id="613" r:id="rId51"/>
    <p:sldId id="642" r:id="rId52"/>
    <p:sldId id="655" r:id="rId53"/>
    <p:sldId id="658" r:id="rId54"/>
    <p:sldId id="661" r:id="rId55"/>
    <p:sldId id="644" r:id="rId56"/>
    <p:sldId id="645" r:id="rId57"/>
    <p:sldId id="650" r:id="rId58"/>
    <p:sldId id="652" r:id="rId59"/>
    <p:sldId id="664" r:id="rId60"/>
    <p:sldId id="699" r:id="rId61"/>
    <p:sldId id="701" r:id="rId62"/>
    <p:sldId id="702" r:id="rId63"/>
    <p:sldId id="707" r:id="rId64"/>
    <p:sldId id="706" r:id="rId65"/>
    <p:sldId id="708" r:id="rId66"/>
    <p:sldId id="709" r:id="rId67"/>
    <p:sldId id="710" r:id="rId68"/>
    <p:sldId id="560" r:id="rId69"/>
    <p:sldId id="711" r:id="rId70"/>
    <p:sldId id="433" r:id="rId71"/>
  </p:sldIdLst>
  <p:sldSz cx="12192000" cy="6858000"/>
  <p:notesSz cx="6858000" cy="9144000"/>
  <p:custDataLst>
    <p:tags r:id="rId7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_1679281038" initials="W" lastIdx="0" clrIdx="0"/>
  <p:cmAuthor id="2" name="123" initials="1" lastIdx="0" clrIdx="1"/>
  <p:cmAuthor id="3" name="作者" initials="A" lastIdx="0" clrIdx="2"/>
  <p:cmAuthor id="4" name="幸全" initials="幸全" lastIdx="0" clrIdx="3"/>
  <p:cmAuthor id="5" name="熊仪_aYju7RJj" initials="熊" lastIdx="0" clrIdx="4"/>
  <p:cmAuthor id="6" name="yifei" initials="y" lastIdx="0" clrIdx="5"/>
  <p:cmAuthor id="7" name="ADMIN" initials="A" lastIdx="0" clrIdx="6"/>
  <p:cmAuthor id="8" name="zhouzean" initials="z" lastIdx="0" clrIdx="7"/>
  <p:cmAuthor id="9" name="李鹏飞_6bQfzI3a" initials="李" lastIdx="0" clrIdx="8"/>
  <p:cmAuthor id="10" name="李晓菲_MZFnUzi6" initials="李" lastIdx="0" clrIdx="9"/>
  <p:cmAuthor id="11" name="小珞_QjMfU7FR" initials="小" lastIdx="0" clrIdx="10"/>
  <p:cmAuthor id="12" name="骆倩怡_Znauj26B" initials="authorId_382814100" lastIdx="0" clrIdx="1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D41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2" d="100"/>
          <a:sy n="82" d="100"/>
        </p:scale>
        <p:origin x="79" y="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notesMaster" Target="notesMasters/notesMaster1.xml"/><Relationship Id="rId77" Type="http://schemas.openxmlformats.org/officeDocument/2006/relationships/tags" Target="tags/tag628.xml"/><Relationship Id="rId76" Type="http://schemas.openxmlformats.org/officeDocument/2006/relationships/commentAuthors" Target="commentAuthors.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C74111-FE09-45D0-92F5-E11C30BFC8B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C74111-FE09-45D0-92F5-E11C30BFC8B6}"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a:miter lim="800000"/>
          </a:ln>
        </p:spPr>
      </p:sp>
      <p:sp>
        <p:nvSpPr>
          <p:cNvPr id="5123" name="文本占位符 2"/>
          <p:cNvSpPr>
            <a:spLocks noGrp="1"/>
          </p:cNvSpPr>
          <p:nvPr>
            <p:ph type="body"/>
          </p:nvPr>
        </p:nvSpPr>
        <p:spPr/>
        <p:txBody>
          <a:bodyPr wrap="square" lIns="91440" tIns="45720" rIns="91440" bIns="45720" anchor="t"/>
          <a:lstStyle/>
          <a:p>
            <a:pPr lvl="0" eaLnBrk="1" hangingPunct="1"/>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EAE5C4-0DEC-4E7A-9906-BD05543582DB}"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8" Type="http://schemas.openxmlformats.org/officeDocument/2006/relationships/tags" Target="../tags/tag50.xml"/><Relationship Id="rId17" Type="http://schemas.openxmlformats.org/officeDocument/2006/relationships/tags" Target="../tags/tag49.xml"/><Relationship Id="rId16" Type="http://schemas.openxmlformats.org/officeDocument/2006/relationships/tags" Target="../tags/tag48.xml"/><Relationship Id="rId15" Type="http://schemas.openxmlformats.org/officeDocument/2006/relationships/tags" Target="../tags/tag47.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B9B7081-9B1B-4B88-BC45-5E46DD0B2F5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7AD08E-E2ED-4E93-AA42-BB36D906D7F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97790B-0AC9-4944-A8B1-6CA4A3F152B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0DEBE8-17F1-4515-941E-7A7539103067}"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33" name="矩形 32"/>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custDataLst>
              <p:tags r:id="rId3"/>
            </p:custDataLst>
          </p:nvPr>
        </p:nvSpPr>
        <p:spPr>
          <a:xfrm>
            <a:off x="6919595"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p:custDataLst>
              <p:tags r:id="rId4"/>
            </p:custDataLst>
          </p:nvPr>
        </p:nvSpPr>
        <p:spPr>
          <a:xfrm>
            <a:off x="8441055"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5" name="直接连接符 14"/>
          <p:cNvCxnSpPr/>
          <p:nvPr>
            <p:custDataLst>
              <p:tags r:id="rId5"/>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3" name="椭圆 22"/>
          <p:cNvSpPr/>
          <p:nvPr>
            <p:custDataLst>
              <p:tags r:id="rId8"/>
            </p:custDataLst>
          </p:nvPr>
        </p:nvSpPr>
        <p:spPr>
          <a:xfrm>
            <a:off x="6892945" y="969581"/>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5" name="椭圆 24"/>
          <p:cNvSpPr/>
          <p:nvPr>
            <p:custDataLst>
              <p:tags r:id="rId9"/>
            </p:custDataLst>
          </p:nvPr>
        </p:nvSpPr>
        <p:spPr>
          <a:xfrm>
            <a:off x="9102739" y="4021926"/>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6" name="任意多边形: 形状 25"/>
          <p:cNvSpPr/>
          <p:nvPr>
            <p:custDataLst>
              <p:tags r:id="rId10"/>
            </p:custDataLst>
          </p:nvPr>
        </p:nvSpPr>
        <p:spPr>
          <a:xfrm>
            <a:off x="996315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图形 24"/>
          <p:cNvSpPr/>
          <p:nvPr>
            <p:custDataLst>
              <p:tags r:id="rId11"/>
            </p:custDataLst>
          </p:nvPr>
        </p:nvSpPr>
        <p:spPr>
          <a:xfrm>
            <a:off x="996315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29" name="图形 16"/>
          <p:cNvSpPr/>
          <p:nvPr>
            <p:custDataLst>
              <p:tags r:id="rId12"/>
            </p:custDataLst>
          </p:nvPr>
        </p:nvSpPr>
        <p:spPr>
          <a:xfrm>
            <a:off x="77133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2" name="标题 1"/>
          <p:cNvSpPr>
            <a:spLocks noGrp="1"/>
          </p:cNvSpPr>
          <p:nvPr>
            <p:ph type="ctrTitle" hasCustomPrompt="1"/>
            <p:custDataLst>
              <p:tags r:id="rId13"/>
            </p:custDataLst>
          </p:nvPr>
        </p:nvSpPr>
        <p:spPr>
          <a:xfrm>
            <a:off x="1068110" y="1415134"/>
            <a:ext cx="6217877" cy="2610488"/>
          </a:xfrm>
          <a:noFill/>
        </p:spPr>
        <p:txBody>
          <a:bodyPr wrap="square" anchor="b" anchorCtr="0">
            <a:normAutofit/>
          </a:bodyPr>
          <a:lstStyle>
            <a:lvl1pPr>
              <a:defRPr lang="zh-CN" altLang="en-US" sz="6000" dirty="0">
                <a:solidFill>
                  <a:schemeClr val="tx2"/>
                </a:solidFill>
                <a:latin typeface="+mj-ea"/>
                <a:cs typeface="+mn-cs"/>
              </a:defRPr>
            </a:lvl1pPr>
          </a:lstStyle>
          <a:p>
            <a:pPr marL="0" lvl="0"/>
            <a:r>
              <a:rPr lang="zh-CN" altLang="en-US" dirty="0"/>
              <a:t>单击此处</a:t>
            </a:r>
            <a:br>
              <a:rPr lang="en-US" altLang="zh-CN" dirty="0"/>
            </a:br>
            <a:r>
              <a:rPr lang="zh-CN" altLang="en-US" dirty="0"/>
              <a:t>编辑母版标题样式</a:t>
            </a:r>
            <a:endParaRPr lang="zh-CN" altLang="en-US" dirty="0"/>
          </a:p>
        </p:txBody>
      </p:sp>
      <p:sp>
        <p:nvSpPr>
          <p:cNvPr id="10" name="公司名占位符 6"/>
          <p:cNvSpPr>
            <a:spLocks noGrp="1"/>
          </p:cNvSpPr>
          <p:nvPr>
            <p:ph type="body" sz="quarter" idx="13" hasCustomPrompt="1"/>
            <p:custDataLst>
              <p:tags r:id="rId14"/>
            </p:custDataLst>
          </p:nvPr>
        </p:nvSpPr>
        <p:spPr>
          <a:xfrm>
            <a:off x="1442126" y="523878"/>
            <a:ext cx="2880000" cy="504000"/>
          </a:xfrm>
        </p:spPr>
        <p:txBody>
          <a:bodyPr wrap="square" anchor="ctr">
            <a:normAutofit/>
          </a:bodyPr>
          <a:lstStyle>
            <a:lvl1pPr marL="0" indent="0">
              <a:lnSpc>
                <a:spcPct val="100000"/>
              </a:lnSpc>
              <a:buNone/>
              <a:defRPr sz="1800"/>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5"/>
            </p:custDataLst>
          </p:nvPr>
        </p:nvSpPr>
        <p:spPr>
          <a:xfrm>
            <a:off x="1068109" y="4481316"/>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
        <p:nvSpPr>
          <p:cNvPr id="4" name="日期占位符 3"/>
          <p:cNvSpPr>
            <a:spLocks noGrp="1"/>
          </p:cNvSpPr>
          <p:nvPr>
            <p:ph type="dt" sz="half" idx="10"/>
            <p:custDataLst>
              <p:tags r:id="rId1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7"/>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8"/>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lvl1pPr>
              <a:defRPr sz="2400"/>
            </a:lvl1pPr>
            <a:lvl2pPr>
              <a:defRPr sz="2000"/>
            </a:lvl2pPr>
            <a:lvl3pPr>
              <a:defRPr sz="1800"/>
            </a:lvl3pPr>
            <a:lvl4pPr>
              <a:defRPr sz="1600"/>
            </a:lvl4pPr>
            <a:lvl5pPr>
              <a:defRPr sz="14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1" name="矩形 20"/>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任意多边形: 形状 2"/>
          <p:cNvSpPr/>
          <p:nvPr>
            <p:custDataLst>
              <p:tags r:id="rId3"/>
            </p:custDataLst>
          </p:nvPr>
        </p:nvSpPr>
        <p:spPr>
          <a:xfrm flipV="1">
            <a:off x="10654388" y="5436721"/>
            <a:ext cx="1537612" cy="1421279"/>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a:gsLst>
              <a:gs pos="14000">
                <a:schemeClr val="accent1">
                  <a:alpha val="15000"/>
                </a:schemeClr>
              </a:gs>
              <a:gs pos="100000">
                <a:schemeClr val="accent1">
                  <a:alpha val="0"/>
                </a:schemeClr>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2" name="任意多边形: 形状 11"/>
          <p:cNvSpPr/>
          <p:nvPr>
            <p:custDataLst>
              <p:tags r:id="rId4"/>
            </p:custDataLst>
          </p:nvPr>
        </p:nvSpPr>
        <p:spPr>
          <a:xfrm>
            <a:off x="11353800" y="1026561"/>
            <a:ext cx="70184" cy="305594"/>
          </a:xfrm>
          <a:custGeom>
            <a:avLst/>
            <a:gdLst>
              <a:gd name="connsiteX0" fmla="*/ 35092 w 70184"/>
              <a:gd name="connsiteY0" fmla="*/ 235410 h 305594"/>
              <a:gd name="connsiteX1" fmla="*/ 70184 w 70184"/>
              <a:gd name="connsiteY1" fmla="*/ 270502 h 305594"/>
              <a:gd name="connsiteX2" fmla="*/ 35092 w 70184"/>
              <a:gd name="connsiteY2" fmla="*/ 305594 h 305594"/>
              <a:gd name="connsiteX3" fmla="*/ 0 w 70184"/>
              <a:gd name="connsiteY3" fmla="*/ 270502 h 305594"/>
              <a:gd name="connsiteX4" fmla="*/ 35092 w 70184"/>
              <a:gd name="connsiteY4" fmla="*/ 235410 h 305594"/>
              <a:gd name="connsiteX5" fmla="*/ 35092 w 70184"/>
              <a:gd name="connsiteY5" fmla="*/ 117705 h 305594"/>
              <a:gd name="connsiteX6" fmla="*/ 70184 w 70184"/>
              <a:gd name="connsiteY6" fmla="*/ 152797 h 305594"/>
              <a:gd name="connsiteX7" fmla="*/ 35092 w 70184"/>
              <a:gd name="connsiteY7" fmla="*/ 187889 h 305594"/>
              <a:gd name="connsiteX8" fmla="*/ 0 w 70184"/>
              <a:gd name="connsiteY8" fmla="*/ 152797 h 305594"/>
              <a:gd name="connsiteX9" fmla="*/ 35092 w 70184"/>
              <a:gd name="connsiteY9" fmla="*/ 117705 h 305594"/>
              <a:gd name="connsiteX10" fmla="*/ 35092 w 70184"/>
              <a:gd name="connsiteY10" fmla="*/ 0 h 305594"/>
              <a:gd name="connsiteX11" fmla="*/ 70184 w 70184"/>
              <a:gd name="connsiteY11" fmla="*/ 35092 h 305594"/>
              <a:gd name="connsiteX12" fmla="*/ 35092 w 70184"/>
              <a:gd name="connsiteY12" fmla="*/ 70184 h 305594"/>
              <a:gd name="connsiteX13" fmla="*/ 0 w 70184"/>
              <a:gd name="connsiteY13" fmla="*/ 35092 h 305594"/>
              <a:gd name="connsiteX14" fmla="*/ 35092 w 70184"/>
              <a:gd name="connsiteY14" fmla="*/ 0 h 30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184" h="305594">
                <a:moveTo>
                  <a:pt x="35092" y="235410"/>
                </a:moveTo>
                <a:cubicBezTo>
                  <a:pt x="54473" y="235410"/>
                  <a:pt x="70184" y="251121"/>
                  <a:pt x="70184" y="270502"/>
                </a:cubicBezTo>
                <a:cubicBezTo>
                  <a:pt x="70184" y="289883"/>
                  <a:pt x="54473" y="305594"/>
                  <a:pt x="35092" y="305594"/>
                </a:cubicBezTo>
                <a:cubicBezTo>
                  <a:pt x="15711" y="305594"/>
                  <a:pt x="0" y="289883"/>
                  <a:pt x="0" y="270502"/>
                </a:cubicBezTo>
                <a:cubicBezTo>
                  <a:pt x="0" y="251121"/>
                  <a:pt x="15711" y="235410"/>
                  <a:pt x="35092" y="235410"/>
                </a:cubicBezTo>
                <a:close/>
                <a:moveTo>
                  <a:pt x="35092" y="117705"/>
                </a:moveTo>
                <a:cubicBezTo>
                  <a:pt x="54473" y="117705"/>
                  <a:pt x="70184" y="133416"/>
                  <a:pt x="70184" y="152797"/>
                </a:cubicBezTo>
                <a:cubicBezTo>
                  <a:pt x="70184" y="172178"/>
                  <a:pt x="54473" y="187889"/>
                  <a:pt x="35092" y="187889"/>
                </a:cubicBezTo>
                <a:cubicBezTo>
                  <a:pt x="15711" y="187889"/>
                  <a:pt x="0" y="172178"/>
                  <a:pt x="0" y="152797"/>
                </a:cubicBezTo>
                <a:cubicBezTo>
                  <a:pt x="0" y="133416"/>
                  <a:pt x="15711" y="117705"/>
                  <a:pt x="35092" y="117705"/>
                </a:cubicBezTo>
                <a:close/>
                <a:moveTo>
                  <a:pt x="35092" y="0"/>
                </a:moveTo>
                <a:cubicBezTo>
                  <a:pt x="54473" y="0"/>
                  <a:pt x="70184" y="15711"/>
                  <a:pt x="70184" y="35092"/>
                </a:cubicBezTo>
                <a:cubicBezTo>
                  <a:pt x="70184" y="54473"/>
                  <a:pt x="54473" y="70184"/>
                  <a:pt x="35092" y="70184"/>
                </a:cubicBezTo>
                <a:cubicBezTo>
                  <a:pt x="15711" y="70184"/>
                  <a:pt x="0" y="54473"/>
                  <a:pt x="0" y="35092"/>
                </a:cubicBezTo>
                <a:cubicBezTo>
                  <a:pt x="0" y="15711"/>
                  <a:pt x="15711" y="0"/>
                  <a:pt x="35092"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图形 12"/>
          <p:cNvSpPr/>
          <p:nvPr>
            <p:custDataLst>
              <p:tags r:id="rId5"/>
            </p:custDataLst>
          </p:nvPr>
        </p:nvSpPr>
        <p:spPr>
          <a:xfrm flipH="1">
            <a:off x="0" y="0"/>
            <a:ext cx="2095499" cy="2260811"/>
          </a:xfrm>
          <a:custGeom>
            <a:avLst/>
            <a:gdLst>
              <a:gd name="connsiteX0" fmla="*/ 2815 w 1616032"/>
              <a:gd name="connsiteY0" fmla="*/ 0 h 1743519"/>
              <a:gd name="connsiteX1" fmla="*/ 641847 w 1616032"/>
              <a:gd name="connsiteY1" fmla="*/ 0 h 1743519"/>
              <a:gd name="connsiteX2" fmla="*/ 637180 w 1616032"/>
              <a:gd name="connsiteY2" fmla="*/ 93917 h 1743519"/>
              <a:gd name="connsiteX3" fmla="*/ 1392513 w 1616032"/>
              <a:gd name="connsiteY3" fmla="*/ 1121474 h 1743519"/>
              <a:gd name="connsiteX4" fmla="*/ 1601491 w 1616032"/>
              <a:gd name="connsiteY4" fmla="*/ 1520000 h 1743519"/>
              <a:gd name="connsiteX5" fmla="*/ 1202965 w 1616032"/>
              <a:gd name="connsiteY5" fmla="*/ 1728978 h 1743519"/>
              <a:gd name="connsiteX6" fmla="*/ 196744 w 1616032"/>
              <a:gd name="connsiteY6" fmla="*/ 889826 h 1743519"/>
              <a:gd name="connsiteX7" fmla="*/ 53 w 1616032"/>
              <a:gd name="connsiteY7" fmla="*/ 82868 h 1743519"/>
              <a:gd name="connsiteX8" fmla="*/ 2815 w 1616032"/>
              <a:gd name="connsiteY8" fmla="*/ 0 h 1743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6032" h="1743519">
                <a:moveTo>
                  <a:pt x="2815" y="0"/>
                </a:moveTo>
                <a:lnTo>
                  <a:pt x="641847" y="0"/>
                </a:lnTo>
                <a:cubicBezTo>
                  <a:pt x="641847" y="0"/>
                  <a:pt x="637180" y="93917"/>
                  <a:pt x="637180" y="93917"/>
                </a:cubicBezTo>
                <a:cubicBezTo>
                  <a:pt x="637085" y="552164"/>
                  <a:pt x="932550" y="978027"/>
                  <a:pt x="1392513" y="1121474"/>
                </a:cubicBezTo>
                <a:cubicBezTo>
                  <a:pt x="1560248" y="1173766"/>
                  <a:pt x="1653879" y="1352264"/>
                  <a:pt x="1601491" y="1520000"/>
                </a:cubicBezTo>
                <a:cubicBezTo>
                  <a:pt x="1549199" y="1687735"/>
                  <a:pt x="1370700" y="1781366"/>
                  <a:pt x="1202965" y="1728978"/>
                </a:cubicBezTo>
                <a:cubicBezTo>
                  <a:pt x="766434" y="1592866"/>
                  <a:pt x="409151" y="1294829"/>
                  <a:pt x="196744" y="889826"/>
                </a:cubicBezTo>
                <a:cubicBezTo>
                  <a:pt x="63965" y="636746"/>
                  <a:pt x="-2138" y="360807"/>
                  <a:pt x="53" y="82868"/>
                </a:cubicBezTo>
                <a:lnTo>
                  <a:pt x="2815" y="0"/>
                </a:lnTo>
                <a:close/>
              </a:path>
            </a:pathLst>
          </a:custGeom>
          <a:gradFill flip="none" rotWithShape="1">
            <a:gsLst>
              <a:gs pos="1300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sym typeface="+mn-ea"/>
            </a:endParaRPr>
          </a:p>
        </p:txBody>
      </p:sp>
      <p:sp>
        <p:nvSpPr>
          <p:cNvPr id="14" name="任意多边形: 形状 3"/>
          <p:cNvSpPr/>
          <p:nvPr>
            <p:custDataLst>
              <p:tags r:id="rId6"/>
            </p:custDataLst>
          </p:nvPr>
        </p:nvSpPr>
        <p:spPr>
          <a:xfrm flipH="1">
            <a:off x="1" y="331978"/>
            <a:ext cx="767050" cy="815541"/>
          </a:xfrm>
          <a:custGeom>
            <a:avLst/>
            <a:gdLst>
              <a:gd name="connsiteX0" fmla="*/ 266085 w 960878"/>
              <a:gd name="connsiteY0" fmla="*/ 601 h 1021622"/>
              <a:gd name="connsiteX1" fmla="*/ 124392 w 960878"/>
              <a:gd name="connsiteY1" fmla="*/ 33408 h 1021622"/>
              <a:gd name="connsiteX2" fmla="*/ 33363 w 960878"/>
              <a:gd name="connsiteY2" fmla="*/ 373190 h 1021622"/>
              <a:gd name="connsiteX3" fmla="*/ 846063 w 960878"/>
              <a:gd name="connsiteY3" fmla="*/ 996773 h 1021622"/>
              <a:gd name="connsiteX4" fmla="*/ 960878 w 960878"/>
              <a:gd name="connsiteY4" fmla="*/ 1021622 h 1021622"/>
              <a:gd name="connsiteX5" fmla="*/ 960878 w 960878"/>
              <a:gd name="connsiteY5" fmla="*/ 510304 h 1021622"/>
              <a:gd name="connsiteX6" fmla="*/ 860484 w 960878"/>
              <a:gd name="connsiteY6" fmla="*/ 476220 h 1021622"/>
              <a:gd name="connsiteX7" fmla="*/ 464256 w 960878"/>
              <a:gd name="connsiteY7" fmla="*/ 124437 h 1021622"/>
              <a:gd name="connsiteX8" fmla="*/ 266085 w 960878"/>
              <a:gd name="connsiteY8" fmla="*/ 601 h 102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878" h="1021622">
                <a:moveTo>
                  <a:pt x="266085" y="601"/>
                </a:moveTo>
                <a:cubicBezTo>
                  <a:pt x="218244" y="-2721"/>
                  <a:pt x="168993" y="7661"/>
                  <a:pt x="124392" y="33408"/>
                </a:cubicBezTo>
                <a:cubicBezTo>
                  <a:pt x="5456" y="102096"/>
                  <a:pt x="-35325" y="254254"/>
                  <a:pt x="33363" y="373190"/>
                </a:cubicBezTo>
                <a:cubicBezTo>
                  <a:pt x="212099" y="682822"/>
                  <a:pt x="500718" y="904248"/>
                  <a:pt x="846063" y="996773"/>
                </a:cubicBezTo>
                <a:lnTo>
                  <a:pt x="960878" y="1021622"/>
                </a:lnTo>
                <a:lnTo>
                  <a:pt x="960878" y="510304"/>
                </a:lnTo>
                <a:lnTo>
                  <a:pt x="860484" y="476220"/>
                </a:lnTo>
                <a:cubicBezTo>
                  <a:pt x="699387" y="407201"/>
                  <a:pt x="558441" y="287559"/>
                  <a:pt x="464256" y="124437"/>
                </a:cubicBezTo>
                <a:cubicBezTo>
                  <a:pt x="421317" y="50019"/>
                  <a:pt x="345735" y="6249"/>
                  <a:pt x="266085" y="601"/>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5" name="椭圆 14"/>
          <p:cNvSpPr/>
          <p:nvPr>
            <p:custDataLst>
              <p:tags r:id="rId7"/>
            </p:custDataLst>
          </p:nvPr>
        </p:nvSpPr>
        <p:spPr>
          <a:xfrm>
            <a:off x="102870" y="140335"/>
            <a:ext cx="171450" cy="171450"/>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椭圆 15"/>
          <p:cNvSpPr/>
          <p:nvPr>
            <p:custDataLst>
              <p:tags r:id="rId8"/>
            </p:custDataLst>
          </p:nvPr>
        </p:nvSpPr>
        <p:spPr>
          <a:xfrm>
            <a:off x="1499843" y="1269396"/>
            <a:ext cx="546697" cy="546697"/>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0"/>
            </p:custDataLst>
          </p:nvPr>
        </p:nvSpPr>
        <p:spPr/>
        <p:txBody>
          <a:bodyPr/>
          <a:lstStyle/>
          <a:p>
            <a:endParaRPr lang="zh-CN" alt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hasCustomPrompt="1"/>
            <p:custDataLst>
              <p:tags r:id="rId12"/>
            </p:custDataLst>
          </p:nvPr>
        </p:nvSpPr>
        <p:spPr>
          <a:xfrm>
            <a:off x="9283700" y="547696"/>
            <a:ext cx="1814518" cy="1263324"/>
          </a:xfrm>
          <a:noFill/>
        </p:spPr>
        <p:txBody>
          <a:bodyPr vert="horz" wrap="square" rtlCol="0" anchor="ctr" anchorCtr="0">
            <a:normAutofit/>
          </a:bodyPr>
          <a:lstStyle>
            <a:lvl1pPr algn="ctr">
              <a:defRPr lang="zh-CN" altLang="en-US" sz="6000" dirty="0">
                <a:gradFill>
                  <a:gsLst>
                    <a:gs pos="0">
                      <a:schemeClr val="accent1">
                        <a:lumMod val="40000"/>
                        <a:lumOff val="60000"/>
                      </a:schemeClr>
                    </a:gs>
                    <a:gs pos="62000">
                      <a:schemeClr val="accent1"/>
                    </a:gs>
                  </a:gsLst>
                  <a:lin ang="2700000" scaled="1"/>
                </a:gradFill>
              </a:defRPr>
            </a:lvl1pPr>
          </a:lstStyle>
          <a:p>
            <a:pPr marL="0" lvl="0" algn="r"/>
            <a:r>
              <a:rPr lang="zh-CN" altLang="en-US" dirty="0"/>
              <a:t>标题</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6" name="矩形 25"/>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图形 23"/>
          <p:cNvSpPr/>
          <p:nvPr>
            <p:custDataLst>
              <p:tags r:id="rId3"/>
            </p:custDataLst>
          </p:nvPr>
        </p:nvSpPr>
        <p:spPr>
          <a:xfrm>
            <a:off x="1068515" y="803142"/>
            <a:ext cx="4202128" cy="4488048"/>
          </a:xfrm>
          <a:custGeom>
            <a:avLst/>
            <a:gdLst>
              <a:gd name="connsiteX0" fmla="*/ 585922 w 3326429"/>
              <a:gd name="connsiteY0" fmla="*/ 283866 h 3552767"/>
              <a:gd name="connsiteX1" fmla="*/ 3042610 w 3326429"/>
              <a:gd name="connsiteY1" fmla="*/ 812123 h 3552767"/>
              <a:gd name="connsiteX2" fmla="*/ 2514258 w 3326429"/>
              <a:gd name="connsiteY2" fmla="*/ 3268906 h 3552767"/>
              <a:gd name="connsiteX3" fmla="*/ 57475 w 3326429"/>
              <a:gd name="connsiteY3" fmla="*/ 2740554 h 3552767"/>
              <a:gd name="connsiteX4" fmla="*/ 164250 w 3326429"/>
              <a:gd name="connsiteY4" fmla="*/ 2244302 h 3552767"/>
              <a:gd name="connsiteX5" fmla="*/ 660503 w 3326429"/>
              <a:gd name="connsiteY5" fmla="*/ 2351077 h 3552767"/>
              <a:gd name="connsiteX6" fmla="*/ 2124686 w 3326429"/>
              <a:gd name="connsiteY6" fmla="*/ 2665974 h 3552767"/>
              <a:gd name="connsiteX7" fmla="*/ 2439582 w 3326429"/>
              <a:gd name="connsiteY7" fmla="*/ 1201790 h 3552767"/>
              <a:gd name="connsiteX8" fmla="*/ 975399 w 3326429"/>
              <a:gd name="connsiteY8" fmla="*/ 886894 h 3552767"/>
              <a:gd name="connsiteX9" fmla="*/ 479147 w 3326429"/>
              <a:gd name="connsiteY9" fmla="*/ 780119 h 3552767"/>
              <a:gd name="connsiteX10" fmla="*/ 585922 w 3326429"/>
              <a:gd name="connsiteY10" fmla="*/ 283866 h 3552767"/>
              <a:gd name="connsiteX11" fmla="*/ 585922 w 3326429"/>
              <a:gd name="connsiteY11" fmla="*/ 283866 h 355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26429" h="3552767">
                <a:moveTo>
                  <a:pt x="585922" y="283866"/>
                </a:moveTo>
                <a:cubicBezTo>
                  <a:pt x="1408977" y="-247819"/>
                  <a:pt x="2511020" y="-10742"/>
                  <a:pt x="3042610" y="812123"/>
                </a:cubicBezTo>
                <a:cubicBezTo>
                  <a:pt x="3574200" y="1634987"/>
                  <a:pt x="3337218" y="2737220"/>
                  <a:pt x="2514258" y="3268906"/>
                </a:cubicBezTo>
                <a:cubicBezTo>
                  <a:pt x="1691203" y="3800592"/>
                  <a:pt x="589160" y="3563514"/>
                  <a:pt x="57475" y="2740554"/>
                </a:cubicBezTo>
                <a:cubicBezTo>
                  <a:pt x="-50062" y="2574057"/>
                  <a:pt x="-2342" y="2351839"/>
                  <a:pt x="164250" y="2244302"/>
                </a:cubicBezTo>
                <a:cubicBezTo>
                  <a:pt x="330747" y="2136764"/>
                  <a:pt x="552965" y="2184485"/>
                  <a:pt x="660503" y="2351077"/>
                </a:cubicBezTo>
                <a:cubicBezTo>
                  <a:pt x="977304" y="2841519"/>
                  <a:pt x="1634148" y="2982870"/>
                  <a:pt x="2124686" y="2665974"/>
                </a:cubicBezTo>
                <a:cubicBezTo>
                  <a:pt x="2615223" y="2349077"/>
                  <a:pt x="2756479" y="1692328"/>
                  <a:pt x="2439582" y="1201790"/>
                </a:cubicBezTo>
                <a:cubicBezTo>
                  <a:pt x="2122686" y="711253"/>
                  <a:pt x="1465937" y="569997"/>
                  <a:pt x="975399" y="886894"/>
                </a:cubicBezTo>
                <a:cubicBezTo>
                  <a:pt x="808902" y="994431"/>
                  <a:pt x="586684" y="946711"/>
                  <a:pt x="479147" y="780119"/>
                </a:cubicBezTo>
                <a:cubicBezTo>
                  <a:pt x="371609" y="613622"/>
                  <a:pt x="419330" y="391403"/>
                  <a:pt x="585922" y="283866"/>
                </a:cubicBezTo>
                <a:lnTo>
                  <a:pt x="585922" y="283866"/>
                </a:lnTo>
                <a:close/>
              </a:path>
            </a:pathLst>
          </a:custGeom>
          <a:solidFill>
            <a:schemeClr val="accent1">
              <a:lumMod val="20000"/>
              <a:lumOff val="80000"/>
              <a:alpha val="50000"/>
            </a:schemeClr>
          </a:solidFill>
          <a:ln w="9525" cap="flat">
            <a:noFill/>
            <a:prstDash val="solid"/>
            <a:miter/>
          </a:ln>
        </p:spPr>
        <p:txBody>
          <a:bodyPr rtlCol="0" anchor="ctr"/>
          <a:lstStyle/>
          <a:p>
            <a:endParaRPr lang="zh-CN" altLang="en-US"/>
          </a:p>
        </p:txBody>
      </p:sp>
      <p:sp>
        <p:nvSpPr>
          <p:cNvPr id="11" name="矩形 10"/>
          <p:cNvSpPr/>
          <p:nvPr>
            <p:custDataLst>
              <p:tags r:id="rId4"/>
            </p:custDataLst>
          </p:nvPr>
        </p:nvSpPr>
        <p:spPr>
          <a:xfrm>
            <a:off x="8469650" y="2639425"/>
            <a:ext cx="2477770" cy="334645"/>
          </a:xfrm>
          <a:prstGeom prst="rect">
            <a:avLst/>
          </a:prstGeom>
          <a:gradFill flip="none" rotWithShape="1">
            <a:gsLst>
              <a:gs pos="0">
                <a:schemeClr val="accent1">
                  <a:lumMod val="20000"/>
                  <a:lumOff val="80000"/>
                  <a:alpha val="0"/>
                </a:schemeClr>
              </a:gs>
              <a:gs pos="100000">
                <a:schemeClr val="accent1">
                  <a:lumMod val="20000"/>
                  <a:lumOff val="80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图形 13"/>
          <p:cNvSpPr/>
          <p:nvPr>
            <p:custDataLst>
              <p:tags r:id="rId5"/>
            </p:custDataLst>
          </p:nvPr>
        </p:nvSpPr>
        <p:spPr>
          <a:xfrm>
            <a:off x="1312042" y="1331347"/>
            <a:ext cx="3352258" cy="3352256"/>
          </a:xfrm>
          <a:custGeom>
            <a:avLst/>
            <a:gdLst>
              <a:gd name="connsiteX0" fmla="*/ 1509808 w 3019615"/>
              <a:gd name="connsiteY0" fmla="*/ 3019520 h 3019615"/>
              <a:gd name="connsiteX1" fmla="*/ 0 w 3019615"/>
              <a:gd name="connsiteY1" fmla="*/ 1509808 h 3019615"/>
              <a:gd name="connsiteX2" fmla="*/ 1509808 w 3019615"/>
              <a:gd name="connsiteY2" fmla="*/ 0 h 3019615"/>
              <a:gd name="connsiteX3" fmla="*/ 3019616 w 3019615"/>
              <a:gd name="connsiteY3" fmla="*/ 1509808 h 3019615"/>
              <a:gd name="connsiteX4" fmla="*/ 2638616 w 3019615"/>
              <a:gd name="connsiteY4" fmla="*/ 1890808 h 3019615"/>
              <a:gd name="connsiteX5" fmla="*/ 2257616 w 3019615"/>
              <a:gd name="connsiteY5" fmla="*/ 1509808 h 3019615"/>
              <a:gd name="connsiteX6" fmla="*/ 1509808 w 3019615"/>
              <a:gd name="connsiteY6" fmla="*/ 762000 h 3019615"/>
              <a:gd name="connsiteX7" fmla="*/ 762000 w 3019615"/>
              <a:gd name="connsiteY7" fmla="*/ 1509808 h 3019615"/>
              <a:gd name="connsiteX8" fmla="*/ 1509808 w 3019615"/>
              <a:gd name="connsiteY8" fmla="*/ 2257616 h 3019615"/>
              <a:gd name="connsiteX9" fmla="*/ 1890808 w 3019615"/>
              <a:gd name="connsiteY9" fmla="*/ 2638616 h 3019615"/>
              <a:gd name="connsiteX10" fmla="*/ 1509808 w 3019615"/>
              <a:gd name="connsiteY10" fmla="*/ 3019616 h 301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19615" h="3019615">
                <a:moveTo>
                  <a:pt x="1509808" y="3019520"/>
                </a:moveTo>
                <a:cubicBezTo>
                  <a:pt x="677323" y="3019520"/>
                  <a:pt x="0" y="2342293"/>
                  <a:pt x="0" y="1509808"/>
                </a:cubicBezTo>
                <a:cubicBezTo>
                  <a:pt x="0" y="677323"/>
                  <a:pt x="677323" y="0"/>
                  <a:pt x="1509808" y="0"/>
                </a:cubicBezTo>
                <a:cubicBezTo>
                  <a:pt x="2342293" y="0"/>
                  <a:pt x="3019616" y="677323"/>
                  <a:pt x="3019616" y="1509808"/>
                </a:cubicBezTo>
                <a:cubicBezTo>
                  <a:pt x="3019616" y="1720215"/>
                  <a:pt x="2849023" y="1890808"/>
                  <a:pt x="2638616" y="1890808"/>
                </a:cubicBezTo>
                <a:cubicBezTo>
                  <a:pt x="2428208" y="1890808"/>
                  <a:pt x="2257616" y="1720215"/>
                  <a:pt x="2257616" y="1509808"/>
                </a:cubicBezTo>
                <a:cubicBezTo>
                  <a:pt x="2257616" y="1097471"/>
                  <a:pt x="1922145" y="762000"/>
                  <a:pt x="1509808" y="762000"/>
                </a:cubicBezTo>
                <a:cubicBezTo>
                  <a:pt x="1097471" y="762000"/>
                  <a:pt x="762000" y="1097471"/>
                  <a:pt x="762000" y="1509808"/>
                </a:cubicBezTo>
                <a:cubicBezTo>
                  <a:pt x="762000" y="1922145"/>
                  <a:pt x="1097471" y="2257616"/>
                  <a:pt x="1509808" y="2257616"/>
                </a:cubicBezTo>
                <a:cubicBezTo>
                  <a:pt x="1720215" y="2257616"/>
                  <a:pt x="1890808" y="2428208"/>
                  <a:pt x="1890808" y="2638616"/>
                </a:cubicBezTo>
                <a:cubicBezTo>
                  <a:pt x="1890808" y="2849023"/>
                  <a:pt x="1720215" y="3019616"/>
                  <a:pt x="1509808" y="3019616"/>
                </a:cubicBezTo>
                <a:close/>
              </a:path>
            </a:pathLst>
          </a:custGeom>
          <a:gradFill flip="none" rotWithShape="1">
            <a:gsLst>
              <a:gs pos="0">
                <a:schemeClr val="accent1">
                  <a:lumMod val="40000"/>
                  <a:lumOff val="60000"/>
                </a:schemeClr>
              </a:gs>
              <a:gs pos="80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13" name="直接连接符 12"/>
          <p:cNvCxnSpPr/>
          <p:nvPr>
            <p:custDataLst>
              <p:tags r:id="rId6"/>
            </p:custDataLst>
          </p:nvPr>
        </p:nvCxnSpPr>
        <p:spPr>
          <a:xfrm>
            <a:off x="11778000" y="2356902"/>
            <a:ext cx="0" cy="2871449"/>
          </a:xfrm>
          <a:prstGeom prst="line">
            <a:avLst/>
          </a:prstGeom>
          <a:ln>
            <a:solidFill>
              <a:schemeClr val="accent1">
                <a:alpha val="18000"/>
              </a:schemeClr>
            </a:solidFill>
          </a:ln>
        </p:spPr>
        <p:style>
          <a:lnRef idx="1">
            <a:schemeClr val="accent1"/>
          </a:lnRef>
          <a:fillRef idx="0">
            <a:schemeClr val="accent1"/>
          </a:fillRef>
          <a:effectRef idx="0">
            <a:schemeClr val="accent1"/>
          </a:effectRef>
          <a:fontRef idx="minor">
            <a:schemeClr val="tx1"/>
          </a:fontRef>
        </p:style>
      </p:cxnSp>
      <p:sp>
        <p:nvSpPr>
          <p:cNvPr id="14" name="椭圆 13"/>
          <p:cNvSpPr/>
          <p:nvPr>
            <p:custDataLst>
              <p:tags r:id="rId7"/>
            </p:custDataLst>
          </p:nvPr>
        </p:nvSpPr>
        <p:spPr>
          <a:xfrm>
            <a:off x="2620121" y="2639425"/>
            <a:ext cx="736100" cy="736100"/>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p:nvPr>
            <p:custDataLst>
              <p:tags r:id="rId8"/>
            </p:custDataLst>
          </p:nvPr>
        </p:nvSpPr>
        <p:spPr>
          <a:xfrm>
            <a:off x="4745253" y="3924161"/>
            <a:ext cx="444436" cy="444436"/>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任意多边形: 形状 15"/>
          <p:cNvSpPr/>
          <p:nvPr>
            <p:custDataLst>
              <p:tags r:id="rId9"/>
            </p:custDataLst>
          </p:nvPr>
        </p:nvSpPr>
        <p:spPr>
          <a:xfrm flipH="1" flipV="1">
            <a:off x="0" y="0"/>
            <a:ext cx="1259205" cy="833120"/>
          </a:xfrm>
          <a:custGeom>
            <a:avLst/>
            <a:gdLst>
              <a:gd name="connsiteX0" fmla="*/ 1259430 w 1259430"/>
              <a:gd name="connsiteY0" fmla="*/ 833045 h 833045"/>
              <a:gd name="connsiteX1" fmla="*/ 0 w 1259430"/>
              <a:gd name="connsiteY1" fmla="*/ 833045 h 833045"/>
              <a:gd name="connsiteX2" fmla="*/ 10126 w 1259430"/>
              <a:gd name="connsiteY2" fmla="*/ 819504 h 833045"/>
              <a:gd name="connsiteX3" fmla="*/ 1126137 w 1259430"/>
              <a:gd name="connsiteY3" fmla="*/ 38726 h 833045"/>
              <a:gd name="connsiteX4" fmla="*/ 1259430 w 1259430"/>
              <a:gd name="connsiteY4" fmla="*/ 0 h 833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430" h="833045">
                <a:moveTo>
                  <a:pt x="1259430" y="833045"/>
                </a:moveTo>
                <a:lnTo>
                  <a:pt x="0" y="833045"/>
                </a:lnTo>
                <a:lnTo>
                  <a:pt x="10126" y="819504"/>
                </a:lnTo>
                <a:cubicBezTo>
                  <a:pt x="301323" y="466655"/>
                  <a:pt x="685952" y="193770"/>
                  <a:pt x="1126137" y="38726"/>
                </a:cubicBezTo>
                <a:lnTo>
                  <a:pt x="1259430" y="0"/>
                </a:lnTo>
                <a:close/>
              </a:path>
            </a:pathLst>
          </a:custGeom>
          <a:solidFill>
            <a:schemeClr val="accent1">
              <a:lumMod val="20000"/>
              <a:lumOff val="8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椭圆 20"/>
          <p:cNvSpPr/>
          <p:nvPr>
            <p:custDataLst>
              <p:tags r:id="rId10"/>
            </p:custDataLst>
          </p:nvPr>
        </p:nvSpPr>
        <p:spPr>
          <a:xfrm>
            <a:off x="1482507" y="4643034"/>
            <a:ext cx="217666" cy="217664"/>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29" name="直接连接符 28"/>
          <p:cNvCxnSpPr/>
          <p:nvPr>
            <p:custDataLst>
              <p:tags r:id="rId11"/>
            </p:custDataLst>
          </p:nvPr>
        </p:nvCxnSpPr>
        <p:spPr>
          <a:xfrm>
            <a:off x="1069698"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12"/>
            </p:custDataLst>
          </p:nvPr>
        </p:nvCxnSpPr>
        <p:spPr>
          <a:xfrm>
            <a:off x="1069698"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13"/>
            </p:custDataLst>
          </p:nvPr>
        </p:nvCxnSpPr>
        <p:spPr>
          <a:xfrm>
            <a:off x="1069698"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4" name="日期占位符 4"/>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5"/>
            </p:custDataLst>
          </p:nvPr>
        </p:nvSpPr>
        <p:spPr/>
        <p:txBody>
          <a:bodyPr/>
          <a:lstStyle/>
          <a:p>
            <a:endParaRPr lang="zh-CN" altLang="en-US"/>
          </a:p>
        </p:txBody>
      </p:sp>
      <p:sp>
        <p:nvSpPr>
          <p:cNvPr id="6" name="灯片编号占位符 6"/>
          <p:cNvSpPr>
            <a:spLocks noGrp="1"/>
          </p:cNvSpPr>
          <p:nvPr>
            <p:ph type="sldNum" sz="quarter" idx="12"/>
            <p:custDataLst>
              <p:tags r:id="rId16"/>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17"/>
            </p:custDataLst>
          </p:nvPr>
        </p:nvSpPr>
        <p:spPr>
          <a:xfrm>
            <a:off x="5514170" y="3048024"/>
            <a:ext cx="5412458" cy="1759920"/>
          </a:xfrm>
        </p:spPr>
        <p:txBody>
          <a:bodyPr wrap="square" anchor="b">
            <a:normAutofit/>
          </a:bodyPr>
          <a:lstStyle>
            <a:lvl1pPr algn="r">
              <a:defRPr sz="5400">
                <a:solidFill>
                  <a:schemeClr val="tx2"/>
                </a:solidFill>
              </a:defRPr>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8"/>
            </p:custDataLst>
          </p:nvPr>
        </p:nvSpPr>
        <p:spPr>
          <a:xfrm>
            <a:off x="6575549" y="966615"/>
            <a:ext cx="4351080" cy="2062700"/>
          </a:xfrm>
        </p:spPr>
        <p:txBody>
          <a:bodyPr wrap="none" anchor="b" anchorCtr="0">
            <a:normAutofit/>
          </a:bodyPr>
          <a:lstStyle>
            <a:lvl1pPr marL="0" indent="0" algn="r">
              <a:buNone/>
              <a:defRPr sz="8000" b="1">
                <a:gradFill flip="none" rotWithShape="1">
                  <a:gsLst>
                    <a:gs pos="0">
                      <a:schemeClr val="accent1">
                        <a:lumMod val="60000"/>
                        <a:lumOff val="40000"/>
                      </a:schemeClr>
                    </a:gs>
                    <a:gs pos="40000">
                      <a:schemeClr val="accent1"/>
                    </a:gs>
                  </a:gsLst>
                  <a:lin ang="2700000" scaled="1"/>
                  <a:tileRect/>
                </a:gradFill>
              </a:defRPr>
            </a:lvl1pPr>
          </a:lstStyle>
          <a:p>
            <a:pPr lvl="0"/>
            <a:r>
              <a:rPr lang="zh-CN" altLang="en-US" dirty="0"/>
              <a:t>节编号</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3"/>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8" name="标题 7"/>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dirty="0"/>
              <a:t>单击此处编辑母版标题样式</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6" name="矩形 25"/>
          <p:cNvSpPr/>
          <p:nvPr>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3"/>
            </p:custDataLst>
          </p:nvPr>
        </p:nvSpPr>
        <p:spPr>
          <a:xfrm flipV="1">
            <a:off x="10733104" y="5509481"/>
            <a:ext cx="1458895" cy="1348518"/>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gradFill flip="none" rotWithShape="1">
            <a:gsLst>
              <a:gs pos="0">
                <a:schemeClr val="accent1">
                  <a:lumMod val="20000"/>
                  <a:lumOff val="80000"/>
                  <a:alpha val="50000"/>
                </a:schemeClr>
              </a:gs>
              <a:gs pos="72000">
                <a:schemeClr val="accent1">
                  <a:lumMod val="20000"/>
                  <a:lumOff val="80000"/>
                  <a:alpha val="0"/>
                </a:schemeClr>
              </a:gs>
            </a:gsLst>
            <a:lin ang="189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7" name="任意多边形: 形状 6"/>
          <p:cNvSpPr/>
          <p:nvPr>
            <p:custDataLst>
              <p:tags r:id="rId4"/>
            </p:custDataLst>
          </p:nvPr>
        </p:nvSpPr>
        <p:spPr>
          <a:xfrm flipH="1">
            <a:off x="0" y="0"/>
            <a:ext cx="5272405" cy="48736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20000"/>
              <a:lumOff val="80000"/>
              <a:alpha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p:custDataLst>
              <p:tags r:id="rId5"/>
            </p:custDataLst>
          </p:nvPr>
        </p:nvSpPr>
        <p:spPr>
          <a:xfrm flipH="1">
            <a:off x="0" y="0"/>
            <a:ext cx="3750945" cy="3641725"/>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bg1">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p:cNvSpPr/>
          <p:nvPr>
            <p:custDataLst>
              <p:tags r:id="rId6"/>
            </p:custDataLst>
          </p:nvPr>
        </p:nvSpPr>
        <p:spPr>
          <a:xfrm flipH="1">
            <a:off x="4859423" y="917634"/>
            <a:ext cx="288925" cy="288925"/>
          </a:xfrm>
          <a:prstGeom prst="ellipse">
            <a:avLst/>
          </a:prstGeom>
          <a:gradFill flip="none" rotWithShape="1">
            <a:gsLst>
              <a:gs pos="1300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形状 14"/>
          <p:cNvSpPr/>
          <p:nvPr>
            <p:custDataLst>
              <p:tags r:id="rId7"/>
            </p:custDataLst>
          </p:nvPr>
        </p:nvSpPr>
        <p:spPr>
          <a:xfrm flipH="1">
            <a:off x="0" y="0"/>
            <a:ext cx="2228850" cy="2164080"/>
          </a:xfrm>
          <a:custGeom>
            <a:avLst/>
            <a:gdLst>
              <a:gd name="connsiteX0" fmla="*/ 0 w 5045967"/>
              <a:gd name="connsiteY0" fmla="*/ 0 h 5048938"/>
              <a:gd name="connsiteX1" fmla="*/ 5045967 w 5045967"/>
              <a:gd name="connsiteY1" fmla="*/ 0 h 5048938"/>
              <a:gd name="connsiteX2" fmla="*/ 5045967 w 5045967"/>
              <a:gd name="connsiteY2" fmla="*/ 5048938 h 5048938"/>
              <a:gd name="connsiteX3" fmla="*/ 4808055 w 5045967"/>
              <a:gd name="connsiteY3" fmla="*/ 5042922 h 5048938"/>
              <a:gd name="connsiteX4" fmla="*/ 6093 w 5045967"/>
              <a:gd name="connsiteY4" fmla="*/ 240959 h 504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5967" h="5048938">
                <a:moveTo>
                  <a:pt x="0" y="0"/>
                </a:moveTo>
                <a:lnTo>
                  <a:pt x="5045967" y="0"/>
                </a:lnTo>
                <a:lnTo>
                  <a:pt x="5045967" y="5048938"/>
                </a:lnTo>
                <a:lnTo>
                  <a:pt x="4808055" y="5042922"/>
                </a:lnTo>
                <a:cubicBezTo>
                  <a:pt x="2215925" y="4911527"/>
                  <a:pt x="137488" y="2833089"/>
                  <a:pt x="6093" y="240959"/>
                </a:cubicBezTo>
                <a:close/>
              </a:path>
            </a:pathLst>
          </a:custGeom>
          <a:solidFill>
            <a:schemeClr val="accent1">
              <a:lumMod val="60000"/>
              <a:lumOff val="40000"/>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6" name="图形 24"/>
          <p:cNvSpPr/>
          <p:nvPr>
            <p:custDataLst>
              <p:tags r:id="rId8"/>
            </p:custDataLst>
          </p:nvPr>
        </p:nvSpPr>
        <p:spPr>
          <a:xfrm flipH="1">
            <a:off x="0" y="589915"/>
            <a:ext cx="2228850" cy="1643380"/>
          </a:xfrm>
          <a:custGeom>
            <a:avLst/>
            <a:gdLst>
              <a:gd name="connsiteX0" fmla="*/ 305151 w 1622268"/>
              <a:gd name="connsiteY0" fmla="*/ 689 h 1196098"/>
              <a:gd name="connsiteX1" fmla="*/ 532418 w 1622268"/>
              <a:gd name="connsiteY1" fmla="*/ 142707 h 1196098"/>
              <a:gd name="connsiteX2" fmla="*/ 1579882 w 1622268"/>
              <a:gd name="connsiteY2" fmla="*/ 601241 h 1196098"/>
              <a:gd name="connsiteX3" fmla="*/ 1622269 w 1622268"/>
              <a:gd name="connsiteY3" fmla="*/ 589430 h 1196098"/>
              <a:gd name="connsiteX4" fmla="*/ 1622269 w 1622268"/>
              <a:gd name="connsiteY4" fmla="*/ 1173217 h 1196098"/>
              <a:gd name="connsiteX5" fmla="*/ 1567976 w 1622268"/>
              <a:gd name="connsiteY5" fmla="*/ 1183123 h 1196098"/>
              <a:gd name="connsiteX6" fmla="*/ 970282 w 1622268"/>
              <a:gd name="connsiteY6" fmla="*/ 1143118 h 1196098"/>
              <a:gd name="connsiteX7" fmla="*/ 38261 w 1622268"/>
              <a:gd name="connsiteY7" fmla="*/ 427981 h 1196098"/>
              <a:gd name="connsiteX8" fmla="*/ 142655 w 1622268"/>
              <a:gd name="connsiteY8" fmla="*/ 38313 h 1196098"/>
              <a:gd name="connsiteX9" fmla="*/ 305151 w 1622268"/>
              <a:gd name="connsiteY9" fmla="*/ 689 h 1196098"/>
              <a:gd name="connsiteX10" fmla="*/ 305151 w 1622268"/>
              <a:gd name="connsiteY10" fmla="*/ 689 h 119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22268" h="1196098">
                <a:moveTo>
                  <a:pt x="305151" y="689"/>
                </a:moveTo>
                <a:cubicBezTo>
                  <a:pt x="396496" y="7166"/>
                  <a:pt x="483174" y="57363"/>
                  <a:pt x="532418" y="142707"/>
                </a:cubicBezTo>
                <a:cubicBezTo>
                  <a:pt x="748445" y="516849"/>
                  <a:pt x="1178975" y="691538"/>
                  <a:pt x="1579882" y="601241"/>
                </a:cubicBezTo>
                <a:lnTo>
                  <a:pt x="1622269" y="589430"/>
                </a:lnTo>
                <a:lnTo>
                  <a:pt x="1622269" y="1173217"/>
                </a:lnTo>
                <a:cubicBezTo>
                  <a:pt x="1622269" y="1173217"/>
                  <a:pt x="1567976" y="1183123"/>
                  <a:pt x="1567976" y="1183123"/>
                </a:cubicBezTo>
                <a:cubicBezTo>
                  <a:pt x="1370713" y="1209126"/>
                  <a:pt x="1168307" y="1196172"/>
                  <a:pt x="970282" y="1143118"/>
                </a:cubicBezTo>
                <a:cubicBezTo>
                  <a:pt x="574233" y="1037009"/>
                  <a:pt x="243239" y="783073"/>
                  <a:pt x="38261" y="427981"/>
                </a:cubicBezTo>
                <a:cubicBezTo>
                  <a:pt x="-40511" y="291583"/>
                  <a:pt x="6257" y="117085"/>
                  <a:pt x="142655" y="38313"/>
                </a:cubicBezTo>
                <a:cubicBezTo>
                  <a:pt x="193804" y="8786"/>
                  <a:pt x="250287" y="-3121"/>
                  <a:pt x="305151" y="689"/>
                </a:cubicBezTo>
                <a:lnTo>
                  <a:pt x="305151" y="689"/>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19" name="图形 16"/>
          <p:cNvSpPr/>
          <p:nvPr>
            <p:custDataLst>
              <p:tags r:id="rId9"/>
            </p:custDataLst>
          </p:nvPr>
        </p:nvSpPr>
        <p:spPr>
          <a:xfrm flipH="1">
            <a:off x="829945" y="0"/>
            <a:ext cx="3648710" cy="3936365"/>
          </a:xfrm>
          <a:custGeom>
            <a:avLst/>
            <a:gdLst>
              <a:gd name="connsiteX0" fmla="*/ 4671 w 2738556"/>
              <a:gd name="connsiteY0" fmla="*/ 0 h 2954675"/>
              <a:gd name="connsiteX1" fmla="*/ 1087663 w 2738556"/>
              <a:gd name="connsiteY1" fmla="*/ 0 h 2954675"/>
              <a:gd name="connsiteX2" fmla="*/ 1079662 w 2738556"/>
              <a:gd name="connsiteY2" fmla="*/ 159068 h 2954675"/>
              <a:gd name="connsiteX3" fmla="*/ 2359727 w 2738556"/>
              <a:gd name="connsiteY3" fmla="*/ 1900523 h 2954675"/>
              <a:gd name="connsiteX4" fmla="*/ 2713962 w 2738556"/>
              <a:gd name="connsiteY4" fmla="*/ 2575846 h 2954675"/>
              <a:gd name="connsiteX5" fmla="*/ 2038639 w 2738556"/>
              <a:gd name="connsiteY5" fmla="*/ 2930081 h 2954675"/>
              <a:gd name="connsiteX6" fmla="*/ 333378 w 2738556"/>
              <a:gd name="connsiteY6" fmla="*/ 1507998 h 2954675"/>
              <a:gd name="connsiteX7" fmla="*/ 99 w 2738556"/>
              <a:gd name="connsiteY7" fmla="*/ 140399 h 2954675"/>
              <a:gd name="connsiteX8" fmla="*/ 4671 w 2738556"/>
              <a:gd name="connsiteY8" fmla="*/ 0 h 295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8556" h="2954675">
                <a:moveTo>
                  <a:pt x="4671" y="0"/>
                </a:moveTo>
                <a:lnTo>
                  <a:pt x="1087663" y="0"/>
                </a:lnTo>
                <a:cubicBezTo>
                  <a:pt x="1087663" y="0"/>
                  <a:pt x="1079662" y="159068"/>
                  <a:pt x="1079662" y="159068"/>
                </a:cubicBezTo>
                <a:cubicBezTo>
                  <a:pt x="1079472" y="935736"/>
                  <a:pt x="1580201" y="1657350"/>
                  <a:pt x="2359727" y="1900523"/>
                </a:cubicBezTo>
                <a:cubicBezTo>
                  <a:pt x="2643953" y="1989201"/>
                  <a:pt x="2802639" y="2291620"/>
                  <a:pt x="2713962" y="2575846"/>
                </a:cubicBezTo>
                <a:cubicBezTo>
                  <a:pt x="2625284" y="2860072"/>
                  <a:pt x="2322865" y="3018758"/>
                  <a:pt x="2038639" y="2930081"/>
                </a:cubicBezTo>
                <a:cubicBezTo>
                  <a:pt x="1298928" y="2699290"/>
                  <a:pt x="693328" y="2194274"/>
                  <a:pt x="333378" y="1507998"/>
                </a:cubicBezTo>
                <a:cubicBezTo>
                  <a:pt x="108398" y="1079087"/>
                  <a:pt x="-3807" y="611410"/>
                  <a:pt x="99" y="140399"/>
                </a:cubicBezTo>
                <a:lnTo>
                  <a:pt x="4671" y="0"/>
                </a:lnTo>
                <a:close/>
              </a:path>
            </a:pathLst>
          </a:cu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cxnSp>
        <p:nvCxnSpPr>
          <p:cNvPr id="27" name="直接连接符 26"/>
          <p:cNvCxnSpPr/>
          <p:nvPr>
            <p:custDataLst>
              <p:tags r:id="rId10"/>
            </p:custDataLst>
          </p:nvPr>
        </p:nvCxnSpPr>
        <p:spPr>
          <a:xfrm>
            <a:off x="10930251" y="688340"/>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11"/>
            </p:custDataLst>
          </p:nvPr>
        </p:nvCxnSpPr>
        <p:spPr>
          <a:xfrm>
            <a:off x="10930251" y="75755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custDataLst>
              <p:tags r:id="rId12"/>
            </p:custDataLst>
          </p:nvPr>
        </p:nvCxnSpPr>
        <p:spPr>
          <a:xfrm>
            <a:off x="10930251" y="826135"/>
            <a:ext cx="191770"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13"/>
            </p:custDataLst>
          </p:nvPr>
        </p:nvSpPr>
        <p:spPr>
          <a:xfrm flipH="1">
            <a:off x="1401445" y="4279089"/>
            <a:ext cx="808355" cy="808355"/>
          </a:xfrm>
          <a:prstGeom prst="ellipse">
            <a:avLst/>
          </a:prstGeom>
          <a:gradFill flip="none" rotWithShape="1">
            <a:gsLst>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254000" dist="254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 name="日期占位符 3"/>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p:txBody>
          <a:bodyPr/>
          <a:lstStyle/>
          <a:p>
            <a:endParaRPr lang="zh-CN" altLang="en-US"/>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ctrTitle"/>
            <p:custDataLst>
              <p:tags r:id="rId17"/>
            </p:custDataLst>
          </p:nvPr>
        </p:nvSpPr>
        <p:spPr>
          <a:xfrm>
            <a:off x="2351686" y="2487519"/>
            <a:ext cx="8810024" cy="1222785"/>
          </a:xfrm>
        </p:spPr>
        <p:txBody>
          <a:bodyPr wrap="square" anchor="b" anchorCtr="0">
            <a:normAutofit/>
          </a:bodyPr>
          <a:lstStyle>
            <a:lvl1pPr algn="r">
              <a:lnSpc>
                <a:spcPct val="100000"/>
              </a:lnSpc>
              <a:defRPr sz="5400">
                <a:solidFill>
                  <a:schemeClr val="tx2"/>
                </a:solidFill>
              </a:defRPr>
            </a:lvl1pPr>
          </a:lstStyle>
          <a:p>
            <a:r>
              <a:rPr lang="zh-CN" altLang="en-US" dirty="0"/>
              <a:t>单击此处编辑母版标题样式</a:t>
            </a:r>
            <a:endParaRPr lang="zh-CN" altLang="en-US" dirty="0"/>
          </a:p>
        </p:txBody>
      </p:sp>
      <p:sp>
        <p:nvSpPr>
          <p:cNvPr id="10" name="公司名占位符 6"/>
          <p:cNvSpPr>
            <a:spLocks noGrp="1"/>
          </p:cNvSpPr>
          <p:nvPr>
            <p:ph type="body" sz="quarter" idx="13" hasCustomPrompt="1"/>
            <p:custDataLst>
              <p:tags r:id="rId18"/>
            </p:custDataLst>
          </p:nvPr>
        </p:nvSpPr>
        <p:spPr>
          <a:xfrm>
            <a:off x="7861296" y="504000"/>
            <a:ext cx="2880000" cy="504000"/>
          </a:xfrm>
        </p:spPr>
        <p:txBody>
          <a:bodyPr wrap="square" anchor="ctr">
            <a:normAutofit/>
          </a:bodyPr>
          <a:lstStyle>
            <a:lvl1pPr marL="0" indent="0" algn="r">
              <a:lnSpc>
                <a:spcPct val="100000"/>
              </a:lnSpc>
              <a:buNone/>
              <a:defRPr sz="1800"/>
            </a:lvl1pPr>
          </a:lstStyle>
          <a:p>
            <a:pPr lvl="0"/>
            <a:r>
              <a:rPr lang="zh-CN" altLang="en-US" dirty="0"/>
              <a:t>公司名</a:t>
            </a:r>
            <a:endParaRPr lang="zh-CN" altLang="en-US" dirty="0"/>
          </a:p>
        </p:txBody>
      </p:sp>
      <p:sp>
        <p:nvSpPr>
          <p:cNvPr id="20" name="署名占位符 10"/>
          <p:cNvSpPr>
            <a:spLocks noGrp="1"/>
          </p:cNvSpPr>
          <p:nvPr>
            <p:ph type="body" sz="quarter" idx="17" hasCustomPrompt="1"/>
            <p:custDataLst>
              <p:tags r:id="rId19"/>
            </p:custDataLst>
          </p:nvPr>
        </p:nvSpPr>
        <p:spPr>
          <a:xfrm>
            <a:off x="8284455" y="4085899"/>
            <a:ext cx="2880000" cy="504000"/>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wrap="square" anchor="ctr">
            <a:normAutofit/>
          </a:bodyPr>
          <a:lstStyle>
            <a:lvl1pPr marL="0" indent="0" algn="ctr">
              <a:lnSpc>
                <a:spcPct val="100000"/>
              </a:lnSpc>
              <a:buNone/>
              <a:defRPr sz="1800" b="0">
                <a:solidFill>
                  <a:schemeClr val="tx2"/>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4" Type="http://schemas.openxmlformats.org/officeDocument/2006/relationships/theme" Target="../theme/theme3.xml"/><Relationship Id="rId23" Type="http://schemas.openxmlformats.org/officeDocument/2006/relationships/tags" Target="../tags/tag110.xml"/><Relationship Id="rId22" Type="http://schemas.openxmlformats.org/officeDocument/2006/relationships/tags" Target="../tags/tag109.xml"/><Relationship Id="rId21" Type="http://schemas.openxmlformats.org/officeDocument/2006/relationships/tags" Target="../tags/tag108.xml"/><Relationship Id="rId20" Type="http://schemas.openxmlformats.org/officeDocument/2006/relationships/tags" Target="../tags/tag107.xml"/><Relationship Id="rId2" Type="http://schemas.openxmlformats.org/officeDocument/2006/relationships/slideLayout" Target="../slideLayouts/slideLayout24.xml"/><Relationship Id="rId19" Type="http://schemas.openxmlformats.org/officeDocument/2006/relationships/tags" Target="../tags/tag106.xml"/><Relationship Id="rId18" Type="http://schemas.openxmlformats.org/officeDocument/2006/relationships/tags" Target="../tags/tag105.xml"/><Relationship Id="rId17" Type="http://schemas.openxmlformats.org/officeDocument/2006/relationships/tags" Target="../tags/tag104.xml"/><Relationship Id="rId16" Type="http://schemas.openxmlformats.org/officeDocument/2006/relationships/tags" Target="../tags/tag103.xml"/><Relationship Id="rId15" Type="http://schemas.openxmlformats.org/officeDocument/2006/relationships/tags" Target="../tags/tag102.xml"/><Relationship Id="rId14" Type="http://schemas.openxmlformats.org/officeDocument/2006/relationships/tags" Target="../tags/tag101.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B7081-9B1B-4B88-BC45-5E46DD0B2F5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7AD08E-E2ED-4E93-AA42-BB36D906D7F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ts val="0"/>
        </a:spcBef>
        <a:spcAft>
          <a:spcPts val="0"/>
        </a:spcAft>
        <a:buNone/>
        <a:defRPr sz="4400" b="1" i="0" u="none" kern="1200">
          <a:solidFill>
            <a:srgbClr val="0766D4"/>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97790B-0AC9-4944-A8B1-6CA4A3F152B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DEBE8-17F1-4515-941E-7A753910306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ts val="0"/>
        </a:spcBef>
        <a:spcAft>
          <a:spcPts val="0"/>
        </a:spcAft>
        <a:buNone/>
        <a:defRPr sz="4400" b="1" i="0" u="none" kern="1200">
          <a:solidFill>
            <a:srgbClr val="2747BE"/>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0"/>
        </a:spcAft>
        <a:buFont typeface="Arial" panose="020B0604020202020204" pitchFamily="34" charset="0"/>
        <a:buChar char="•"/>
        <a:defRPr sz="3200" b="0" i="0" u="none"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p:custDataLst>
              <p:tags r:id="rId1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p:cNvSpPr/>
          <p:nvPr>
            <p:custDataLst>
              <p:tags r:id="rId13"/>
            </p:custDataLst>
          </p:nvPr>
        </p:nvSpPr>
        <p:spPr>
          <a:xfrm>
            <a:off x="10287001" y="450850"/>
            <a:ext cx="1219200" cy="711200"/>
          </a:xfrm>
          <a:custGeom>
            <a:avLst/>
            <a:gdLst>
              <a:gd name="connsiteX0" fmla="*/ 0 w 1219200"/>
              <a:gd name="connsiteY0" fmla="*/ 0 h 711200"/>
              <a:gd name="connsiteX1" fmla="*/ 1219200 w 1219200"/>
              <a:gd name="connsiteY1" fmla="*/ 165100 h 711200"/>
              <a:gd name="connsiteX2" fmla="*/ 488950 w 1219200"/>
              <a:gd name="connsiteY2" fmla="*/ 711200 h 711200"/>
              <a:gd name="connsiteX3" fmla="*/ 0 w 1219200"/>
              <a:gd name="connsiteY3" fmla="*/ 0 h 711200"/>
            </a:gdLst>
            <a:ahLst/>
            <a:cxnLst>
              <a:cxn ang="0">
                <a:pos x="connsiteX0" y="connsiteY0"/>
              </a:cxn>
              <a:cxn ang="0">
                <a:pos x="connsiteX1" y="connsiteY1"/>
              </a:cxn>
              <a:cxn ang="0">
                <a:pos x="connsiteX2" y="connsiteY2"/>
              </a:cxn>
              <a:cxn ang="0">
                <a:pos x="connsiteX3" y="connsiteY3"/>
              </a:cxn>
            </a:cxnLst>
            <a:rect l="l" t="t" r="r" b="b"/>
            <a:pathLst>
              <a:path w="1219200" h="711200">
                <a:moveTo>
                  <a:pt x="0" y="0"/>
                </a:moveTo>
                <a:lnTo>
                  <a:pt x="1219200" y="165100"/>
                </a:lnTo>
                <a:lnTo>
                  <a:pt x="488950" y="711200"/>
                </a:lnTo>
                <a:lnTo>
                  <a:pt x="0" y="0"/>
                </a:lnTo>
                <a:close/>
              </a:path>
            </a:pathLst>
          </a:custGeom>
          <a:noFill/>
          <a:ln w="3175">
            <a:solidFill>
              <a:schemeClr val="accent1">
                <a:lumMod val="20000"/>
                <a:lumOff val="8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任意多边形: 形状 20"/>
          <p:cNvSpPr/>
          <p:nvPr>
            <p:custDataLst>
              <p:tags r:id="rId14"/>
            </p:custDataLst>
          </p:nvPr>
        </p:nvSpPr>
        <p:spPr>
          <a:xfrm>
            <a:off x="10718801" y="0"/>
            <a:ext cx="1473199" cy="1361739"/>
          </a:xfrm>
          <a:custGeom>
            <a:avLst/>
            <a:gdLst>
              <a:gd name="connsiteX0" fmla="*/ 0 w 3276599"/>
              <a:gd name="connsiteY0" fmla="*/ 0 h 3028696"/>
              <a:gd name="connsiteX1" fmla="*/ 945683 w 3276599"/>
              <a:gd name="connsiteY1" fmla="*/ 0 h 3028696"/>
              <a:gd name="connsiteX2" fmla="*/ 948498 w 3276599"/>
              <a:gd name="connsiteY2" fmla="*/ 108002 h 3028696"/>
              <a:gd name="connsiteX3" fmla="*/ 3166700 w 3276599"/>
              <a:gd name="connsiteY3" fmla="*/ 2260336 h 3028696"/>
              <a:gd name="connsiteX4" fmla="*/ 3276599 w 3276599"/>
              <a:gd name="connsiteY4" fmla="*/ 2263032 h 3028696"/>
              <a:gd name="connsiteX5" fmla="*/ 3276599 w 3276599"/>
              <a:gd name="connsiteY5" fmla="*/ 3028696 h 3028696"/>
              <a:gd name="connsiteX6" fmla="*/ 3122111 w 3276599"/>
              <a:gd name="connsiteY6" fmla="*/ 3025087 h 3028696"/>
              <a:gd name="connsiteX7" fmla="*/ 3956 w 3276599"/>
              <a:gd name="connsiteY7" fmla="*/ 144544 h 302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599" h="3028696">
                <a:moveTo>
                  <a:pt x="0" y="0"/>
                </a:moveTo>
                <a:lnTo>
                  <a:pt x="945683" y="0"/>
                </a:lnTo>
                <a:lnTo>
                  <a:pt x="948498" y="108002"/>
                </a:lnTo>
                <a:cubicBezTo>
                  <a:pt x="1009194" y="1269845"/>
                  <a:pt x="1969300" y="2201442"/>
                  <a:pt x="3166700" y="2260336"/>
                </a:cubicBezTo>
                <a:lnTo>
                  <a:pt x="3276599" y="2263032"/>
                </a:lnTo>
                <a:lnTo>
                  <a:pt x="3276599" y="3028696"/>
                </a:lnTo>
                <a:lnTo>
                  <a:pt x="3122111" y="3025087"/>
                </a:lnTo>
                <a:cubicBezTo>
                  <a:pt x="1438911" y="2946268"/>
                  <a:pt x="89278" y="1699479"/>
                  <a:pt x="3956" y="144544"/>
                </a:cubicBezTo>
                <a:close/>
              </a:path>
            </a:pathLst>
          </a:custGeom>
          <a:solidFill>
            <a:schemeClr val="accent1">
              <a:lumMod val="40000"/>
              <a:lumOff val="6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椭圆 21"/>
          <p:cNvSpPr/>
          <p:nvPr>
            <p:custDataLst>
              <p:tags r:id="rId15"/>
            </p:custDataLst>
          </p:nvPr>
        </p:nvSpPr>
        <p:spPr>
          <a:xfrm>
            <a:off x="11238485" y="423882"/>
            <a:ext cx="532212" cy="532212"/>
          </a:xfrm>
          <a:prstGeom prst="ellipse">
            <a:avLst/>
          </a:prstGeom>
          <a:gradFill flip="none" rotWithShape="1">
            <a:gsLst>
              <a:gs pos="0">
                <a:schemeClr val="accent1">
                  <a:lumMod val="40000"/>
                  <a:lumOff val="60000"/>
                </a:schemeClr>
              </a:gs>
              <a:gs pos="85000">
                <a:schemeClr val="accent3"/>
              </a:gs>
              <a:gs pos="52000">
                <a:schemeClr val="accent1"/>
              </a:gs>
            </a:gsLst>
            <a:path path="circle">
              <a:fillToRect r="100000" b="100000"/>
            </a:path>
            <a:tileRect l="-100000" t="-100000"/>
          </a:gradFill>
          <a:ln>
            <a:noFill/>
          </a:ln>
          <a:effectLst>
            <a:outerShdw blurRad="127000" dist="190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3" name="椭圆 22"/>
          <p:cNvSpPr/>
          <p:nvPr>
            <p:custDataLst>
              <p:tags r:id="rId16"/>
            </p:custDataLst>
          </p:nvPr>
        </p:nvSpPr>
        <p:spPr>
          <a:xfrm>
            <a:off x="10321724" y="357339"/>
            <a:ext cx="222138" cy="222138"/>
          </a:xfrm>
          <a:prstGeom prst="ellipse">
            <a:avLst/>
          </a:prstGeom>
          <a:gradFill flip="none" rotWithShape="1">
            <a:gsLst>
              <a:gs pos="76000">
                <a:schemeClr val="accent1"/>
              </a:gs>
              <a:gs pos="12000">
                <a:schemeClr val="accent1">
                  <a:lumMod val="20000"/>
                  <a:lumOff val="80000"/>
                </a:schemeClr>
              </a:gs>
              <a:gs pos="40000">
                <a:schemeClr val="accent1">
                  <a:lumMod val="60000"/>
                  <a:lumOff val="40000"/>
                </a:schemeClr>
              </a:gs>
              <a:gs pos="75000">
                <a:schemeClr val="accent1"/>
              </a:gs>
            </a:gsLst>
            <a:path path="circle">
              <a:fillToRect r="100000" b="100000"/>
            </a:path>
            <a:tileRect l="-100000" t="-100000"/>
          </a:gradFill>
          <a:ln>
            <a:noFill/>
          </a:ln>
          <a:effectLst>
            <a:outerShdw blurRad="127000" dist="1270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24" name="椭圆 23"/>
          <p:cNvSpPr/>
          <p:nvPr>
            <p:custDataLst>
              <p:tags r:id="rId17"/>
            </p:custDataLst>
          </p:nvPr>
        </p:nvSpPr>
        <p:spPr>
          <a:xfrm>
            <a:off x="10856597" y="1110794"/>
            <a:ext cx="130033" cy="130033"/>
          </a:xfrm>
          <a:prstGeom prst="ellipse">
            <a:avLst/>
          </a:prstGeom>
          <a:gradFill flip="none" rotWithShape="1">
            <a:gsLst>
              <a:gs pos="13000">
                <a:schemeClr val="accent1">
                  <a:lumMod val="20000"/>
                  <a:lumOff val="80000"/>
                </a:schemeClr>
              </a:gs>
              <a:gs pos="75000">
                <a:schemeClr val="accent1"/>
              </a:gs>
            </a:gsLst>
            <a:path path="circle">
              <a:fillToRect r="100000" b="100000"/>
            </a:path>
            <a:tileRect l="-100000" t="-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日期占位符 3"/>
          <p:cNvSpPr>
            <a:spLocks noGrp="1"/>
          </p:cNvSpPr>
          <p:nvPr>
            <p:ph type="dt" sz="half" idx="2"/>
            <p:custDataLst>
              <p:tags r:id="rId1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2" name="标题占位符 1"/>
          <p:cNvSpPr>
            <a:spLocks noGrp="1"/>
          </p:cNvSpPr>
          <p:nvPr>
            <p:ph type="title"/>
            <p:custDataLst>
              <p:tags r:id="rId21"/>
            </p:custDataLst>
          </p:nvPr>
        </p:nvSpPr>
        <p:spPr>
          <a:xfrm>
            <a:off x="695960" y="360000"/>
            <a:ext cx="10800000" cy="720000"/>
          </a:xfrm>
          <a:prstGeom prst="rect">
            <a:avLst/>
          </a:prstGeom>
        </p:spPr>
        <p:txBody>
          <a:bodyPr vert="horz" wrap="square" lIns="0" tIns="0" rIns="0" bIns="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KSO_TEMPLATE" hidden="1"/>
          <p:cNvSpPr/>
          <p:nvPr>
            <p:custDataLst>
              <p:tags r:id="rId23"/>
            </p:custDataLst>
          </p:nvPr>
        </p:nvSpPr>
        <p:spPr>
          <a:xfrm>
            <a:off x="0" y="0"/>
            <a:ext cx="0" cy="0"/>
          </a:xfrm>
          <a:prstGeom prst="rect">
            <a:avLst/>
          </a:prstGeom>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Autofit/>
          </a:bodyPr>
          <a:p>
            <a:pPr algn="ctr">
              <a:buClrTx/>
              <a:buSzTx/>
              <a:buFontTx/>
            </a:pPr>
            <a:endParaRPr lang="zh-CN" altLang="en-US">
              <a:solidFill>
                <a:schemeClr val="lt1"/>
              </a:solidFill>
              <a:sym typeface="+mn-ea"/>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6.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3.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4.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7" Type="http://schemas.openxmlformats.org/officeDocument/2006/relationships/notesSlide" Target="../notesSlides/notesSlide2.xml"/><Relationship Id="rId26" Type="http://schemas.openxmlformats.org/officeDocument/2006/relationships/slideLayout" Target="../slideLayouts/slideLayout29.xml"/><Relationship Id="rId25" Type="http://schemas.openxmlformats.org/officeDocument/2006/relationships/tags" Target="../tags/tag144.xml"/><Relationship Id="rId24" Type="http://schemas.openxmlformats.org/officeDocument/2006/relationships/tags" Target="../tags/tag143.xml"/><Relationship Id="rId23" Type="http://schemas.openxmlformats.org/officeDocument/2006/relationships/tags" Target="../tags/tag142.xml"/><Relationship Id="rId22" Type="http://schemas.openxmlformats.org/officeDocument/2006/relationships/tags" Target="../tags/tag141.xml"/><Relationship Id="rId21" Type="http://schemas.openxmlformats.org/officeDocument/2006/relationships/tags" Target="../tags/tag140.xml"/><Relationship Id="rId20" Type="http://schemas.openxmlformats.org/officeDocument/2006/relationships/tags" Target="../tags/tag139.xml"/><Relationship Id="rId2" Type="http://schemas.openxmlformats.org/officeDocument/2006/relationships/tags" Target="../tags/tag121.xml"/><Relationship Id="rId19" Type="http://schemas.openxmlformats.org/officeDocument/2006/relationships/tags" Target="../tags/tag138.xml"/><Relationship Id="rId18" Type="http://schemas.openxmlformats.org/officeDocument/2006/relationships/tags" Target="../tags/tag137.xml"/><Relationship Id="rId17" Type="http://schemas.openxmlformats.org/officeDocument/2006/relationships/tags" Target="../tags/tag136.xml"/><Relationship Id="rId16" Type="http://schemas.openxmlformats.org/officeDocument/2006/relationships/tags" Target="../tags/tag135.xml"/><Relationship Id="rId15" Type="http://schemas.openxmlformats.org/officeDocument/2006/relationships/tags" Target="../tags/tag134.xml"/><Relationship Id="rId14" Type="http://schemas.openxmlformats.org/officeDocument/2006/relationships/tags" Target="../tags/tag133.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tags" Target="../tags/tag120.xml"/></Relationships>
</file>

<file path=ppt/slides/_rels/slide5.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tags" Target="../tags/tag149.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2" Type="http://schemas.openxmlformats.org/officeDocument/2006/relationships/slideLayout" Target="../slideLayouts/slideLayout27.xml"/><Relationship Id="rId11" Type="http://schemas.openxmlformats.org/officeDocument/2006/relationships/tags" Target="../tags/tag150.xml"/><Relationship Id="rId10" Type="http://schemas.openxmlformats.org/officeDocument/2006/relationships/image" Target="../media/image5.png"/><Relationship Id="rId1" Type="http://schemas.openxmlformats.org/officeDocument/2006/relationships/tags" Target="../tags/tag145.xml"/></Relationships>
</file>

<file path=ppt/slides/_rels/slide6.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0" Type="http://schemas.openxmlformats.org/officeDocument/2006/relationships/slideLayout" Target="../slideLayouts/slideLayout27.xml"/><Relationship Id="rId2" Type="http://schemas.openxmlformats.org/officeDocument/2006/relationships/tags" Target="../tags/tag152.xml"/><Relationship Id="rId19" Type="http://schemas.openxmlformats.org/officeDocument/2006/relationships/tags" Target="../tags/tag165.xml"/><Relationship Id="rId18" Type="http://schemas.openxmlformats.org/officeDocument/2006/relationships/tags" Target="../tags/tag164.xml"/><Relationship Id="rId17" Type="http://schemas.openxmlformats.org/officeDocument/2006/relationships/image" Target="../media/image9.svg"/><Relationship Id="rId16" Type="http://schemas.openxmlformats.org/officeDocument/2006/relationships/image" Target="../media/image8.png"/><Relationship Id="rId15" Type="http://schemas.openxmlformats.org/officeDocument/2006/relationships/tags" Target="../tags/tag163.xml"/><Relationship Id="rId14" Type="http://schemas.openxmlformats.org/officeDocument/2006/relationships/image" Target="../media/image7.svg"/><Relationship Id="rId13" Type="http://schemas.openxmlformats.org/officeDocument/2006/relationships/image" Target="../media/image6.png"/><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tags" Target="../tags/tag151.xml"/></Relationships>
</file>

<file path=ppt/slides/_rels/slide7.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3" Type="http://schemas.openxmlformats.org/officeDocument/2006/relationships/notesSlide" Target="../notesSlides/notesSlide3.xml"/><Relationship Id="rId12" Type="http://schemas.openxmlformats.org/officeDocument/2006/relationships/slideLayout" Target="../slideLayouts/slideLayout27.xml"/><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tags" Target="../tags/tag166.xml"/></Relationships>
</file>

<file path=ppt/slides/_rels/slide8.xml.rels><?xml version="1.0" encoding="UTF-8" standalone="yes"?>
<Relationships xmlns="http://schemas.openxmlformats.org/package/2006/relationships"><Relationship Id="rId9" Type="http://schemas.openxmlformats.org/officeDocument/2006/relationships/tags" Target="../tags/tag185.xml"/><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0" Type="http://schemas.openxmlformats.org/officeDocument/2006/relationships/slideLayout" Target="../slideLayouts/slideLayout27.xml"/><Relationship Id="rId1" Type="http://schemas.openxmlformats.org/officeDocument/2006/relationships/tags" Target="../tags/tag177.xml"/></Relationships>
</file>

<file path=ppt/slides/_rels/slide9.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2" Type="http://schemas.openxmlformats.org/officeDocument/2006/relationships/slideLayout" Target="../slideLayouts/slideLayout27.xml"/><Relationship Id="rId31" Type="http://schemas.openxmlformats.org/officeDocument/2006/relationships/tags" Target="../tags/tag206.xml"/><Relationship Id="rId30" Type="http://schemas.openxmlformats.org/officeDocument/2006/relationships/tags" Target="../tags/tag205.xml"/><Relationship Id="rId3" Type="http://schemas.openxmlformats.org/officeDocument/2006/relationships/tags" Target="../tags/tag188.xml"/><Relationship Id="rId29" Type="http://schemas.openxmlformats.org/officeDocument/2006/relationships/tags" Target="../tags/tag204.xml"/><Relationship Id="rId28" Type="http://schemas.openxmlformats.org/officeDocument/2006/relationships/tags" Target="../tags/tag203.xml"/><Relationship Id="rId27" Type="http://schemas.openxmlformats.org/officeDocument/2006/relationships/tags" Target="../tags/tag202.xml"/><Relationship Id="rId26" Type="http://schemas.openxmlformats.org/officeDocument/2006/relationships/tags" Target="../tags/tag201.xml"/><Relationship Id="rId25" Type="http://schemas.openxmlformats.org/officeDocument/2006/relationships/image" Target="../media/image19.svg"/><Relationship Id="rId24" Type="http://schemas.openxmlformats.org/officeDocument/2006/relationships/image" Target="../media/image18.png"/><Relationship Id="rId23" Type="http://schemas.openxmlformats.org/officeDocument/2006/relationships/tags" Target="../tags/tag200.xml"/><Relationship Id="rId22" Type="http://schemas.openxmlformats.org/officeDocument/2006/relationships/image" Target="../media/image17.svg"/><Relationship Id="rId21" Type="http://schemas.openxmlformats.org/officeDocument/2006/relationships/image" Target="../media/image16.png"/><Relationship Id="rId20" Type="http://schemas.openxmlformats.org/officeDocument/2006/relationships/tags" Target="../tags/tag199.xml"/><Relationship Id="rId2" Type="http://schemas.openxmlformats.org/officeDocument/2006/relationships/tags" Target="../tags/tag187.xml"/><Relationship Id="rId19" Type="http://schemas.openxmlformats.org/officeDocument/2006/relationships/image" Target="../media/image15.svg"/><Relationship Id="rId18" Type="http://schemas.openxmlformats.org/officeDocument/2006/relationships/image" Target="../media/image14.png"/><Relationship Id="rId17" Type="http://schemas.openxmlformats.org/officeDocument/2006/relationships/tags" Target="../tags/tag198.xml"/><Relationship Id="rId16" Type="http://schemas.openxmlformats.org/officeDocument/2006/relationships/image" Target="../media/image13.svg"/><Relationship Id="rId15" Type="http://schemas.openxmlformats.org/officeDocument/2006/relationships/image" Target="../media/image12.png"/><Relationship Id="rId14" Type="http://schemas.openxmlformats.org/officeDocument/2006/relationships/tags" Target="../tags/tag197.xml"/><Relationship Id="rId13" Type="http://schemas.openxmlformats.org/officeDocument/2006/relationships/tags" Target="../tags/tag196.xml"/><Relationship Id="rId12" Type="http://schemas.openxmlformats.org/officeDocument/2006/relationships/image" Target="../media/image11.svg"/><Relationship Id="rId11" Type="http://schemas.openxmlformats.org/officeDocument/2006/relationships/image" Target="../media/image10.png"/><Relationship Id="rId10" Type="http://schemas.openxmlformats.org/officeDocument/2006/relationships/tags" Target="../tags/tag195.xml"/><Relationship Id="rId1" Type="http://schemas.openxmlformats.org/officeDocument/2006/relationships/tags" Target="../tags/tag186.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7.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s>
</file>

<file path=ppt/slides/_rels/slide11.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2" Type="http://schemas.openxmlformats.org/officeDocument/2006/relationships/notesSlide" Target="../notesSlides/notesSlide5.xml"/><Relationship Id="rId11" Type="http://schemas.openxmlformats.org/officeDocument/2006/relationships/slideLayout" Target="../slideLayouts/slideLayout27.xml"/><Relationship Id="rId10" Type="http://schemas.openxmlformats.org/officeDocument/2006/relationships/tags" Target="../tags/tag219.xml"/><Relationship Id="rId1" Type="http://schemas.openxmlformats.org/officeDocument/2006/relationships/tags" Target="../tags/tag212.xml"/></Relationships>
</file>

<file path=ppt/slides/_rels/slide12.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tags" Target="../tags/tag225.xml"/><Relationship Id="rId7" Type="http://schemas.openxmlformats.org/officeDocument/2006/relationships/image" Target="../media/image22.svg"/><Relationship Id="rId6" Type="http://schemas.openxmlformats.org/officeDocument/2006/relationships/image" Target="../media/image20.png"/><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1" Type="http://schemas.openxmlformats.org/officeDocument/2006/relationships/notesSlide" Target="../notesSlides/notesSlide6.xml"/><Relationship Id="rId10" Type="http://schemas.openxmlformats.org/officeDocument/2006/relationships/slideLayout" Target="../slideLayouts/slideLayout27.xml"/><Relationship Id="rId1" Type="http://schemas.openxmlformats.org/officeDocument/2006/relationships/tags" Target="../tags/tag220.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30.xml"/><Relationship Id="rId3" Type="http://schemas.openxmlformats.org/officeDocument/2006/relationships/image" Target="../media/image23.png"/><Relationship Id="rId2" Type="http://schemas.openxmlformats.org/officeDocument/2006/relationships/tags" Target="../tags/tag228.xml"/><Relationship Id="rId1" Type="http://schemas.openxmlformats.org/officeDocument/2006/relationships/tags" Target="../tags/tag227.xml"/></Relationships>
</file>

<file path=ppt/slides/_rels/slide14.xml.rels><?xml version="1.0" encoding="UTF-8" standalone="yes"?>
<Relationships xmlns="http://schemas.openxmlformats.org/package/2006/relationships"><Relationship Id="rId9" Type="http://schemas.openxmlformats.org/officeDocument/2006/relationships/tags" Target="../tags/tag237.xml"/><Relationship Id="rId8" Type="http://schemas.openxmlformats.org/officeDocument/2006/relationships/tags" Target="../tags/tag236.xml"/><Relationship Id="rId7" Type="http://schemas.openxmlformats.org/officeDocument/2006/relationships/tags" Target="../tags/tag235.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3" Type="http://schemas.openxmlformats.org/officeDocument/2006/relationships/notesSlide" Target="../notesSlides/notesSlide7.xml"/><Relationship Id="rId12" Type="http://schemas.openxmlformats.org/officeDocument/2006/relationships/slideLayout" Target="../slideLayouts/slideLayout27.xml"/><Relationship Id="rId11" Type="http://schemas.openxmlformats.org/officeDocument/2006/relationships/tags" Target="../tags/tag239.xml"/><Relationship Id="rId10" Type="http://schemas.openxmlformats.org/officeDocument/2006/relationships/tags" Target="../tags/tag238.xml"/><Relationship Id="rId1" Type="http://schemas.openxmlformats.org/officeDocument/2006/relationships/tags" Target="../tags/tag229.xml"/></Relationships>
</file>

<file path=ppt/slides/_rels/slide15.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3" Type="http://schemas.openxmlformats.org/officeDocument/2006/relationships/notesSlide" Target="../notesSlides/notesSlide8.xml"/><Relationship Id="rId12" Type="http://schemas.openxmlformats.org/officeDocument/2006/relationships/slideLayout" Target="../slideLayouts/slideLayout27.xml"/><Relationship Id="rId11" Type="http://schemas.openxmlformats.org/officeDocument/2006/relationships/tags" Target="../tags/tag250.xml"/><Relationship Id="rId10" Type="http://schemas.openxmlformats.org/officeDocument/2006/relationships/tags" Target="../tags/tag249.xml"/><Relationship Id="rId1" Type="http://schemas.openxmlformats.org/officeDocument/2006/relationships/tags" Target="../tags/tag240.xml"/></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27.xml"/><Relationship Id="rId7" Type="http://schemas.openxmlformats.org/officeDocument/2006/relationships/tags" Target="../tags/tag257.xml"/><Relationship Id="rId6" Type="http://schemas.openxmlformats.org/officeDocument/2006/relationships/tags" Target="../tags/tag256.xml"/><Relationship Id="rId5" Type="http://schemas.openxmlformats.org/officeDocument/2006/relationships/tags" Target="../tags/tag255.xml"/><Relationship Id="rId4" Type="http://schemas.openxmlformats.org/officeDocument/2006/relationships/tags" Target="../tags/tag254.xml"/><Relationship Id="rId3" Type="http://schemas.openxmlformats.org/officeDocument/2006/relationships/tags" Target="../tags/tag253.xml"/><Relationship Id="rId2" Type="http://schemas.openxmlformats.org/officeDocument/2006/relationships/tags" Target="../tags/tag252.xml"/><Relationship Id="rId1" Type="http://schemas.openxmlformats.org/officeDocument/2006/relationships/tags" Target="../tags/tag251.xml"/></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27.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27.xml"/><Relationship Id="rId7" Type="http://schemas.openxmlformats.org/officeDocument/2006/relationships/tags" Target="../tags/tag271.xml"/><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2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 Type="http://schemas.openxmlformats.org/officeDocument/2006/relationships/tags" Target="../tags/tag272.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284.xml"/><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tags" Target="../tags/tag279.xml"/><Relationship Id="rId2" Type="http://schemas.openxmlformats.org/officeDocument/2006/relationships/tags" Target="../tags/tag278.xml"/><Relationship Id="rId10" Type="http://schemas.openxmlformats.org/officeDocument/2006/relationships/notesSlide" Target="../notesSlides/notesSlide13.xml"/><Relationship Id="rId1" Type="http://schemas.openxmlformats.org/officeDocument/2006/relationships/tags" Target="../tags/tag277.xml"/></Relationships>
</file>

<file path=ppt/slides/_rels/slide21.xml.rels><?xml version="1.0" encoding="UTF-8" standalone="yes"?>
<Relationships xmlns="http://schemas.openxmlformats.org/package/2006/relationships"><Relationship Id="rId9" Type="http://schemas.openxmlformats.org/officeDocument/2006/relationships/tags" Target="../tags/tag293.xml"/><Relationship Id="rId8" Type="http://schemas.openxmlformats.org/officeDocument/2006/relationships/tags" Target="../tags/tag292.xml"/><Relationship Id="rId7" Type="http://schemas.openxmlformats.org/officeDocument/2006/relationships/tags" Target="../tags/tag291.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tags" Target="../tags/tag287.xml"/><Relationship Id="rId2" Type="http://schemas.openxmlformats.org/officeDocument/2006/relationships/tags" Target="../tags/tag286.xml"/><Relationship Id="rId12" Type="http://schemas.openxmlformats.org/officeDocument/2006/relationships/slideLayout" Target="../slideLayouts/slideLayout27.xml"/><Relationship Id="rId11" Type="http://schemas.openxmlformats.org/officeDocument/2006/relationships/tags" Target="../tags/tag295.xml"/><Relationship Id="rId10" Type="http://schemas.openxmlformats.org/officeDocument/2006/relationships/tags" Target="../tags/tag294.xml"/><Relationship Id="rId1" Type="http://schemas.openxmlformats.org/officeDocument/2006/relationships/tags" Target="../tags/tag285.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7.xml"/><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tags" Target="../tags/tag296.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7.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tags" Target="../tags/tag302.xml"/><Relationship Id="rId1" Type="http://schemas.openxmlformats.org/officeDocument/2006/relationships/tags" Target="../tags/tag301.xml"/></Relationships>
</file>

<file path=ppt/slides/_rels/slide24.xml.rels><?xml version="1.0" encoding="UTF-8" standalone="yes"?>
<Relationships xmlns="http://schemas.openxmlformats.org/package/2006/relationships"><Relationship Id="rId9" Type="http://schemas.openxmlformats.org/officeDocument/2006/relationships/tags" Target="../tags/tag312.xml"/><Relationship Id="rId8" Type="http://schemas.openxmlformats.org/officeDocument/2006/relationships/tags" Target="../tags/tag311.xml"/><Relationship Id="rId7" Type="http://schemas.openxmlformats.org/officeDocument/2006/relationships/image" Target="../media/image25.svg"/><Relationship Id="rId6" Type="http://schemas.openxmlformats.org/officeDocument/2006/relationships/image" Target="../media/image24.png"/><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tags" Target="../tags/tag308.xml"/><Relationship Id="rId2" Type="http://schemas.openxmlformats.org/officeDocument/2006/relationships/tags" Target="../tags/tag307.xml"/><Relationship Id="rId14" Type="http://schemas.openxmlformats.org/officeDocument/2006/relationships/notesSlide" Target="../notesSlides/notesSlide16.xml"/><Relationship Id="rId13" Type="http://schemas.openxmlformats.org/officeDocument/2006/relationships/slideLayout" Target="../slideLayouts/slideLayout27.xml"/><Relationship Id="rId12" Type="http://schemas.openxmlformats.org/officeDocument/2006/relationships/tags" Target="../tags/tag315.xml"/><Relationship Id="rId11" Type="http://schemas.openxmlformats.org/officeDocument/2006/relationships/tags" Target="../tags/tag314.xml"/><Relationship Id="rId10" Type="http://schemas.openxmlformats.org/officeDocument/2006/relationships/tags" Target="../tags/tag313.xml"/><Relationship Id="rId1" Type="http://schemas.openxmlformats.org/officeDocument/2006/relationships/tags" Target="../tags/tag306.xml"/></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7.xml"/><Relationship Id="rId5" Type="http://schemas.openxmlformats.org/officeDocument/2006/relationships/tags" Target="../tags/tag320.xml"/><Relationship Id="rId4" Type="http://schemas.openxmlformats.org/officeDocument/2006/relationships/tags" Target="../tags/tag319.xml"/><Relationship Id="rId3" Type="http://schemas.openxmlformats.org/officeDocument/2006/relationships/tags" Target="../tags/tag318.xml"/><Relationship Id="rId2" Type="http://schemas.openxmlformats.org/officeDocument/2006/relationships/tags" Target="../tags/tag317.xml"/><Relationship Id="rId1" Type="http://schemas.openxmlformats.org/officeDocument/2006/relationships/tags" Target="../tags/tag316.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27.xml"/><Relationship Id="rId6" Type="http://schemas.openxmlformats.org/officeDocument/2006/relationships/tags" Target="../tags/tag326.xml"/><Relationship Id="rId5" Type="http://schemas.openxmlformats.org/officeDocument/2006/relationships/tags" Target="../tags/tag325.xml"/><Relationship Id="rId4" Type="http://schemas.openxmlformats.org/officeDocument/2006/relationships/tags" Target="../tags/tag324.xml"/><Relationship Id="rId3" Type="http://schemas.openxmlformats.org/officeDocument/2006/relationships/tags" Target="../tags/tag323.xml"/><Relationship Id="rId2" Type="http://schemas.openxmlformats.org/officeDocument/2006/relationships/tags" Target="../tags/tag322.xml"/><Relationship Id="rId1" Type="http://schemas.openxmlformats.org/officeDocument/2006/relationships/tags" Target="../tags/tag321.xml"/></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333.xml"/><Relationship Id="rId7" Type="http://schemas.openxmlformats.org/officeDocument/2006/relationships/tags" Target="../tags/tag332.xml"/><Relationship Id="rId6" Type="http://schemas.openxmlformats.org/officeDocument/2006/relationships/image" Target="../media/image26.png"/><Relationship Id="rId5" Type="http://schemas.openxmlformats.org/officeDocument/2006/relationships/tags" Target="../tags/tag331.xml"/><Relationship Id="rId4" Type="http://schemas.openxmlformats.org/officeDocument/2006/relationships/tags" Target="../tags/tag330.xml"/><Relationship Id="rId3" Type="http://schemas.openxmlformats.org/officeDocument/2006/relationships/tags" Target="../tags/tag329.xml"/><Relationship Id="rId2" Type="http://schemas.openxmlformats.org/officeDocument/2006/relationships/tags" Target="../tags/tag328.xml"/><Relationship Id="rId10" Type="http://schemas.openxmlformats.org/officeDocument/2006/relationships/notesSlide" Target="../notesSlides/notesSlide19.xml"/><Relationship Id="rId1" Type="http://schemas.openxmlformats.org/officeDocument/2006/relationships/tags" Target="../tags/tag327.xml"/></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341.xml"/><Relationship Id="rId7" Type="http://schemas.openxmlformats.org/officeDocument/2006/relationships/tags" Target="../tags/tag340.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 Type="http://schemas.openxmlformats.org/officeDocument/2006/relationships/tags" Target="../tags/tag334.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tags" Target="../tags/tag343.xml"/><Relationship Id="rId1" Type="http://schemas.openxmlformats.org/officeDocument/2006/relationships/tags" Target="../tags/tag342.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7.xml"/><Relationship Id="rId5" Type="http://schemas.openxmlformats.org/officeDocument/2006/relationships/tags" Target="../tags/tag351.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tags" Target="../tags/tag348.xml"/><Relationship Id="rId1" Type="http://schemas.openxmlformats.org/officeDocument/2006/relationships/tags" Target="../tags/tag347.xml"/></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27.xml"/><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tags" Target="../tags/tag354.xml"/><Relationship Id="rId2" Type="http://schemas.openxmlformats.org/officeDocument/2006/relationships/tags" Target="../tags/tag353.xml"/><Relationship Id="rId1" Type="http://schemas.openxmlformats.org/officeDocument/2006/relationships/tags" Target="../tags/tag352.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27.xml"/><Relationship Id="rId6" Type="http://schemas.openxmlformats.org/officeDocument/2006/relationships/tags" Target="../tags/tag362.xml"/><Relationship Id="rId5" Type="http://schemas.openxmlformats.org/officeDocument/2006/relationships/tags" Target="../tags/tag361.xml"/><Relationship Id="rId4" Type="http://schemas.openxmlformats.org/officeDocument/2006/relationships/tags" Target="../tags/tag360.xml"/><Relationship Id="rId3" Type="http://schemas.openxmlformats.org/officeDocument/2006/relationships/tags" Target="../tags/tag359.xml"/><Relationship Id="rId2" Type="http://schemas.openxmlformats.org/officeDocument/2006/relationships/tags" Target="../tags/tag358.xml"/><Relationship Id="rId1" Type="http://schemas.openxmlformats.org/officeDocument/2006/relationships/tags" Target="../tags/tag357.xml"/></Relationships>
</file>

<file path=ppt/slides/_rels/slide33.xml.rels><?xml version="1.0" encoding="UTF-8" standalone="yes"?>
<Relationships xmlns="http://schemas.openxmlformats.org/package/2006/relationships"><Relationship Id="rId9" Type="http://schemas.openxmlformats.org/officeDocument/2006/relationships/tags" Target="../tags/tag371.xml"/><Relationship Id="rId8" Type="http://schemas.openxmlformats.org/officeDocument/2006/relationships/tags" Target="../tags/tag370.xml"/><Relationship Id="rId7" Type="http://schemas.openxmlformats.org/officeDocument/2006/relationships/tags" Target="../tags/tag369.xml"/><Relationship Id="rId6" Type="http://schemas.openxmlformats.org/officeDocument/2006/relationships/tags" Target="../tags/tag368.xml"/><Relationship Id="rId5" Type="http://schemas.openxmlformats.org/officeDocument/2006/relationships/tags" Target="../tags/tag367.xml"/><Relationship Id="rId4" Type="http://schemas.openxmlformats.org/officeDocument/2006/relationships/tags" Target="../tags/tag366.xml"/><Relationship Id="rId3" Type="http://schemas.openxmlformats.org/officeDocument/2006/relationships/tags" Target="../tags/tag365.xml"/><Relationship Id="rId22" Type="http://schemas.openxmlformats.org/officeDocument/2006/relationships/notesSlide" Target="../notesSlides/notesSlide24.xml"/><Relationship Id="rId21" Type="http://schemas.openxmlformats.org/officeDocument/2006/relationships/slideLayout" Target="../slideLayouts/slideLayout27.xml"/><Relationship Id="rId20" Type="http://schemas.openxmlformats.org/officeDocument/2006/relationships/tags" Target="../tags/tag382.xml"/><Relationship Id="rId2" Type="http://schemas.openxmlformats.org/officeDocument/2006/relationships/tags" Target="../tags/tag364.xml"/><Relationship Id="rId19" Type="http://schemas.openxmlformats.org/officeDocument/2006/relationships/tags" Target="../tags/tag381.xml"/><Relationship Id="rId18" Type="http://schemas.openxmlformats.org/officeDocument/2006/relationships/tags" Target="../tags/tag380.xml"/><Relationship Id="rId17" Type="http://schemas.openxmlformats.org/officeDocument/2006/relationships/tags" Target="../tags/tag379.xml"/><Relationship Id="rId16" Type="http://schemas.openxmlformats.org/officeDocument/2006/relationships/tags" Target="../tags/tag378.xml"/><Relationship Id="rId15" Type="http://schemas.openxmlformats.org/officeDocument/2006/relationships/tags" Target="../tags/tag377.xml"/><Relationship Id="rId14" Type="http://schemas.openxmlformats.org/officeDocument/2006/relationships/tags" Target="../tags/tag376.xml"/><Relationship Id="rId13" Type="http://schemas.openxmlformats.org/officeDocument/2006/relationships/tags" Target="../tags/tag375.xml"/><Relationship Id="rId12" Type="http://schemas.openxmlformats.org/officeDocument/2006/relationships/tags" Target="../tags/tag374.xml"/><Relationship Id="rId11" Type="http://schemas.openxmlformats.org/officeDocument/2006/relationships/tags" Target="../tags/tag373.xml"/><Relationship Id="rId10" Type="http://schemas.openxmlformats.org/officeDocument/2006/relationships/tags" Target="../tags/tag372.xml"/><Relationship Id="rId1" Type="http://schemas.openxmlformats.org/officeDocument/2006/relationships/tags" Target="../tags/tag363.xml"/></Relationships>
</file>

<file path=ppt/slides/_rels/slide34.xml.rels><?xml version="1.0" encoding="UTF-8" standalone="yes"?>
<Relationships xmlns="http://schemas.openxmlformats.org/package/2006/relationships"><Relationship Id="rId9" Type="http://schemas.openxmlformats.org/officeDocument/2006/relationships/tags" Target="../tags/tag390.xml"/><Relationship Id="rId8" Type="http://schemas.openxmlformats.org/officeDocument/2006/relationships/tags" Target="../tags/tag389.xml"/><Relationship Id="rId7" Type="http://schemas.openxmlformats.org/officeDocument/2006/relationships/tags" Target="../tags/tag388.xml"/><Relationship Id="rId6" Type="http://schemas.openxmlformats.org/officeDocument/2006/relationships/tags" Target="../tags/tag387.xml"/><Relationship Id="rId5" Type="http://schemas.openxmlformats.org/officeDocument/2006/relationships/tags" Target="../tags/tag386.xml"/><Relationship Id="rId4" Type="http://schemas.openxmlformats.org/officeDocument/2006/relationships/tags" Target="../tags/tag385.xml"/><Relationship Id="rId3" Type="http://schemas.openxmlformats.org/officeDocument/2006/relationships/tags" Target="../tags/tag384.xml"/><Relationship Id="rId2" Type="http://schemas.openxmlformats.org/officeDocument/2006/relationships/image" Target="../media/image27.jpeg"/><Relationship Id="rId11" Type="http://schemas.openxmlformats.org/officeDocument/2006/relationships/slideLayout" Target="../slideLayouts/slideLayout27.xml"/><Relationship Id="rId10" Type="http://schemas.openxmlformats.org/officeDocument/2006/relationships/tags" Target="../tags/tag391.xml"/><Relationship Id="rId1" Type="http://schemas.openxmlformats.org/officeDocument/2006/relationships/tags" Target="../tags/tag383.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27.xml"/><Relationship Id="rId5" Type="http://schemas.openxmlformats.org/officeDocument/2006/relationships/tags" Target="../tags/tag396.xml"/><Relationship Id="rId4" Type="http://schemas.openxmlformats.org/officeDocument/2006/relationships/tags" Target="../tags/tag395.xml"/><Relationship Id="rId3" Type="http://schemas.openxmlformats.org/officeDocument/2006/relationships/tags" Target="../tags/tag394.xml"/><Relationship Id="rId2" Type="http://schemas.openxmlformats.org/officeDocument/2006/relationships/tags" Target="../tags/tag393.xml"/><Relationship Id="rId1" Type="http://schemas.openxmlformats.org/officeDocument/2006/relationships/tags" Target="../tags/tag392.xml"/></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27.xml"/><Relationship Id="rId5" Type="http://schemas.openxmlformats.org/officeDocument/2006/relationships/tags" Target="../tags/tag401.xml"/><Relationship Id="rId4" Type="http://schemas.openxmlformats.org/officeDocument/2006/relationships/tags" Target="../tags/tag400.xml"/><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tags" Target="../tags/tag397.xml"/></Relationships>
</file>

<file path=ppt/slides/_rels/slide37.xml.rels><?xml version="1.0" encoding="UTF-8" standalone="yes"?>
<Relationships xmlns="http://schemas.openxmlformats.org/package/2006/relationships"><Relationship Id="rId9" Type="http://schemas.openxmlformats.org/officeDocument/2006/relationships/tags" Target="../tags/tag408.xml"/><Relationship Id="rId8" Type="http://schemas.openxmlformats.org/officeDocument/2006/relationships/image" Target="../media/image29.svg"/><Relationship Id="rId7" Type="http://schemas.openxmlformats.org/officeDocument/2006/relationships/image" Target="../media/image28.png"/><Relationship Id="rId6" Type="http://schemas.openxmlformats.org/officeDocument/2006/relationships/tags" Target="../tags/tag407.xml"/><Relationship Id="rId5" Type="http://schemas.openxmlformats.org/officeDocument/2006/relationships/tags" Target="../tags/tag406.xml"/><Relationship Id="rId4" Type="http://schemas.openxmlformats.org/officeDocument/2006/relationships/tags" Target="../tags/tag405.xml"/><Relationship Id="rId3" Type="http://schemas.openxmlformats.org/officeDocument/2006/relationships/tags" Target="../tags/tag404.xml"/><Relationship Id="rId2" Type="http://schemas.openxmlformats.org/officeDocument/2006/relationships/tags" Target="../tags/tag403.xml"/><Relationship Id="rId16" Type="http://schemas.openxmlformats.org/officeDocument/2006/relationships/notesSlide" Target="../notesSlides/notesSlide27.xml"/><Relationship Id="rId15" Type="http://schemas.openxmlformats.org/officeDocument/2006/relationships/slideLayout" Target="../slideLayouts/slideLayout27.xml"/><Relationship Id="rId14" Type="http://schemas.openxmlformats.org/officeDocument/2006/relationships/tags" Target="../tags/tag411.xml"/><Relationship Id="rId13" Type="http://schemas.openxmlformats.org/officeDocument/2006/relationships/tags" Target="../tags/tag410.xml"/><Relationship Id="rId12" Type="http://schemas.openxmlformats.org/officeDocument/2006/relationships/tags" Target="../tags/tag409.xml"/><Relationship Id="rId11" Type="http://schemas.openxmlformats.org/officeDocument/2006/relationships/image" Target="../media/image31.svg"/><Relationship Id="rId10" Type="http://schemas.openxmlformats.org/officeDocument/2006/relationships/image" Target="../media/image30.png"/><Relationship Id="rId1" Type="http://schemas.openxmlformats.org/officeDocument/2006/relationships/tags" Target="../tags/tag402.xml"/></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27.xml"/><Relationship Id="rId5" Type="http://schemas.openxmlformats.org/officeDocument/2006/relationships/tags" Target="../tags/tag416.xml"/><Relationship Id="rId4" Type="http://schemas.openxmlformats.org/officeDocument/2006/relationships/tags" Target="../tags/tag415.xml"/><Relationship Id="rId3" Type="http://schemas.openxmlformats.org/officeDocument/2006/relationships/tags" Target="../tags/tag414.xml"/><Relationship Id="rId2" Type="http://schemas.openxmlformats.org/officeDocument/2006/relationships/tags" Target="../tags/tag413.xml"/><Relationship Id="rId1" Type="http://schemas.openxmlformats.org/officeDocument/2006/relationships/tags" Target="../tags/tag412.xml"/></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tags" Target="../tags/tag422.xml"/><Relationship Id="rId5" Type="http://schemas.openxmlformats.org/officeDocument/2006/relationships/tags" Target="../tags/tag421.xml"/><Relationship Id="rId4" Type="http://schemas.openxmlformats.org/officeDocument/2006/relationships/tags" Target="../tags/tag420.xml"/><Relationship Id="rId3" Type="http://schemas.openxmlformats.org/officeDocument/2006/relationships/tags" Target="../tags/tag419.xml"/><Relationship Id="rId2" Type="http://schemas.openxmlformats.org/officeDocument/2006/relationships/tags" Target="../tags/tag418.xml"/><Relationship Id="rId1" Type="http://schemas.openxmlformats.org/officeDocument/2006/relationships/tags" Target="../tags/tag417.xml"/></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27.xml"/><Relationship Id="rId6" Type="http://schemas.openxmlformats.org/officeDocument/2006/relationships/tags" Target="../tags/tag428.xml"/><Relationship Id="rId5" Type="http://schemas.openxmlformats.org/officeDocument/2006/relationships/tags" Target="../tags/tag427.xml"/><Relationship Id="rId4" Type="http://schemas.openxmlformats.org/officeDocument/2006/relationships/tags" Target="../tags/tag426.xml"/><Relationship Id="rId3" Type="http://schemas.openxmlformats.org/officeDocument/2006/relationships/tags" Target="../tags/tag425.xml"/><Relationship Id="rId2" Type="http://schemas.openxmlformats.org/officeDocument/2006/relationships/tags" Target="../tags/tag424.xml"/><Relationship Id="rId1" Type="http://schemas.openxmlformats.org/officeDocument/2006/relationships/tags" Target="../tags/tag423.xml"/></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27.xml"/><Relationship Id="rId5" Type="http://schemas.openxmlformats.org/officeDocument/2006/relationships/tags" Target="../tags/tag433.xml"/><Relationship Id="rId4" Type="http://schemas.openxmlformats.org/officeDocument/2006/relationships/tags" Target="../tags/tag432.xml"/><Relationship Id="rId3" Type="http://schemas.openxmlformats.org/officeDocument/2006/relationships/tags" Target="../tags/tag431.xml"/><Relationship Id="rId2" Type="http://schemas.openxmlformats.org/officeDocument/2006/relationships/tags" Target="../tags/tag430.xml"/><Relationship Id="rId1" Type="http://schemas.openxmlformats.org/officeDocument/2006/relationships/tags" Target="../tags/tag429.xml"/></Relationships>
</file>

<file path=ppt/slides/_rels/slide42.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27.xml"/><Relationship Id="rId5" Type="http://schemas.openxmlformats.org/officeDocument/2006/relationships/tags" Target="../tags/tag438.xml"/><Relationship Id="rId4" Type="http://schemas.openxmlformats.org/officeDocument/2006/relationships/tags" Target="../tags/tag437.xml"/><Relationship Id="rId3" Type="http://schemas.openxmlformats.org/officeDocument/2006/relationships/tags" Target="../tags/tag436.xml"/><Relationship Id="rId2" Type="http://schemas.openxmlformats.org/officeDocument/2006/relationships/tags" Target="../tags/tag435.xml"/><Relationship Id="rId1" Type="http://schemas.openxmlformats.org/officeDocument/2006/relationships/tags" Target="../tags/tag434.xml"/></Relationships>
</file>

<file path=ppt/slides/_rels/slide43.xml.rels><?xml version="1.0" encoding="UTF-8" standalone="yes"?>
<Relationships xmlns="http://schemas.openxmlformats.org/package/2006/relationships"><Relationship Id="rId7" Type="http://schemas.openxmlformats.org/officeDocument/2006/relationships/slideLayout" Target="../slideLayouts/slideLayout27.xml"/><Relationship Id="rId6" Type="http://schemas.openxmlformats.org/officeDocument/2006/relationships/tags" Target="../tags/tag444.xml"/><Relationship Id="rId5" Type="http://schemas.openxmlformats.org/officeDocument/2006/relationships/tags" Target="../tags/tag443.xml"/><Relationship Id="rId4" Type="http://schemas.openxmlformats.org/officeDocument/2006/relationships/tags" Target="../tags/tag442.xml"/><Relationship Id="rId3" Type="http://schemas.openxmlformats.org/officeDocument/2006/relationships/tags" Target="../tags/tag441.xml"/><Relationship Id="rId2" Type="http://schemas.openxmlformats.org/officeDocument/2006/relationships/tags" Target="../tags/tag440.xml"/><Relationship Id="rId1" Type="http://schemas.openxmlformats.org/officeDocument/2006/relationships/tags" Target="../tags/tag439.xml"/></Relationships>
</file>

<file path=ppt/slides/_rels/slide44.xml.rels><?xml version="1.0" encoding="UTF-8" standalone="yes"?>
<Relationships xmlns="http://schemas.openxmlformats.org/package/2006/relationships"><Relationship Id="rId9" Type="http://schemas.openxmlformats.org/officeDocument/2006/relationships/image" Target="../media/image33.svg"/><Relationship Id="rId8" Type="http://schemas.openxmlformats.org/officeDocument/2006/relationships/image" Target="../media/image32.png"/><Relationship Id="rId7" Type="http://schemas.openxmlformats.org/officeDocument/2006/relationships/tags" Target="../tags/tag451.xml"/><Relationship Id="rId6" Type="http://schemas.openxmlformats.org/officeDocument/2006/relationships/tags" Target="../tags/tag450.xml"/><Relationship Id="rId5" Type="http://schemas.openxmlformats.org/officeDocument/2006/relationships/tags" Target="../tags/tag449.xml"/><Relationship Id="rId4" Type="http://schemas.openxmlformats.org/officeDocument/2006/relationships/tags" Target="../tags/tag448.xml"/><Relationship Id="rId3" Type="http://schemas.openxmlformats.org/officeDocument/2006/relationships/tags" Target="../tags/tag447.xml"/><Relationship Id="rId2" Type="http://schemas.openxmlformats.org/officeDocument/2006/relationships/tags" Target="../tags/tag446.xml"/><Relationship Id="rId14" Type="http://schemas.openxmlformats.org/officeDocument/2006/relationships/slideLayout" Target="../slideLayouts/slideLayout27.xml"/><Relationship Id="rId13" Type="http://schemas.openxmlformats.org/officeDocument/2006/relationships/tags" Target="../tags/tag453.xml"/><Relationship Id="rId12" Type="http://schemas.openxmlformats.org/officeDocument/2006/relationships/image" Target="../media/image35.svg"/><Relationship Id="rId11" Type="http://schemas.openxmlformats.org/officeDocument/2006/relationships/image" Target="../media/image34.png"/><Relationship Id="rId10" Type="http://schemas.openxmlformats.org/officeDocument/2006/relationships/tags" Target="../tags/tag452.xml"/><Relationship Id="rId1" Type="http://schemas.openxmlformats.org/officeDocument/2006/relationships/tags" Target="../tags/tag445.xml"/></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27.xml"/><Relationship Id="rId5" Type="http://schemas.openxmlformats.org/officeDocument/2006/relationships/tags" Target="../tags/tag458.xml"/><Relationship Id="rId4" Type="http://schemas.openxmlformats.org/officeDocument/2006/relationships/tags" Target="../tags/tag457.xml"/><Relationship Id="rId3" Type="http://schemas.openxmlformats.org/officeDocument/2006/relationships/tags" Target="../tags/tag456.xml"/><Relationship Id="rId2" Type="http://schemas.openxmlformats.org/officeDocument/2006/relationships/tags" Target="../tags/tag455.xml"/><Relationship Id="rId1" Type="http://schemas.openxmlformats.org/officeDocument/2006/relationships/tags" Target="../tags/tag454.xml"/></Relationships>
</file>

<file path=ppt/slides/_rels/slide46.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27.xml"/><Relationship Id="rId5" Type="http://schemas.openxmlformats.org/officeDocument/2006/relationships/tags" Target="../tags/tag463.xml"/><Relationship Id="rId4" Type="http://schemas.openxmlformats.org/officeDocument/2006/relationships/tags" Target="../tags/tag462.xml"/><Relationship Id="rId3" Type="http://schemas.openxmlformats.org/officeDocument/2006/relationships/tags" Target="../tags/tag461.xml"/><Relationship Id="rId2" Type="http://schemas.openxmlformats.org/officeDocument/2006/relationships/tags" Target="../tags/tag460.xml"/><Relationship Id="rId1" Type="http://schemas.openxmlformats.org/officeDocument/2006/relationships/tags" Target="../tags/tag459.xml"/></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27.xml"/><Relationship Id="rId5" Type="http://schemas.openxmlformats.org/officeDocument/2006/relationships/tags" Target="../tags/tag468.xml"/><Relationship Id="rId4" Type="http://schemas.openxmlformats.org/officeDocument/2006/relationships/tags" Target="../tags/tag467.xml"/><Relationship Id="rId3" Type="http://schemas.openxmlformats.org/officeDocument/2006/relationships/tags" Target="../tags/tag466.xml"/><Relationship Id="rId2" Type="http://schemas.openxmlformats.org/officeDocument/2006/relationships/tags" Target="../tags/tag465.xml"/><Relationship Id="rId1" Type="http://schemas.openxmlformats.org/officeDocument/2006/relationships/tags" Target="../tags/tag464.xml"/></Relationships>
</file>

<file path=ppt/slides/_rels/slide48.xml.rels><?xml version="1.0" encoding="UTF-8" standalone="yes"?>
<Relationships xmlns="http://schemas.openxmlformats.org/package/2006/relationships"><Relationship Id="rId9" Type="http://schemas.openxmlformats.org/officeDocument/2006/relationships/tags" Target="../tags/tag477.xml"/><Relationship Id="rId8" Type="http://schemas.openxmlformats.org/officeDocument/2006/relationships/tags" Target="../tags/tag476.xml"/><Relationship Id="rId7" Type="http://schemas.openxmlformats.org/officeDocument/2006/relationships/tags" Target="../tags/tag475.xml"/><Relationship Id="rId6" Type="http://schemas.openxmlformats.org/officeDocument/2006/relationships/tags" Target="../tags/tag474.xml"/><Relationship Id="rId5" Type="http://schemas.openxmlformats.org/officeDocument/2006/relationships/tags" Target="../tags/tag473.xml"/><Relationship Id="rId4" Type="http://schemas.openxmlformats.org/officeDocument/2006/relationships/tags" Target="../tags/tag472.xml"/><Relationship Id="rId3" Type="http://schemas.openxmlformats.org/officeDocument/2006/relationships/tags" Target="../tags/tag471.xml"/><Relationship Id="rId2" Type="http://schemas.openxmlformats.org/officeDocument/2006/relationships/tags" Target="../tags/tag470.xml"/><Relationship Id="rId10" Type="http://schemas.openxmlformats.org/officeDocument/2006/relationships/slideLayout" Target="../slideLayouts/slideLayout27.xml"/><Relationship Id="rId1" Type="http://schemas.openxmlformats.org/officeDocument/2006/relationships/tags" Target="../tags/tag469.xml"/></Relationships>
</file>

<file path=ppt/slides/_rels/slide49.xml.rels><?xml version="1.0" encoding="UTF-8" standalone="yes"?>
<Relationships xmlns="http://schemas.openxmlformats.org/package/2006/relationships"><Relationship Id="rId9" Type="http://schemas.openxmlformats.org/officeDocument/2006/relationships/notesSlide" Target="../notesSlides/notesSlide35.xml"/><Relationship Id="rId8" Type="http://schemas.openxmlformats.org/officeDocument/2006/relationships/slideLayout" Target="../slideLayouts/slideLayout30.xml"/><Relationship Id="rId7" Type="http://schemas.openxmlformats.org/officeDocument/2006/relationships/tags" Target="../tags/tag484.xml"/><Relationship Id="rId6" Type="http://schemas.openxmlformats.org/officeDocument/2006/relationships/tags" Target="../tags/tag483.xml"/><Relationship Id="rId5" Type="http://schemas.openxmlformats.org/officeDocument/2006/relationships/tags" Target="../tags/tag482.xml"/><Relationship Id="rId4" Type="http://schemas.openxmlformats.org/officeDocument/2006/relationships/tags" Target="../tags/tag481.xml"/><Relationship Id="rId3" Type="http://schemas.openxmlformats.org/officeDocument/2006/relationships/tags" Target="../tags/tag480.xml"/><Relationship Id="rId2" Type="http://schemas.openxmlformats.org/officeDocument/2006/relationships/tags" Target="../tags/tag479.xml"/><Relationship Id="rId1" Type="http://schemas.openxmlformats.org/officeDocument/2006/relationships/tags" Target="../tags/tag478.xml"/></Relationships>
</file>

<file path=ppt/slides/_rels/slide50.xml.rels><?xml version="1.0" encoding="UTF-8" standalone="yes"?>
<Relationships xmlns="http://schemas.openxmlformats.org/package/2006/relationships"><Relationship Id="rId9" Type="http://schemas.openxmlformats.org/officeDocument/2006/relationships/tags" Target="../tags/tag493.xml"/><Relationship Id="rId8" Type="http://schemas.openxmlformats.org/officeDocument/2006/relationships/tags" Target="../tags/tag492.xml"/><Relationship Id="rId7" Type="http://schemas.openxmlformats.org/officeDocument/2006/relationships/tags" Target="../tags/tag491.xml"/><Relationship Id="rId6" Type="http://schemas.openxmlformats.org/officeDocument/2006/relationships/tags" Target="../tags/tag490.xml"/><Relationship Id="rId5" Type="http://schemas.openxmlformats.org/officeDocument/2006/relationships/tags" Target="../tags/tag489.xml"/><Relationship Id="rId4" Type="http://schemas.openxmlformats.org/officeDocument/2006/relationships/tags" Target="../tags/tag488.xml"/><Relationship Id="rId3" Type="http://schemas.openxmlformats.org/officeDocument/2006/relationships/tags" Target="../tags/tag487.xml"/><Relationship Id="rId2" Type="http://schemas.openxmlformats.org/officeDocument/2006/relationships/tags" Target="../tags/tag486.xml"/><Relationship Id="rId12" Type="http://schemas.openxmlformats.org/officeDocument/2006/relationships/slideLayout" Target="../slideLayouts/slideLayout27.xml"/><Relationship Id="rId11" Type="http://schemas.openxmlformats.org/officeDocument/2006/relationships/tags" Target="../tags/tag495.xml"/><Relationship Id="rId10" Type="http://schemas.openxmlformats.org/officeDocument/2006/relationships/tags" Target="../tags/tag494.xml"/><Relationship Id="rId1" Type="http://schemas.openxmlformats.org/officeDocument/2006/relationships/tags" Target="../tags/tag485.xml"/></Relationships>
</file>

<file path=ppt/slides/_rels/slide51.xml.rels><?xml version="1.0" encoding="UTF-8" standalone="yes"?>
<Relationships xmlns="http://schemas.openxmlformats.org/package/2006/relationships"><Relationship Id="rId9" Type="http://schemas.openxmlformats.org/officeDocument/2006/relationships/tags" Target="../tags/tag504.xml"/><Relationship Id="rId8" Type="http://schemas.openxmlformats.org/officeDocument/2006/relationships/tags" Target="../tags/tag503.xml"/><Relationship Id="rId7" Type="http://schemas.openxmlformats.org/officeDocument/2006/relationships/tags" Target="../tags/tag502.xml"/><Relationship Id="rId6" Type="http://schemas.openxmlformats.org/officeDocument/2006/relationships/tags" Target="../tags/tag501.xml"/><Relationship Id="rId5" Type="http://schemas.openxmlformats.org/officeDocument/2006/relationships/tags" Target="../tags/tag500.xml"/><Relationship Id="rId4" Type="http://schemas.openxmlformats.org/officeDocument/2006/relationships/tags" Target="../tags/tag499.xml"/><Relationship Id="rId3" Type="http://schemas.openxmlformats.org/officeDocument/2006/relationships/tags" Target="../tags/tag498.xml"/><Relationship Id="rId2" Type="http://schemas.openxmlformats.org/officeDocument/2006/relationships/tags" Target="../tags/tag497.xml"/><Relationship Id="rId10" Type="http://schemas.openxmlformats.org/officeDocument/2006/relationships/slideLayout" Target="../slideLayouts/slideLayout27.xml"/><Relationship Id="rId1" Type="http://schemas.openxmlformats.org/officeDocument/2006/relationships/tags" Target="../tags/tag496.xml"/></Relationships>
</file>

<file path=ppt/slides/_rels/slide52.xml.rels><?xml version="1.0" encoding="UTF-8" standalone="yes"?>
<Relationships xmlns="http://schemas.openxmlformats.org/package/2006/relationships"><Relationship Id="rId9" Type="http://schemas.openxmlformats.org/officeDocument/2006/relationships/tags" Target="../tags/tag513.xml"/><Relationship Id="rId8" Type="http://schemas.openxmlformats.org/officeDocument/2006/relationships/tags" Target="../tags/tag512.xml"/><Relationship Id="rId7" Type="http://schemas.openxmlformats.org/officeDocument/2006/relationships/tags" Target="../tags/tag511.xml"/><Relationship Id="rId6" Type="http://schemas.openxmlformats.org/officeDocument/2006/relationships/tags" Target="../tags/tag510.xml"/><Relationship Id="rId5" Type="http://schemas.openxmlformats.org/officeDocument/2006/relationships/tags" Target="../tags/tag509.xml"/><Relationship Id="rId4" Type="http://schemas.openxmlformats.org/officeDocument/2006/relationships/tags" Target="../tags/tag508.xml"/><Relationship Id="rId3" Type="http://schemas.openxmlformats.org/officeDocument/2006/relationships/tags" Target="../tags/tag507.xml"/><Relationship Id="rId2" Type="http://schemas.openxmlformats.org/officeDocument/2006/relationships/tags" Target="../tags/tag506.xml"/><Relationship Id="rId18" Type="http://schemas.openxmlformats.org/officeDocument/2006/relationships/notesSlide" Target="../notesSlides/notesSlide36.xml"/><Relationship Id="rId17" Type="http://schemas.openxmlformats.org/officeDocument/2006/relationships/slideLayout" Target="../slideLayouts/slideLayout27.xml"/><Relationship Id="rId16" Type="http://schemas.openxmlformats.org/officeDocument/2006/relationships/tags" Target="../tags/tag520.xml"/><Relationship Id="rId15" Type="http://schemas.openxmlformats.org/officeDocument/2006/relationships/tags" Target="../tags/tag519.xml"/><Relationship Id="rId14" Type="http://schemas.openxmlformats.org/officeDocument/2006/relationships/tags" Target="../tags/tag518.xml"/><Relationship Id="rId13" Type="http://schemas.openxmlformats.org/officeDocument/2006/relationships/tags" Target="../tags/tag517.xml"/><Relationship Id="rId12" Type="http://schemas.openxmlformats.org/officeDocument/2006/relationships/tags" Target="../tags/tag516.xml"/><Relationship Id="rId11" Type="http://schemas.openxmlformats.org/officeDocument/2006/relationships/tags" Target="../tags/tag515.xml"/><Relationship Id="rId10" Type="http://schemas.openxmlformats.org/officeDocument/2006/relationships/tags" Target="../tags/tag514.xml"/><Relationship Id="rId1" Type="http://schemas.openxmlformats.org/officeDocument/2006/relationships/tags" Target="../tags/tag505.xml"/></Relationships>
</file>

<file path=ppt/slides/_rels/slide53.xml.rels><?xml version="1.0" encoding="UTF-8" standalone="yes"?>
<Relationships xmlns="http://schemas.openxmlformats.org/package/2006/relationships"><Relationship Id="rId9" Type="http://schemas.openxmlformats.org/officeDocument/2006/relationships/tags" Target="../tags/tag529.xml"/><Relationship Id="rId8" Type="http://schemas.openxmlformats.org/officeDocument/2006/relationships/tags" Target="../tags/tag528.xml"/><Relationship Id="rId7" Type="http://schemas.openxmlformats.org/officeDocument/2006/relationships/tags" Target="../tags/tag527.xml"/><Relationship Id="rId6" Type="http://schemas.openxmlformats.org/officeDocument/2006/relationships/tags" Target="../tags/tag526.xml"/><Relationship Id="rId5" Type="http://schemas.openxmlformats.org/officeDocument/2006/relationships/tags" Target="../tags/tag525.xml"/><Relationship Id="rId4" Type="http://schemas.openxmlformats.org/officeDocument/2006/relationships/tags" Target="../tags/tag524.xml"/><Relationship Id="rId3" Type="http://schemas.openxmlformats.org/officeDocument/2006/relationships/tags" Target="../tags/tag523.xml"/><Relationship Id="rId2" Type="http://schemas.openxmlformats.org/officeDocument/2006/relationships/tags" Target="../tags/tag522.xml"/><Relationship Id="rId11" Type="http://schemas.openxmlformats.org/officeDocument/2006/relationships/notesSlide" Target="../notesSlides/notesSlide37.xml"/><Relationship Id="rId10" Type="http://schemas.openxmlformats.org/officeDocument/2006/relationships/slideLayout" Target="../slideLayouts/slideLayout27.xml"/><Relationship Id="rId1" Type="http://schemas.openxmlformats.org/officeDocument/2006/relationships/tags" Target="../tags/tag521.xml"/></Relationships>
</file>

<file path=ppt/slides/_rels/slide54.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27.xml"/><Relationship Id="rId5" Type="http://schemas.openxmlformats.org/officeDocument/2006/relationships/tags" Target="../tags/tag534.xml"/><Relationship Id="rId4" Type="http://schemas.openxmlformats.org/officeDocument/2006/relationships/tags" Target="../tags/tag533.xml"/><Relationship Id="rId3" Type="http://schemas.openxmlformats.org/officeDocument/2006/relationships/tags" Target="../tags/tag532.xml"/><Relationship Id="rId2" Type="http://schemas.openxmlformats.org/officeDocument/2006/relationships/tags" Target="../tags/tag531.xml"/><Relationship Id="rId1" Type="http://schemas.openxmlformats.org/officeDocument/2006/relationships/tags" Target="../tags/tag530.xml"/></Relationships>
</file>

<file path=ppt/slides/_rels/slide55.xml.rels><?xml version="1.0" encoding="UTF-8" standalone="yes"?>
<Relationships xmlns="http://schemas.openxmlformats.org/package/2006/relationships"><Relationship Id="rId9" Type="http://schemas.openxmlformats.org/officeDocument/2006/relationships/tags" Target="../tags/tag543.xml"/><Relationship Id="rId8" Type="http://schemas.openxmlformats.org/officeDocument/2006/relationships/tags" Target="../tags/tag542.xml"/><Relationship Id="rId7" Type="http://schemas.openxmlformats.org/officeDocument/2006/relationships/tags" Target="../tags/tag541.xml"/><Relationship Id="rId6" Type="http://schemas.openxmlformats.org/officeDocument/2006/relationships/tags" Target="../tags/tag540.xml"/><Relationship Id="rId5" Type="http://schemas.openxmlformats.org/officeDocument/2006/relationships/tags" Target="../tags/tag539.xml"/><Relationship Id="rId4" Type="http://schemas.openxmlformats.org/officeDocument/2006/relationships/tags" Target="../tags/tag538.xml"/><Relationship Id="rId3" Type="http://schemas.openxmlformats.org/officeDocument/2006/relationships/tags" Target="../tags/tag537.xml"/><Relationship Id="rId2" Type="http://schemas.openxmlformats.org/officeDocument/2006/relationships/tags" Target="../tags/tag536.xml"/><Relationship Id="rId12" Type="http://schemas.openxmlformats.org/officeDocument/2006/relationships/notesSlide" Target="../notesSlides/notesSlide39.xml"/><Relationship Id="rId11" Type="http://schemas.openxmlformats.org/officeDocument/2006/relationships/slideLayout" Target="../slideLayouts/slideLayout27.xml"/><Relationship Id="rId10" Type="http://schemas.openxmlformats.org/officeDocument/2006/relationships/tags" Target="../tags/tag544.xml"/><Relationship Id="rId1" Type="http://schemas.openxmlformats.org/officeDocument/2006/relationships/tags" Target="../tags/tag535.xml"/></Relationships>
</file>

<file path=ppt/slides/_rels/slide56.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slideLayout" Target="../slideLayouts/slideLayout27.xml"/><Relationship Id="rId6" Type="http://schemas.openxmlformats.org/officeDocument/2006/relationships/tags" Target="../tags/tag550.xml"/><Relationship Id="rId5" Type="http://schemas.openxmlformats.org/officeDocument/2006/relationships/tags" Target="../tags/tag549.xml"/><Relationship Id="rId4" Type="http://schemas.openxmlformats.org/officeDocument/2006/relationships/tags" Target="../tags/tag548.xml"/><Relationship Id="rId3" Type="http://schemas.openxmlformats.org/officeDocument/2006/relationships/tags" Target="../tags/tag547.xml"/><Relationship Id="rId2" Type="http://schemas.openxmlformats.org/officeDocument/2006/relationships/tags" Target="../tags/tag546.xml"/><Relationship Id="rId1" Type="http://schemas.openxmlformats.org/officeDocument/2006/relationships/tags" Target="../tags/tag545.xml"/></Relationships>
</file>

<file path=ppt/slides/_rels/slide57.xml.rels><?xml version="1.0" encoding="UTF-8" standalone="yes"?>
<Relationships xmlns="http://schemas.openxmlformats.org/package/2006/relationships"><Relationship Id="rId9" Type="http://schemas.openxmlformats.org/officeDocument/2006/relationships/tags" Target="../tags/tag559.xml"/><Relationship Id="rId8" Type="http://schemas.openxmlformats.org/officeDocument/2006/relationships/tags" Target="../tags/tag558.xml"/><Relationship Id="rId7" Type="http://schemas.openxmlformats.org/officeDocument/2006/relationships/tags" Target="../tags/tag557.xml"/><Relationship Id="rId6" Type="http://schemas.openxmlformats.org/officeDocument/2006/relationships/tags" Target="../tags/tag556.xml"/><Relationship Id="rId5" Type="http://schemas.openxmlformats.org/officeDocument/2006/relationships/tags" Target="../tags/tag555.xml"/><Relationship Id="rId4" Type="http://schemas.openxmlformats.org/officeDocument/2006/relationships/tags" Target="../tags/tag554.xml"/><Relationship Id="rId3" Type="http://schemas.openxmlformats.org/officeDocument/2006/relationships/tags" Target="../tags/tag553.xml"/><Relationship Id="rId2" Type="http://schemas.openxmlformats.org/officeDocument/2006/relationships/tags" Target="../tags/tag552.xml"/><Relationship Id="rId15" Type="http://schemas.openxmlformats.org/officeDocument/2006/relationships/notesSlide" Target="../notesSlides/notesSlide41.xml"/><Relationship Id="rId14" Type="http://schemas.openxmlformats.org/officeDocument/2006/relationships/slideLayout" Target="../slideLayouts/slideLayout27.xml"/><Relationship Id="rId13" Type="http://schemas.openxmlformats.org/officeDocument/2006/relationships/tags" Target="../tags/tag563.xml"/><Relationship Id="rId12" Type="http://schemas.openxmlformats.org/officeDocument/2006/relationships/tags" Target="../tags/tag562.xml"/><Relationship Id="rId11" Type="http://schemas.openxmlformats.org/officeDocument/2006/relationships/tags" Target="../tags/tag561.xml"/><Relationship Id="rId10" Type="http://schemas.openxmlformats.org/officeDocument/2006/relationships/tags" Target="../tags/tag560.xml"/><Relationship Id="rId1" Type="http://schemas.openxmlformats.org/officeDocument/2006/relationships/tags" Target="../tags/tag551.xml"/></Relationships>
</file>

<file path=ppt/slides/_rels/slide58.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slideLayout" Target="../slideLayouts/slideLayout27.xml"/><Relationship Id="rId5" Type="http://schemas.openxmlformats.org/officeDocument/2006/relationships/tags" Target="../tags/tag568.xml"/><Relationship Id="rId4" Type="http://schemas.openxmlformats.org/officeDocument/2006/relationships/tags" Target="../tags/tag567.xml"/><Relationship Id="rId3" Type="http://schemas.openxmlformats.org/officeDocument/2006/relationships/tags" Target="../tags/tag566.xml"/><Relationship Id="rId2" Type="http://schemas.openxmlformats.org/officeDocument/2006/relationships/tags" Target="../tags/tag565.xml"/><Relationship Id="rId1" Type="http://schemas.openxmlformats.org/officeDocument/2006/relationships/tags" Target="../tags/tag564.xml"/></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43.xml"/><Relationship Id="rId6" Type="http://schemas.openxmlformats.org/officeDocument/2006/relationships/slideLayout" Target="../slideLayouts/slideLayout27.xml"/><Relationship Id="rId5" Type="http://schemas.openxmlformats.org/officeDocument/2006/relationships/tags" Target="../tags/tag573.xml"/><Relationship Id="rId4" Type="http://schemas.openxmlformats.org/officeDocument/2006/relationships/tags" Target="../tags/tag572.xml"/><Relationship Id="rId3" Type="http://schemas.openxmlformats.org/officeDocument/2006/relationships/tags" Target="../tags/tag571.xml"/><Relationship Id="rId2" Type="http://schemas.openxmlformats.org/officeDocument/2006/relationships/tags" Target="../tags/tag570.xml"/><Relationship Id="rId1" Type="http://schemas.openxmlformats.org/officeDocument/2006/relationships/tags" Target="../tags/tag569.xml"/></Relationships>
</file>

<file path=ppt/slides/_rels/slide60.xml.rels><?xml version="1.0" encoding="UTF-8" standalone="yes"?>
<Relationships xmlns="http://schemas.openxmlformats.org/package/2006/relationships"><Relationship Id="rId9" Type="http://schemas.openxmlformats.org/officeDocument/2006/relationships/tags" Target="../tags/tag582.xml"/><Relationship Id="rId8" Type="http://schemas.openxmlformats.org/officeDocument/2006/relationships/tags" Target="../tags/tag581.xml"/><Relationship Id="rId7" Type="http://schemas.openxmlformats.org/officeDocument/2006/relationships/tags" Target="../tags/tag580.xml"/><Relationship Id="rId6" Type="http://schemas.openxmlformats.org/officeDocument/2006/relationships/tags" Target="../tags/tag579.xml"/><Relationship Id="rId5" Type="http://schemas.openxmlformats.org/officeDocument/2006/relationships/tags" Target="../tags/tag578.xml"/><Relationship Id="rId4" Type="http://schemas.openxmlformats.org/officeDocument/2006/relationships/tags" Target="../tags/tag577.xml"/><Relationship Id="rId3" Type="http://schemas.openxmlformats.org/officeDocument/2006/relationships/tags" Target="../tags/tag576.xml"/><Relationship Id="rId2" Type="http://schemas.openxmlformats.org/officeDocument/2006/relationships/tags" Target="../tags/tag575.xml"/><Relationship Id="rId12" Type="http://schemas.openxmlformats.org/officeDocument/2006/relationships/slideLayout" Target="../slideLayouts/slideLayout27.xml"/><Relationship Id="rId11" Type="http://schemas.openxmlformats.org/officeDocument/2006/relationships/tags" Target="../tags/tag584.xml"/><Relationship Id="rId10" Type="http://schemas.openxmlformats.org/officeDocument/2006/relationships/tags" Target="../tags/tag583.xml"/><Relationship Id="rId1" Type="http://schemas.openxmlformats.org/officeDocument/2006/relationships/tags" Target="../tags/tag574.xml"/></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tags" Target="../tags/tag592.xml"/><Relationship Id="rId7" Type="http://schemas.openxmlformats.org/officeDocument/2006/relationships/tags" Target="../tags/tag591.xml"/><Relationship Id="rId6" Type="http://schemas.openxmlformats.org/officeDocument/2006/relationships/tags" Target="../tags/tag590.xml"/><Relationship Id="rId5" Type="http://schemas.openxmlformats.org/officeDocument/2006/relationships/tags" Target="../tags/tag589.xml"/><Relationship Id="rId4" Type="http://schemas.openxmlformats.org/officeDocument/2006/relationships/tags" Target="../tags/tag588.xml"/><Relationship Id="rId3" Type="http://schemas.openxmlformats.org/officeDocument/2006/relationships/tags" Target="../tags/tag587.xml"/><Relationship Id="rId2" Type="http://schemas.openxmlformats.org/officeDocument/2006/relationships/tags" Target="../tags/tag586.xml"/><Relationship Id="rId1" Type="http://schemas.openxmlformats.org/officeDocument/2006/relationships/tags" Target="../tags/tag585.xml"/></Relationships>
</file>

<file path=ppt/slides/_rels/slide62.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tags" Target="../tags/tag599.xml"/><Relationship Id="rId6" Type="http://schemas.openxmlformats.org/officeDocument/2006/relationships/tags" Target="../tags/tag598.xml"/><Relationship Id="rId5" Type="http://schemas.openxmlformats.org/officeDocument/2006/relationships/tags" Target="../tags/tag597.xml"/><Relationship Id="rId4" Type="http://schemas.openxmlformats.org/officeDocument/2006/relationships/tags" Target="../tags/tag596.xml"/><Relationship Id="rId3" Type="http://schemas.openxmlformats.org/officeDocument/2006/relationships/tags" Target="../tags/tag595.xml"/><Relationship Id="rId2" Type="http://schemas.openxmlformats.org/officeDocument/2006/relationships/tags" Target="../tags/tag594.xml"/><Relationship Id="rId1" Type="http://schemas.openxmlformats.org/officeDocument/2006/relationships/tags" Target="../tags/tag593.xml"/></Relationships>
</file>

<file path=ppt/slides/_rels/slide63.xml.rels><?xml version="1.0" encoding="UTF-8" standalone="yes"?>
<Relationships xmlns="http://schemas.openxmlformats.org/package/2006/relationships"><Relationship Id="rId8" Type="http://schemas.openxmlformats.org/officeDocument/2006/relationships/slideLayout" Target="../slideLayouts/slideLayout27.xml"/><Relationship Id="rId7" Type="http://schemas.openxmlformats.org/officeDocument/2006/relationships/tags" Target="../tags/tag606.xml"/><Relationship Id="rId6" Type="http://schemas.openxmlformats.org/officeDocument/2006/relationships/tags" Target="../tags/tag605.xml"/><Relationship Id="rId5" Type="http://schemas.openxmlformats.org/officeDocument/2006/relationships/tags" Target="../tags/tag604.xml"/><Relationship Id="rId4" Type="http://schemas.openxmlformats.org/officeDocument/2006/relationships/tags" Target="../tags/tag603.xml"/><Relationship Id="rId3" Type="http://schemas.openxmlformats.org/officeDocument/2006/relationships/tags" Target="../tags/tag602.xml"/><Relationship Id="rId2" Type="http://schemas.openxmlformats.org/officeDocument/2006/relationships/tags" Target="../tags/tag601.xml"/><Relationship Id="rId1" Type="http://schemas.openxmlformats.org/officeDocument/2006/relationships/tags" Target="../tags/tag600.xml"/></Relationships>
</file>

<file path=ppt/slides/_rels/slide64.xml.rels><?xml version="1.0" encoding="UTF-8" standalone="yes"?>
<Relationships xmlns="http://schemas.openxmlformats.org/package/2006/relationships"><Relationship Id="rId8" Type="http://schemas.openxmlformats.org/officeDocument/2006/relationships/notesSlide" Target="../notesSlides/notesSlide44.xml"/><Relationship Id="rId7" Type="http://schemas.openxmlformats.org/officeDocument/2006/relationships/slideLayout" Target="../slideLayouts/slideLayout27.xml"/><Relationship Id="rId6" Type="http://schemas.openxmlformats.org/officeDocument/2006/relationships/tags" Target="../tags/tag612.xml"/><Relationship Id="rId5" Type="http://schemas.openxmlformats.org/officeDocument/2006/relationships/tags" Target="../tags/tag611.xml"/><Relationship Id="rId4" Type="http://schemas.openxmlformats.org/officeDocument/2006/relationships/tags" Target="../tags/tag610.xml"/><Relationship Id="rId3" Type="http://schemas.openxmlformats.org/officeDocument/2006/relationships/tags" Target="../tags/tag609.xml"/><Relationship Id="rId2" Type="http://schemas.openxmlformats.org/officeDocument/2006/relationships/tags" Target="../tags/tag608.xml"/><Relationship Id="rId1" Type="http://schemas.openxmlformats.org/officeDocument/2006/relationships/tags" Target="../tags/tag607.xml"/></Relationships>
</file>

<file path=ppt/slides/_rels/slide6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27.xml"/><Relationship Id="rId4" Type="http://schemas.openxmlformats.org/officeDocument/2006/relationships/tags" Target="../tags/tag616.xml"/><Relationship Id="rId3" Type="http://schemas.openxmlformats.org/officeDocument/2006/relationships/tags" Target="../tags/tag615.xml"/><Relationship Id="rId2" Type="http://schemas.openxmlformats.org/officeDocument/2006/relationships/tags" Target="../tags/tag614.xml"/><Relationship Id="rId1" Type="http://schemas.openxmlformats.org/officeDocument/2006/relationships/tags" Target="../tags/tag613.xml"/></Relationships>
</file>

<file path=ppt/slides/_rels/slide66.xml.rels><?xml version="1.0" encoding="UTF-8" standalone="yes"?>
<Relationships xmlns="http://schemas.openxmlformats.org/package/2006/relationships"><Relationship Id="rId9" Type="http://schemas.openxmlformats.org/officeDocument/2006/relationships/tags" Target="../tags/tag625.xml"/><Relationship Id="rId8" Type="http://schemas.openxmlformats.org/officeDocument/2006/relationships/tags" Target="../tags/tag624.xml"/><Relationship Id="rId7" Type="http://schemas.openxmlformats.org/officeDocument/2006/relationships/tags" Target="../tags/tag623.xml"/><Relationship Id="rId6" Type="http://schemas.openxmlformats.org/officeDocument/2006/relationships/tags" Target="../tags/tag622.xml"/><Relationship Id="rId5" Type="http://schemas.openxmlformats.org/officeDocument/2006/relationships/tags" Target="../tags/tag621.xml"/><Relationship Id="rId4" Type="http://schemas.openxmlformats.org/officeDocument/2006/relationships/tags" Target="../tags/tag620.xml"/><Relationship Id="rId3" Type="http://schemas.openxmlformats.org/officeDocument/2006/relationships/tags" Target="../tags/tag619.xml"/><Relationship Id="rId2" Type="http://schemas.openxmlformats.org/officeDocument/2006/relationships/tags" Target="../tags/tag618.xml"/><Relationship Id="rId12" Type="http://schemas.openxmlformats.org/officeDocument/2006/relationships/slideLayout" Target="../slideLayouts/slideLayout30.xml"/><Relationship Id="rId11" Type="http://schemas.openxmlformats.org/officeDocument/2006/relationships/tags" Target="../tags/tag627.xml"/><Relationship Id="rId10" Type="http://schemas.openxmlformats.org/officeDocument/2006/relationships/tags" Target="../tags/tag626.xml"/><Relationship Id="rId1" Type="http://schemas.openxmlformats.org/officeDocument/2006/relationships/tags" Target="../tags/tag6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ctrTitle"/>
            <p:custDataLst>
              <p:tags r:id="rId1"/>
            </p:custDataLst>
          </p:nvPr>
        </p:nvSpPr>
        <p:spPr>
          <a:xfrm>
            <a:off x="1068070" y="1415415"/>
            <a:ext cx="6217920" cy="2254885"/>
          </a:xfrm>
        </p:spPr>
        <p:txBody>
          <a:bodyPr/>
          <a:p>
            <a:pPr marL="0" indent="0" algn="l">
              <a:lnSpc>
                <a:spcPct val="100000"/>
              </a:lnSpc>
              <a:spcBef>
                <a:spcPts val="0"/>
              </a:spcBef>
              <a:spcAft>
                <a:spcPts val="0"/>
              </a:spcAft>
              <a:buSzPct val="100000"/>
            </a:pPr>
            <a:r>
              <a:rPr lang="zh-CN" altLang="en-US" sz="8000"/>
              <a:t>法理与宪法学</a:t>
            </a:r>
            <a:endParaRPr lang="zh-CN" altLang="en-US" sz="8000"/>
          </a:p>
        </p:txBody>
      </p:sp>
      <p:sp>
        <p:nvSpPr>
          <p:cNvPr id="3" name="署名"/>
          <p:cNvSpPr>
            <a:spLocks noGrp="1"/>
          </p:cNvSpPr>
          <p:nvPr>
            <p:ph type="body" sz="quarter" idx="17"/>
            <p:custDataLst>
              <p:tags r:id="rId2"/>
            </p:custDataLst>
          </p:nvPr>
        </p:nvSpPr>
        <p:spPr>
          <a:xfrm>
            <a:off x="1068070" y="4217670"/>
            <a:ext cx="5231130" cy="1857375"/>
          </a:xfrm>
          <a:prstGeom prst="roundRect">
            <a:avLst>
              <a:gd name="adj" fmla="val 50000"/>
            </a:avLst>
          </a:prstGeom>
          <a:solidFill>
            <a:schemeClr val="accent1">
              <a:lumMod val="20000"/>
              <a:lumOff val="80000"/>
              <a:alpha val="50000"/>
            </a:schemeClr>
          </a:solidFill>
          <a:ln>
            <a:solidFill>
              <a:schemeClr val="accent1">
                <a:lumMod val="20000"/>
                <a:lumOff val="80000"/>
              </a:schemeClr>
            </a:solidFill>
          </a:ln>
        </p:spPr>
        <p:txBody>
          <a:bodyPr>
            <a:noAutofit/>
          </a:bodyPr>
          <a:p>
            <a:r>
              <a:rPr lang="zh-CN" altLang="en-US" sz="3200"/>
              <a:t>周星星</a:t>
            </a:r>
            <a:endParaRPr lang="en-US" altLang="zh-CN" sz="3200"/>
          </a:p>
          <a:p>
            <a:r>
              <a:rPr lang="en-US" altLang="zh-CN" sz="3200"/>
              <a:t>546299042@qq.com</a:t>
            </a:r>
            <a:endParaRPr lang="en-US" altLang="zh-CN" sz="320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403975" y="3515360"/>
            <a:ext cx="4584065" cy="1863725"/>
          </a:xfrm>
        </p:spPr>
        <p:txBody>
          <a:bodyPr>
            <a:normAutofit/>
          </a:bodyPr>
          <a:p>
            <a:pPr algn="ctr"/>
            <a:r>
              <a:rPr lang="zh-CN" altLang="en-US" sz="4000" b="0"/>
              <a:t>基层群众自治制度的核心内容</a:t>
            </a:r>
            <a:br>
              <a:rPr lang="zh-CN" altLang="en-US" sz="4000" b="0"/>
            </a:br>
            <a:endParaRPr lang="zh-CN" altLang="en-US" sz="2800" b="0"/>
          </a:p>
        </p:txBody>
      </p:sp>
      <p:sp>
        <p:nvSpPr>
          <p:cNvPr id="3" name="文本占位符 2"/>
          <p:cNvSpPr>
            <a:spLocks noGrp="1"/>
          </p:cNvSpPr>
          <p:nvPr>
            <p:ph type="body" sz="quarter" idx="13"/>
            <p:custDataLst>
              <p:tags r:id="rId2"/>
            </p:custDataLst>
          </p:nvPr>
        </p:nvSpPr>
        <p:spPr>
          <a:xfrm>
            <a:off x="7467600" y="2217420"/>
            <a:ext cx="2456815" cy="831215"/>
          </a:xfrm>
        </p:spPr>
        <p:txBody>
          <a:bodyPr>
            <a:normAutofit lnSpcReduction="20000"/>
          </a:bodyPr>
          <a:p>
            <a:r>
              <a:rPr lang="zh-CN" altLang="en-US" sz="4800"/>
              <a:t>课前回顾</a:t>
            </a:r>
            <a:endParaRPr lang="zh-CN" altLang="en-US" sz="4800"/>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0" y="902970"/>
            <a:ext cx="9335135" cy="796925"/>
          </a:xfrm>
        </p:spPr>
        <p:txBody>
          <a:bodyPr>
            <a:normAutofit/>
          </a:bodyPr>
          <a:lstStyle/>
          <a:p>
            <a:r>
              <a:rPr lang="zh-CN" altLang="en-US" sz="4800" dirty="0" smtClean="0">
                <a:solidFill>
                  <a:srgbClr val="002060"/>
                </a:solidFill>
              </a:rPr>
              <a:t>第十四章 </a:t>
            </a:r>
            <a:r>
              <a:rPr lang="en-US" altLang="zh-CN" sz="4800" dirty="0" smtClean="0">
                <a:solidFill>
                  <a:srgbClr val="002060"/>
                </a:solidFill>
              </a:rPr>
              <a:t> </a:t>
            </a:r>
            <a:r>
              <a:rPr sz="4800" dirty="0" smtClean="0">
                <a:solidFill>
                  <a:srgbClr val="002060"/>
                </a:solidFill>
              </a:rPr>
              <a:t>公民的基本权利和义务</a:t>
            </a:r>
            <a:endParaRPr sz="4800" dirty="0" smtClean="0">
              <a:solidFill>
                <a:srgbClr val="002060"/>
              </a:solidFill>
            </a:endParaRPr>
          </a:p>
        </p:txBody>
      </p:sp>
      <p:sp>
        <p:nvSpPr>
          <p:cNvPr id="4" name="文本占位符 3"/>
          <p:cNvSpPr>
            <a:spLocks noGrp="1"/>
          </p:cNvSpPr>
          <p:nvPr>
            <p:ph type="body" sz="quarter" idx="17"/>
            <p:custDataLst>
              <p:tags r:id="rId2"/>
            </p:custDataLst>
          </p:nvPr>
        </p:nvSpPr>
        <p:spPr>
          <a:xfrm>
            <a:off x="793750" y="2502535"/>
            <a:ext cx="6684645" cy="3766185"/>
          </a:xfrm>
        </p:spPr>
        <p:txBody>
          <a:bodyPr>
            <a:noAutofit/>
          </a:bodyPr>
          <a:p>
            <a:pPr algn="l" fontAlgn="auto">
              <a:lnSpc>
                <a:spcPct val="140000"/>
              </a:lnSpc>
            </a:pPr>
            <a:r>
              <a:rPr lang="en-US" altLang="zh-CN" sz="3200" b="1" dirty="0" smtClean="0">
                <a:solidFill>
                  <a:srgbClr val="0070C0"/>
                </a:solidFill>
                <a:cs typeface="微软雅黑" panose="020B0503020204020204" charset="-122"/>
                <a:sym typeface="+mn-ea"/>
              </a:rPr>
              <a:t> </a:t>
            </a:r>
            <a:endParaRPr lang="en-US" altLang="zh-CN" sz="3200" b="1" dirty="0" smtClean="0">
              <a:solidFill>
                <a:srgbClr val="0070C0"/>
              </a:solidFill>
              <a:cs typeface="微软雅黑" panose="020B0503020204020204" charset="-122"/>
              <a:sym typeface="+mn-ea"/>
            </a:endParaRPr>
          </a:p>
          <a:p>
            <a:pPr algn="l" fontAlgn="auto">
              <a:lnSpc>
                <a:spcPct val="140000"/>
              </a:lnSpc>
            </a:pPr>
            <a:r>
              <a:rPr lang="en-US" altLang="zh-CN" sz="3200" b="1" dirty="0" smtClean="0">
                <a:solidFill>
                  <a:srgbClr val="0070C0"/>
                </a:solidFill>
                <a:cs typeface="微软雅黑" panose="020B0503020204020204" charset="-122"/>
                <a:sym typeface="+mn-ea"/>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第一节 </a:t>
            </a: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rPr>
              <a:t>公民基本权利的一般原理</a:t>
            </a:r>
            <a:endPar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endParaRPr>
          </a:p>
          <a:p>
            <a:pPr algn="l" fontAlgn="auto">
              <a:lnSpc>
                <a:spcPct val="140000"/>
              </a:lnSpc>
            </a:pP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rPr>
              <a:t>第二节</a:t>
            </a: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rPr>
              <a:t>公民的基本权利</a:t>
            </a:r>
            <a:endPar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endParaRPr>
          </a:p>
          <a:p>
            <a:pPr algn="l" fontAlgn="auto">
              <a:lnSpc>
                <a:spcPct val="140000"/>
              </a:lnSpc>
            </a:pP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第三节 </a:t>
            </a:r>
            <a:r>
              <a:rPr lang="en-US" altLang="zh-CN"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 </a:t>
            </a:r>
            <a:r>
              <a:rPr lang="zh-CN" altLang="en-US" sz="3600" b="1" dirty="0" smtClean="0">
                <a:solidFill>
                  <a:srgbClr val="0070C0"/>
                </a:solidFill>
                <a:latin typeface="微软雅黑" panose="020B0503020204020204" charset="-122"/>
                <a:ea typeface="微软雅黑" panose="020B0503020204020204" charset="-122"/>
                <a:cs typeface="微软雅黑" panose="020B0503020204020204" charset="-122"/>
                <a:sym typeface="+mn-ea"/>
              </a:rPr>
              <a:t>公民的基本义务</a:t>
            </a:r>
            <a:endParaRPr lang="zh-CN" altLang="en-US" sz="4000" b="1" dirty="0" smtClean="0">
              <a:solidFill>
                <a:srgbClr val="0070C0"/>
              </a:solidFill>
              <a:latin typeface="微软雅黑" panose="020B0503020204020204" charset="-122"/>
              <a:ea typeface="微软雅黑" panose="020B0503020204020204" charset="-122"/>
              <a:cs typeface="微软雅黑" panose="020B0503020204020204" charset="-122"/>
            </a:endParaRPr>
          </a:p>
          <a:p>
            <a:endParaRPr lang="zh-CN" altLang="en-US" sz="4000" b="1" dirty="0" smtClean="0">
              <a:solidFill>
                <a:srgbClr val="0070C0"/>
              </a:solidFill>
              <a:latin typeface="微软雅黑" panose="020B0503020204020204" charset="-122"/>
              <a:ea typeface="微软雅黑" panose="020B0503020204020204" charset="-122"/>
              <a:cs typeface="微软雅黑" panose="020B0503020204020204" charset="-122"/>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ltLang="en-US" sz="4000">
                <a:latin typeface="微软雅黑" panose="020B0503020204020204" charset="-122"/>
                <a:ea typeface="微软雅黑" panose="020B0503020204020204" charset="-122"/>
                <a:cs typeface="微软雅黑" panose="020B0503020204020204" charset="-122"/>
              </a:rPr>
              <a:t>第一节</a:t>
            </a:r>
            <a:r>
              <a:rPr lang="en-US" altLang="zh-CN" sz="4000">
                <a:latin typeface="微软雅黑" panose="020B0503020204020204" charset="-122"/>
                <a:ea typeface="微软雅黑" panose="020B0503020204020204" charset="-122"/>
                <a:cs typeface="微软雅黑" panose="020B0503020204020204" charset="-122"/>
              </a:rPr>
              <a:t>  </a:t>
            </a:r>
            <a:r>
              <a:rPr lang="zh-CN" altLang="en-US" sz="4000">
                <a:latin typeface="微软雅黑" panose="020B0503020204020204" charset="-122"/>
                <a:ea typeface="微软雅黑" panose="020B0503020204020204" charset="-122"/>
                <a:cs typeface="微软雅黑" panose="020B0503020204020204" charset="-122"/>
              </a:rPr>
              <a:t>公民基本权利的一般原理</a:t>
            </a:r>
            <a:endParaRPr lang="zh-CN" altLang="en-US" sz="4000">
              <a:latin typeface="微软雅黑" panose="020B0503020204020204" charset="-122"/>
              <a:ea typeface="微软雅黑" panose="020B0503020204020204" charset="-122"/>
              <a:cs typeface="微软雅黑" panose="020B0503020204020204" charset="-122"/>
            </a:endParaRPr>
          </a:p>
        </p:txBody>
      </p:sp>
      <p:sp>
        <p:nvSpPr>
          <p:cNvPr id="5" name="文本框 15"/>
          <p:cNvSpPr txBox="1"/>
          <p:nvPr>
            <p:custDataLst>
              <p:tags r:id="rId2"/>
            </p:custDataLst>
          </p:nvPr>
        </p:nvSpPr>
        <p:spPr>
          <a:xfrm>
            <a:off x="1986788" y="3015566"/>
            <a:ext cx="3845786" cy="1569177"/>
          </a:xfrm>
          <a:prstGeom prst="rect">
            <a:avLst/>
          </a:prstGeom>
          <a:noFill/>
        </p:spPr>
        <p:txBody>
          <a:bodyPr wrap="square" lIns="0" tIns="0" rIns="0" bIns="71755" rtlCol="0" anchor="ctr" anchorCtr="0">
            <a:noAutofit/>
          </a:bodyPr>
          <a:lstStyle/>
          <a:p>
            <a:pPr indent="0" algn="l" fontAlgn="auto">
              <a:lnSpc>
                <a:spcPct val="130000"/>
              </a:lnSpc>
              <a:spcAft>
                <a:spcPts val="0"/>
              </a:spcAft>
            </a:pPr>
            <a:r>
              <a:rPr lang="zh-CN" altLang="en-US" sz="3600" b="1" dirty="0">
                <a:solidFill>
                  <a:schemeClr val="tx1">
                    <a:lumMod val="85000"/>
                    <a:lumOff val="15000"/>
                  </a:schemeClr>
                </a:solidFill>
                <a:sym typeface="+mn-ea"/>
              </a:rPr>
              <a:t>基本权利的主体</a:t>
            </a:r>
            <a:endParaRPr lang="zh-CN" altLang="en-US" sz="3600" b="1" dirty="0">
              <a:solidFill>
                <a:schemeClr val="tx1">
                  <a:lumMod val="85000"/>
                  <a:lumOff val="15000"/>
                </a:schemeClr>
              </a:solidFill>
              <a:sym typeface="+mn-ea"/>
            </a:endParaRPr>
          </a:p>
        </p:txBody>
      </p:sp>
      <p:sp>
        <p:nvSpPr>
          <p:cNvPr id="8" name="图形 4"/>
          <p:cNvSpPr>
            <a:spLocks noChangeAspect="1"/>
          </p:cNvSpPr>
          <p:nvPr>
            <p:custDataLst>
              <p:tags r:id="rId3"/>
            </p:custDataLst>
          </p:nvPr>
        </p:nvSpPr>
        <p:spPr>
          <a:xfrm>
            <a:off x="684962" y="3015566"/>
            <a:ext cx="10811510" cy="3149785"/>
          </a:xfrm>
          <a:custGeom>
            <a:avLst/>
            <a:gdLst>
              <a:gd name="connsiteX0" fmla="*/ 0 w 17025"/>
              <a:gd name="connsiteY0" fmla="*/ 0 h 4960"/>
              <a:gd name="connsiteX1" fmla="*/ 15786 w 17025"/>
              <a:gd name="connsiteY1" fmla="*/ 0 h 4960"/>
              <a:gd name="connsiteX2" fmla="*/ 17025 w 17025"/>
              <a:gd name="connsiteY2" fmla="*/ 1239 h 4960"/>
              <a:gd name="connsiteX3" fmla="*/ 17025 w 17025"/>
              <a:gd name="connsiteY3" fmla="*/ 1239 h 4960"/>
              <a:gd name="connsiteX4" fmla="*/ 15786 w 17025"/>
              <a:gd name="connsiteY4" fmla="*/ 2479 h 4960"/>
              <a:gd name="connsiteX5" fmla="*/ 1239 w 17025"/>
              <a:gd name="connsiteY5" fmla="*/ 2479 h 4960"/>
              <a:gd name="connsiteX6" fmla="*/ 0 w 17025"/>
              <a:gd name="connsiteY6" fmla="*/ 3718 h 4960"/>
              <a:gd name="connsiteX7" fmla="*/ 0 w 17025"/>
              <a:gd name="connsiteY7" fmla="*/ 3718 h 4960"/>
              <a:gd name="connsiteX8" fmla="*/ 1239 w 17025"/>
              <a:gd name="connsiteY8" fmla="*/ 4957 h 4960"/>
              <a:gd name="connsiteX9" fmla="*/ 16907 w 17025"/>
              <a:gd name="connsiteY9" fmla="*/ 4960 h 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25" h="4960">
                <a:moveTo>
                  <a:pt x="0" y="0"/>
                </a:moveTo>
                <a:lnTo>
                  <a:pt x="15786" y="0"/>
                </a:lnTo>
                <a:cubicBezTo>
                  <a:pt x="16470" y="0"/>
                  <a:pt x="17025" y="555"/>
                  <a:pt x="17025" y="1239"/>
                </a:cubicBezTo>
                <a:lnTo>
                  <a:pt x="17025" y="1239"/>
                </a:lnTo>
                <a:cubicBezTo>
                  <a:pt x="17025" y="1924"/>
                  <a:pt x="16470" y="2479"/>
                  <a:pt x="15786" y="2479"/>
                </a:cubicBezTo>
                <a:lnTo>
                  <a:pt x="1239" y="2479"/>
                </a:lnTo>
                <a:cubicBezTo>
                  <a:pt x="555" y="2479"/>
                  <a:pt x="0" y="3034"/>
                  <a:pt x="0" y="3718"/>
                </a:cubicBezTo>
                <a:lnTo>
                  <a:pt x="0" y="3718"/>
                </a:lnTo>
                <a:cubicBezTo>
                  <a:pt x="0" y="4403"/>
                  <a:pt x="555" y="4957"/>
                  <a:pt x="1239" y="4957"/>
                </a:cubicBezTo>
                <a:lnTo>
                  <a:pt x="16907" y="4960"/>
                </a:lnTo>
              </a:path>
            </a:pathLst>
          </a:custGeom>
          <a:noFill/>
          <a:ln w="9525" cap="flat">
            <a:solidFill>
              <a:schemeClr val="accent1">
                <a:alpha val="60000"/>
              </a:schemeClr>
            </a:solidFill>
            <a:prstDash val="solid"/>
            <a:miter/>
            <a:tailEnd type="triangle" w="med" len="lg"/>
          </a:ln>
        </p:spPr>
        <p:txBody>
          <a:bodyPr rot="0" spcFirstLastPara="0" vertOverflow="overflow" horzOverflow="overflow" vert="mongolianVert" wrap="square" lIns="36195"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7" name="文本框 8"/>
          <p:cNvSpPr txBox="1"/>
          <p:nvPr>
            <p:custDataLst>
              <p:tags r:id="rId4"/>
            </p:custDataLst>
          </p:nvPr>
        </p:nvSpPr>
        <p:spPr>
          <a:xfrm>
            <a:off x="1236174" y="3013661"/>
            <a:ext cx="607096" cy="1569177"/>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rPr>
              <a:t>04</a:t>
            </a:r>
            <a:endParaRPr lang="en-US" altLang="zh-CN" sz="3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endParaRPr>
          </a:p>
        </p:txBody>
      </p:sp>
      <p:sp>
        <p:nvSpPr>
          <p:cNvPr id="21" name="文本框 9"/>
          <p:cNvSpPr txBox="1"/>
          <p:nvPr>
            <p:custDataLst>
              <p:tags r:id="rId5"/>
            </p:custDataLst>
          </p:nvPr>
        </p:nvSpPr>
        <p:spPr>
          <a:xfrm>
            <a:off x="1986788" y="1446389"/>
            <a:ext cx="3845786" cy="1569177"/>
          </a:xfrm>
          <a:prstGeom prst="rect">
            <a:avLst/>
          </a:prstGeom>
          <a:noFill/>
        </p:spPr>
        <p:txBody>
          <a:bodyPr wrap="square" lIns="0" tIns="0" rIns="0" bIns="71755" rtlCol="0" anchor="ctr" anchorCtr="0">
            <a:noAutofit/>
          </a:bodyPr>
          <a:lstStyle/>
          <a:p>
            <a:pPr indent="0" algn="l" fontAlgn="auto">
              <a:lnSpc>
                <a:spcPct val="130000"/>
              </a:lnSpc>
              <a:spcAft>
                <a:spcPts val="0"/>
              </a:spcAft>
            </a:pPr>
            <a:r>
              <a:rPr lang="zh-CN" altLang="en-US" sz="3600" b="1" dirty="0">
                <a:solidFill>
                  <a:schemeClr val="tx1">
                    <a:lumMod val="85000"/>
                    <a:lumOff val="15000"/>
                  </a:schemeClr>
                </a:solidFill>
                <a:sym typeface="+mn-ea"/>
              </a:rPr>
              <a:t>人权</a:t>
            </a:r>
            <a:endParaRPr lang="zh-CN" altLang="en-US" sz="3600" b="1" dirty="0">
              <a:solidFill>
                <a:schemeClr val="tx1">
                  <a:lumMod val="85000"/>
                  <a:lumOff val="15000"/>
                </a:schemeClr>
              </a:solidFill>
              <a:sym typeface="+mn-ea"/>
            </a:endParaRPr>
          </a:p>
        </p:txBody>
      </p:sp>
      <p:sp>
        <p:nvSpPr>
          <p:cNvPr id="22" name="文本框 10"/>
          <p:cNvSpPr txBox="1"/>
          <p:nvPr>
            <p:custDataLst>
              <p:tags r:id="rId6"/>
            </p:custDataLst>
          </p:nvPr>
        </p:nvSpPr>
        <p:spPr>
          <a:xfrm>
            <a:off x="1236174" y="1444484"/>
            <a:ext cx="607096" cy="1569177"/>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rPr>
              <a:t>01</a:t>
            </a:r>
            <a:endParaRPr lang="en-US" altLang="zh-CN" sz="3000" b="1" dirty="0">
              <a:gradFill>
                <a:gsLst>
                  <a:gs pos="0">
                    <a:schemeClr val="accent1">
                      <a:alpha val="100000"/>
                    </a:schemeClr>
                  </a:gs>
                  <a:gs pos="100000">
                    <a:schemeClr val="accent1">
                      <a:alpha val="46000"/>
                    </a:schemeClr>
                  </a:gs>
                </a:gsLst>
                <a:lin ang="5400000" scaled="0"/>
              </a:gradFill>
              <a:latin typeface="微软雅黑" panose="020B0503020204020204" charset="-122"/>
              <a:ea typeface="微软雅黑" panose="020B0503020204020204" charset="-122"/>
              <a:sym typeface="+mn-ea"/>
            </a:endParaRPr>
          </a:p>
        </p:txBody>
      </p:sp>
      <p:sp>
        <p:nvSpPr>
          <p:cNvPr id="23" name="文本框 11"/>
          <p:cNvSpPr txBox="1"/>
          <p:nvPr>
            <p:custDataLst>
              <p:tags r:id="rId7"/>
            </p:custDataLst>
          </p:nvPr>
        </p:nvSpPr>
        <p:spPr>
          <a:xfrm>
            <a:off x="6921028" y="3015566"/>
            <a:ext cx="3845786" cy="1569177"/>
          </a:xfrm>
          <a:prstGeom prst="rect">
            <a:avLst/>
          </a:prstGeom>
          <a:noFill/>
        </p:spPr>
        <p:txBody>
          <a:bodyPr wrap="square" lIns="0" tIns="0" rIns="0" bIns="71755" rtlCol="0" anchor="ctr" anchorCtr="0">
            <a:noAutofit/>
          </a:bodyPr>
          <a:lstStyle/>
          <a:p>
            <a:pPr indent="0" algn="l" fontAlgn="auto">
              <a:lnSpc>
                <a:spcPct val="130000"/>
              </a:lnSpc>
              <a:spcAft>
                <a:spcPts val="0"/>
              </a:spcAft>
            </a:pPr>
            <a:r>
              <a:rPr lang="zh-CN" altLang="en-US" sz="3600" b="1" dirty="0">
                <a:solidFill>
                  <a:schemeClr val="tx1">
                    <a:lumMod val="85000"/>
                    <a:lumOff val="15000"/>
                  </a:schemeClr>
                </a:solidFill>
                <a:sym typeface="+mn-ea"/>
              </a:rPr>
              <a:t>基本权利的概念</a:t>
            </a:r>
            <a:endParaRPr lang="zh-CN" altLang="en-US" sz="3600" b="1" dirty="0">
              <a:solidFill>
                <a:schemeClr val="tx1">
                  <a:lumMod val="85000"/>
                  <a:lumOff val="15000"/>
                </a:schemeClr>
              </a:solidFill>
              <a:sym typeface="+mn-ea"/>
            </a:endParaRPr>
          </a:p>
        </p:txBody>
      </p:sp>
      <p:sp>
        <p:nvSpPr>
          <p:cNvPr id="24" name="文本框 12"/>
          <p:cNvSpPr txBox="1"/>
          <p:nvPr>
            <p:custDataLst>
              <p:tags r:id="rId8"/>
            </p:custDataLst>
          </p:nvPr>
        </p:nvSpPr>
        <p:spPr>
          <a:xfrm>
            <a:off x="6170414" y="3013661"/>
            <a:ext cx="607096" cy="1569177"/>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rPr>
              <a:t>03</a:t>
            </a:r>
            <a:endParaRPr lang="en-US" altLang="zh-CN" sz="3000" b="1" dirty="0">
              <a:gradFill>
                <a:gsLst>
                  <a:gs pos="0">
                    <a:schemeClr val="accent3">
                      <a:alpha val="100000"/>
                    </a:schemeClr>
                  </a:gs>
                  <a:gs pos="100000">
                    <a:schemeClr val="accent3">
                      <a:alpha val="46000"/>
                    </a:schemeClr>
                  </a:gs>
                </a:gsLst>
                <a:lin ang="5400000" scaled="0"/>
              </a:gradFill>
              <a:latin typeface="微软雅黑" panose="020B0503020204020204" charset="-122"/>
              <a:ea typeface="微软雅黑" panose="020B0503020204020204" charset="-122"/>
              <a:sym typeface="+mn-ea"/>
            </a:endParaRPr>
          </a:p>
        </p:txBody>
      </p:sp>
      <p:sp>
        <p:nvSpPr>
          <p:cNvPr id="25" name="文本框 13"/>
          <p:cNvSpPr txBox="1"/>
          <p:nvPr>
            <p:custDataLst>
              <p:tags r:id="rId9"/>
            </p:custDataLst>
          </p:nvPr>
        </p:nvSpPr>
        <p:spPr>
          <a:xfrm>
            <a:off x="6921028" y="1446389"/>
            <a:ext cx="3845786" cy="1569177"/>
          </a:xfrm>
          <a:prstGeom prst="rect">
            <a:avLst/>
          </a:prstGeom>
          <a:noFill/>
        </p:spPr>
        <p:txBody>
          <a:bodyPr wrap="square" lIns="0" tIns="0" rIns="0" bIns="71755" rtlCol="0" anchor="ctr" anchorCtr="0">
            <a:noAutofit/>
          </a:bodyPr>
          <a:lstStyle/>
          <a:p>
            <a:pPr indent="0" algn="l" fontAlgn="auto">
              <a:lnSpc>
                <a:spcPct val="130000"/>
              </a:lnSpc>
              <a:spcAft>
                <a:spcPts val="0"/>
              </a:spcAft>
            </a:pPr>
            <a:r>
              <a:rPr lang="zh-CN" altLang="en-US" sz="3600" b="1" dirty="0">
                <a:solidFill>
                  <a:schemeClr val="tx1">
                    <a:lumMod val="85000"/>
                    <a:lumOff val="15000"/>
                  </a:schemeClr>
                </a:solidFill>
                <a:sym typeface="+mn-ea"/>
              </a:rPr>
              <a:t>权利</a:t>
            </a:r>
            <a:endParaRPr lang="zh-CN" altLang="en-US" sz="3600" b="1" dirty="0">
              <a:solidFill>
                <a:schemeClr val="tx1">
                  <a:lumMod val="85000"/>
                  <a:lumOff val="15000"/>
                </a:schemeClr>
              </a:solidFill>
              <a:sym typeface="+mn-ea"/>
            </a:endParaRPr>
          </a:p>
        </p:txBody>
      </p:sp>
      <p:sp>
        <p:nvSpPr>
          <p:cNvPr id="26" name="文本框 14"/>
          <p:cNvSpPr txBox="1"/>
          <p:nvPr>
            <p:custDataLst>
              <p:tags r:id="rId10"/>
            </p:custDataLst>
          </p:nvPr>
        </p:nvSpPr>
        <p:spPr>
          <a:xfrm>
            <a:off x="6170414" y="1444484"/>
            <a:ext cx="607096" cy="1569177"/>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rPr>
              <a:t>02</a:t>
            </a:r>
            <a:endParaRPr lang="en-US" altLang="zh-CN" sz="3000" b="1" dirty="0">
              <a:gradFill>
                <a:gsLst>
                  <a:gs pos="0">
                    <a:schemeClr val="accent2">
                      <a:alpha val="100000"/>
                    </a:schemeClr>
                  </a:gs>
                  <a:gs pos="100000">
                    <a:schemeClr val="accent2">
                      <a:alpha val="46000"/>
                    </a:schemeClr>
                  </a:gs>
                </a:gsLst>
                <a:lin ang="5400000" scaled="0"/>
              </a:gradFill>
              <a:latin typeface="微软雅黑" panose="020B0503020204020204" charset="-122"/>
              <a:ea typeface="微软雅黑" panose="020B0503020204020204" charset="-122"/>
              <a:sym typeface="+mn-ea"/>
            </a:endParaRPr>
          </a:p>
        </p:txBody>
      </p:sp>
      <p:sp>
        <p:nvSpPr>
          <p:cNvPr id="27" name="文本框 17"/>
          <p:cNvSpPr txBox="1"/>
          <p:nvPr>
            <p:custDataLst>
              <p:tags r:id="rId11"/>
            </p:custDataLst>
          </p:nvPr>
        </p:nvSpPr>
        <p:spPr>
          <a:xfrm>
            <a:off x="1986915" y="4584700"/>
            <a:ext cx="4716145" cy="1569085"/>
          </a:xfrm>
          <a:prstGeom prst="rect">
            <a:avLst/>
          </a:prstGeom>
          <a:noFill/>
        </p:spPr>
        <p:txBody>
          <a:bodyPr wrap="square" lIns="0" tIns="0" rIns="0" bIns="71755" rtlCol="0" anchor="ctr" anchorCtr="0">
            <a:noAutofit/>
          </a:bodyPr>
          <a:lstStyle/>
          <a:p>
            <a:pPr indent="0" algn="l" fontAlgn="auto">
              <a:lnSpc>
                <a:spcPct val="130000"/>
              </a:lnSpc>
              <a:spcAft>
                <a:spcPts val="0"/>
              </a:spcAft>
            </a:pPr>
            <a:r>
              <a:rPr lang="zh-CN" altLang="en-US" sz="3600" b="1" dirty="0">
                <a:solidFill>
                  <a:schemeClr val="tx1">
                    <a:lumMod val="85000"/>
                    <a:lumOff val="15000"/>
                  </a:schemeClr>
                </a:solidFill>
                <a:sym typeface="+mn-ea"/>
              </a:rPr>
              <a:t>基本权利的效力</a:t>
            </a:r>
            <a:endParaRPr lang="zh-CN" altLang="en-US" sz="3600" b="1" dirty="0">
              <a:solidFill>
                <a:schemeClr val="tx1">
                  <a:lumMod val="85000"/>
                  <a:lumOff val="15000"/>
                </a:schemeClr>
              </a:solidFill>
              <a:sym typeface="+mn-ea"/>
            </a:endParaRPr>
          </a:p>
        </p:txBody>
      </p:sp>
      <p:sp>
        <p:nvSpPr>
          <p:cNvPr id="28" name="文本框 18"/>
          <p:cNvSpPr txBox="1"/>
          <p:nvPr>
            <p:custDataLst>
              <p:tags r:id="rId12"/>
            </p:custDataLst>
          </p:nvPr>
        </p:nvSpPr>
        <p:spPr>
          <a:xfrm>
            <a:off x="1236174" y="4582838"/>
            <a:ext cx="607096" cy="1569177"/>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5">
                        <a:alpha val="100000"/>
                      </a:schemeClr>
                    </a:gs>
                    <a:gs pos="100000">
                      <a:schemeClr val="accent5">
                        <a:alpha val="46000"/>
                      </a:schemeClr>
                    </a:gs>
                  </a:gsLst>
                  <a:lin ang="5400000" scaled="0"/>
                </a:gradFill>
                <a:latin typeface="微软雅黑" panose="020B0503020204020204" charset="-122"/>
                <a:ea typeface="微软雅黑" panose="020B0503020204020204" charset="-122"/>
                <a:sym typeface="+mn-ea"/>
              </a:rPr>
              <a:t>05</a:t>
            </a:r>
            <a:endParaRPr lang="en-US" altLang="zh-CN" sz="3000" b="1" dirty="0">
              <a:gradFill>
                <a:gsLst>
                  <a:gs pos="0">
                    <a:schemeClr val="accent5">
                      <a:alpha val="100000"/>
                    </a:schemeClr>
                  </a:gs>
                  <a:gs pos="100000">
                    <a:schemeClr val="accent5">
                      <a:alpha val="46000"/>
                    </a:schemeClr>
                  </a:gs>
                </a:gsLst>
                <a:lin ang="5400000" scaled="0"/>
              </a:gradFill>
              <a:latin typeface="微软雅黑" panose="020B0503020204020204" charset="-122"/>
              <a:ea typeface="微软雅黑" panose="020B0503020204020204" charset="-122"/>
              <a:sym typeface="+mn-ea"/>
            </a:endParaRPr>
          </a:p>
        </p:txBody>
      </p:sp>
      <p:sp useBgFill="1">
        <p:nvSpPr>
          <p:cNvPr id="29" name="椭圆 19"/>
          <p:cNvSpPr>
            <a:spLocks noChangeAspect="1"/>
          </p:cNvSpPr>
          <p:nvPr>
            <p:custDataLst>
              <p:tags r:id="rId13"/>
            </p:custDataLst>
          </p:nvPr>
        </p:nvSpPr>
        <p:spPr>
          <a:xfrm>
            <a:off x="1397474" y="2903799"/>
            <a:ext cx="215913" cy="215913"/>
          </a:xfrm>
          <a:prstGeom prst="ellipse">
            <a:avLst/>
          </a:prstGeom>
          <a:ln w="63500" cap="flat">
            <a:noFill/>
            <a:prstDash val="solid"/>
            <a:miter/>
            <a:tailEnd type="none" w="med" len="lg"/>
          </a:ln>
        </p:spPr>
        <p:txBody>
          <a:bodyPr rtlCol="0" anchor="ctr"/>
          <a:lstStyle/>
          <a:p>
            <a:pPr algn="ctr"/>
            <a:endParaRPr lang="zh-CN" altLang="en-US">
              <a:solidFill>
                <a:schemeClr val="tx1"/>
              </a:solidFill>
            </a:endParaRPr>
          </a:p>
        </p:txBody>
      </p:sp>
      <p:sp>
        <p:nvSpPr>
          <p:cNvPr id="30" name="椭圆 31"/>
          <p:cNvSpPr>
            <a:spLocks noChangeAspect="1"/>
          </p:cNvSpPr>
          <p:nvPr>
            <p:custDataLst>
              <p:tags r:id="rId14"/>
            </p:custDataLst>
          </p:nvPr>
        </p:nvSpPr>
        <p:spPr>
          <a:xfrm>
            <a:off x="1451452" y="2957777"/>
            <a:ext cx="107956" cy="107956"/>
          </a:xfrm>
          <a:prstGeom prst="ellipse">
            <a:avLst/>
          </a:prstGeom>
          <a:gradFill>
            <a:gsLst>
              <a:gs pos="0">
                <a:schemeClr val="accent1">
                  <a:alpha val="30000"/>
                </a:schemeClr>
              </a:gs>
              <a:gs pos="100000">
                <a:schemeClr val="accent1">
                  <a:alpha val="70000"/>
                </a:schemeClr>
              </a:gs>
            </a:gsLst>
            <a:lin ang="5400000" scaled="0"/>
          </a:gradFill>
          <a:ln w="63500" cap="flat">
            <a:noFill/>
            <a:prstDash val="solid"/>
            <a:miter/>
            <a:tailEnd type="none" w="med" len="lg"/>
          </a:ln>
        </p:spPr>
        <p:txBody>
          <a:bodyPr rtlCol="0" anchor="ctr"/>
          <a:lstStyle/>
          <a:p>
            <a:pPr algn="ctr"/>
            <a:endParaRPr lang="zh-CN" altLang="en-US">
              <a:solidFill>
                <a:schemeClr val="tx1"/>
              </a:solidFill>
            </a:endParaRPr>
          </a:p>
        </p:txBody>
      </p:sp>
      <p:sp useBgFill="1">
        <p:nvSpPr>
          <p:cNvPr id="31" name="椭圆 35"/>
          <p:cNvSpPr>
            <a:spLocks noChangeAspect="1"/>
          </p:cNvSpPr>
          <p:nvPr>
            <p:custDataLst>
              <p:tags r:id="rId15"/>
            </p:custDataLst>
          </p:nvPr>
        </p:nvSpPr>
        <p:spPr>
          <a:xfrm>
            <a:off x="6370451" y="2903799"/>
            <a:ext cx="215913" cy="215913"/>
          </a:xfrm>
          <a:prstGeom prst="ellipse">
            <a:avLst/>
          </a:prstGeom>
          <a:ln w="63500" cap="flat">
            <a:noFill/>
            <a:prstDash val="solid"/>
            <a:miter/>
            <a:tailEnd type="none" w="med" len="lg"/>
          </a:ln>
        </p:spPr>
        <p:txBody>
          <a:bodyPr rtlCol="0" anchor="ctr"/>
          <a:lstStyle/>
          <a:p>
            <a:pPr algn="ctr"/>
            <a:endParaRPr lang="zh-CN" altLang="en-US">
              <a:solidFill>
                <a:schemeClr val="tx1"/>
              </a:solidFill>
            </a:endParaRPr>
          </a:p>
        </p:txBody>
      </p:sp>
      <p:sp>
        <p:nvSpPr>
          <p:cNvPr id="33" name="椭圆 36"/>
          <p:cNvSpPr>
            <a:spLocks noChangeAspect="1"/>
          </p:cNvSpPr>
          <p:nvPr>
            <p:custDataLst>
              <p:tags r:id="rId16"/>
            </p:custDataLst>
          </p:nvPr>
        </p:nvSpPr>
        <p:spPr>
          <a:xfrm>
            <a:off x="6424429" y="2957777"/>
            <a:ext cx="107956" cy="107956"/>
          </a:xfrm>
          <a:prstGeom prst="ellipse">
            <a:avLst/>
          </a:prstGeom>
          <a:gradFill>
            <a:gsLst>
              <a:gs pos="0">
                <a:schemeClr val="accent2">
                  <a:alpha val="30000"/>
                </a:schemeClr>
              </a:gs>
              <a:gs pos="100000">
                <a:schemeClr val="accent2">
                  <a:alpha val="70000"/>
                </a:schemeClr>
              </a:gs>
            </a:gsLst>
            <a:lin ang="5400000" scaled="0"/>
          </a:gradFill>
          <a:ln w="63500" cap="flat">
            <a:noFill/>
            <a:prstDash val="solid"/>
            <a:miter/>
            <a:tailEnd type="none" w="med" len="lg"/>
          </a:ln>
        </p:spPr>
        <p:txBody>
          <a:bodyPr rtlCol="0" anchor="ctr"/>
          <a:lstStyle/>
          <a:p>
            <a:pPr algn="ctr"/>
            <a:endParaRPr lang="zh-CN" altLang="en-US">
              <a:solidFill>
                <a:schemeClr val="tx1"/>
              </a:solidFill>
            </a:endParaRPr>
          </a:p>
        </p:txBody>
      </p:sp>
      <p:sp useBgFill="1">
        <p:nvSpPr>
          <p:cNvPr id="34" name="椭圆 38"/>
          <p:cNvSpPr>
            <a:spLocks noChangeAspect="1"/>
          </p:cNvSpPr>
          <p:nvPr>
            <p:custDataLst>
              <p:tags r:id="rId17"/>
            </p:custDataLst>
          </p:nvPr>
        </p:nvSpPr>
        <p:spPr>
          <a:xfrm>
            <a:off x="1397474" y="4473612"/>
            <a:ext cx="215913" cy="215913"/>
          </a:xfrm>
          <a:prstGeom prst="ellipse">
            <a:avLst/>
          </a:prstGeom>
          <a:ln w="63500" cap="flat">
            <a:noFill/>
            <a:prstDash val="solid"/>
            <a:miter/>
            <a:tailEnd type="none" w="med" len="lg"/>
          </a:ln>
        </p:spPr>
        <p:txBody>
          <a:bodyPr rtlCol="0" anchor="ctr"/>
          <a:lstStyle/>
          <a:p>
            <a:pPr algn="ctr"/>
            <a:endParaRPr lang="zh-CN" altLang="en-US">
              <a:solidFill>
                <a:schemeClr val="tx1"/>
              </a:solidFill>
            </a:endParaRPr>
          </a:p>
        </p:txBody>
      </p:sp>
      <p:sp>
        <p:nvSpPr>
          <p:cNvPr id="35" name="椭圆 39"/>
          <p:cNvSpPr>
            <a:spLocks noChangeAspect="1"/>
          </p:cNvSpPr>
          <p:nvPr>
            <p:custDataLst>
              <p:tags r:id="rId18"/>
            </p:custDataLst>
          </p:nvPr>
        </p:nvSpPr>
        <p:spPr>
          <a:xfrm>
            <a:off x="1451452" y="4527590"/>
            <a:ext cx="107956" cy="107956"/>
          </a:xfrm>
          <a:prstGeom prst="ellipse">
            <a:avLst/>
          </a:prstGeom>
          <a:gradFill>
            <a:gsLst>
              <a:gs pos="0">
                <a:schemeClr val="accent4">
                  <a:alpha val="30000"/>
                </a:schemeClr>
              </a:gs>
              <a:gs pos="100000">
                <a:schemeClr val="accent4">
                  <a:alpha val="70000"/>
                </a:schemeClr>
              </a:gs>
            </a:gsLst>
            <a:lin ang="5400000" scaled="0"/>
          </a:gradFill>
          <a:ln w="63500" cap="flat">
            <a:noFill/>
            <a:prstDash val="solid"/>
            <a:miter/>
            <a:tailEnd type="none" w="med" len="lg"/>
          </a:ln>
        </p:spPr>
        <p:txBody>
          <a:bodyPr rtlCol="0" anchor="ctr"/>
          <a:lstStyle/>
          <a:p>
            <a:pPr algn="ctr"/>
            <a:endParaRPr lang="zh-CN" altLang="en-US">
              <a:solidFill>
                <a:schemeClr val="tx1"/>
              </a:solidFill>
            </a:endParaRPr>
          </a:p>
        </p:txBody>
      </p:sp>
      <p:sp useBgFill="1">
        <p:nvSpPr>
          <p:cNvPr id="38" name="椭圆 41"/>
          <p:cNvSpPr>
            <a:spLocks noChangeAspect="1"/>
          </p:cNvSpPr>
          <p:nvPr>
            <p:custDataLst>
              <p:tags r:id="rId19"/>
            </p:custDataLst>
          </p:nvPr>
        </p:nvSpPr>
        <p:spPr>
          <a:xfrm>
            <a:off x="6370451" y="4473612"/>
            <a:ext cx="215913" cy="215913"/>
          </a:xfrm>
          <a:prstGeom prst="ellipse">
            <a:avLst/>
          </a:prstGeom>
          <a:ln w="63500" cap="flat">
            <a:noFill/>
            <a:prstDash val="solid"/>
            <a:miter/>
            <a:tailEnd type="none" w="med" len="lg"/>
          </a:ln>
        </p:spPr>
        <p:txBody>
          <a:bodyPr rtlCol="0" anchor="ctr"/>
          <a:lstStyle/>
          <a:p>
            <a:pPr algn="ctr"/>
            <a:endParaRPr lang="zh-CN" altLang="en-US">
              <a:solidFill>
                <a:schemeClr val="tx1"/>
              </a:solidFill>
            </a:endParaRPr>
          </a:p>
        </p:txBody>
      </p:sp>
      <p:sp>
        <p:nvSpPr>
          <p:cNvPr id="41" name="椭圆 42"/>
          <p:cNvSpPr>
            <a:spLocks noChangeAspect="1"/>
          </p:cNvSpPr>
          <p:nvPr>
            <p:custDataLst>
              <p:tags r:id="rId20"/>
            </p:custDataLst>
          </p:nvPr>
        </p:nvSpPr>
        <p:spPr>
          <a:xfrm>
            <a:off x="6424429" y="4527590"/>
            <a:ext cx="107956" cy="107956"/>
          </a:xfrm>
          <a:prstGeom prst="ellipse">
            <a:avLst/>
          </a:prstGeom>
          <a:gradFill>
            <a:gsLst>
              <a:gs pos="0">
                <a:schemeClr val="accent3">
                  <a:alpha val="30000"/>
                </a:schemeClr>
              </a:gs>
              <a:gs pos="100000">
                <a:schemeClr val="accent3">
                  <a:alpha val="70000"/>
                </a:schemeClr>
              </a:gs>
            </a:gsLst>
            <a:lin ang="5400000" scaled="0"/>
          </a:gradFill>
          <a:ln w="63500" cap="flat">
            <a:noFill/>
            <a:prstDash val="solid"/>
            <a:miter/>
            <a:tailEnd type="none" w="med" len="lg"/>
          </a:ln>
        </p:spPr>
        <p:txBody>
          <a:bodyPr rtlCol="0" anchor="ctr"/>
          <a:lstStyle/>
          <a:p>
            <a:pPr algn="ctr"/>
            <a:endParaRPr lang="zh-CN" altLang="en-US">
              <a:solidFill>
                <a:schemeClr val="tx1"/>
              </a:solidFill>
            </a:endParaRPr>
          </a:p>
        </p:txBody>
      </p:sp>
      <p:sp useBgFill="1">
        <p:nvSpPr>
          <p:cNvPr id="44" name="椭圆 44"/>
          <p:cNvSpPr>
            <a:spLocks noChangeAspect="1"/>
          </p:cNvSpPr>
          <p:nvPr>
            <p:custDataLst>
              <p:tags r:id="rId21"/>
            </p:custDataLst>
          </p:nvPr>
        </p:nvSpPr>
        <p:spPr>
          <a:xfrm>
            <a:off x="1397474" y="6043424"/>
            <a:ext cx="215913" cy="215913"/>
          </a:xfrm>
          <a:prstGeom prst="ellipse">
            <a:avLst/>
          </a:prstGeom>
          <a:ln w="63500" cap="flat">
            <a:noFill/>
            <a:prstDash val="solid"/>
            <a:miter/>
            <a:tailEnd type="none" w="med" len="lg"/>
          </a:ln>
        </p:spPr>
        <p:txBody>
          <a:bodyPr rtlCol="0" anchor="ctr"/>
          <a:lstStyle/>
          <a:p>
            <a:pPr algn="ctr"/>
            <a:endParaRPr lang="zh-CN" altLang="en-US">
              <a:solidFill>
                <a:schemeClr val="tx1"/>
              </a:solidFill>
            </a:endParaRPr>
          </a:p>
        </p:txBody>
      </p:sp>
      <p:sp>
        <p:nvSpPr>
          <p:cNvPr id="47" name="椭圆 45"/>
          <p:cNvSpPr>
            <a:spLocks noChangeAspect="1"/>
          </p:cNvSpPr>
          <p:nvPr>
            <p:custDataLst>
              <p:tags r:id="rId22"/>
            </p:custDataLst>
          </p:nvPr>
        </p:nvSpPr>
        <p:spPr>
          <a:xfrm>
            <a:off x="1451452" y="6097402"/>
            <a:ext cx="107956" cy="107956"/>
          </a:xfrm>
          <a:prstGeom prst="ellipse">
            <a:avLst/>
          </a:prstGeom>
          <a:gradFill>
            <a:gsLst>
              <a:gs pos="0">
                <a:schemeClr val="accent5">
                  <a:alpha val="30000"/>
                </a:schemeClr>
              </a:gs>
              <a:gs pos="100000">
                <a:schemeClr val="accent5">
                  <a:alpha val="70000"/>
                </a:schemeClr>
              </a:gs>
            </a:gsLst>
            <a:lin ang="5400000" scaled="0"/>
          </a:gradFill>
          <a:ln w="63500" cap="flat">
            <a:noFill/>
            <a:prstDash val="solid"/>
            <a:miter/>
            <a:tailEnd type="none" w="med" len="lg"/>
          </a:ln>
        </p:spPr>
        <p:txBody>
          <a:bodyPr rtlCol="0" anchor="ctr"/>
          <a:lstStyle/>
          <a:p>
            <a:pPr algn="ctr"/>
            <a:endParaRPr lang="zh-CN" altLang="en-US">
              <a:solidFill>
                <a:schemeClr val="tx1"/>
              </a:solidFill>
            </a:endParaRPr>
          </a:p>
        </p:txBody>
      </p:sp>
      <p:sp>
        <p:nvSpPr>
          <p:cNvPr id="2" name="文本框 17"/>
          <p:cNvSpPr txBox="1"/>
          <p:nvPr>
            <p:custDataLst>
              <p:tags r:id="rId23"/>
            </p:custDataLst>
          </p:nvPr>
        </p:nvSpPr>
        <p:spPr>
          <a:xfrm>
            <a:off x="6903720" y="4636135"/>
            <a:ext cx="4716145" cy="1569085"/>
          </a:xfrm>
          <a:prstGeom prst="rect">
            <a:avLst/>
          </a:prstGeom>
          <a:noFill/>
        </p:spPr>
        <p:txBody>
          <a:bodyPr wrap="square" lIns="0" tIns="0" rIns="0" bIns="71755" rtlCol="0" anchor="ctr" anchorCtr="0">
            <a:noAutofit/>
          </a:bodyPr>
          <a:lstStyle/>
          <a:p>
            <a:pPr indent="0" algn="l" fontAlgn="auto">
              <a:lnSpc>
                <a:spcPct val="130000"/>
              </a:lnSpc>
              <a:spcAft>
                <a:spcPts val="0"/>
              </a:spcAft>
            </a:pPr>
            <a:r>
              <a:rPr lang="zh-CN" altLang="en-US" sz="3600" b="1" dirty="0">
                <a:solidFill>
                  <a:schemeClr val="tx1">
                    <a:lumMod val="85000"/>
                    <a:lumOff val="15000"/>
                  </a:schemeClr>
                </a:solidFill>
                <a:sym typeface="+mn-ea"/>
              </a:rPr>
              <a:t>基本权利的保障和限制</a:t>
            </a:r>
            <a:endParaRPr lang="zh-CN" altLang="en-US" sz="3600" b="1" dirty="0">
              <a:solidFill>
                <a:schemeClr val="tx1">
                  <a:lumMod val="85000"/>
                  <a:lumOff val="15000"/>
                </a:schemeClr>
              </a:solidFill>
              <a:sym typeface="+mn-ea"/>
            </a:endParaRPr>
          </a:p>
        </p:txBody>
      </p:sp>
      <p:sp>
        <p:nvSpPr>
          <p:cNvPr id="3" name="文本框 8"/>
          <p:cNvSpPr txBox="1"/>
          <p:nvPr>
            <p:custDataLst>
              <p:tags r:id="rId24"/>
            </p:custDataLst>
          </p:nvPr>
        </p:nvSpPr>
        <p:spPr>
          <a:xfrm>
            <a:off x="6259659" y="4582746"/>
            <a:ext cx="607096" cy="1569177"/>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rPr>
              <a:t>06</a:t>
            </a:r>
            <a:endParaRPr lang="en-US" altLang="zh-CN" sz="3000" b="1" dirty="0">
              <a:gradFill>
                <a:gsLst>
                  <a:gs pos="0">
                    <a:schemeClr val="accent4">
                      <a:alpha val="100000"/>
                    </a:schemeClr>
                  </a:gs>
                  <a:gs pos="100000">
                    <a:schemeClr val="accent4">
                      <a:alpha val="46000"/>
                    </a:schemeClr>
                  </a:gs>
                </a:gsLst>
                <a:lin ang="5400000" scaled="0"/>
              </a:gradFill>
              <a:latin typeface="微软雅黑" panose="020B0503020204020204" charset="-122"/>
              <a:ea typeface="微软雅黑" panose="020B0503020204020204" charset="-122"/>
              <a:sym typeface="+mn-ea"/>
            </a:endParaRPr>
          </a:p>
        </p:txBody>
      </p:sp>
    </p:spTree>
    <p:custDataLst>
      <p:tags r:id="rId2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一、人权</a:t>
            </a:r>
            <a:endParaRPr lang="zh-CN" altLang="en-US" dirty="0">
              <a:latin typeface="+mn-ea"/>
              <a:ea typeface="+mn-ea"/>
              <a:cs typeface="+mn-cs"/>
            </a:endParaRPr>
          </a:p>
        </p:txBody>
      </p:sp>
      <p:sp>
        <p:nvSpPr>
          <p:cNvPr id="3" name="圆角矩形 1"/>
          <p:cNvSpPr/>
          <p:nvPr>
            <p:custDataLst>
              <p:tags r:id="rId2"/>
            </p:custDataLst>
          </p:nvPr>
        </p:nvSpPr>
        <p:spPr>
          <a:xfrm>
            <a:off x="696595" y="2061318"/>
            <a:ext cx="596865" cy="596865"/>
          </a:xfrm>
          <a:prstGeom prst="roundRect">
            <a:avLst/>
          </a:prstGeom>
          <a:gradFill>
            <a:gsLst>
              <a:gs pos="0">
                <a:schemeClr val="accent1">
                  <a:lumMod val="60000"/>
                  <a:lumOff val="40000"/>
                  <a:alpha val="76000"/>
                </a:schemeClr>
              </a:gs>
              <a:gs pos="100000">
                <a:schemeClr val="accent1">
                  <a:alpha val="100000"/>
                </a:schemeClr>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sp>
        <p:nvSpPr>
          <p:cNvPr id="20" name="矩形 19"/>
          <p:cNvSpPr/>
          <p:nvPr>
            <p:custDataLst>
              <p:tags r:id="rId3"/>
            </p:custDataLst>
          </p:nvPr>
        </p:nvSpPr>
        <p:spPr>
          <a:xfrm>
            <a:off x="1443355" y="1776095"/>
            <a:ext cx="4728210" cy="3140075"/>
          </a:xfrm>
          <a:prstGeom prst="rect">
            <a:avLst/>
          </a:prstGeom>
          <a:noFill/>
        </p:spPr>
        <p:txBody>
          <a:bodyPr wrap="square" lIns="0" tIns="0" rIns="0" bIns="0" rtlCol="0" anchor="ctr" anchorCtr="0">
            <a:noAutofit/>
          </a:bodyPr>
          <a:p>
            <a:pPr indent="0" fontAlgn="auto">
              <a:lnSpc>
                <a:spcPct val="150000"/>
              </a:lnSpc>
              <a:spcBef>
                <a:spcPct val="0"/>
              </a:spcBef>
              <a:spcAft>
                <a:spcPct val="0"/>
              </a:spcAft>
            </a:pPr>
            <a:endParaRPr lang="en-US" altLang="en-US" kern="0" dirty="0">
              <a:ln>
                <a:noFill/>
                <a:prstDash val="sysDot"/>
              </a:ln>
              <a:solidFill>
                <a:schemeClr val="tx1">
                  <a:lumMod val="85000"/>
                  <a:lumOff val="15000"/>
                </a:schemeClr>
              </a:solidFill>
              <a:latin typeface="+mn-ea"/>
            </a:endParaRPr>
          </a:p>
          <a:p>
            <a:pPr indent="0" fontAlgn="auto">
              <a:lnSpc>
                <a:spcPct val="150000"/>
              </a:lnSpc>
              <a:spcBef>
                <a:spcPct val="0"/>
              </a:spcBef>
              <a:spcAft>
                <a:spcPct val="0"/>
              </a:spcAft>
            </a:pPr>
            <a:r>
              <a:rPr lang="zh-CN" altLang="en-US" sz="2800" b="1" kern="0" dirty="0">
                <a:ln>
                  <a:noFill/>
                  <a:prstDash val="sysDot"/>
                </a:ln>
                <a:solidFill>
                  <a:schemeClr val="tx1">
                    <a:lumMod val="85000"/>
                    <a:lumOff val="15000"/>
                  </a:schemeClr>
                </a:solidFill>
                <a:latin typeface="+mn-ea"/>
              </a:rPr>
              <a:t>（一）概念：</a:t>
            </a:r>
            <a:r>
              <a:rPr lang="zh-CN" altLang="en-US" sz="2400" kern="0" dirty="0">
                <a:ln>
                  <a:noFill/>
                  <a:prstDash val="sysDot"/>
                </a:ln>
                <a:solidFill>
                  <a:schemeClr val="tx1">
                    <a:lumMod val="85000"/>
                    <a:lumOff val="15000"/>
                  </a:schemeClr>
                </a:solidFill>
                <a:latin typeface="+mn-ea"/>
              </a:rPr>
              <a:t>指在一定的社会历史条件下，每个人按其本质和尊严而自由、平等地生存和发展的权利。</a:t>
            </a:r>
            <a:endParaRPr lang="zh-CN" altLang="en-US" sz="2400" kern="0" dirty="0">
              <a:ln>
                <a:noFill/>
                <a:prstDash val="sysDot"/>
              </a:ln>
              <a:solidFill>
                <a:schemeClr val="tx1">
                  <a:lumMod val="85000"/>
                  <a:lumOff val="15000"/>
                </a:schemeClr>
              </a:solidFill>
              <a:latin typeface="+mn-ea"/>
            </a:endParaRPr>
          </a:p>
        </p:txBody>
      </p:sp>
      <p:pic>
        <p:nvPicPr>
          <p:cNvPr id="13" name="图片 12" descr="343439383331313b343532303031393bd2b5bca8b9dcc0ed"/>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836287" y="2201010"/>
            <a:ext cx="317481" cy="317481"/>
          </a:xfrm>
          <a:prstGeom prst="rect">
            <a:avLst/>
          </a:prstGeom>
        </p:spPr>
      </p:pic>
      <p:pic>
        <p:nvPicPr>
          <p:cNvPr id="24" name="图片 23" descr="343439383331313b343532303032303bb8f6c8cbd0c5cfa2"/>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37557" y="5293278"/>
            <a:ext cx="313672" cy="313672"/>
          </a:xfrm>
          <a:prstGeom prst="rect">
            <a:avLst/>
          </a:prstGeom>
        </p:spPr>
      </p:pic>
      <p:pic>
        <p:nvPicPr>
          <p:cNvPr id="4" name="图片 3"/>
          <p:cNvPicPr>
            <a:picLocks noChangeAspect="1"/>
          </p:cNvPicPr>
          <p:nvPr/>
        </p:nvPicPr>
        <p:blipFill>
          <a:blip r:embed="rId10"/>
          <a:stretch>
            <a:fillRect/>
          </a:stretch>
        </p:blipFill>
        <p:spPr>
          <a:xfrm>
            <a:off x="6879590" y="0"/>
            <a:ext cx="5311775" cy="6858635"/>
          </a:xfrm>
          <a:prstGeom prst="rect">
            <a:avLst/>
          </a:prstGeom>
        </p:spPr>
      </p:pic>
    </p:spTree>
    <p:custDataLst>
      <p:tags r:id="rId1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a:bodyPr>
          <a:lstStyle/>
          <a:p>
            <a:r>
              <a:rPr lang="zh-CN" altLang="en-US" sz="2800" kern="0" dirty="0">
                <a:ln>
                  <a:noFill/>
                  <a:prstDash val="sysDot"/>
                </a:ln>
                <a:solidFill>
                  <a:schemeClr val="tx1">
                    <a:lumMod val="85000"/>
                    <a:lumOff val="15000"/>
                  </a:schemeClr>
                </a:solidFill>
                <a:latin typeface="+mn-ea"/>
                <a:sym typeface="+mn-ea"/>
              </a:rPr>
              <a:t>（二）分类：</a:t>
            </a:r>
            <a:r>
              <a:rPr lang="en-US" altLang="zh-CN" dirty="0">
                <a:latin typeface="+mn-ea"/>
                <a:ea typeface="+mn-ea"/>
                <a:cs typeface="+mn-cs"/>
              </a:rPr>
              <a:t> </a:t>
            </a:r>
            <a:r>
              <a:rPr lang="en-US" altLang="zh-CN" sz="2665" dirty="0">
                <a:latin typeface="+mn-ea"/>
                <a:ea typeface="+mn-ea"/>
                <a:cs typeface="+mn-cs"/>
              </a:rPr>
              <a:t> </a:t>
            </a:r>
            <a:r>
              <a:rPr lang="zh-CN" altLang="en-US" sz="2665" dirty="0">
                <a:latin typeface="+mn-ea"/>
                <a:ea typeface="+mn-ea"/>
                <a:cs typeface="+mn-cs"/>
              </a:rPr>
              <a:t>以权利主体为标准</a:t>
            </a:r>
            <a:endParaRPr lang="zh-CN" altLang="en-US" sz="2665" dirty="0">
              <a:latin typeface="+mn-ea"/>
              <a:ea typeface="+mn-ea"/>
              <a:cs typeface="+mn-cs"/>
            </a:endParaRPr>
          </a:p>
        </p:txBody>
      </p:sp>
      <p:sp>
        <p:nvSpPr>
          <p:cNvPr id="60" name="任意多边形: 形状 7"/>
          <p:cNvSpPr/>
          <p:nvPr>
            <p:custDataLst>
              <p:tags r:id="rId2"/>
            </p:custDataLst>
          </p:nvPr>
        </p:nvSpPr>
        <p:spPr>
          <a:xfrm>
            <a:off x="412466" y="2160663"/>
            <a:ext cx="5684716" cy="2667041"/>
          </a:xfrm>
          <a:custGeom>
            <a:avLst/>
            <a:gdLst>
              <a:gd name="connsiteX0" fmla="*/ 4268455 w 5196959"/>
              <a:gd name="connsiteY0" fmla="*/ 2443174 h 2443174"/>
              <a:gd name="connsiteX1" fmla="*/ 0 w 5196959"/>
              <a:gd name="connsiteY1" fmla="*/ 2443174 h 2443174"/>
              <a:gd name="connsiteX2" fmla="*/ 0 w 5196959"/>
              <a:gd name="connsiteY2" fmla="*/ 0 h 2443174"/>
              <a:gd name="connsiteX3" fmla="*/ 4998766 w 5196959"/>
              <a:gd name="connsiteY3" fmla="*/ 0 h 2443174"/>
              <a:gd name="connsiteX4" fmla="*/ 5188277 w 5196959"/>
              <a:gd name="connsiteY4" fmla="*/ 255708 h 2443174"/>
              <a:gd name="connsiteX5" fmla="*/ 4597293 w 5196959"/>
              <a:gd name="connsiteY5" fmla="*/ 2199517 h 2443174"/>
              <a:gd name="connsiteX6" fmla="*/ 4268455 w 5196959"/>
              <a:gd name="connsiteY6" fmla="*/ 2443174 h 2443174"/>
              <a:gd name="connsiteX0-1" fmla="*/ 0 w 5196960"/>
              <a:gd name="connsiteY0-2" fmla="*/ 0 h 2443174"/>
              <a:gd name="connsiteX1-3" fmla="*/ 4998766 w 5196960"/>
              <a:gd name="connsiteY1-4" fmla="*/ 0 h 2443174"/>
              <a:gd name="connsiteX2-5" fmla="*/ 5188277 w 5196960"/>
              <a:gd name="connsiteY2-6" fmla="*/ 255708 h 2443174"/>
              <a:gd name="connsiteX3-7" fmla="*/ 4597293 w 5196960"/>
              <a:gd name="connsiteY3-8" fmla="*/ 2199517 h 2443174"/>
              <a:gd name="connsiteX4-9" fmla="*/ 4268455 w 5196960"/>
              <a:gd name="connsiteY4-10" fmla="*/ 2443174 h 2443174"/>
              <a:gd name="connsiteX5-11" fmla="*/ 0 w 5196960"/>
              <a:gd name="connsiteY5-12" fmla="*/ 2443174 h 2443174"/>
              <a:gd name="connsiteX6-13" fmla="*/ 91440 w 5196960"/>
              <a:gd name="connsiteY6-14" fmla="*/ 91440 h 2443174"/>
              <a:gd name="connsiteX0-15" fmla="*/ 41910 w 5238870"/>
              <a:gd name="connsiteY0-16" fmla="*/ 0 h 2443174"/>
              <a:gd name="connsiteX1-17" fmla="*/ 5040676 w 5238870"/>
              <a:gd name="connsiteY1-18" fmla="*/ 0 h 2443174"/>
              <a:gd name="connsiteX2-19" fmla="*/ 5230187 w 5238870"/>
              <a:gd name="connsiteY2-20" fmla="*/ 255708 h 2443174"/>
              <a:gd name="connsiteX3-21" fmla="*/ 4639203 w 5238870"/>
              <a:gd name="connsiteY3-22" fmla="*/ 2199517 h 2443174"/>
              <a:gd name="connsiteX4-23" fmla="*/ 4310365 w 5238870"/>
              <a:gd name="connsiteY4-24" fmla="*/ 2443174 h 2443174"/>
              <a:gd name="connsiteX5-25" fmla="*/ 41910 w 5238870"/>
              <a:gd name="connsiteY5-26" fmla="*/ 2443174 h 2443174"/>
              <a:gd name="connsiteX6-27" fmla="*/ 0 w 5238870"/>
              <a:gd name="connsiteY6-28" fmla="*/ 415290 h 2443174"/>
              <a:gd name="connsiteX0-29" fmla="*/ 0 w 5196960"/>
              <a:gd name="connsiteY0-30" fmla="*/ 0 h 2443174"/>
              <a:gd name="connsiteX1-31" fmla="*/ 4998766 w 5196960"/>
              <a:gd name="connsiteY1-32" fmla="*/ 0 h 2443174"/>
              <a:gd name="connsiteX2-33" fmla="*/ 5188277 w 5196960"/>
              <a:gd name="connsiteY2-34" fmla="*/ 255708 h 2443174"/>
              <a:gd name="connsiteX3-35" fmla="*/ 4597293 w 5196960"/>
              <a:gd name="connsiteY3-36" fmla="*/ 2199517 h 2443174"/>
              <a:gd name="connsiteX4-37" fmla="*/ 4268455 w 5196960"/>
              <a:gd name="connsiteY4-38" fmla="*/ 2443174 h 2443174"/>
              <a:gd name="connsiteX5-39" fmla="*/ 0 w 5196960"/>
              <a:gd name="connsiteY5-40" fmla="*/ 2443174 h 244317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96960" h="2443174">
                <a:moveTo>
                  <a:pt x="0" y="0"/>
                </a:moveTo>
                <a:lnTo>
                  <a:pt x="4998766" y="0"/>
                </a:lnTo>
                <a:cubicBezTo>
                  <a:pt x="5131820" y="0"/>
                  <a:pt x="5226906" y="128432"/>
                  <a:pt x="5188277" y="255708"/>
                </a:cubicBezTo>
                <a:lnTo>
                  <a:pt x="4597293" y="2199517"/>
                </a:lnTo>
                <a:cubicBezTo>
                  <a:pt x="4553217" y="2344292"/>
                  <a:pt x="4419833" y="2443174"/>
                  <a:pt x="4268455" y="2443174"/>
                </a:cubicBezTo>
                <a:lnTo>
                  <a:pt x="0" y="2443174"/>
                </a:lnTo>
              </a:path>
            </a:pathLst>
          </a:custGeom>
          <a:gradFill>
            <a:gsLst>
              <a:gs pos="45000">
                <a:schemeClr val="accent1">
                  <a:alpha val="100000"/>
                </a:schemeClr>
              </a:gs>
              <a:gs pos="0">
                <a:schemeClr val="accent1">
                  <a:alpha val="0"/>
                </a:schemeClr>
              </a:gs>
            </a:gsLst>
            <a:lin ang="0" scaled="1"/>
          </a:gradFill>
          <a:ln w="22225" cap="flat">
            <a:gradFill>
              <a:gsLst>
                <a:gs pos="47000">
                  <a:schemeClr val="accent1">
                    <a:lumMod val="75000"/>
                    <a:alpha val="100000"/>
                  </a:schemeClr>
                </a:gs>
                <a:gs pos="100000">
                  <a:schemeClr val="bg1">
                    <a:alpha val="0"/>
                  </a:schemeClr>
                </a:gs>
              </a:gsLst>
              <a:lin ang="10740000" scaled="0"/>
            </a:gradFill>
            <a:prstDash val="solid"/>
            <a:miter/>
          </a:ln>
        </p:spPr>
        <p:txBody>
          <a:bodyPr rtlCol="0" anchor="ctr"/>
          <a:lstStyle/>
          <a:p>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1" name="任意多边形: 形状 8"/>
          <p:cNvSpPr/>
          <p:nvPr>
            <p:custDataLst>
              <p:tags r:id="rId3"/>
            </p:custDataLst>
          </p:nvPr>
        </p:nvSpPr>
        <p:spPr>
          <a:xfrm>
            <a:off x="5785697" y="2156777"/>
            <a:ext cx="5672685" cy="2670979"/>
          </a:xfrm>
          <a:custGeom>
            <a:avLst/>
            <a:gdLst>
              <a:gd name="connsiteX0" fmla="*/ 970270 w 5196959"/>
              <a:gd name="connsiteY0" fmla="*/ 0 h 2443174"/>
              <a:gd name="connsiteX1" fmla="*/ 5196960 w 5196959"/>
              <a:gd name="connsiteY1" fmla="*/ 0 h 2443174"/>
              <a:gd name="connsiteX2" fmla="*/ 5196960 w 5196959"/>
              <a:gd name="connsiteY2" fmla="*/ 2443174 h 2443174"/>
              <a:gd name="connsiteX3" fmla="*/ 198194 w 5196959"/>
              <a:gd name="connsiteY3" fmla="*/ 2443174 h 2443174"/>
              <a:gd name="connsiteX4" fmla="*/ 8683 w 5196959"/>
              <a:gd name="connsiteY4" fmla="*/ 2187466 h 2443174"/>
              <a:gd name="connsiteX5" fmla="*/ 587616 w 5196959"/>
              <a:gd name="connsiteY5" fmla="*/ 283606 h 2443174"/>
              <a:gd name="connsiteX6" fmla="*/ 970270 w 5196959"/>
              <a:gd name="connsiteY6" fmla="*/ 0 h 2443174"/>
              <a:gd name="connsiteX0-1" fmla="*/ 5196960 w 5288400"/>
              <a:gd name="connsiteY0-2" fmla="*/ 0 h 2443174"/>
              <a:gd name="connsiteX1-3" fmla="*/ 5196960 w 5288400"/>
              <a:gd name="connsiteY1-4" fmla="*/ 2443174 h 2443174"/>
              <a:gd name="connsiteX2-5" fmla="*/ 198194 w 5288400"/>
              <a:gd name="connsiteY2-6" fmla="*/ 2443174 h 2443174"/>
              <a:gd name="connsiteX3-7" fmla="*/ 8683 w 5288400"/>
              <a:gd name="connsiteY3-8" fmla="*/ 2187466 h 2443174"/>
              <a:gd name="connsiteX4-9" fmla="*/ 587616 w 5288400"/>
              <a:gd name="connsiteY4-10" fmla="*/ 283606 h 2443174"/>
              <a:gd name="connsiteX5-11" fmla="*/ 970270 w 5288400"/>
              <a:gd name="connsiteY5-12" fmla="*/ 0 h 2443174"/>
              <a:gd name="connsiteX6-13" fmla="*/ 5288400 w 5288400"/>
              <a:gd name="connsiteY6-14" fmla="*/ 91440 h 2443174"/>
              <a:gd name="connsiteX0-15" fmla="*/ 5196960 w 5196960"/>
              <a:gd name="connsiteY0-16" fmla="*/ 0 h 2443174"/>
              <a:gd name="connsiteX1-17" fmla="*/ 5196960 w 5196960"/>
              <a:gd name="connsiteY1-18" fmla="*/ 2443174 h 2443174"/>
              <a:gd name="connsiteX2-19" fmla="*/ 198194 w 5196960"/>
              <a:gd name="connsiteY2-20" fmla="*/ 2443174 h 2443174"/>
              <a:gd name="connsiteX3-21" fmla="*/ 8683 w 5196960"/>
              <a:gd name="connsiteY3-22" fmla="*/ 2187466 h 2443174"/>
              <a:gd name="connsiteX4-23" fmla="*/ 587616 w 5196960"/>
              <a:gd name="connsiteY4-24" fmla="*/ 283606 h 2443174"/>
              <a:gd name="connsiteX5-25" fmla="*/ 970270 w 5196960"/>
              <a:gd name="connsiteY5-26" fmla="*/ 0 h 2443174"/>
              <a:gd name="connsiteX6-27" fmla="*/ 5183625 w 5196960"/>
              <a:gd name="connsiteY6-28" fmla="*/ 34290 h 2443174"/>
              <a:gd name="connsiteX0-29" fmla="*/ 5196960 w 5196960"/>
              <a:gd name="connsiteY0-30" fmla="*/ 0 h 2443174"/>
              <a:gd name="connsiteX1-31" fmla="*/ 5196960 w 5196960"/>
              <a:gd name="connsiteY1-32" fmla="*/ 2443174 h 2443174"/>
              <a:gd name="connsiteX2-33" fmla="*/ 198194 w 5196960"/>
              <a:gd name="connsiteY2-34" fmla="*/ 2443174 h 2443174"/>
              <a:gd name="connsiteX3-35" fmla="*/ 8683 w 5196960"/>
              <a:gd name="connsiteY3-36" fmla="*/ 2187466 h 2443174"/>
              <a:gd name="connsiteX4-37" fmla="*/ 587616 w 5196960"/>
              <a:gd name="connsiteY4-38" fmla="*/ 283606 h 2443174"/>
              <a:gd name="connsiteX5-39" fmla="*/ 970270 w 5196960"/>
              <a:gd name="connsiteY5-40" fmla="*/ 0 h 2443174"/>
              <a:gd name="connsiteX6-41" fmla="*/ 5183625 w 5196960"/>
              <a:gd name="connsiteY6-42" fmla="*/ 5715 h 2443174"/>
              <a:gd name="connsiteX0-43" fmla="*/ 5196960 w 5196960"/>
              <a:gd name="connsiteY0-44" fmla="*/ 3810 h 2446984"/>
              <a:gd name="connsiteX1-45" fmla="*/ 5196960 w 5196960"/>
              <a:gd name="connsiteY1-46" fmla="*/ 2446984 h 2446984"/>
              <a:gd name="connsiteX2-47" fmla="*/ 198194 w 5196960"/>
              <a:gd name="connsiteY2-48" fmla="*/ 2446984 h 2446984"/>
              <a:gd name="connsiteX3-49" fmla="*/ 8683 w 5196960"/>
              <a:gd name="connsiteY3-50" fmla="*/ 2191276 h 2446984"/>
              <a:gd name="connsiteX4-51" fmla="*/ 587616 w 5196960"/>
              <a:gd name="connsiteY4-52" fmla="*/ 287416 h 2446984"/>
              <a:gd name="connsiteX5-53" fmla="*/ 970270 w 5196960"/>
              <a:gd name="connsiteY5-54" fmla="*/ 3810 h 2446984"/>
              <a:gd name="connsiteX6-55" fmla="*/ 4840725 w 5196960"/>
              <a:gd name="connsiteY6-56" fmla="*/ 0 h 2446984"/>
              <a:gd name="connsiteX0-57" fmla="*/ 5196960 w 5196960"/>
              <a:gd name="connsiteY0-58" fmla="*/ 2446984 h 2446984"/>
              <a:gd name="connsiteX1-59" fmla="*/ 198194 w 5196960"/>
              <a:gd name="connsiteY1-60" fmla="*/ 2446984 h 2446984"/>
              <a:gd name="connsiteX2-61" fmla="*/ 8683 w 5196960"/>
              <a:gd name="connsiteY2-62" fmla="*/ 2191276 h 2446984"/>
              <a:gd name="connsiteX3-63" fmla="*/ 587616 w 5196960"/>
              <a:gd name="connsiteY3-64" fmla="*/ 287416 h 2446984"/>
              <a:gd name="connsiteX4-65" fmla="*/ 970270 w 5196960"/>
              <a:gd name="connsiteY4-66" fmla="*/ 3810 h 2446984"/>
              <a:gd name="connsiteX5-67" fmla="*/ 4840725 w 5196960"/>
              <a:gd name="connsiteY5-68" fmla="*/ 0 h 2446984"/>
              <a:gd name="connsiteX0-69" fmla="*/ 5196960 w 5196960"/>
              <a:gd name="connsiteY0-70" fmla="*/ 2446984 h 2446984"/>
              <a:gd name="connsiteX1-71" fmla="*/ 198194 w 5196960"/>
              <a:gd name="connsiteY1-72" fmla="*/ 2446984 h 2446984"/>
              <a:gd name="connsiteX2-73" fmla="*/ 8683 w 5196960"/>
              <a:gd name="connsiteY2-74" fmla="*/ 2191276 h 2446984"/>
              <a:gd name="connsiteX3-75" fmla="*/ 587616 w 5196960"/>
              <a:gd name="connsiteY3-76" fmla="*/ 287416 h 2446984"/>
              <a:gd name="connsiteX4-77" fmla="*/ 970270 w 5196960"/>
              <a:gd name="connsiteY4-78" fmla="*/ 3810 h 2446984"/>
              <a:gd name="connsiteX5-79" fmla="*/ 5174100 w 5196960"/>
              <a:gd name="connsiteY5-80" fmla="*/ 0 h 24469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96960" h="2446984">
                <a:moveTo>
                  <a:pt x="5196960" y="2446984"/>
                </a:moveTo>
                <a:lnTo>
                  <a:pt x="198194" y="2446984"/>
                </a:lnTo>
                <a:cubicBezTo>
                  <a:pt x="65140" y="2446984"/>
                  <a:pt x="-29945" y="2318552"/>
                  <a:pt x="8683" y="2191276"/>
                </a:cubicBezTo>
                <a:lnTo>
                  <a:pt x="587616" y="287416"/>
                </a:lnTo>
                <a:cubicBezTo>
                  <a:pt x="638791" y="119035"/>
                  <a:pt x="794131" y="3810"/>
                  <a:pt x="970270" y="3810"/>
                </a:cubicBezTo>
                <a:lnTo>
                  <a:pt x="5174100" y="0"/>
                </a:lnTo>
              </a:path>
            </a:pathLst>
          </a:custGeom>
          <a:gradFill flip="none" rotWithShape="1">
            <a:gsLst>
              <a:gs pos="56000">
                <a:schemeClr val="accent2">
                  <a:alpha val="100000"/>
                </a:schemeClr>
              </a:gs>
              <a:gs pos="100000">
                <a:schemeClr val="accent2">
                  <a:lumMod val="95000"/>
                  <a:alpha val="0"/>
                </a:schemeClr>
              </a:gs>
            </a:gsLst>
            <a:lin ang="0" scaled="1"/>
            <a:tileRect/>
          </a:gradFill>
          <a:ln w="22225" cap="flat">
            <a:gradFill>
              <a:gsLst>
                <a:gs pos="57000">
                  <a:schemeClr val="accent2">
                    <a:lumMod val="75000"/>
                    <a:alpha val="100000"/>
                  </a:schemeClr>
                </a:gs>
                <a:gs pos="0">
                  <a:schemeClr val="bg1">
                    <a:alpha val="0"/>
                  </a:schemeClr>
                </a:gs>
              </a:gsLst>
              <a:lin ang="10800000" scaled="1"/>
            </a:gradFill>
            <a:prstDash val="solid"/>
            <a:miter/>
          </a:ln>
        </p:spPr>
        <p:txBody>
          <a:bodyPr rtlCol="0" anchor="ctr"/>
          <a:lstStyle/>
          <a:p>
            <a:endParaRPr lang="zh-CN" altLang="en-US">
              <a:solidFill>
                <a:schemeClr val="tx1"/>
              </a:solidFill>
            </a:endParaRPr>
          </a:p>
        </p:txBody>
      </p:sp>
      <p:sp>
        <p:nvSpPr>
          <p:cNvPr id="62" name="任意多边形: 形状 9"/>
          <p:cNvSpPr/>
          <p:nvPr>
            <p:custDataLst>
              <p:tags r:id="rId4"/>
            </p:custDataLst>
          </p:nvPr>
        </p:nvSpPr>
        <p:spPr>
          <a:xfrm>
            <a:off x="5133464" y="2737618"/>
            <a:ext cx="1495581" cy="1495581"/>
          </a:xfrm>
          <a:custGeom>
            <a:avLst/>
            <a:gdLst>
              <a:gd name="connsiteX0" fmla="*/ 1370158 w 1370158"/>
              <a:gd name="connsiteY0" fmla="*/ 685079 h 1370158"/>
              <a:gd name="connsiteX1" fmla="*/ 685079 w 1370158"/>
              <a:gd name="connsiteY1" fmla="*/ 1370158 h 1370158"/>
              <a:gd name="connsiteX2" fmla="*/ 0 w 1370158"/>
              <a:gd name="connsiteY2" fmla="*/ 685079 h 1370158"/>
              <a:gd name="connsiteX3" fmla="*/ 685079 w 1370158"/>
              <a:gd name="connsiteY3" fmla="*/ 0 h 1370158"/>
              <a:gd name="connsiteX4" fmla="*/ 1370158 w 1370158"/>
              <a:gd name="connsiteY4" fmla="*/ 685079 h 1370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0158" h="1370158">
                <a:moveTo>
                  <a:pt x="1370158" y="685079"/>
                </a:moveTo>
                <a:cubicBezTo>
                  <a:pt x="1370158" y="1063438"/>
                  <a:pt x="1063438" y="1370158"/>
                  <a:pt x="685079" y="1370158"/>
                </a:cubicBezTo>
                <a:cubicBezTo>
                  <a:pt x="306720" y="1370158"/>
                  <a:pt x="0" y="1063438"/>
                  <a:pt x="0" y="685079"/>
                </a:cubicBezTo>
                <a:cubicBezTo>
                  <a:pt x="0" y="306720"/>
                  <a:pt x="306720" y="0"/>
                  <a:pt x="685079" y="0"/>
                </a:cubicBezTo>
                <a:cubicBezTo>
                  <a:pt x="1063438" y="0"/>
                  <a:pt x="1370158" y="306720"/>
                  <a:pt x="1370158" y="685079"/>
                </a:cubicBezTo>
                <a:close/>
              </a:path>
            </a:pathLst>
          </a:custGeom>
          <a:solidFill>
            <a:srgbClr val="FFFFFF"/>
          </a:solidFill>
          <a:ln w="16502" cap="flat">
            <a:noFill/>
            <a:prstDash val="solid"/>
            <a:miter/>
          </a:ln>
        </p:spPr>
        <p:txBody>
          <a:bodyPr rtlCol="0" anchor="ctr"/>
          <a:lstStyle/>
          <a:p>
            <a:endParaRPr lang="zh-CN" altLang="en-US">
              <a:solidFill>
                <a:schemeClr val="tx1"/>
              </a:solidFill>
            </a:endParaRPr>
          </a:p>
        </p:txBody>
      </p:sp>
      <p:sp>
        <p:nvSpPr>
          <p:cNvPr id="63" name="任意多边形: 形状 10"/>
          <p:cNvSpPr/>
          <p:nvPr>
            <p:custDataLst>
              <p:tags r:id="rId5"/>
            </p:custDataLst>
          </p:nvPr>
        </p:nvSpPr>
        <p:spPr>
          <a:xfrm>
            <a:off x="5263771" y="2870005"/>
            <a:ext cx="1238990" cy="1238990"/>
          </a:xfrm>
          <a:custGeom>
            <a:avLst/>
            <a:gdLst>
              <a:gd name="connsiteX0" fmla="*/ 1135085 w 1135085"/>
              <a:gd name="connsiteY0" fmla="*/ 567543 h 1135085"/>
              <a:gd name="connsiteX1" fmla="*/ 567543 w 1135085"/>
              <a:gd name="connsiteY1" fmla="*/ 1135085 h 1135085"/>
              <a:gd name="connsiteX2" fmla="*/ 0 w 1135085"/>
              <a:gd name="connsiteY2" fmla="*/ 567543 h 1135085"/>
              <a:gd name="connsiteX3" fmla="*/ 567543 w 1135085"/>
              <a:gd name="connsiteY3" fmla="*/ 0 h 1135085"/>
              <a:gd name="connsiteX4" fmla="*/ 1135085 w 1135085"/>
              <a:gd name="connsiteY4" fmla="*/ 567543 h 113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85" h="1135085">
                <a:moveTo>
                  <a:pt x="1135085" y="567543"/>
                </a:moveTo>
                <a:cubicBezTo>
                  <a:pt x="1135085" y="880988"/>
                  <a:pt x="880988" y="1135085"/>
                  <a:pt x="567543" y="1135085"/>
                </a:cubicBezTo>
                <a:cubicBezTo>
                  <a:pt x="254097" y="1135085"/>
                  <a:pt x="0" y="880988"/>
                  <a:pt x="0" y="567543"/>
                </a:cubicBezTo>
                <a:cubicBezTo>
                  <a:pt x="0" y="254098"/>
                  <a:pt x="254097" y="0"/>
                  <a:pt x="567543" y="0"/>
                </a:cubicBezTo>
                <a:cubicBezTo>
                  <a:pt x="880988" y="0"/>
                  <a:pt x="1135085" y="254098"/>
                  <a:pt x="1135085" y="567543"/>
                </a:cubicBezTo>
                <a:close/>
              </a:path>
            </a:pathLst>
          </a:custGeom>
          <a:solidFill>
            <a:schemeClr val="accent1">
              <a:alpha val="80000"/>
            </a:schemeClr>
          </a:solidFill>
          <a:ln w="16502" cap="flat">
            <a:noFill/>
            <a:prstDash val="solid"/>
            <a:miter/>
          </a:ln>
        </p:spPr>
        <p:txBody>
          <a:bodyPr rtlCol="0" anchor="ctr"/>
          <a:lstStyle/>
          <a:p>
            <a:endParaRPr lang="zh-CN" altLang="en-US" dirty="0">
              <a:solidFill>
                <a:schemeClr val="tx1"/>
              </a:solidFill>
            </a:endParaRPr>
          </a:p>
        </p:txBody>
      </p:sp>
      <p:sp>
        <p:nvSpPr>
          <p:cNvPr id="65" name="矩形 64"/>
          <p:cNvSpPr/>
          <p:nvPr>
            <p:custDataLst>
              <p:tags r:id="rId6"/>
            </p:custDataLst>
          </p:nvPr>
        </p:nvSpPr>
        <p:spPr>
          <a:xfrm>
            <a:off x="6553136" y="2328784"/>
            <a:ext cx="4744023" cy="22457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r>
              <a:rPr lang="zh-CN" altLang="en-US" sz="2400"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rPr>
              <a:t>集体人权是作为个人存在方式的集体应当享有的自由平等权利，如种族平等权、民族自决权、发展权、环境权、和平权等。</a:t>
            </a:r>
            <a:endParaRPr lang="zh-CN" altLang="en-US" sz="2400"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nvGrpSpPr>
          <p:cNvPr id="66" name="图形 16"/>
          <p:cNvGrpSpPr/>
          <p:nvPr>
            <p:custDataLst>
              <p:tags r:id="rId7"/>
            </p:custDataLst>
          </p:nvPr>
        </p:nvGrpSpPr>
        <p:grpSpPr>
          <a:xfrm>
            <a:off x="5502901" y="3181220"/>
            <a:ext cx="756510" cy="609077"/>
            <a:chOff x="5672846" y="3531711"/>
            <a:chExt cx="843659" cy="679243"/>
          </a:xfrm>
          <a:solidFill>
            <a:srgbClr val="FFFFFF"/>
          </a:solidFill>
        </p:grpSpPr>
        <p:sp>
          <p:nvSpPr>
            <p:cNvPr id="67" name="任意多边形: 形状 18"/>
            <p:cNvSpPr/>
            <p:nvPr>
              <p:custDataLst>
                <p:tags r:id="rId8"/>
              </p:custDataLst>
            </p:nvPr>
          </p:nvSpPr>
          <p:spPr>
            <a:xfrm>
              <a:off x="5672846" y="3545406"/>
              <a:ext cx="441759" cy="651916"/>
            </a:xfrm>
            <a:custGeom>
              <a:avLst/>
              <a:gdLst>
                <a:gd name="connsiteX0" fmla="*/ 441760 w 441759"/>
                <a:gd name="connsiteY0" fmla="*/ 0 h 651916"/>
                <a:gd name="connsiteX1" fmla="*/ 355449 w 441759"/>
                <a:gd name="connsiteY1" fmla="*/ 651916 h 651916"/>
                <a:gd name="connsiteX2" fmla="*/ 97939 w 441759"/>
                <a:gd name="connsiteY2" fmla="*/ 651916 h 651916"/>
                <a:gd name="connsiteX3" fmla="*/ 0 w 441759"/>
                <a:gd name="connsiteY3" fmla="*/ 0 h 651916"/>
                <a:gd name="connsiteX4" fmla="*/ 178758 w 441759"/>
                <a:gd name="connsiteY4" fmla="*/ 0 h 651916"/>
                <a:gd name="connsiteX5" fmla="*/ 223270 w 441759"/>
                <a:gd name="connsiteY5" fmla="*/ 455844 h 651916"/>
                <a:gd name="connsiteX6" fmla="*/ 251179 w 441759"/>
                <a:gd name="connsiteY6" fmla="*/ 121261 h 651916"/>
                <a:gd name="connsiteX7" fmla="*/ 262937 w 441759"/>
                <a:gd name="connsiteY7" fmla="*/ 0 h 651916"/>
                <a:gd name="connsiteX8" fmla="*/ 441760 w 441759"/>
                <a:gd name="connsiteY8" fmla="*/ 0 h 65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759" h="651916">
                  <a:moveTo>
                    <a:pt x="441760" y="0"/>
                  </a:moveTo>
                  <a:lnTo>
                    <a:pt x="355449" y="651916"/>
                  </a:lnTo>
                  <a:lnTo>
                    <a:pt x="97939" y="651916"/>
                  </a:lnTo>
                  <a:lnTo>
                    <a:pt x="0" y="0"/>
                  </a:lnTo>
                  <a:lnTo>
                    <a:pt x="178758" y="0"/>
                  </a:lnTo>
                  <a:cubicBezTo>
                    <a:pt x="199561" y="179598"/>
                    <a:pt x="214355" y="331546"/>
                    <a:pt x="223270" y="455844"/>
                  </a:cubicBezTo>
                  <a:cubicBezTo>
                    <a:pt x="232056" y="330190"/>
                    <a:pt x="241295" y="218684"/>
                    <a:pt x="251179" y="121261"/>
                  </a:cubicBezTo>
                  <a:lnTo>
                    <a:pt x="262937" y="0"/>
                  </a:lnTo>
                  <a:lnTo>
                    <a:pt x="441760" y="0"/>
                  </a:lnTo>
                  <a:close/>
                </a:path>
              </a:pathLst>
            </a:custGeom>
            <a:grpFill/>
            <a:ln w="6398" cap="flat">
              <a:noFill/>
              <a:prstDash val="solid"/>
              <a:miter/>
            </a:ln>
          </p:spPr>
          <p:txBody>
            <a:bodyPr rtlCol="0" anchor="ctr"/>
            <a:lstStyle/>
            <a:p>
              <a:endParaRPr lang="zh-CN" altLang="en-US">
                <a:solidFill>
                  <a:srgbClr val="FFFFFF"/>
                </a:solidFill>
              </a:endParaRPr>
            </a:p>
          </p:txBody>
        </p:sp>
        <p:sp>
          <p:nvSpPr>
            <p:cNvPr id="68" name="任意多边形: 形状 19"/>
            <p:cNvSpPr/>
            <p:nvPr>
              <p:custDataLst>
                <p:tags r:id="rId9"/>
              </p:custDataLst>
            </p:nvPr>
          </p:nvSpPr>
          <p:spPr>
            <a:xfrm>
              <a:off x="6129141" y="3531711"/>
              <a:ext cx="387363" cy="679243"/>
            </a:xfrm>
            <a:custGeom>
              <a:avLst/>
              <a:gdLst>
                <a:gd name="connsiteX0" fmla="*/ 373215 w 387363"/>
                <a:gd name="connsiteY0" fmla="*/ 210996 h 679243"/>
                <a:gd name="connsiteX1" fmla="*/ 215776 w 387363"/>
                <a:gd name="connsiteY1" fmla="*/ 210996 h 679243"/>
                <a:gd name="connsiteX2" fmla="*/ 215776 w 387363"/>
                <a:gd name="connsiteY2" fmla="*/ 162672 h 679243"/>
                <a:gd name="connsiteX3" fmla="*/ 209768 w 387363"/>
                <a:gd name="connsiteY3" fmla="*/ 119581 h 679243"/>
                <a:gd name="connsiteX4" fmla="*/ 189612 w 387363"/>
                <a:gd name="connsiteY4" fmla="*/ 110343 h 679243"/>
                <a:gd name="connsiteX5" fmla="*/ 166484 w 387363"/>
                <a:gd name="connsiteY5" fmla="*/ 122812 h 679243"/>
                <a:gd name="connsiteX6" fmla="*/ 158602 w 387363"/>
                <a:gd name="connsiteY6" fmla="*/ 160669 h 679243"/>
                <a:gd name="connsiteX7" fmla="*/ 167453 w 387363"/>
                <a:gd name="connsiteY7" fmla="*/ 209833 h 679243"/>
                <a:gd name="connsiteX8" fmla="*/ 215389 w 387363"/>
                <a:gd name="connsiteY8" fmla="*/ 249693 h 679243"/>
                <a:gd name="connsiteX9" fmla="*/ 357969 w 387363"/>
                <a:gd name="connsiteY9" fmla="*/ 359972 h 679243"/>
                <a:gd name="connsiteX10" fmla="*/ 387364 w 387363"/>
                <a:gd name="connsiteY10" fmla="*/ 498870 h 679243"/>
                <a:gd name="connsiteX11" fmla="*/ 371084 w 387363"/>
                <a:gd name="connsiteY11" fmla="*/ 601525 h 679243"/>
                <a:gd name="connsiteX12" fmla="*/ 308095 w 387363"/>
                <a:gd name="connsiteY12" fmla="*/ 656891 h 679243"/>
                <a:gd name="connsiteX13" fmla="*/ 199367 w 387363"/>
                <a:gd name="connsiteY13" fmla="*/ 679243 h 679243"/>
                <a:gd name="connsiteX14" fmla="*/ 83210 w 387363"/>
                <a:gd name="connsiteY14" fmla="*/ 653467 h 679243"/>
                <a:gd name="connsiteX15" fmla="*/ 20221 w 387363"/>
                <a:gd name="connsiteY15" fmla="*/ 587829 h 679243"/>
                <a:gd name="connsiteX16" fmla="*/ 5297 w 387363"/>
                <a:gd name="connsiteY16" fmla="*/ 474708 h 679243"/>
                <a:gd name="connsiteX17" fmla="*/ 5297 w 387363"/>
                <a:gd name="connsiteY17" fmla="*/ 432005 h 679243"/>
                <a:gd name="connsiteX18" fmla="*/ 162607 w 387363"/>
                <a:gd name="connsiteY18" fmla="*/ 432005 h 679243"/>
                <a:gd name="connsiteX19" fmla="*/ 162607 w 387363"/>
                <a:gd name="connsiteY19" fmla="*/ 511338 h 679243"/>
                <a:gd name="connsiteX20" fmla="*/ 169262 w 387363"/>
                <a:gd name="connsiteY20" fmla="*/ 558435 h 679243"/>
                <a:gd name="connsiteX21" fmla="*/ 192842 w 387363"/>
                <a:gd name="connsiteY21" fmla="*/ 568900 h 679243"/>
                <a:gd name="connsiteX22" fmla="*/ 218037 w 387363"/>
                <a:gd name="connsiteY22" fmla="*/ 555592 h 679243"/>
                <a:gd name="connsiteX23" fmla="*/ 226307 w 387363"/>
                <a:gd name="connsiteY23" fmla="*/ 516119 h 679243"/>
                <a:gd name="connsiteX24" fmla="*/ 210608 w 387363"/>
                <a:gd name="connsiteY24" fmla="*/ 440791 h 679243"/>
                <a:gd name="connsiteX25" fmla="*/ 131275 w 387363"/>
                <a:gd name="connsiteY25" fmla="*/ 381614 h 679243"/>
                <a:gd name="connsiteX26" fmla="*/ 47548 w 387363"/>
                <a:gd name="connsiteY26" fmla="*/ 320822 h 679243"/>
                <a:gd name="connsiteX27" fmla="*/ 13502 w 387363"/>
                <a:gd name="connsiteY27" fmla="*/ 268493 h 679243"/>
                <a:gd name="connsiteX28" fmla="*/ 0 w 387363"/>
                <a:gd name="connsiteY28" fmla="*/ 183152 h 679243"/>
                <a:gd name="connsiteX29" fmla="*/ 19123 w 387363"/>
                <a:gd name="connsiteY29" fmla="*/ 73648 h 679243"/>
                <a:gd name="connsiteX30" fmla="*/ 80948 w 387363"/>
                <a:gd name="connsiteY30" fmla="*/ 19510 h 679243"/>
                <a:gd name="connsiteX31" fmla="*/ 183991 w 387363"/>
                <a:gd name="connsiteY31" fmla="*/ 0 h 679243"/>
                <a:gd name="connsiteX32" fmla="*/ 296531 w 387363"/>
                <a:gd name="connsiteY32" fmla="*/ 21319 h 679243"/>
                <a:gd name="connsiteX33" fmla="*/ 358163 w 387363"/>
                <a:gd name="connsiteY33" fmla="*/ 75070 h 679243"/>
                <a:gd name="connsiteX34" fmla="*/ 373280 w 387363"/>
                <a:gd name="connsiteY34" fmla="*/ 185219 h 679243"/>
                <a:gd name="connsiteX35" fmla="*/ 373280 w 387363"/>
                <a:gd name="connsiteY35" fmla="*/ 210996 h 679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87363" h="679243">
                  <a:moveTo>
                    <a:pt x="373215" y="210996"/>
                  </a:moveTo>
                  <a:lnTo>
                    <a:pt x="215776" y="210996"/>
                  </a:lnTo>
                  <a:lnTo>
                    <a:pt x="215776" y="162672"/>
                  </a:lnTo>
                  <a:cubicBezTo>
                    <a:pt x="215776" y="140125"/>
                    <a:pt x="213774" y="125783"/>
                    <a:pt x="209768" y="119581"/>
                  </a:cubicBezTo>
                  <a:cubicBezTo>
                    <a:pt x="205763" y="113380"/>
                    <a:pt x="199044" y="110343"/>
                    <a:pt x="189612" y="110343"/>
                  </a:cubicBezTo>
                  <a:cubicBezTo>
                    <a:pt x="179404" y="110343"/>
                    <a:pt x="171717" y="114478"/>
                    <a:pt x="166484" y="122812"/>
                  </a:cubicBezTo>
                  <a:cubicBezTo>
                    <a:pt x="161251" y="131146"/>
                    <a:pt x="158602" y="143743"/>
                    <a:pt x="158602" y="160669"/>
                  </a:cubicBezTo>
                  <a:cubicBezTo>
                    <a:pt x="158602" y="182441"/>
                    <a:pt x="161574" y="198786"/>
                    <a:pt x="167453" y="209833"/>
                  </a:cubicBezTo>
                  <a:cubicBezTo>
                    <a:pt x="173073" y="220880"/>
                    <a:pt x="189030" y="234124"/>
                    <a:pt x="215389" y="249693"/>
                  </a:cubicBezTo>
                  <a:cubicBezTo>
                    <a:pt x="290846" y="294464"/>
                    <a:pt x="338394" y="331223"/>
                    <a:pt x="357969" y="359972"/>
                  </a:cubicBezTo>
                  <a:cubicBezTo>
                    <a:pt x="377544" y="388721"/>
                    <a:pt x="387364" y="434977"/>
                    <a:pt x="387364" y="498870"/>
                  </a:cubicBezTo>
                  <a:cubicBezTo>
                    <a:pt x="387364" y="545320"/>
                    <a:pt x="381937" y="579560"/>
                    <a:pt x="371084" y="601525"/>
                  </a:cubicBezTo>
                  <a:cubicBezTo>
                    <a:pt x="360230" y="623555"/>
                    <a:pt x="339234" y="641967"/>
                    <a:pt x="308095" y="656891"/>
                  </a:cubicBezTo>
                  <a:cubicBezTo>
                    <a:pt x="276956" y="671814"/>
                    <a:pt x="240713" y="679243"/>
                    <a:pt x="199367" y="679243"/>
                  </a:cubicBezTo>
                  <a:cubicBezTo>
                    <a:pt x="154015" y="679243"/>
                    <a:pt x="115253" y="670651"/>
                    <a:pt x="83210" y="653467"/>
                  </a:cubicBezTo>
                  <a:cubicBezTo>
                    <a:pt x="51102" y="636282"/>
                    <a:pt x="30105" y="614381"/>
                    <a:pt x="20221" y="587829"/>
                  </a:cubicBezTo>
                  <a:cubicBezTo>
                    <a:pt x="10272" y="561277"/>
                    <a:pt x="5297" y="523549"/>
                    <a:pt x="5297" y="474708"/>
                  </a:cubicBezTo>
                  <a:lnTo>
                    <a:pt x="5297" y="432005"/>
                  </a:lnTo>
                  <a:lnTo>
                    <a:pt x="162607" y="432005"/>
                  </a:lnTo>
                  <a:lnTo>
                    <a:pt x="162607" y="511338"/>
                  </a:lnTo>
                  <a:cubicBezTo>
                    <a:pt x="162607" y="535759"/>
                    <a:pt x="164804" y="551457"/>
                    <a:pt x="169262" y="558435"/>
                  </a:cubicBezTo>
                  <a:cubicBezTo>
                    <a:pt x="173719" y="565412"/>
                    <a:pt x="181536" y="568900"/>
                    <a:pt x="192842" y="568900"/>
                  </a:cubicBezTo>
                  <a:cubicBezTo>
                    <a:pt x="204148" y="568900"/>
                    <a:pt x="212481" y="564443"/>
                    <a:pt x="218037" y="555592"/>
                  </a:cubicBezTo>
                  <a:cubicBezTo>
                    <a:pt x="223529" y="546741"/>
                    <a:pt x="226307" y="533562"/>
                    <a:pt x="226307" y="516119"/>
                  </a:cubicBezTo>
                  <a:cubicBezTo>
                    <a:pt x="226307" y="477744"/>
                    <a:pt x="221074" y="452614"/>
                    <a:pt x="210608" y="440791"/>
                  </a:cubicBezTo>
                  <a:cubicBezTo>
                    <a:pt x="199884" y="428969"/>
                    <a:pt x="173396" y="409265"/>
                    <a:pt x="131275" y="381614"/>
                  </a:cubicBezTo>
                  <a:cubicBezTo>
                    <a:pt x="89153" y="353705"/>
                    <a:pt x="61180" y="333420"/>
                    <a:pt x="47548" y="320822"/>
                  </a:cubicBezTo>
                  <a:cubicBezTo>
                    <a:pt x="33852" y="308224"/>
                    <a:pt x="22482" y="290781"/>
                    <a:pt x="13502" y="268493"/>
                  </a:cubicBezTo>
                  <a:cubicBezTo>
                    <a:pt x="4522" y="246205"/>
                    <a:pt x="0" y="217779"/>
                    <a:pt x="0" y="183152"/>
                  </a:cubicBezTo>
                  <a:cubicBezTo>
                    <a:pt x="0" y="133213"/>
                    <a:pt x="6396" y="96712"/>
                    <a:pt x="19123" y="73648"/>
                  </a:cubicBezTo>
                  <a:cubicBezTo>
                    <a:pt x="31850" y="50585"/>
                    <a:pt x="52458" y="32496"/>
                    <a:pt x="80948" y="19510"/>
                  </a:cubicBezTo>
                  <a:cubicBezTo>
                    <a:pt x="109309" y="6525"/>
                    <a:pt x="143679" y="0"/>
                    <a:pt x="183991" y="0"/>
                  </a:cubicBezTo>
                  <a:cubicBezTo>
                    <a:pt x="227986" y="0"/>
                    <a:pt x="265521" y="7106"/>
                    <a:pt x="296531" y="21319"/>
                  </a:cubicBezTo>
                  <a:cubicBezTo>
                    <a:pt x="327541" y="35532"/>
                    <a:pt x="348085" y="53492"/>
                    <a:pt x="358163" y="75070"/>
                  </a:cubicBezTo>
                  <a:cubicBezTo>
                    <a:pt x="368241" y="96712"/>
                    <a:pt x="373280" y="133407"/>
                    <a:pt x="373280" y="185219"/>
                  </a:cubicBezTo>
                  <a:lnTo>
                    <a:pt x="373280" y="210996"/>
                  </a:lnTo>
                  <a:close/>
                </a:path>
              </a:pathLst>
            </a:custGeom>
            <a:grpFill/>
            <a:ln w="6398" cap="flat">
              <a:noFill/>
              <a:prstDash val="solid"/>
              <a:miter/>
            </a:ln>
          </p:spPr>
          <p:txBody>
            <a:bodyPr rtlCol="0" anchor="ctr"/>
            <a:lstStyle/>
            <a:p>
              <a:endParaRPr lang="zh-CN" altLang="en-US">
                <a:solidFill>
                  <a:srgbClr val="FFFFFF"/>
                </a:solidFill>
              </a:endParaRPr>
            </a:p>
          </p:txBody>
        </p:sp>
      </p:grpSp>
      <p:sp>
        <p:nvSpPr>
          <p:cNvPr id="69" name="任意多边形: 形状 39"/>
          <p:cNvSpPr/>
          <p:nvPr>
            <p:custDataLst>
              <p:tags r:id="rId10"/>
            </p:custDataLst>
          </p:nvPr>
        </p:nvSpPr>
        <p:spPr>
          <a:xfrm>
            <a:off x="369599" y="1764468"/>
            <a:ext cx="770191" cy="770191"/>
          </a:xfrm>
          <a:custGeom>
            <a:avLst/>
            <a:gdLst>
              <a:gd name="connsiteX0" fmla="*/ 1135085 w 1135085"/>
              <a:gd name="connsiteY0" fmla="*/ 567543 h 1135085"/>
              <a:gd name="connsiteX1" fmla="*/ 567543 w 1135085"/>
              <a:gd name="connsiteY1" fmla="*/ 1135085 h 1135085"/>
              <a:gd name="connsiteX2" fmla="*/ 0 w 1135085"/>
              <a:gd name="connsiteY2" fmla="*/ 567543 h 1135085"/>
              <a:gd name="connsiteX3" fmla="*/ 567543 w 1135085"/>
              <a:gd name="connsiteY3" fmla="*/ 0 h 1135085"/>
              <a:gd name="connsiteX4" fmla="*/ 1135085 w 1135085"/>
              <a:gd name="connsiteY4" fmla="*/ 567543 h 113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85" h="1135085">
                <a:moveTo>
                  <a:pt x="1135085" y="567543"/>
                </a:moveTo>
                <a:cubicBezTo>
                  <a:pt x="1135085" y="880988"/>
                  <a:pt x="880988" y="1135085"/>
                  <a:pt x="567543" y="1135085"/>
                </a:cubicBezTo>
                <a:cubicBezTo>
                  <a:pt x="254097" y="1135085"/>
                  <a:pt x="0" y="880988"/>
                  <a:pt x="0" y="567543"/>
                </a:cubicBezTo>
                <a:cubicBezTo>
                  <a:pt x="0" y="254098"/>
                  <a:pt x="254097" y="0"/>
                  <a:pt x="567543" y="0"/>
                </a:cubicBezTo>
                <a:cubicBezTo>
                  <a:pt x="880988" y="0"/>
                  <a:pt x="1135085" y="254098"/>
                  <a:pt x="1135085" y="567543"/>
                </a:cubicBezTo>
                <a:close/>
              </a:path>
            </a:pathLst>
          </a:custGeom>
          <a:solidFill>
            <a:schemeClr val="accent1"/>
          </a:solidFill>
          <a:ln w="25400" cap="flat">
            <a:solidFill>
              <a:srgbClr val="FFFFFF"/>
            </a:solidFill>
            <a:prstDash val="solid"/>
            <a:miter/>
          </a:ln>
        </p:spPr>
        <p:txBody>
          <a:bodyPr rtlCol="0" anchor="ctr"/>
          <a:lstStyle/>
          <a:p>
            <a:endParaRPr lang="zh-CN" altLang="en-US" dirty="0">
              <a:solidFill>
                <a:schemeClr val="tx1"/>
              </a:solidFill>
            </a:endParaRPr>
          </a:p>
        </p:txBody>
      </p:sp>
      <p:sp>
        <p:nvSpPr>
          <p:cNvPr id="70" name="任意多边形: 形状 40"/>
          <p:cNvSpPr/>
          <p:nvPr>
            <p:custDataLst>
              <p:tags r:id="rId11"/>
            </p:custDataLst>
          </p:nvPr>
        </p:nvSpPr>
        <p:spPr>
          <a:xfrm>
            <a:off x="10726309" y="1764468"/>
            <a:ext cx="770191" cy="770191"/>
          </a:xfrm>
          <a:custGeom>
            <a:avLst/>
            <a:gdLst>
              <a:gd name="connsiteX0" fmla="*/ 1135085 w 1135085"/>
              <a:gd name="connsiteY0" fmla="*/ 567543 h 1135085"/>
              <a:gd name="connsiteX1" fmla="*/ 567543 w 1135085"/>
              <a:gd name="connsiteY1" fmla="*/ 1135085 h 1135085"/>
              <a:gd name="connsiteX2" fmla="*/ 0 w 1135085"/>
              <a:gd name="connsiteY2" fmla="*/ 567543 h 1135085"/>
              <a:gd name="connsiteX3" fmla="*/ 567543 w 1135085"/>
              <a:gd name="connsiteY3" fmla="*/ 0 h 1135085"/>
              <a:gd name="connsiteX4" fmla="*/ 1135085 w 1135085"/>
              <a:gd name="connsiteY4" fmla="*/ 567543 h 1135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85" h="1135085">
                <a:moveTo>
                  <a:pt x="1135085" y="567543"/>
                </a:moveTo>
                <a:cubicBezTo>
                  <a:pt x="1135085" y="880988"/>
                  <a:pt x="880988" y="1135085"/>
                  <a:pt x="567543" y="1135085"/>
                </a:cubicBezTo>
                <a:cubicBezTo>
                  <a:pt x="254097" y="1135085"/>
                  <a:pt x="0" y="880988"/>
                  <a:pt x="0" y="567543"/>
                </a:cubicBezTo>
                <a:cubicBezTo>
                  <a:pt x="0" y="254098"/>
                  <a:pt x="254097" y="0"/>
                  <a:pt x="567543" y="0"/>
                </a:cubicBezTo>
                <a:cubicBezTo>
                  <a:pt x="880988" y="0"/>
                  <a:pt x="1135085" y="254098"/>
                  <a:pt x="1135085" y="567543"/>
                </a:cubicBezTo>
                <a:close/>
              </a:path>
            </a:pathLst>
          </a:custGeom>
          <a:solidFill>
            <a:schemeClr val="accent2"/>
          </a:solidFill>
          <a:ln w="25400" cap="flat">
            <a:solidFill>
              <a:srgbClr val="FFFFFF"/>
            </a:solidFill>
            <a:prstDash val="solid"/>
            <a:miter/>
          </a:ln>
        </p:spPr>
        <p:txBody>
          <a:bodyPr rtlCol="0" anchor="ctr"/>
          <a:lstStyle/>
          <a:p>
            <a:endParaRPr lang="zh-CN" altLang="en-US" dirty="0">
              <a:solidFill>
                <a:schemeClr val="tx1"/>
              </a:solidFill>
            </a:endParaRPr>
          </a:p>
        </p:txBody>
      </p:sp>
      <p:pic>
        <p:nvPicPr>
          <p:cNvPr id="71" name="图片 13" descr="/data/temp/8ddb721d-b572-4a38-b842-32cfe656eb1b/4e32d653-b983-11f0-a6ee-9ad9b9ad7f03.svg4e32d653-b983-11f0-a6ee-9ad9b9ad7f03"/>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rcRect/>
          <a:stretch>
            <a:fillRect/>
          </a:stretch>
        </p:blipFill>
        <p:spPr>
          <a:xfrm>
            <a:off x="583082" y="1969633"/>
            <a:ext cx="343274" cy="343274"/>
          </a:xfrm>
          <a:prstGeom prst="rect">
            <a:avLst/>
          </a:prstGeom>
        </p:spPr>
      </p:pic>
      <p:pic>
        <p:nvPicPr>
          <p:cNvPr id="72" name="图片 3" descr="/data/temp/8ddb721d-b572-4a38-b842-32cfe656eb1b/4e32d7a5-b983-11f0-a6ee-9ad9b9ad7f03.svg4e32d7a5-b983-11f0-a6ee-9ad9b9ad7f03"/>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rcRect/>
          <a:stretch>
            <a:fillRect/>
          </a:stretch>
        </p:blipFill>
        <p:spPr>
          <a:xfrm>
            <a:off x="10939792" y="1985575"/>
            <a:ext cx="343274" cy="343274"/>
          </a:xfrm>
          <a:prstGeom prst="rect">
            <a:avLst/>
          </a:prstGeom>
        </p:spPr>
      </p:pic>
      <p:sp>
        <p:nvSpPr>
          <p:cNvPr id="73" name="矩形 72"/>
          <p:cNvSpPr/>
          <p:nvPr>
            <p:custDataLst>
              <p:tags r:id="rId18"/>
            </p:custDataLst>
          </p:nvPr>
        </p:nvSpPr>
        <p:spPr>
          <a:xfrm>
            <a:off x="734060" y="2639695"/>
            <a:ext cx="4585970" cy="14516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r>
              <a:rPr lang="zh-CN" altLang="en-US" sz="2400"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rPr>
              <a:t>个体人权是个人应当享有的自由平等权利，如生命权、人身权等。</a:t>
            </a:r>
            <a:endParaRPr lang="zh-CN" altLang="en-US" sz="2400" kern="0" spc="0" dirty="0">
              <a:ln>
                <a:noFill/>
                <a:prstDash val="sysDot"/>
              </a:ln>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9"/>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sz="2800"/>
              <a:t>（三）人权的历史发展阶段</a:t>
            </a:r>
            <a:endParaRPr lang="zh-CN" altLang="en-US" sz="2800"/>
          </a:p>
        </p:txBody>
      </p:sp>
      <p:sp>
        <p:nvSpPr>
          <p:cNvPr id="5" name="圆角矩形 20"/>
          <p:cNvSpPr/>
          <p:nvPr>
            <p:custDataLst>
              <p:tags r:id="rId2"/>
            </p:custDataLst>
          </p:nvPr>
        </p:nvSpPr>
        <p:spPr>
          <a:xfrm rot="240000">
            <a:off x="646430" y="1490193"/>
            <a:ext cx="3309792" cy="4658508"/>
          </a:xfrm>
          <a:prstGeom prst="roundRect">
            <a:avLst>
              <a:gd name="adj" fmla="val 4227"/>
            </a:avLst>
          </a:prstGeom>
          <a:gradFill>
            <a:gsLst>
              <a:gs pos="0">
                <a:schemeClr val="accent1">
                  <a:lumMod val="45000"/>
                  <a:lumOff val="55000"/>
                  <a:alpha val="20000"/>
                </a:schemeClr>
              </a:gs>
              <a:gs pos="100000">
                <a:schemeClr val="accent1">
                  <a:alpha val="3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45720" rIns="91440" numCol="1" spcCol="0" rtlCol="0" fromWordArt="0" anchor="ctr" anchorCtr="0" forceAA="0" compatLnSpc="1">
            <a:noAutofit/>
          </a:bodyPr>
          <a:p>
            <a:pPr lvl="0" algn="ctr">
              <a:buClrTx/>
              <a:buSzTx/>
              <a:buFontTx/>
            </a:pPr>
            <a:endParaRPr lang="zh-CN" altLang="en-US">
              <a:solidFill>
                <a:schemeClr val="lt1"/>
              </a:solidFill>
              <a:sym typeface="+mn-ea"/>
            </a:endParaRPr>
          </a:p>
        </p:txBody>
      </p:sp>
      <p:sp useBgFill="1">
        <p:nvSpPr>
          <p:cNvPr id="9" name="圆角矩形 3"/>
          <p:cNvSpPr/>
          <p:nvPr>
            <p:custDataLst>
              <p:tags r:id="rId3"/>
            </p:custDataLst>
          </p:nvPr>
        </p:nvSpPr>
        <p:spPr>
          <a:xfrm>
            <a:off x="667414" y="1562684"/>
            <a:ext cx="3309793" cy="4696662"/>
          </a:xfrm>
          <a:prstGeom prst="roundRect">
            <a:avLst>
              <a:gd name="adj" fmla="val 4227"/>
            </a:avLst>
          </a:prstGeom>
          <a:ln>
            <a:noFill/>
          </a:ln>
          <a:effectLst>
            <a:outerShdw blurRad="152400" sx="102000" sy="102000" algn="ctr" rotWithShape="0">
              <a:schemeClr val="accent1">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lIns="360045" rIns="360045" rtlCol="0" anchor="ctr"/>
          <a:p>
            <a:pPr indent="0" algn="just" fontAlgn="auto">
              <a:lnSpc>
                <a:spcPct val="130000"/>
              </a:lnSpc>
            </a:pPr>
            <a:endParaRPr lang="zh-CN" altLang="en-US" sz="1600" dirty="0">
              <a:solidFill>
                <a:schemeClr val="tx1">
                  <a:lumMod val="85000"/>
                  <a:lumOff val="15000"/>
                </a:schemeClr>
              </a:solidFill>
            </a:endParaRPr>
          </a:p>
        </p:txBody>
      </p:sp>
      <p:sp>
        <p:nvSpPr>
          <p:cNvPr id="10" name="圆角矩形 2"/>
          <p:cNvSpPr/>
          <p:nvPr>
            <p:custDataLst>
              <p:tags r:id="rId4"/>
            </p:custDataLst>
          </p:nvPr>
        </p:nvSpPr>
        <p:spPr>
          <a:xfrm>
            <a:off x="667414" y="1562684"/>
            <a:ext cx="3309793" cy="4696662"/>
          </a:xfrm>
          <a:prstGeom prst="roundRect">
            <a:avLst>
              <a:gd name="adj" fmla="val 4227"/>
            </a:avLst>
          </a:prstGeom>
          <a:gradFill>
            <a:gsLst>
              <a:gs pos="0">
                <a:srgbClr val="FFFFFF">
                  <a:alpha val="25000"/>
                </a:srgbClr>
              </a:gs>
              <a:gs pos="100000">
                <a:srgbClr val="FFFFFF">
                  <a:alpha val="20000"/>
                </a:srgbClr>
              </a:gs>
            </a:gsLst>
            <a:lin ang="5400000" scaled="0"/>
          </a:gradFill>
          <a:ln>
            <a:solidFill>
              <a:srgbClr val="FFFFFF">
                <a:alpha val="20000"/>
              </a:srgbClr>
            </a:solidFill>
          </a:ln>
          <a:effectLst/>
        </p:spPr>
        <p:style>
          <a:lnRef idx="2">
            <a:schemeClr val="accent1">
              <a:lumMod val="75000"/>
            </a:schemeClr>
          </a:lnRef>
          <a:fillRef idx="1">
            <a:schemeClr val="accent1"/>
          </a:fillRef>
          <a:effectRef idx="0">
            <a:srgbClr val="FFFFFF"/>
          </a:effectRef>
          <a:fontRef idx="minor">
            <a:schemeClr val="lt1"/>
          </a:fontRef>
        </p:style>
        <p:txBody>
          <a:bodyPr lIns="360045" tIns="46990" rIns="360045" rtlCol="0" anchor="ctr" anchorCtr="0">
            <a:noAutofit/>
          </a:bodyPr>
          <a:p>
            <a:pPr algn="just">
              <a:lnSpc>
                <a:spcPct val="130000"/>
              </a:lnSpc>
            </a:pPr>
            <a:r>
              <a:rPr lang="zh-CN" altLang="en-US" sz="2400" b="1" dirty="0">
                <a:solidFill>
                  <a:schemeClr val="tx1">
                    <a:lumMod val="85000"/>
                    <a:lumOff val="15000"/>
                  </a:schemeClr>
                </a:solidFill>
              </a:rPr>
              <a:t>第一代人权</a:t>
            </a:r>
            <a:r>
              <a:rPr lang="zh-CN" altLang="en-US" sz="2400" dirty="0">
                <a:solidFill>
                  <a:schemeClr val="tx1">
                    <a:lumMod val="85000"/>
                    <a:lumOff val="15000"/>
                  </a:schemeClr>
                </a:solidFill>
              </a:rPr>
              <a:t>是在近代西方资产阶级革命中确立的人权，主要包括近代宪法中的人身自由、经济自由和精神自由等</a:t>
            </a:r>
            <a:r>
              <a:rPr lang="zh-CN" altLang="en-US" sz="2400" b="1" dirty="0">
                <a:solidFill>
                  <a:schemeClr val="tx1">
                    <a:lumMod val="85000"/>
                    <a:lumOff val="15000"/>
                  </a:schemeClr>
                </a:solidFill>
              </a:rPr>
              <a:t>自由权</a:t>
            </a:r>
            <a:r>
              <a:rPr lang="zh-CN" altLang="en-US" sz="2400" dirty="0">
                <a:solidFill>
                  <a:schemeClr val="tx1">
                    <a:lumMod val="85000"/>
                    <a:lumOff val="15000"/>
                  </a:schemeClr>
                </a:solidFill>
              </a:rPr>
              <a:t>。</a:t>
            </a:r>
            <a:endParaRPr lang="zh-CN" altLang="en-US" sz="2400" dirty="0">
              <a:solidFill>
                <a:schemeClr val="tx1">
                  <a:lumMod val="85000"/>
                  <a:lumOff val="15000"/>
                </a:schemeClr>
              </a:solidFill>
            </a:endParaRPr>
          </a:p>
        </p:txBody>
      </p:sp>
      <p:sp>
        <p:nvSpPr>
          <p:cNvPr id="11" name="圆角矩形 61"/>
          <p:cNvSpPr/>
          <p:nvPr>
            <p:custDataLst>
              <p:tags r:id="rId5"/>
            </p:custDataLst>
          </p:nvPr>
        </p:nvSpPr>
        <p:spPr>
          <a:xfrm rot="240000">
            <a:off x="4443947" y="1490829"/>
            <a:ext cx="3309792" cy="4658508"/>
          </a:xfrm>
          <a:prstGeom prst="roundRect">
            <a:avLst>
              <a:gd name="adj" fmla="val 4227"/>
            </a:avLst>
          </a:prstGeom>
          <a:gradFill>
            <a:gsLst>
              <a:gs pos="0">
                <a:schemeClr val="accent2">
                  <a:lumMod val="45000"/>
                  <a:lumOff val="55000"/>
                  <a:alpha val="20000"/>
                </a:schemeClr>
              </a:gs>
              <a:gs pos="100000">
                <a:schemeClr val="accent2">
                  <a:alpha val="3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45720" rIns="91440" numCol="1" spcCol="0" rtlCol="0" fromWordArt="0" anchor="ctr" anchorCtr="0" forceAA="0" compatLnSpc="1">
            <a:noAutofit/>
          </a:bodyPr>
          <a:p>
            <a:pPr lvl="0" algn="ctr">
              <a:buClrTx/>
              <a:buSzTx/>
              <a:buFontTx/>
            </a:pPr>
            <a:endParaRPr lang="zh-CN" altLang="en-US">
              <a:solidFill>
                <a:schemeClr val="lt1"/>
              </a:solidFill>
              <a:sym typeface="+mn-ea"/>
            </a:endParaRPr>
          </a:p>
        </p:txBody>
      </p:sp>
      <p:sp useBgFill="1">
        <p:nvSpPr>
          <p:cNvPr id="12" name="圆角矩形 62"/>
          <p:cNvSpPr/>
          <p:nvPr>
            <p:custDataLst>
              <p:tags r:id="rId6"/>
            </p:custDataLst>
          </p:nvPr>
        </p:nvSpPr>
        <p:spPr>
          <a:xfrm>
            <a:off x="4464932" y="1563320"/>
            <a:ext cx="3309793" cy="4696662"/>
          </a:xfrm>
          <a:prstGeom prst="roundRect">
            <a:avLst>
              <a:gd name="adj" fmla="val 4255"/>
            </a:avLst>
          </a:prstGeom>
          <a:ln>
            <a:noFill/>
          </a:ln>
          <a:effectLst>
            <a:outerShdw blurRad="152400" sx="102000" sy="102000" algn="ctr" rotWithShape="0">
              <a:schemeClr val="accent2">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lIns="360045" rIns="360045" rtlCol="0" anchor="ctr"/>
          <a:p>
            <a:pPr indent="0" algn="just" fontAlgn="auto">
              <a:lnSpc>
                <a:spcPct val="130000"/>
              </a:lnSpc>
            </a:pPr>
            <a:endParaRPr lang="zh-CN" altLang="en-US" sz="1600" dirty="0">
              <a:solidFill>
                <a:schemeClr val="tx1">
                  <a:lumMod val="85000"/>
                  <a:lumOff val="15000"/>
                </a:schemeClr>
              </a:solidFill>
            </a:endParaRPr>
          </a:p>
        </p:txBody>
      </p:sp>
      <p:sp>
        <p:nvSpPr>
          <p:cNvPr id="13" name="圆角矩形 63"/>
          <p:cNvSpPr/>
          <p:nvPr>
            <p:custDataLst>
              <p:tags r:id="rId7"/>
            </p:custDataLst>
          </p:nvPr>
        </p:nvSpPr>
        <p:spPr>
          <a:xfrm>
            <a:off x="4464932" y="1563320"/>
            <a:ext cx="3309793" cy="4696662"/>
          </a:xfrm>
          <a:prstGeom prst="roundRect">
            <a:avLst>
              <a:gd name="adj" fmla="val 4227"/>
            </a:avLst>
          </a:prstGeom>
          <a:gradFill>
            <a:gsLst>
              <a:gs pos="0">
                <a:srgbClr val="FFFFFF">
                  <a:alpha val="25000"/>
                </a:srgbClr>
              </a:gs>
              <a:gs pos="100000">
                <a:srgbClr val="FFFFFF">
                  <a:alpha val="20000"/>
                </a:srgbClr>
              </a:gs>
            </a:gsLst>
            <a:lin ang="5400000" scaled="0"/>
          </a:gradFill>
          <a:ln>
            <a:solidFill>
              <a:srgbClr val="FFFFFF">
                <a:alpha val="20000"/>
              </a:srgbClr>
            </a:solidFill>
          </a:ln>
          <a:effectLst/>
        </p:spPr>
        <p:style>
          <a:lnRef idx="2">
            <a:schemeClr val="accent1">
              <a:lumMod val="75000"/>
            </a:schemeClr>
          </a:lnRef>
          <a:fillRef idx="1">
            <a:schemeClr val="accent1"/>
          </a:fillRef>
          <a:effectRef idx="0">
            <a:srgbClr val="FFFFFF"/>
          </a:effectRef>
          <a:fontRef idx="minor">
            <a:schemeClr val="lt1"/>
          </a:fontRef>
        </p:style>
        <p:txBody>
          <a:bodyPr lIns="360045" tIns="46990" rIns="360045" rtlCol="0" anchor="ctr" anchorCtr="0">
            <a:noAutofit/>
          </a:bodyPr>
          <a:p>
            <a:pPr algn="just">
              <a:lnSpc>
                <a:spcPct val="130000"/>
              </a:lnSpc>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第二代人权</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是在</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19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世纪末</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20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世纪初的社会主义运动中提倡的人权，主要包括劳动权、休息权、受教育权</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等</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社会权</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4" name="圆角矩形 67"/>
          <p:cNvSpPr/>
          <p:nvPr>
            <p:custDataLst>
              <p:tags r:id="rId8"/>
            </p:custDataLst>
          </p:nvPr>
        </p:nvSpPr>
        <p:spPr>
          <a:xfrm rot="240000">
            <a:off x="8241465" y="1491465"/>
            <a:ext cx="3309792" cy="4658508"/>
          </a:xfrm>
          <a:prstGeom prst="roundRect">
            <a:avLst>
              <a:gd name="adj" fmla="val 4227"/>
            </a:avLst>
          </a:prstGeom>
          <a:gradFill>
            <a:gsLst>
              <a:gs pos="0">
                <a:schemeClr val="accent3">
                  <a:lumMod val="45000"/>
                  <a:lumOff val="55000"/>
                  <a:alpha val="20000"/>
                </a:schemeClr>
              </a:gs>
              <a:gs pos="100000">
                <a:schemeClr val="accent3">
                  <a:alpha val="3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45720" rIns="91440" numCol="1" spcCol="0" rtlCol="0" fromWordArt="0" anchor="ctr" anchorCtr="0" forceAA="0" compatLnSpc="1">
            <a:noAutofit/>
          </a:bodyPr>
          <a:p>
            <a:pPr lvl="0" algn="ctr">
              <a:buClrTx/>
              <a:buSzTx/>
              <a:buFontTx/>
            </a:pPr>
            <a:endParaRPr lang="zh-CN" altLang="en-US">
              <a:solidFill>
                <a:schemeClr val="lt1"/>
              </a:solidFill>
              <a:sym typeface="+mn-ea"/>
            </a:endParaRPr>
          </a:p>
        </p:txBody>
      </p:sp>
      <p:sp useBgFill="1">
        <p:nvSpPr>
          <p:cNvPr id="15" name="圆角矩形 68"/>
          <p:cNvSpPr/>
          <p:nvPr>
            <p:custDataLst>
              <p:tags r:id="rId9"/>
            </p:custDataLst>
          </p:nvPr>
        </p:nvSpPr>
        <p:spPr>
          <a:xfrm>
            <a:off x="8262449" y="1563956"/>
            <a:ext cx="3309793" cy="4696662"/>
          </a:xfrm>
          <a:prstGeom prst="roundRect">
            <a:avLst>
              <a:gd name="adj" fmla="val 4255"/>
            </a:avLst>
          </a:prstGeom>
          <a:ln>
            <a:noFill/>
          </a:ln>
          <a:effectLst>
            <a:outerShdw blurRad="152400" sx="102000" sy="102000" algn="ctr" rotWithShape="0">
              <a:schemeClr val="accent3">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lIns="360045" rIns="360045" rtlCol="0" anchor="ctr"/>
          <a:p>
            <a:pPr indent="0" algn="just" fontAlgn="auto">
              <a:lnSpc>
                <a:spcPct val="130000"/>
              </a:lnSpc>
            </a:pPr>
            <a:endParaRPr lang="zh-CN" altLang="en-US" sz="1600" dirty="0">
              <a:solidFill>
                <a:schemeClr val="tx1">
                  <a:lumMod val="85000"/>
                  <a:lumOff val="15000"/>
                </a:schemeClr>
              </a:solidFill>
            </a:endParaRPr>
          </a:p>
        </p:txBody>
      </p:sp>
      <p:sp>
        <p:nvSpPr>
          <p:cNvPr id="16" name="圆角矩形 69"/>
          <p:cNvSpPr/>
          <p:nvPr>
            <p:custDataLst>
              <p:tags r:id="rId10"/>
            </p:custDataLst>
          </p:nvPr>
        </p:nvSpPr>
        <p:spPr>
          <a:xfrm>
            <a:off x="8262449" y="1563956"/>
            <a:ext cx="3309793" cy="4696662"/>
          </a:xfrm>
          <a:prstGeom prst="roundRect">
            <a:avLst>
              <a:gd name="adj" fmla="val 4227"/>
            </a:avLst>
          </a:prstGeom>
          <a:gradFill>
            <a:gsLst>
              <a:gs pos="0">
                <a:srgbClr val="FFFFFF">
                  <a:alpha val="25000"/>
                </a:srgbClr>
              </a:gs>
              <a:gs pos="100000">
                <a:srgbClr val="FFFFFF">
                  <a:alpha val="20000"/>
                </a:srgbClr>
              </a:gs>
            </a:gsLst>
            <a:lin ang="5400000" scaled="0"/>
          </a:gradFill>
          <a:ln>
            <a:solidFill>
              <a:srgbClr val="FFFFFF">
                <a:alpha val="20000"/>
              </a:srgbClr>
            </a:solidFill>
          </a:ln>
          <a:effectLst/>
        </p:spPr>
        <p:style>
          <a:lnRef idx="2">
            <a:schemeClr val="accent1">
              <a:lumMod val="75000"/>
            </a:schemeClr>
          </a:lnRef>
          <a:fillRef idx="1">
            <a:schemeClr val="accent1"/>
          </a:fillRef>
          <a:effectRef idx="0">
            <a:srgbClr val="FFFFFF"/>
          </a:effectRef>
          <a:fontRef idx="minor">
            <a:schemeClr val="lt1"/>
          </a:fontRef>
        </p:style>
        <p:txBody>
          <a:bodyPr lIns="360045" tIns="46990" rIns="360045" rtlCol="0" anchor="ctr" anchorCtr="0">
            <a:noAutofit/>
          </a:bodyPr>
          <a:p>
            <a:pPr algn="just">
              <a:lnSpc>
                <a:spcPct val="130000"/>
              </a:lnSpc>
            </a:pP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第三代人权</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是在第二次世界大战后一</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国家和民族在反对殖民主义压迫、争取民族独立和解放的运动过程中提出的人权，主要包括民族和国家生存权、发展权、民族自决权等</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集体权利</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装饰 1"/>
          <p:cNvSpPr/>
          <p:nvPr>
            <p:custDataLst>
              <p:tags r:id="rId1"/>
            </p:custDataLst>
          </p:nvPr>
        </p:nvSpPr>
        <p:spPr>
          <a:xfrm>
            <a:off x="1066809" y="914407"/>
            <a:ext cx="10058481" cy="5029240"/>
          </a:xfrm>
          <a:prstGeom prst="rect">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20000"/>
              </a:lnSpc>
              <a:spcBef>
                <a:spcPts val="0"/>
              </a:spcBef>
              <a:spcAft>
                <a:spcPts val="0"/>
              </a:spcAft>
              <a:buClrTx/>
              <a:buSzTx/>
              <a:buFontTx/>
              <a:buNone/>
            </a:pPr>
            <a:endParaRPr kumimoji="1"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Arial" panose="020B0604020202020204" pitchFamily="34" charset="0"/>
            </a:endParaRPr>
          </a:p>
        </p:txBody>
      </p:sp>
      <p:cxnSp>
        <p:nvCxnSpPr>
          <p:cNvPr id="9" name="装饰 2"/>
          <p:cNvCxnSpPr/>
          <p:nvPr>
            <p:custDataLst>
              <p:tags r:id="rId2"/>
            </p:custDataLst>
          </p:nvPr>
        </p:nvCxnSpPr>
        <p:spPr>
          <a:xfrm>
            <a:off x="6400851" y="2133617"/>
            <a:ext cx="0" cy="2705100"/>
          </a:xfrm>
          <a:prstGeom prst="line">
            <a:avLst/>
          </a:prstGeom>
          <a:ln w="1270">
            <a:solidFill>
              <a:schemeClr val="lt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任意多边形: 形状 13"/>
          <p:cNvSpPr>
            <a:spLocks noChangeAspect="1"/>
          </p:cNvSpPr>
          <p:nvPr>
            <p:custDataLst>
              <p:tags r:id="rId3"/>
            </p:custDataLst>
          </p:nvPr>
        </p:nvSpPr>
        <p:spPr>
          <a:xfrm rot="10800000">
            <a:off x="535686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2" name="任意多边形: 形状 14"/>
          <p:cNvSpPr>
            <a:spLocks noChangeAspect="1"/>
          </p:cNvSpPr>
          <p:nvPr>
            <p:custDataLst>
              <p:tags r:id="rId4"/>
            </p:custDataLst>
          </p:nvPr>
        </p:nvSpPr>
        <p:spPr>
          <a:xfrm rot="10800000">
            <a:off x="498348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27" name="任意多边形: 形状 13"/>
          <p:cNvSpPr>
            <a:spLocks noChangeAspect="1"/>
          </p:cNvSpPr>
          <p:nvPr>
            <p:custDataLst>
              <p:tags r:id="rId5"/>
            </p:custDataLst>
          </p:nvPr>
        </p:nvSpPr>
        <p:spPr>
          <a:xfrm rot="10800000" flipH="1" flipV="1">
            <a:off x="186245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8" name="任意多边形: 形状 14"/>
          <p:cNvSpPr>
            <a:spLocks noChangeAspect="1"/>
          </p:cNvSpPr>
          <p:nvPr>
            <p:custDataLst>
              <p:tags r:id="rId6"/>
            </p:custDataLst>
          </p:nvPr>
        </p:nvSpPr>
        <p:spPr>
          <a:xfrm rot="10800000" flipH="1" flipV="1">
            <a:off x="223583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31" name="文本框 30"/>
          <p:cNvSpPr txBox="1"/>
          <p:nvPr>
            <p:custDataLst>
              <p:tags r:id="rId7"/>
            </p:custDataLst>
          </p:nvPr>
        </p:nvSpPr>
        <p:spPr>
          <a:xfrm>
            <a:off x="6520180" y="1311910"/>
            <a:ext cx="4478020" cy="4406265"/>
          </a:xfrm>
          <a:prstGeom prst="rect">
            <a:avLst/>
          </a:prstGeom>
          <a:noFill/>
        </p:spPr>
        <p:txBody>
          <a:bodyPr wrap="square" rtlCol="0" anchor="ctr" anchorCtr="0">
            <a:noAutofit/>
          </a:bodyPr>
          <a:lstStyle/>
          <a:p>
            <a:pPr indent="0" algn="just" fontAlgn="auto">
              <a:lnSpc>
                <a:spcPct val="150000"/>
              </a:lnSpc>
              <a:spcAft>
                <a:spcPts val="1200"/>
              </a:spcAft>
            </a:pPr>
            <a:r>
              <a:rPr lang="en-US" altLang="en-US" sz="2400">
                <a:solidFill>
                  <a:schemeClr val="tx1"/>
                </a:solidFill>
                <a:latin typeface="微软雅黑" panose="020B0503020204020204" charset="-122"/>
                <a:ea typeface="微软雅黑" panose="020B0503020204020204" charset="-122"/>
                <a:cs typeface="微软雅黑" panose="020B0503020204020204" charset="-122"/>
              </a:rPr>
              <a:t>       2004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年，“国家尊重和保障人权”被写入我国宪法文本，</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这标志着</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人权”由政治概念转化为法律概念，</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“尊重和保障人权”由执政党的意志上升为国家意志，</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由执政党文件中的政策性规定上升为宪法的一项根本原则”</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 name="标题 2"/>
          <p:cNvSpPr>
            <a:spLocks noGrp="1"/>
          </p:cNvSpPr>
          <p:nvPr>
            <p:ph type="title"/>
            <p:custDataLst>
              <p:tags r:id="rId8"/>
            </p:custDataLst>
          </p:nvPr>
        </p:nvSpPr>
        <p:spPr>
          <a:xfrm>
            <a:off x="1375410" y="2995295"/>
            <a:ext cx="5025390" cy="866775"/>
          </a:xfrm>
        </p:spPr>
        <p:txBody>
          <a:bodyPr/>
          <a:lstStyle/>
          <a:p>
            <a:r>
              <a:rPr lang="zh-CN" altLang="en-US" sz="2800"/>
              <a:t>（四）人权宪法化</a:t>
            </a:r>
            <a:endParaRPr lang="zh-CN" altLang="en-US" sz="2800"/>
          </a:p>
        </p:txBody>
      </p:sp>
    </p:spTree>
    <p:custDataLst>
      <p:tags r:id="rId9"/>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小练：关于人权的内涵与分类，下列表述中哪些是正确的？</a:t>
            </a:r>
            <a:endParaRPr lang="zh-CN" altLang="en-US"/>
          </a:p>
        </p:txBody>
      </p:sp>
      <p:sp>
        <p:nvSpPr>
          <p:cNvPr id="2" name="图片 56" descr="未标题-1"/>
          <p:cNvSpPr/>
          <p:nvPr>
            <p:custDataLst>
              <p:tags r:id="rId2"/>
            </p:custDataLst>
          </p:nvPr>
        </p:nvSpPr>
        <p:spPr>
          <a:xfrm>
            <a:off x="635" y="2247031"/>
            <a:ext cx="10632445" cy="2761009"/>
          </a:xfrm>
          <a:custGeom>
            <a:avLst/>
            <a:gdLst>
              <a:gd name="connsiteX0" fmla="*/ 0 w 16893"/>
              <a:gd name="connsiteY0" fmla="*/ 2499 h 4386"/>
              <a:gd name="connsiteX1" fmla="*/ 622 w 16893"/>
              <a:gd name="connsiteY1" fmla="*/ 1965 h 4386"/>
              <a:gd name="connsiteX2" fmla="*/ 2358 w 16893"/>
              <a:gd name="connsiteY2" fmla="*/ 1262 h 4386"/>
              <a:gd name="connsiteX3" fmla="*/ 6286 w 16893"/>
              <a:gd name="connsiteY3" fmla="*/ 2564 h 4386"/>
              <a:gd name="connsiteX4" fmla="*/ 6952 w 16893"/>
              <a:gd name="connsiteY4" fmla="*/ 3155 h 4386"/>
              <a:gd name="connsiteX5" fmla="*/ 8609 w 16893"/>
              <a:gd name="connsiteY5" fmla="*/ 4168 h 4386"/>
              <a:gd name="connsiteX6" fmla="*/ 10854 w 16893"/>
              <a:gd name="connsiteY6" fmla="*/ 4318 h 4386"/>
              <a:gd name="connsiteX7" fmla="*/ 14538 w 16893"/>
              <a:gd name="connsiteY7" fmla="*/ 2343 h 4386"/>
              <a:gd name="connsiteX8" fmla="*/ 16476 w 16893"/>
              <a:gd name="connsiteY8" fmla="*/ 417 h 4386"/>
              <a:gd name="connsiteX9" fmla="*/ 16893 w 16893"/>
              <a:gd name="connsiteY9" fmla="*/ 0 h 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93" h="4387">
                <a:moveTo>
                  <a:pt x="0" y="2499"/>
                </a:moveTo>
                <a:cubicBezTo>
                  <a:pt x="179" y="2304"/>
                  <a:pt x="388" y="2124"/>
                  <a:pt x="622" y="1965"/>
                </a:cubicBezTo>
                <a:cubicBezTo>
                  <a:pt x="1110" y="1625"/>
                  <a:pt x="1703" y="1361"/>
                  <a:pt x="2358" y="1262"/>
                </a:cubicBezTo>
                <a:cubicBezTo>
                  <a:pt x="3886" y="1030"/>
                  <a:pt x="5287" y="1770"/>
                  <a:pt x="6286" y="2564"/>
                </a:cubicBezTo>
                <a:cubicBezTo>
                  <a:pt x="6525" y="2753"/>
                  <a:pt x="6738" y="2951"/>
                  <a:pt x="6952" y="3155"/>
                </a:cubicBezTo>
                <a:cubicBezTo>
                  <a:pt x="7504" y="3593"/>
                  <a:pt x="7896" y="3931"/>
                  <a:pt x="8609" y="4168"/>
                </a:cubicBezTo>
                <a:cubicBezTo>
                  <a:pt x="9295" y="4393"/>
                  <a:pt x="10126" y="4447"/>
                  <a:pt x="10854" y="4318"/>
                </a:cubicBezTo>
                <a:cubicBezTo>
                  <a:pt x="12385" y="3972"/>
                  <a:pt x="13581" y="3246"/>
                  <a:pt x="14538" y="2343"/>
                </a:cubicBezTo>
                <a:cubicBezTo>
                  <a:pt x="15205" y="1715"/>
                  <a:pt x="15833" y="1061"/>
                  <a:pt x="16476" y="417"/>
                </a:cubicBezTo>
                <a:lnTo>
                  <a:pt x="16893" y="0"/>
                </a:lnTo>
              </a:path>
            </a:pathLst>
          </a:custGeom>
          <a:noFill/>
          <a:ln w="19055" cap="flat">
            <a:solidFill>
              <a:schemeClr val="accent1">
                <a:alpha val="35000"/>
              </a:schemeClr>
            </a:solidFill>
            <a:custDash>
              <a:ds d="300000" sp="225000"/>
            </a:custDash>
            <a:miter/>
          </a:ln>
        </p:spPr>
        <p:txBody>
          <a:bodyPr rtlCol="0" anchor="ctr"/>
          <a:p>
            <a:endParaRPr lang="zh-CN" altLang="en-US">
              <a:solidFill>
                <a:schemeClr val="tx1"/>
              </a:solidFill>
            </a:endParaRPr>
          </a:p>
        </p:txBody>
      </p:sp>
      <p:sp>
        <p:nvSpPr>
          <p:cNvPr id="15" name="椭圆 6"/>
          <p:cNvSpPr/>
          <p:nvPr>
            <p:custDataLst>
              <p:tags r:id="rId3"/>
            </p:custDataLst>
          </p:nvPr>
        </p:nvSpPr>
        <p:spPr>
          <a:xfrm>
            <a:off x="1691831" y="2801532"/>
            <a:ext cx="469532" cy="470162"/>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0" name="椭圆 7"/>
          <p:cNvSpPr/>
          <p:nvPr>
            <p:custDataLst>
              <p:tags r:id="rId4"/>
            </p:custDataLst>
          </p:nvPr>
        </p:nvSpPr>
        <p:spPr>
          <a:xfrm>
            <a:off x="3642341" y="3598352"/>
            <a:ext cx="469532" cy="470162"/>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1" name="椭圆 9"/>
          <p:cNvSpPr/>
          <p:nvPr>
            <p:custDataLst>
              <p:tags r:id="rId5"/>
            </p:custDataLst>
          </p:nvPr>
        </p:nvSpPr>
        <p:spPr>
          <a:xfrm>
            <a:off x="7577976" y="4393284"/>
            <a:ext cx="469532" cy="470162"/>
          </a:xfrm>
          <a:prstGeom prst="ellipse">
            <a:avLst/>
          </a:prstGeom>
          <a:solidFill>
            <a:schemeClr val="accent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2" name="椭圆 11"/>
          <p:cNvSpPr/>
          <p:nvPr>
            <p:custDataLst>
              <p:tags r:id="rId6"/>
            </p:custDataLst>
          </p:nvPr>
        </p:nvSpPr>
        <p:spPr>
          <a:xfrm>
            <a:off x="9346588" y="3029375"/>
            <a:ext cx="469532" cy="470162"/>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3" name="椭圆 54"/>
          <p:cNvSpPr/>
          <p:nvPr>
            <p:custDataLst>
              <p:tags r:id="rId7"/>
            </p:custDataLst>
          </p:nvPr>
        </p:nvSpPr>
        <p:spPr>
          <a:xfrm>
            <a:off x="5302696" y="4666443"/>
            <a:ext cx="469532" cy="470162"/>
          </a:xfrm>
          <a:prstGeom prst="ellipse">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4" name="任意多边形: 形状 3"/>
          <p:cNvSpPr/>
          <p:nvPr>
            <p:custDataLst>
              <p:tags r:id="rId8"/>
            </p:custDataLst>
          </p:nvPr>
        </p:nvSpPr>
        <p:spPr>
          <a:xfrm rot="21120000">
            <a:off x="10624269" y="1482311"/>
            <a:ext cx="694108" cy="694674"/>
          </a:xfrm>
          <a:custGeom>
            <a:avLst/>
            <a:gdLst>
              <a:gd name="connsiteX0" fmla="*/ 700097 w 700284"/>
              <a:gd name="connsiteY0" fmla="*/ 857 h 700855"/>
              <a:gd name="connsiteX1" fmla="*/ 697850 w 700284"/>
              <a:gd name="connsiteY1" fmla="*/ 40730 h 700855"/>
              <a:gd name="connsiteX2" fmla="*/ 668129 w 700284"/>
              <a:gd name="connsiteY2" fmla="*/ 171739 h 700855"/>
              <a:gd name="connsiteX3" fmla="*/ 567848 w 700284"/>
              <a:gd name="connsiteY3" fmla="*/ 326540 h 700855"/>
              <a:gd name="connsiteX4" fmla="*/ 370811 w 700284"/>
              <a:gd name="connsiteY4" fmla="*/ 497034 h 700855"/>
              <a:gd name="connsiteX5" fmla="*/ 365386 w 700284"/>
              <a:gd name="connsiteY5" fmla="*/ 508348 h 700855"/>
              <a:gd name="connsiteX6" fmla="*/ 366975 w 700284"/>
              <a:gd name="connsiteY6" fmla="*/ 621107 h 700855"/>
              <a:gd name="connsiteX7" fmla="*/ 359613 w 700284"/>
              <a:gd name="connsiteY7" fmla="*/ 636219 h 700855"/>
              <a:gd name="connsiteX8" fmla="*/ 281379 w 700284"/>
              <a:gd name="connsiteY8" fmla="*/ 697171 h 700855"/>
              <a:gd name="connsiteX9" fmla="*/ 270878 w 700284"/>
              <a:gd name="connsiteY9" fmla="*/ 693296 h 700855"/>
              <a:gd name="connsiteX10" fmla="*/ 249683 w 700284"/>
              <a:gd name="connsiteY10" fmla="*/ 594642 h 700855"/>
              <a:gd name="connsiteX11" fmla="*/ 222287 w 700284"/>
              <a:gd name="connsiteY11" fmla="*/ 596385 h 700855"/>
              <a:gd name="connsiteX12" fmla="*/ 199038 w 700284"/>
              <a:gd name="connsiteY12" fmla="*/ 606925 h 700855"/>
              <a:gd name="connsiteX13" fmla="*/ 176913 w 700284"/>
              <a:gd name="connsiteY13" fmla="*/ 606034 h 700855"/>
              <a:gd name="connsiteX14" fmla="*/ 132584 w 700284"/>
              <a:gd name="connsiteY14" fmla="*/ 570462 h 700855"/>
              <a:gd name="connsiteX15" fmla="*/ 93835 w 700284"/>
              <a:gd name="connsiteY15" fmla="*/ 523267 h 700855"/>
              <a:gd name="connsiteX16" fmla="*/ 92789 w 700284"/>
              <a:gd name="connsiteY16" fmla="*/ 500017 h 700855"/>
              <a:gd name="connsiteX17" fmla="*/ 104995 w 700284"/>
              <a:gd name="connsiteY17" fmla="*/ 472700 h 700855"/>
              <a:gd name="connsiteX18" fmla="*/ 106855 w 700284"/>
              <a:gd name="connsiteY18" fmla="*/ 457200 h 700855"/>
              <a:gd name="connsiteX19" fmla="*/ 98563 w 700284"/>
              <a:gd name="connsiteY19" fmla="*/ 448869 h 700855"/>
              <a:gd name="connsiteX20" fmla="*/ 7930 w 700284"/>
              <a:gd name="connsiteY20" fmla="*/ 429689 h 700855"/>
              <a:gd name="connsiteX21" fmla="*/ 3667 w 700284"/>
              <a:gd name="connsiteY21" fmla="*/ 418413 h 700855"/>
              <a:gd name="connsiteX22" fmla="*/ 62798 w 700284"/>
              <a:gd name="connsiteY22" fmla="*/ 342349 h 700855"/>
              <a:gd name="connsiteX23" fmla="*/ 80855 w 700284"/>
              <a:gd name="connsiteY23" fmla="*/ 333631 h 700855"/>
              <a:gd name="connsiteX24" fmla="*/ 190785 w 700284"/>
              <a:gd name="connsiteY24" fmla="*/ 335297 h 700855"/>
              <a:gd name="connsiteX25" fmla="*/ 201441 w 700284"/>
              <a:gd name="connsiteY25" fmla="*/ 329795 h 700855"/>
              <a:gd name="connsiteX26" fmla="*/ 367401 w 700284"/>
              <a:gd name="connsiteY26" fmla="*/ 137407 h 700855"/>
              <a:gd name="connsiteX27" fmla="*/ 517707 w 700284"/>
              <a:gd name="connsiteY27" fmla="*/ 35305 h 700855"/>
              <a:gd name="connsiteX28" fmla="*/ 691495 w 700284"/>
              <a:gd name="connsiteY28" fmla="*/ 43 h 700855"/>
              <a:gd name="connsiteX29" fmla="*/ 697888 w 700284"/>
              <a:gd name="connsiteY29" fmla="*/ 43 h 700855"/>
              <a:gd name="connsiteX30" fmla="*/ 700097 w 700284"/>
              <a:gd name="connsiteY30" fmla="*/ 857 h 700855"/>
              <a:gd name="connsiteX31" fmla="*/ 480857 w 700284"/>
              <a:gd name="connsiteY31" fmla="*/ 276554 h 700855"/>
              <a:gd name="connsiteX32" fmla="*/ 538356 w 700284"/>
              <a:gd name="connsiteY32" fmla="*/ 218404 h 700855"/>
              <a:gd name="connsiteX33" fmla="*/ 480183 w 700284"/>
              <a:gd name="connsiteY33" fmla="*/ 160932 h 700855"/>
              <a:gd name="connsiteX34" fmla="*/ 422734 w 700284"/>
              <a:gd name="connsiteY34" fmla="*/ 219128 h 700855"/>
              <a:gd name="connsiteX35" fmla="*/ 480857 w 700284"/>
              <a:gd name="connsiteY35" fmla="*/ 276399 h 700855"/>
              <a:gd name="connsiteX36" fmla="*/ 480857 w 700284"/>
              <a:gd name="connsiteY36" fmla="*/ 276554 h 70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00284" h="700855">
                <a:moveTo>
                  <a:pt x="700097" y="857"/>
                </a:moveTo>
                <a:cubicBezTo>
                  <a:pt x="699400" y="13838"/>
                  <a:pt x="699283" y="27323"/>
                  <a:pt x="697850" y="40730"/>
                </a:cubicBezTo>
                <a:cubicBezTo>
                  <a:pt x="693498" y="85476"/>
                  <a:pt x="683513" y="129495"/>
                  <a:pt x="668129" y="171739"/>
                </a:cubicBezTo>
                <a:cubicBezTo>
                  <a:pt x="646159" y="230753"/>
                  <a:pt x="613881" y="282947"/>
                  <a:pt x="567848" y="326540"/>
                </a:cubicBezTo>
                <a:cubicBezTo>
                  <a:pt x="504804" y="386406"/>
                  <a:pt x="437846" y="441701"/>
                  <a:pt x="370811" y="497034"/>
                </a:cubicBezTo>
                <a:cubicBezTo>
                  <a:pt x="367149" y="499599"/>
                  <a:pt x="365092" y="503888"/>
                  <a:pt x="365386" y="508348"/>
                </a:cubicBezTo>
                <a:cubicBezTo>
                  <a:pt x="366045" y="545935"/>
                  <a:pt x="366277" y="583521"/>
                  <a:pt x="366975" y="621107"/>
                </a:cubicBezTo>
                <a:cubicBezTo>
                  <a:pt x="367370" y="627094"/>
                  <a:pt x="364568" y="632840"/>
                  <a:pt x="359613" y="636219"/>
                </a:cubicBezTo>
                <a:cubicBezTo>
                  <a:pt x="333418" y="656368"/>
                  <a:pt x="307457" y="676828"/>
                  <a:pt x="281379" y="697171"/>
                </a:cubicBezTo>
                <a:cubicBezTo>
                  <a:pt x="274404" y="702595"/>
                  <a:pt x="272777" y="702092"/>
                  <a:pt x="270878" y="693296"/>
                </a:cubicBezTo>
                <a:cubicBezTo>
                  <a:pt x="263748" y="660359"/>
                  <a:pt x="256735" y="627423"/>
                  <a:pt x="249683" y="594642"/>
                </a:cubicBezTo>
                <a:cubicBezTo>
                  <a:pt x="240809" y="590744"/>
                  <a:pt x="230595" y="591394"/>
                  <a:pt x="222287" y="596385"/>
                </a:cubicBezTo>
                <a:cubicBezTo>
                  <a:pt x="214809" y="600454"/>
                  <a:pt x="206439" y="602895"/>
                  <a:pt x="199038" y="606925"/>
                </a:cubicBezTo>
                <a:cubicBezTo>
                  <a:pt x="192203" y="611288"/>
                  <a:pt x="183376" y="610932"/>
                  <a:pt x="176913" y="606034"/>
                </a:cubicBezTo>
                <a:cubicBezTo>
                  <a:pt x="161684" y="594719"/>
                  <a:pt x="145914" y="583792"/>
                  <a:pt x="132584" y="570462"/>
                </a:cubicBezTo>
                <a:cubicBezTo>
                  <a:pt x="118666" y="555579"/>
                  <a:pt x="105724" y="539816"/>
                  <a:pt x="93835" y="523267"/>
                </a:cubicBezTo>
                <a:cubicBezTo>
                  <a:pt x="88628" y="516509"/>
                  <a:pt x="88209" y="507213"/>
                  <a:pt x="92789" y="500017"/>
                </a:cubicBezTo>
                <a:cubicBezTo>
                  <a:pt x="97517" y="491260"/>
                  <a:pt x="100539" y="481689"/>
                  <a:pt x="104995" y="472700"/>
                </a:cubicBezTo>
                <a:cubicBezTo>
                  <a:pt x="107413" y="467910"/>
                  <a:pt x="108068" y="462423"/>
                  <a:pt x="106855" y="457200"/>
                </a:cubicBezTo>
                <a:cubicBezTo>
                  <a:pt x="106541" y="452752"/>
                  <a:pt x="103011" y="449202"/>
                  <a:pt x="98563" y="448869"/>
                </a:cubicBezTo>
                <a:cubicBezTo>
                  <a:pt x="68339" y="442708"/>
                  <a:pt x="38154" y="436121"/>
                  <a:pt x="7930" y="429689"/>
                </a:cubicBezTo>
                <a:cubicBezTo>
                  <a:pt x="-1680" y="427635"/>
                  <a:pt x="-2300" y="426046"/>
                  <a:pt x="3667" y="418413"/>
                </a:cubicBezTo>
                <a:cubicBezTo>
                  <a:pt x="23429" y="393071"/>
                  <a:pt x="43346" y="368039"/>
                  <a:pt x="62798" y="342349"/>
                </a:cubicBezTo>
                <a:cubicBezTo>
                  <a:pt x="66808" y="336405"/>
                  <a:pt x="73706" y="333073"/>
                  <a:pt x="80855" y="333631"/>
                </a:cubicBezTo>
                <a:cubicBezTo>
                  <a:pt x="117511" y="334483"/>
                  <a:pt x="154167" y="334638"/>
                  <a:pt x="190785" y="335297"/>
                </a:cubicBezTo>
                <a:cubicBezTo>
                  <a:pt x="195055" y="335448"/>
                  <a:pt x="199092" y="333363"/>
                  <a:pt x="201441" y="329795"/>
                </a:cubicBezTo>
                <a:cubicBezTo>
                  <a:pt x="255224" y="264348"/>
                  <a:pt x="309549" y="199367"/>
                  <a:pt x="367401" y="137407"/>
                </a:cubicBezTo>
                <a:cubicBezTo>
                  <a:pt x="409164" y="92478"/>
                  <a:pt x="460549" y="57574"/>
                  <a:pt x="517707" y="35305"/>
                </a:cubicBezTo>
                <a:cubicBezTo>
                  <a:pt x="573129" y="13485"/>
                  <a:pt x="631950" y="1551"/>
                  <a:pt x="691495" y="43"/>
                </a:cubicBezTo>
                <a:cubicBezTo>
                  <a:pt x="693626" y="43"/>
                  <a:pt x="695757" y="43"/>
                  <a:pt x="697888" y="43"/>
                </a:cubicBezTo>
                <a:cubicBezTo>
                  <a:pt x="698160" y="-422"/>
                  <a:pt x="698547" y="-73"/>
                  <a:pt x="700097" y="857"/>
                </a:cubicBezTo>
                <a:moveTo>
                  <a:pt x="480857" y="276554"/>
                </a:moveTo>
                <a:cubicBezTo>
                  <a:pt x="512798" y="276383"/>
                  <a:pt x="538542" y="250344"/>
                  <a:pt x="538356" y="218404"/>
                </a:cubicBezTo>
                <a:cubicBezTo>
                  <a:pt x="538170" y="186467"/>
                  <a:pt x="512123" y="160730"/>
                  <a:pt x="480183" y="160932"/>
                </a:cubicBezTo>
                <a:cubicBezTo>
                  <a:pt x="448246" y="161129"/>
                  <a:pt x="422521" y="187192"/>
                  <a:pt x="422734" y="219128"/>
                </a:cubicBezTo>
                <a:cubicBezTo>
                  <a:pt x="423404" y="250809"/>
                  <a:pt x="449172" y="276197"/>
                  <a:pt x="480857" y="276399"/>
                </a:cubicBezTo>
                <a:lnTo>
                  <a:pt x="480857" y="276554"/>
                </a:lnTo>
              </a:path>
            </a:pathLst>
          </a:custGeom>
          <a:solidFill>
            <a:schemeClr val="accent1"/>
          </a:solidFill>
          <a:ln w="3841" cap="flat">
            <a:noFill/>
            <a:prstDash val="solid"/>
            <a:miter/>
          </a:ln>
        </p:spPr>
        <p:txBody>
          <a:bodyPr rtlCol="0" anchor="ctr"/>
          <a:p>
            <a:endParaRPr lang="zh-CN" altLang="en-US">
              <a:solidFill>
                <a:schemeClr val="tx1"/>
              </a:solidFill>
            </a:endParaRPr>
          </a:p>
        </p:txBody>
      </p:sp>
      <p:sp>
        <p:nvSpPr>
          <p:cNvPr id="26" name="任意多边形: 形状 8"/>
          <p:cNvSpPr/>
          <p:nvPr>
            <p:custDataLst>
              <p:tags r:id="rId9"/>
            </p:custDataLst>
          </p:nvPr>
        </p:nvSpPr>
        <p:spPr>
          <a:xfrm rot="21120000">
            <a:off x="10643151" y="2036182"/>
            <a:ext cx="196213" cy="196490"/>
          </a:xfrm>
          <a:custGeom>
            <a:avLst/>
            <a:gdLst>
              <a:gd name="connsiteX0" fmla="*/ 197772 w 197959"/>
              <a:gd name="connsiteY0" fmla="*/ 122284 h 198238"/>
              <a:gd name="connsiteX1" fmla="*/ 154 w 197959"/>
              <a:gd name="connsiteY1" fmla="*/ 198077 h 198238"/>
              <a:gd name="connsiteX2" fmla="*/ 19179 w 197959"/>
              <a:gd name="connsiteY2" fmla="*/ 74081 h 198238"/>
              <a:gd name="connsiteX3" fmla="*/ 75946 w 197959"/>
              <a:gd name="connsiteY3" fmla="*/ -162 h 198238"/>
              <a:gd name="connsiteX4" fmla="*/ 81410 w 197959"/>
              <a:gd name="connsiteY4" fmla="*/ 9216 h 198238"/>
              <a:gd name="connsiteX5" fmla="*/ 81138 w 197959"/>
              <a:gd name="connsiteY5" fmla="*/ 15415 h 198238"/>
              <a:gd name="connsiteX6" fmla="*/ 47543 w 197959"/>
              <a:gd name="connsiteY6" fmla="*/ 142937 h 198238"/>
              <a:gd name="connsiteX7" fmla="*/ 52813 w 197959"/>
              <a:gd name="connsiteY7" fmla="*/ 150067 h 198238"/>
              <a:gd name="connsiteX8" fmla="*/ 173476 w 197959"/>
              <a:gd name="connsiteY8" fmla="*/ 122168 h 198238"/>
              <a:gd name="connsiteX9" fmla="*/ 175879 w 197959"/>
              <a:gd name="connsiteY9" fmla="*/ 120657 h 198238"/>
              <a:gd name="connsiteX10" fmla="*/ 197772 w 197959"/>
              <a:gd name="connsiteY10" fmla="*/ 122284 h 19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959" h="198238">
                <a:moveTo>
                  <a:pt x="197772" y="122284"/>
                </a:moveTo>
                <a:cubicBezTo>
                  <a:pt x="146507" y="186026"/>
                  <a:pt x="76217" y="197883"/>
                  <a:pt x="154" y="198077"/>
                </a:cubicBezTo>
                <a:cubicBezTo>
                  <a:pt x="-1629" y="154601"/>
                  <a:pt x="3409" y="113488"/>
                  <a:pt x="19179" y="74081"/>
                </a:cubicBezTo>
                <a:cubicBezTo>
                  <a:pt x="30684" y="44454"/>
                  <a:pt x="50368" y="18705"/>
                  <a:pt x="75946" y="-162"/>
                </a:cubicBezTo>
                <a:cubicBezTo>
                  <a:pt x="78007" y="2818"/>
                  <a:pt x="79836" y="5953"/>
                  <a:pt x="81410" y="9216"/>
                </a:cubicBezTo>
                <a:cubicBezTo>
                  <a:pt x="82188" y="11230"/>
                  <a:pt x="82088" y="13478"/>
                  <a:pt x="81138" y="15415"/>
                </a:cubicBezTo>
                <a:cubicBezTo>
                  <a:pt x="54712" y="53931"/>
                  <a:pt x="47621" y="97485"/>
                  <a:pt x="47543" y="142937"/>
                </a:cubicBezTo>
                <a:cubicBezTo>
                  <a:pt x="47543" y="146618"/>
                  <a:pt x="47311" y="150028"/>
                  <a:pt x="52813" y="150067"/>
                </a:cubicBezTo>
                <a:cubicBezTo>
                  <a:pt x="95437" y="150377"/>
                  <a:pt x="136161" y="144022"/>
                  <a:pt x="173476" y="122168"/>
                </a:cubicBezTo>
                <a:cubicBezTo>
                  <a:pt x="174290" y="121703"/>
                  <a:pt x="175104" y="121160"/>
                  <a:pt x="175879" y="120657"/>
                </a:cubicBezTo>
                <a:cubicBezTo>
                  <a:pt x="186380" y="113721"/>
                  <a:pt x="186341" y="113721"/>
                  <a:pt x="197772" y="122284"/>
                </a:cubicBezTo>
                <a:close/>
              </a:path>
            </a:pathLst>
          </a:custGeom>
          <a:solidFill>
            <a:schemeClr val="accent1"/>
          </a:solidFill>
          <a:ln w="3841" cap="flat">
            <a:noFill/>
            <a:prstDash val="solid"/>
            <a:miter/>
          </a:ln>
        </p:spPr>
        <p:txBody>
          <a:bodyPr rtlCol="0" anchor="ctr"/>
          <a:p>
            <a:endParaRPr lang="zh-CN" altLang="en-US">
              <a:solidFill>
                <a:schemeClr val="tx1"/>
              </a:solidFill>
            </a:endParaRPr>
          </a:p>
        </p:txBody>
      </p:sp>
      <p:pic>
        <p:nvPicPr>
          <p:cNvPr id="27" name="图形 21" descr="333438303937363b333438313037303bb6a8cebbb2fac6b7"/>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801976" y="2911677"/>
            <a:ext cx="249777" cy="249777"/>
          </a:xfrm>
          <a:prstGeom prst="rect">
            <a:avLst/>
          </a:prstGeom>
        </p:spPr>
      </p:pic>
      <p:sp>
        <p:nvSpPr>
          <p:cNvPr id="32" name="椭圆 5"/>
          <p:cNvSpPr/>
          <p:nvPr>
            <p:custDataLst>
              <p:tags r:id="rId13"/>
            </p:custDataLst>
          </p:nvPr>
        </p:nvSpPr>
        <p:spPr>
          <a:xfrm>
            <a:off x="11023309" y="1618261"/>
            <a:ext cx="122104" cy="122104"/>
          </a:xfrm>
          <a:prstGeom prst="ellipse">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34" name="图形 24" descr="333438303937363b333438313039323bcfeec4bfbcc6bbae"/>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5430464" y="4794211"/>
            <a:ext cx="214095" cy="214095"/>
          </a:xfrm>
          <a:prstGeom prst="rect">
            <a:avLst/>
          </a:prstGeom>
        </p:spPr>
      </p:pic>
      <p:pic>
        <p:nvPicPr>
          <p:cNvPr id="35" name="图形 25" descr="333438303937363b333438313035353bb2fac6b7c4a3d0cd"/>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3770109" y="3726120"/>
            <a:ext cx="214095" cy="214095"/>
          </a:xfrm>
          <a:prstGeom prst="rect">
            <a:avLst/>
          </a:prstGeom>
        </p:spPr>
      </p:pic>
      <p:pic>
        <p:nvPicPr>
          <p:cNvPr id="36" name="图形 27" descr="333438303937363b333438313038383bcfeec4bfd0a7c2ca"/>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7669868" y="4485805"/>
            <a:ext cx="285460" cy="285460"/>
          </a:xfrm>
          <a:prstGeom prst="rect">
            <a:avLst/>
          </a:prstGeom>
        </p:spPr>
      </p:pic>
      <p:pic>
        <p:nvPicPr>
          <p:cNvPr id="37" name="图形 28" descr="333438303937363b333438313038303bd7e9d6afbcdcb9b9"/>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474356" y="3157143"/>
            <a:ext cx="214095" cy="214095"/>
          </a:xfrm>
          <a:prstGeom prst="rect">
            <a:avLst/>
          </a:prstGeom>
        </p:spPr>
      </p:pic>
      <p:sp>
        <p:nvSpPr>
          <p:cNvPr id="38" name="矩形 1"/>
          <p:cNvSpPr/>
          <p:nvPr>
            <p:custDataLst>
              <p:tags r:id="rId26"/>
            </p:custDataLst>
          </p:nvPr>
        </p:nvSpPr>
        <p:spPr>
          <a:xfrm>
            <a:off x="4111934" y="2935712"/>
            <a:ext cx="4980195" cy="1004760"/>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D.</a:t>
            </a:r>
            <a:r>
              <a:rPr lang="zh-CN" altLang="en-US" sz="2400">
                <a:ln>
                  <a:noFill/>
                  <a:prstDash val="sysDot"/>
                </a:ln>
                <a:solidFill>
                  <a:schemeClr val="tx1">
                    <a:lumMod val="85000"/>
                    <a:lumOff val="15000"/>
                  </a:schemeClr>
                </a:solidFill>
                <a:latin typeface="+mn-ea"/>
                <a:cs typeface="+mn-ea"/>
              </a:rPr>
              <a:t>环境权与和平权因其主体通常是民族或全人类</a:t>
            </a:r>
            <a:r>
              <a:rPr lang="en-US" altLang="zh-CN" sz="2400">
                <a:ln>
                  <a:noFill/>
                  <a:prstDash val="sysDot"/>
                </a:ln>
                <a:solidFill>
                  <a:schemeClr val="tx1">
                    <a:lumMod val="85000"/>
                    <a:lumOff val="15000"/>
                  </a:schemeClr>
                </a:solidFill>
                <a:latin typeface="+mn-ea"/>
                <a:cs typeface="+mn-ea"/>
              </a:rPr>
              <a:t>,</a:t>
            </a:r>
            <a:r>
              <a:rPr lang="zh-CN" altLang="en-US" sz="2400">
                <a:ln>
                  <a:noFill/>
                  <a:prstDash val="sysDot"/>
                </a:ln>
                <a:solidFill>
                  <a:schemeClr val="tx1">
                    <a:lumMod val="85000"/>
                    <a:lumOff val="15000"/>
                  </a:schemeClr>
                </a:solidFill>
                <a:latin typeface="+mn-ea"/>
                <a:cs typeface="+mn-ea"/>
              </a:rPr>
              <a:t>故属于典型的个体人权。</a:t>
            </a:r>
            <a:endParaRPr lang="zh-CN" altLang="en-US" sz="2400">
              <a:ln>
                <a:noFill/>
                <a:prstDash val="sysDot"/>
              </a:ln>
              <a:solidFill>
                <a:schemeClr val="tx1">
                  <a:lumMod val="85000"/>
                  <a:lumOff val="15000"/>
                </a:schemeClr>
              </a:solidFill>
              <a:latin typeface="+mn-ea"/>
              <a:cs typeface="+mn-ea"/>
            </a:endParaRPr>
          </a:p>
        </p:txBody>
      </p:sp>
      <p:sp>
        <p:nvSpPr>
          <p:cNvPr id="39" name="矩形 4"/>
          <p:cNvSpPr/>
          <p:nvPr>
            <p:custDataLst>
              <p:tags r:id="rId27"/>
            </p:custDataLst>
          </p:nvPr>
        </p:nvSpPr>
        <p:spPr>
          <a:xfrm>
            <a:off x="1469859" y="1190337"/>
            <a:ext cx="5195049" cy="1697980"/>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en-US" sz="2400">
                <a:ln>
                  <a:noFill/>
                  <a:prstDash val="sysDot"/>
                </a:ln>
                <a:solidFill>
                  <a:schemeClr val="tx1">
                    <a:lumMod val="85000"/>
                    <a:lumOff val="15000"/>
                  </a:schemeClr>
                </a:solidFill>
                <a:latin typeface="+mn-ea"/>
                <a:cs typeface="+mn-ea"/>
              </a:rPr>
              <a:t>B.2004</a:t>
            </a:r>
            <a:r>
              <a:rPr lang="zh-CN" altLang="en-US" sz="2400">
                <a:ln>
                  <a:noFill/>
                  <a:prstDash val="sysDot"/>
                </a:ln>
                <a:solidFill>
                  <a:schemeClr val="tx1">
                    <a:lumMod val="85000"/>
                    <a:lumOff val="15000"/>
                  </a:schemeClr>
                </a:solidFill>
                <a:latin typeface="+mn-ea"/>
                <a:cs typeface="+mn-ea"/>
              </a:rPr>
              <a:t>年“国家尊重和保障人权”入宪</a:t>
            </a:r>
            <a:r>
              <a:rPr lang="en-US" altLang="zh-CN" sz="2400">
                <a:ln>
                  <a:noFill/>
                  <a:prstDash val="sysDot"/>
                </a:ln>
                <a:solidFill>
                  <a:schemeClr val="tx1">
                    <a:lumMod val="85000"/>
                    <a:lumOff val="15000"/>
                  </a:schemeClr>
                </a:solidFill>
                <a:latin typeface="+mn-ea"/>
                <a:cs typeface="+mn-ea"/>
              </a:rPr>
              <a:t>,</a:t>
            </a:r>
            <a:r>
              <a:rPr lang="zh-CN" altLang="en-US" sz="2400">
                <a:ln>
                  <a:noFill/>
                  <a:prstDash val="sysDot"/>
                </a:ln>
                <a:solidFill>
                  <a:schemeClr val="tx1">
                    <a:lumMod val="85000"/>
                    <a:lumOff val="15000"/>
                  </a:schemeClr>
                </a:solidFill>
                <a:latin typeface="+mn-ea"/>
                <a:cs typeface="+mn-ea"/>
              </a:rPr>
              <a:t>标志着人权在我国从政治宣言层面全面提升了法律原则层面。</a:t>
            </a:r>
            <a:endParaRPr lang="zh-CN" altLang="en-US" sz="2400">
              <a:ln>
                <a:noFill/>
                <a:prstDash val="sysDot"/>
              </a:ln>
              <a:solidFill>
                <a:schemeClr val="tx1">
                  <a:lumMod val="85000"/>
                  <a:lumOff val="15000"/>
                </a:schemeClr>
              </a:solidFill>
              <a:latin typeface="+mn-ea"/>
              <a:cs typeface="+mn-ea"/>
            </a:endParaRPr>
          </a:p>
        </p:txBody>
      </p:sp>
      <p:sp>
        <p:nvSpPr>
          <p:cNvPr id="40" name="矩形 10"/>
          <p:cNvSpPr/>
          <p:nvPr>
            <p:custDataLst>
              <p:tags r:id="rId28"/>
            </p:custDataLst>
          </p:nvPr>
        </p:nvSpPr>
        <p:spPr>
          <a:xfrm>
            <a:off x="840462" y="3544887"/>
            <a:ext cx="2333064" cy="2745079"/>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A.</a:t>
            </a:r>
            <a:r>
              <a:rPr lang="zh-CN" altLang="en-US" sz="2400">
                <a:ln>
                  <a:noFill/>
                  <a:prstDash val="sysDot"/>
                </a:ln>
                <a:solidFill>
                  <a:schemeClr val="tx1">
                    <a:lumMod val="85000"/>
                    <a:lumOff val="15000"/>
                  </a:schemeClr>
                </a:solidFill>
                <a:latin typeface="+mn-ea"/>
                <a:cs typeface="+mn-ea"/>
              </a:rPr>
              <a:t>发展权既可以被视为一种集体人权</a:t>
            </a:r>
            <a:r>
              <a:rPr lang="en-US" altLang="zh-CN" sz="2400">
                <a:ln>
                  <a:noFill/>
                  <a:prstDash val="sysDot"/>
                </a:ln>
                <a:solidFill>
                  <a:schemeClr val="tx1">
                    <a:lumMod val="85000"/>
                    <a:lumOff val="15000"/>
                  </a:schemeClr>
                </a:solidFill>
                <a:latin typeface="+mn-ea"/>
                <a:cs typeface="+mn-ea"/>
              </a:rPr>
              <a:t>,</a:t>
            </a:r>
            <a:r>
              <a:rPr lang="zh-CN" altLang="en-US" sz="2400">
                <a:ln>
                  <a:noFill/>
                  <a:prstDash val="sysDot"/>
                </a:ln>
                <a:solidFill>
                  <a:schemeClr val="tx1">
                    <a:lumMod val="85000"/>
                    <a:lumOff val="15000"/>
                  </a:schemeClr>
                </a:solidFill>
                <a:latin typeface="+mn-ea"/>
                <a:cs typeface="+mn-ea"/>
              </a:rPr>
              <a:t>也可以被归入第三代人权。</a:t>
            </a:r>
            <a:endParaRPr lang="zh-CN" altLang="en-US" sz="2400">
              <a:ln>
                <a:noFill/>
                <a:prstDash val="sysDot"/>
              </a:ln>
              <a:solidFill>
                <a:schemeClr val="tx1">
                  <a:lumMod val="85000"/>
                  <a:lumOff val="15000"/>
                </a:schemeClr>
              </a:solidFill>
              <a:latin typeface="+mn-ea"/>
              <a:cs typeface="+mn-ea"/>
            </a:endParaRPr>
          </a:p>
        </p:txBody>
      </p:sp>
      <p:sp>
        <p:nvSpPr>
          <p:cNvPr id="41" name="矩形 12"/>
          <p:cNvSpPr/>
          <p:nvPr>
            <p:custDataLst>
              <p:tags r:id="rId29"/>
            </p:custDataLst>
          </p:nvPr>
        </p:nvSpPr>
        <p:spPr>
          <a:xfrm>
            <a:off x="3770695" y="5221382"/>
            <a:ext cx="5917338" cy="1069216"/>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C.</a:t>
            </a:r>
            <a:r>
              <a:rPr lang="zh-CN" altLang="en-US" sz="2400">
                <a:ln>
                  <a:noFill/>
                  <a:prstDash val="sysDot"/>
                </a:ln>
                <a:solidFill>
                  <a:schemeClr val="tx1">
                    <a:lumMod val="85000"/>
                    <a:lumOff val="15000"/>
                  </a:schemeClr>
                </a:solidFill>
                <a:latin typeface="+mn-ea"/>
                <a:cs typeface="+mn-ea"/>
              </a:rPr>
              <a:t>第一代人权强调免于国家干预的自由</a:t>
            </a:r>
            <a:r>
              <a:rPr lang="en-US" altLang="zh-CN" sz="2400">
                <a:ln>
                  <a:noFill/>
                  <a:prstDash val="sysDot"/>
                </a:ln>
                <a:solidFill>
                  <a:schemeClr val="tx1">
                    <a:lumMod val="85000"/>
                    <a:lumOff val="15000"/>
                  </a:schemeClr>
                </a:solidFill>
                <a:latin typeface="+mn-ea"/>
                <a:cs typeface="+mn-ea"/>
              </a:rPr>
              <a:t>,</a:t>
            </a:r>
            <a:r>
              <a:rPr lang="zh-CN" altLang="en-US" sz="2400">
                <a:ln>
                  <a:noFill/>
                  <a:prstDash val="sysDot"/>
                </a:ln>
                <a:solidFill>
                  <a:schemeClr val="tx1">
                    <a:lumMod val="85000"/>
                    <a:lumOff val="15000"/>
                  </a:schemeClr>
                </a:solidFill>
                <a:latin typeface="+mn-ea"/>
                <a:cs typeface="+mn-ea"/>
              </a:rPr>
              <a:t>而第二代人权则要求国家积极作为以提供福利。</a:t>
            </a:r>
            <a:endParaRPr lang="zh-CN" altLang="en-US" sz="2400">
              <a:ln>
                <a:noFill/>
                <a:prstDash val="sysDot"/>
              </a:ln>
              <a:solidFill>
                <a:schemeClr val="tx1">
                  <a:lumMod val="85000"/>
                  <a:lumOff val="15000"/>
                </a:schemeClr>
              </a:solidFill>
              <a:latin typeface="+mn-ea"/>
              <a:cs typeface="+mn-ea"/>
            </a:endParaRPr>
          </a:p>
        </p:txBody>
      </p:sp>
      <p:sp>
        <p:nvSpPr>
          <p:cNvPr id="42" name="矩形 13"/>
          <p:cNvSpPr/>
          <p:nvPr>
            <p:custDataLst>
              <p:tags r:id="rId30"/>
            </p:custDataLst>
          </p:nvPr>
        </p:nvSpPr>
        <p:spPr>
          <a:xfrm>
            <a:off x="9980930" y="2888615"/>
            <a:ext cx="2016125" cy="3729355"/>
          </a:xfrm>
          <a:prstGeom prst="rect">
            <a:avLst/>
          </a:prstGeom>
          <a:noFill/>
        </p:spPr>
        <p:txBody>
          <a:bodyPr wrap="square" lIns="0" tIns="0" rIns="0" bIns="0" rtlCol="0" anchor="t" anchorCtr="0">
            <a:noAutofit/>
          </a:bodyPr>
          <a:p>
            <a:pPr algn="just">
              <a:lnSpc>
                <a:spcPct val="150000"/>
              </a:lnSpc>
              <a:spcBef>
                <a:spcPct val="0"/>
              </a:spcBef>
              <a:spcAft>
                <a:spcPct val="0"/>
              </a:spcAft>
            </a:pPr>
            <a:r>
              <a:rPr lang="en-US" altLang="zh-CN" sz="2400">
                <a:ln>
                  <a:noFill/>
                  <a:prstDash val="sysDot"/>
                </a:ln>
                <a:solidFill>
                  <a:schemeClr val="tx1">
                    <a:lumMod val="85000"/>
                    <a:lumOff val="15000"/>
                  </a:schemeClr>
                </a:solidFill>
                <a:latin typeface="+mn-ea"/>
                <a:cs typeface="+mn-ea"/>
              </a:rPr>
              <a:t>E.</a:t>
            </a:r>
            <a:r>
              <a:rPr lang="zh-CN" altLang="en-US" sz="2400">
                <a:ln>
                  <a:noFill/>
                  <a:prstDash val="sysDot"/>
                </a:ln>
                <a:solidFill>
                  <a:schemeClr val="tx1">
                    <a:lumMod val="85000"/>
                    <a:lumOff val="15000"/>
                  </a:schemeClr>
                </a:solidFill>
                <a:latin typeface="+mn-ea"/>
                <a:cs typeface="+mn-ea"/>
              </a:rPr>
              <a:t>人身权、生命权是个人享有的基础性权利</a:t>
            </a:r>
            <a:r>
              <a:rPr lang="en-US" altLang="zh-CN" sz="2400">
                <a:ln>
                  <a:noFill/>
                  <a:prstDash val="sysDot"/>
                </a:ln>
                <a:solidFill>
                  <a:schemeClr val="tx1">
                    <a:lumMod val="85000"/>
                    <a:lumOff val="15000"/>
                  </a:schemeClr>
                </a:solidFill>
                <a:latin typeface="+mn-ea"/>
                <a:cs typeface="+mn-ea"/>
              </a:rPr>
              <a:t>,</a:t>
            </a:r>
            <a:r>
              <a:rPr lang="zh-CN" altLang="en-US" sz="2400">
                <a:ln>
                  <a:noFill/>
                  <a:prstDash val="sysDot"/>
                </a:ln>
                <a:solidFill>
                  <a:schemeClr val="tx1">
                    <a:lumMod val="85000"/>
                    <a:lumOff val="15000"/>
                  </a:schemeClr>
                </a:solidFill>
                <a:latin typeface="+mn-ea"/>
                <a:cs typeface="+mn-ea"/>
              </a:rPr>
              <a:t>因此属于个体人权</a:t>
            </a:r>
            <a:r>
              <a:rPr lang="en-US" altLang="zh-CN" sz="2400">
                <a:ln>
                  <a:noFill/>
                  <a:prstDash val="sysDot"/>
                </a:ln>
                <a:solidFill>
                  <a:schemeClr val="tx1">
                    <a:lumMod val="85000"/>
                    <a:lumOff val="15000"/>
                  </a:schemeClr>
                </a:solidFill>
                <a:latin typeface="+mn-ea"/>
                <a:cs typeface="+mn-ea"/>
              </a:rPr>
              <a:t>,</a:t>
            </a:r>
            <a:r>
              <a:rPr lang="zh-CN" altLang="en-US" sz="2400">
                <a:ln>
                  <a:noFill/>
                  <a:prstDash val="sysDot"/>
                </a:ln>
                <a:solidFill>
                  <a:schemeClr val="tx1">
                    <a:lumMod val="85000"/>
                    <a:lumOff val="15000"/>
                  </a:schemeClr>
                </a:solidFill>
                <a:latin typeface="+mn-ea"/>
                <a:cs typeface="+mn-ea"/>
              </a:rPr>
              <a:t>而不属于任何一代人权的范畴。</a:t>
            </a:r>
            <a:endParaRPr lang="zh-CN" altLang="en-US" sz="2400">
              <a:ln>
                <a:noFill/>
                <a:prstDash val="sysDot"/>
              </a:ln>
              <a:solidFill>
                <a:schemeClr val="tx1">
                  <a:lumMod val="85000"/>
                  <a:lumOff val="15000"/>
                </a:schemeClr>
              </a:solidFill>
              <a:latin typeface="+mn-ea"/>
              <a:cs typeface="+mn-ea"/>
            </a:endParaRPr>
          </a:p>
        </p:txBody>
      </p:sp>
    </p:spTree>
    <p:custDataLst>
      <p:tags r:id="rId3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32130" y="1368425"/>
            <a:ext cx="2563495" cy="2195830"/>
          </a:xfrm>
        </p:spPr>
        <p:txBody>
          <a:bodyPr anchor="b" anchorCtr="0"/>
          <a:lstStyle/>
          <a:p>
            <a:pPr algn="ctr"/>
            <a:r>
              <a:rPr lang="zh-CN" altLang="en-US"/>
              <a:t>参考答案</a:t>
            </a:r>
            <a:endParaRPr lang="zh-CN" altLang="en-US"/>
          </a:p>
        </p:txBody>
      </p:sp>
      <p:sp>
        <p:nvSpPr>
          <p:cNvPr id="3" name="矩形 2"/>
          <p:cNvSpPr/>
          <p:nvPr>
            <p:custDataLst>
              <p:tags r:id="rId2"/>
            </p:custDataLst>
          </p:nvPr>
        </p:nvSpPr>
        <p:spPr>
          <a:xfrm>
            <a:off x="7543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693545" y="364490"/>
            <a:ext cx="9659620" cy="6278880"/>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5" name="文本框 4"/>
          <p:cNvSpPr txBox="1"/>
          <p:nvPr>
            <p:custDataLst>
              <p:tags r:id="rId4"/>
            </p:custDataLst>
          </p:nvPr>
        </p:nvSpPr>
        <p:spPr>
          <a:xfrm>
            <a:off x="2911475" y="511810"/>
            <a:ext cx="7985125" cy="5983605"/>
          </a:xfrm>
          <a:prstGeom prst="rect">
            <a:avLst/>
          </a:prstGeom>
          <a:noFill/>
        </p:spPr>
        <p:txBody>
          <a:bodyPr wrap="square" rtlCol="0" anchor="ctr" anchorCtr="0">
            <a:noAutofit/>
          </a:bodyPr>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D</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选项错误：</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该选项的表述前后矛盾。材料明确将</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环境权、和平权</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列为</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集体人权</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。虽然个人也能从中受益，</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但其权利主体主要是集体（如民族、国家甚至全人类），因此它们属于集体人权，</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而非</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典型的个体人权</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E</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选项错误：</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该选项的结论是错误的。生命权、人身权固然是个人享有的、基础性的个体人权，但根据材料的分类标准，</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它们恰恰是近代资产阶级革命中确立的、旨在保护个人免受国家任意逮捕和迫害的权利，</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因此属于第一代人权的经典内容。认为它们</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不属于任何一代人权的范畴</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是不符合材料观点的。</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二、权利</a:t>
            </a:r>
            <a:endParaRPr lang="zh-CN" altLang="en-US"/>
          </a:p>
        </p:txBody>
      </p:sp>
      <p:sp>
        <p:nvSpPr>
          <p:cNvPr id="5" name="任意多边形 4"/>
          <p:cNvSpPr/>
          <p:nvPr>
            <p:custDataLst>
              <p:tags r:id="rId2"/>
            </p:custDataLst>
          </p:nvPr>
        </p:nvSpPr>
        <p:spPr>
          <a:xfrm>
            <a:off x="695960" y="1423035"/>
            <a:ext cx="10800080" cy="4838700"/>
          </a:xfrm>
          <a:custGeom>
            <a:avLst/>
            <a:gdLst>
              <a:gd name="connsiteX0" fmla="*/ 546 w 17008"/>
              <a:gd name="connsiteY0" fmla="*/ 1 h 7620"/>
              <a:gd name="connsiteX1" fmla="*/ 16856 w 17008"/>
              <a:gd name="connsiteY1" fmla="*/ 0 h 7620"/>
              <a:gd name="connsiteX2" fmla="*/ 17008 w 17008"/>
              <a:gd name="connsiteY2" fmla="*/ 152 h 7620"/>
              <a:gd name="connsiteX3" fmla="*/ 17008 w 17008"/>
              <a:gd name="connsiteY3" fmla="*/ 7468 h 7620"/>
              <a:gd name="connsiteX4" fmla="*/ 16856 w 17008"/>
              <a:gd name="connsiteY4" fmla="*/ 7620 h 7620"/>
              <a:gd name="connsiteX5" fmla="*/ 152 w 17008"/>
              <a:gd name="connsiteY5" fmla="*/ 7620 h 7620"/>
              <a:gd name="connsiteX6" fmla="*/ 0 w 17008"/>
              <a:gd name="connsiteY6" fmla="*/ 7468 h 7620"/>
              <a:gd name="connsiteX7" fmla="*/ 4 w 17008"/>
              <a:gd name="connsiteY7" fmla="*/ 2173 h 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08" h="7620">
                <a:moveTo>
                  <a:pt x="546" y="1"/>
                </a:moveTo>
                <a:lnTo>
                  <a:pt x="16856" y="0"/>
                </a:lnTo>
                <a:cubicBezTo>
                  <a:pt x="16940" y="0"/>
                  <a:pt x="17008" y="68"/>
                  <a:pt x="17008" y="152"/>
                </a:cubicBezTo>
                <a:lnTo>
                  <a:pt x="17008" y="7468"/>
                </a:lnTo>
                <a:cubicBezTo>
                  <a:pt x="17008" y="7552"/>
                  <a:pt x="16940" y="7620"/>
                  <a:pt x="16856" y="7620"/>
                </a:cubicBezTo>
                <a:lnTo>
                  <a:pt x="152" y="7620"/>
                </a:lnTo>
                <a:cubicBezTo>
                  <a:pt x="68" y="7620"/>
                  <a:pt x="0" y="7552"/>
                  <a:pt x="0" y="7468"/>
                </a:cubicBezTo>
                <a:lnTo>
                  <a:pt x="4" y="2173"/>
                </a:lnTo>
              </a:path>
            </a:pathLst>
          </a:custGeom>
          <a:noFill/>
          <a:ln w="9525">
            <a:solidFill>
              <a:schemeClr val="accent1">
                <a:lumMod val="75000"/>
                <a:alpha val="40000"/>
              </a:schemeClr>
            </a:solidFill>
            <a:headEnd type="none"/>
            <a:tailEnd type="ova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矩形 6"/>
          <p:cNvSpPr/>
          <p:nvPr>
            <p:custDataLst>
              <p:tags r:id="rId3"/>
            </p:custDataLst>
          </p:nvPr>
        </p:nvSpPr>
        <p:spPr>
          <a:xfrm>
            <a:off x="1452880" y="1423035"/>
            <a:ext cx="10043795" cy="739140"/>
          </a:xfrm>
          <a:prstGeom prst="rect">
            <a:avLst/>
          </a:prstGeom>
          <a:gradFill>
            <a:gsLst>
              <a:gs pos="0">
                <a:schemeClr val="accent1">
                  <a:alpha val="5000"/>
                </a:schemeClr>
              </a:gs>
              <a:gs pos="100000">
                <a:schemeClr val="accent1">
                  <a:alpha val="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lIns="288290" rtlCol="0" anchor="ctr"/>
          <a:lstStyle/>
          <a:p>
            <a:pPr algn="l"/>
            <a:r>
              <a:rPr lang="zh-CN" altLang="en-US" sz="2800" b="1">
                <a:solidFill>
                  <a:schemeClr val="accent1"/>
                </a:solidFill>
              </a:rPr>
              <a:t>（一）权利概念</a:t>
            </a:r>
            <a:endParaRPr lang="zh-CN" altLang="en-US" sz="2800" b="1">
              <a:solidFill>
                <a:schemeClr val="accent1"/>
              </a:solidFill>
            </a:endParaRPr>
          </a:p>
        </p:txBody>
      </p:sp>
      <p:sp>
        <p:nvSpPr>
          <p:cNvPr id="11" name="圆角矩形 10"/>
          <p:cNvSpPr/>
          <p:nvPr>
            <p:custDataLst>
              <p:tags r:id="rId4"/>
            </p:custDataLst>
          </p:nvPr>
        </p:nvSpPr>
        <p:spPr>
          <a:xfrm>
            <a:off x="716915" y="1423035"/>
            <a:ext cx="738505" cy="741045"/>
          </a:xfrm>
          <a:prstGeom prst="roundRect">
            <a:avLst>
              <a:gd name="adj" fmla="val 9389"/>
            </a:avLst>
          </a:prstGeom>
          <a:gradFill>
            <a:gsLst>
              <a:gs pos="67000">
                <a:schemeClr val="accent1"/>
              </a:gs>
              <a:gs pos="0">
                <a:schemeClr val="accent1">
                  <a:lumMod val="60000"/>
                  <a:lumOff val="40000"/>
                </a:schemeClr>
              </a:gs>
            </a:gsLst>
            <a:lin ang="27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2" name="直接连接符 11"/>
          <p:cNvCxnSpPr/>
          <p:nvPr>
            <p:custDataLst>
              <p:tags r:id="rId5"/>
            </p:custDataLst>
          </p:nvPr>
        </p:nvCxnSpPr>
        <p:spPr>
          <a:xfrm>
            <a:off x="1202055" y="2170430"/>
            <a:ext cx="9905365" cy="0"/>
          </a:xfrm>
          <a:prstGeom prst="line">
            <a:avLst/>
          </a:prstGeom>
          <a:ln w="9525">
            <a:solidFill>
              <a:schemeClr val="accent1">
                <a:alpha val="40000"/>
              </a:schemeClr>
            </a:solidFill>
            <a:prstDash val="lgDash"/>
          </a:ln>
        </p:spPr>
        <p:style>
          <a:lnRef idx="2">
            <a:schemeClr val="accent1"/>
          </a:lnRef>
          <a:fillRef idx="0">
            <a:srgbClr val="FFFFFF"/>
          </a:fillRef>
          <a:effectRef idx="0">
            <a:srgbClr val="FFFFFF"/>
          </a:effectRef>
          <a:fontRef idx="minor">
            <a:schemeClr val="tx1"/>
          </a:fontRef>
        </p:style>
      </p:cxnSp>
      <p:pic>
        <p:nvPicPr>
          <p:cNvPr id="4" name="图片 3" descr="打印机"/>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883285" y="1581150"/>
            <a:ext cx="406400" cy="406400"/>
          </a:xfrm>
          <a:prstGeom prst="rect">
            <a:avLst/>
          </a:prstGeom>
        </p:spPr>
      </p:pic>
      <p:sp>
        <p:nvSpPr>
          <p:cNvPr id="9" name="文本框 8"/>
          <p:cNvSpPr txBox="1"/>
          <p:nvPr>
            <p:custDataLst>
              <p:tags r:id="rId9"/>
            </p:custDataLst>
          </p:nvPr>
        </p:nvSpPr>
        <p:spPr>
          <a:xfrm>
            <a:off x="1089660" y="2701290"/>
            <a:ext cx="10062210" cy="3445510"/>
          </a:xfrm>
          <a:prstGeom prst="rect">
            <a:avLst/>
          </a:prstGeom>
          <a:noFill/>
        </p:spPr>
        <p:txBody>
          <a:bodyPr wrap="square" rtlCol="0" anchor="ctr" anchorCtr="0">
            <a:normAutofit lnSpcReduction="20000"/>
          </a:bodyPr>
          <a:lstStyle/>
          <a:p>
            <a:pPr indent="0" fontAlgn="auto">
              <a:lnSpc>
                <a:spcPct val="150000"/>
              </a:lnSpc>
              <a:spcAft>
                <a:spcPts val="600"/>
              </a:spcAft>
            </a:pPr>
            <a:r>
              <a:rPr lang="en-US" altLang="zh-CN" sz="2400" dirty="0">
                <a:ln>
                  <a:noFill/>
                  <a:prstDash val="sysDot"/>
                </a:ln>
                <a:solidFill>
                  <a:schemeClr val="tx1">
                    <a:lumMod val="85000"/>
                    <a:lumOff val="15000"/>
                  </a:schemeClr>
                </a:solidFill>
                <a:latin typeface="+mn-ea"/>
                <a:cs typeface="+mn-ea"/>
                <a:sym typeface="+mn-ea"/>
              </a:rPr>
              <a:t>    </a:t>
            </a:r>
            <a:r>
              <a:rPr lang="zh-CN" altLang="en-US" sz="2400" dirty="0">
                <a:ln>
                  <a:noFill/>
                  <a:prstDash val="sysDot"/>
                </a:ln>
                <a:solidFill>
                  <a:schemeClr val="tx1">
                    <a:lumMod val="85000"/>
                    <a:lumOff val="15000"/>
                  </a:schemeClr>
                </a:solidFill>
                <a:latin typeface="+mn-ea"/>
                <a:cs typeface="+mn-ea"/>
                <a:sym typeface="+mn-ea"/>
              </a:rPr>
              <a:t>一定的法律关系中，法律关系的主体一方对另一方所享有的</a:t>
            </a:r>
            <a:r>
              <a:rPr lang="zh-CN" altLang="en-US" sz="2400" b="1" dirty="0">
                <a:ln>
                  <a:noFill/>
                  <a:prstDash val="sysDot"/>
                </a:ln>
                <a:solidFill>
                  <a:schemeClr val="tx1">
                    <a:lumMod val="85000"/>
                    <a:lumOff val="15000"/>
                  </a:schemeClr>
                </a:solidFill>
                <a:latin typeface="+mn-ea"/>
                <a:cs typeface="+mn-ea"/>
                <a:sym typeface="+mn-ea"/>
              </a:rPr>
              <a:t>可以要求一定的作为或不作为并为法律规范所认可</a:t>
            </a:r>
            <a:r>
              <a:rPr lang="zh-CN" altLang="en-US" sz="2400" dirty="0">
                <a:ln>
                  <a:noFill/>
                  <a:prstDash val="sysDot"/>
                </a:ln>
                <a:solidFill>
                  <a:schemeClr val="tx1">
                    <a:lumMod val="85000"/>
                    <a:lumOff val="15000"/>
                  </a:schemeClr>
                </a:solidFill>
                <a:latin typeface="+mn-ea"/>
                <a:cs typeface="+mn-ea"/>
                <a:sym typeface="+mn-ea"/>
              </a:rPr>
              <a:t>的一种资格。</a:t>
            </a:r>
            <a:endParaRPr lang="zh-CN" altLang="en-US" sz="2400"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r>
              <a:rPr lang="en-US" altLang="zh-CN" sz="2400" dirty="0">
                <a:ln>
                  <a:noFill/>
                  <a:prstDash val="sysDot"/>
                </a:ln>
                <a:solidFill>
                  <a:schemeClr val="tx1">
                    <a:lumMod val="85000"/>
                    <a:lumOff val="15000"/>
                  </a:schemeClr>
                </a:solidFill>
                <a:latin typeface="+mn-ea"/>
                <a:cs typeface="+mn-ea"/>
                <a:sym typeface="+mn-ea"/>
              </a:rPr>
              <a:t>      </a:t>
            </a:r>
            <a:r>
              <a:rPr lang="zh-CN" altLang="en-US" sz="2400" dirty="0">
                <a:ln>
                  <a:noFill/>
                  <a:prstDash val="sysDot"/>
                </a:ln>
                <a:solidFill>
                  <a:schemeClr val="tx1">
                    <a:lumMod val="85000"/>
                    <a:lumOff val="15000"/>
                  </a:schemeClr>
                </a:solidFill>
                <a:latin typeface="+mn-ea"/>
                <a:cs typeface="+mn-ea"/>
                <a:sym typeface="+mn-ea"/>
              </a:rPr>
              <a:t>第一，公民权利反映了主体之间一种</a:t>
            </a:r>
            <a:r>
              <a:rPr lang="zh-CN" altLang="en-US" sz="2400" b="1" dirty="0">
                <a:ln>
                  <a:noFill/>
                  <a:prstDash val="sysDot"/>
                </a:ln>
                <a:solidFill>
                  <a:schemeClr val="tx1">
                    <a:lumMod val="85000"/>
                    <a:lumOff val="15000"/>
                  </a:schemeClr>
                </a:solidFill>
                <a:latin typeface="+mn-ea"/>
                <a:cs typeface="+mn-ea"/>
                <a:sym typeface="+mn-ea"/>
              </a:rPr>
              <a:t>对等</a:t>
            </a:r>
            <a:r>
              <a:rPr lang="zh-CN" altLang="en-US" sz="2400" dirty="0">
                <a:ln>
                  <a:noFill/>
                  <a:prstDash val="sysDot"/>
                </a:ln>
                <a:solidFill>
                  <a:schemeClr val="tx1">
                    <a:lumMod val="85000"/>
                    <a:lumOff val="15000"/>
                  </a:schemeClr>
                </a:solidFill>
                <a:latin typeface="+mn-ea"/>
                <a:cs typeface="+mn-ea"/>
                <a:sym typeface="+mn-ea"/>
              </a:rPr>
              <a:t>的法律关系。</a:t>
            </a:r>
            <a:endParaRPr lang="zh-CN" altLang="en-US" sz="2400"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r>
              <a:rPr lang="en-US" altLang="zh-CN" sz="2400" dirty="0">
                <a:ln>
                  <a:noFill/>
                  <a:prstDash val="sysDot"/>
                </a:ln>
                <a:solidFill>
                  <a:schemeClr val="tx1">
                    <a:lumMod val="85000"/>
                    <a:lumOff val="15000"/>
                  </a:schemeClr>
                </a:solidFill>
                <a:latin typeface="+mn-ea"/>
                <a:cs typeface="+mn-ea"/>
                <a:sym typeface="+mn-ea"/>
              </a:rPr>
              <a:t>      </a:t>
            </a:r>
            <a:r>
              <a:rPr lang="zh-CN" altLang="en-US" sz="2400" dirty="0">
                <a:ln>
                  <a:noFill/>
                  <a:prstDash val="sysDot"/>
                </a:ln>
                <a:solidFill>
                  <a:schemeClr val="tx1">
                    <a:lumMod val="85000"/>
                    <a:lumOff val="15000"/>
                  </a:schemeClr>
                </a:solidFill>
                <a:latin typeface="+mn-ea"/>
                <a:cs typeface="+mn-ea"/>
                <a:sym typeface="+mn-ea"/>
              </a:rPr>
              <a:t>第二，公民权利是由</a:t>
            </a:r>
            <a:r>
              <a:rPr lang="zh-CN" altLang="en-US" sz="2400" b="1" dirty="0">
                <a:ln>
                  <a:noFill/>
                  <a:prstDash val="sysDot"/>
                </a:ln>
                <a:solidFill>
                  <a:schemeClr val="tx1">
                    <a:lumMod val="85000"/>
                    <a:lumOff val="15000"/>
                  </a:schemeClr>
                </a:solidFill>
                <a:latin typeface="+mn-ea"/>
                <a:cs typeface="+mn-ea"/>
                <a:sym typeface="+mn-ea"/>
              </a:rPr>
              <a:t>法律规范认可</a:t>
            </a:r>
            <a:r>
              <a:rPr lang="zh-CN" altLang="en-US" sz="2400" dirty="0">
                <a:ln>
                  <a:noFill/>
                  <a:prstDash val="sysDot"/>
                </a:ln>
                <a:solidFill>
                  <a:schemeClr val="tx1">
                    <a:lumMod val="85000"/>
                    <a:lumOff val="15000"/>
                  </a:schemeClr>
                </a:solidFill>
                <a:latin typeface="+mn-ea"/>
                <a:cs typeface="+mn-ea"/>
                <a:sym typeface="+mn-ea"/>
              </a:rPr>
              <a:t>的。</a:t>
            </a:r>
            <a:endParaRPr lang="zh-CN" altLang="en-US" sz="2400"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r>
              <a:rPr lang="en-US" altLang="zh-CN" sz="2400" dirty="0">
                <a:ln>
                  <a:noFill/>
                  <a:prstDash val="sysDot"/>
                </a:ln>
                <a:solidFill>
                  <a:schemeClr val="tx1">
                    <a:lumMod val="85000"/>
                    <a:lumOff val="15000"/>
                  </a:schemeClr>
                </a:solidFill>
                <a:latin typeface="+mn-ea"/>
                <a:cs typeface="+mn-ea"/>
                <a:sym typeface="+mn-ea"/>
              </a:rPr>
              <a:t>      </a:t>
            </a:r>
            <a:r>
              <a:rPr lang="zh-CN" altLang="en-US" sz="2400" dirty="0">
                <a:ln>
                  <a:noFill/>
                  <a:prstDash val="sysDot"/>
                </a:ln>
                <a:solidFill>
                  <a:schemeClr val="tx1">
                    <a:lumMod val="85000"/>
                    <a:lumOff val="15000"/>
                  </a:schemeClr>
                </a:solidFill>
                <a:latin typeface="+mn-ea"/>
                <a:cs typeface="+mn-ea"/>
                <a:sym typeface="+mn-ea"/>
              </a:rPr>
              <a:t>第三，公民权利是一种</a:t>
            </a:r>
            <a:r>
              <a:rPr lang="zh-CN" altLang="en-US" sz="2400" b="1" dirty="0">
                <a:ln>
                  <a:noFill/>
                  <a:prstDash val="sysDot"/>
                </a:ln>
                <a:solidFill>
                  <a:schemeClr val="tx1">
                    <a:lumMod val="85000"/>
                    <a:lumOff val="15000"/>
                  </a:schemeClr>
                </a:solidFill>
                <a:latin typeface="+mn-ea"/>
                <a:cs typeface="+mn-ea"/>
                <a:sym typeface="+mn-ea"/>
              </a:rPr>
              <a:t>法律上的资格</a:t>
            </a:r>
            <a:r>
              <a:rPr lang="zh-CN" altLang="en-US" sz="2400" dirty="0">
                <a:ln>
                  <a:noFill/>
                  <a:prstDash val="sysDot"/>
                </a:ln>
                <a:solidFill>
                  <a:schemeClr val="tx1">
                    <a:lumMod val="85000"/>
                    <a:lumOff val="15000"/>
                  </a:schemeClr>
                </a:solidFill>
                <a:latin typeface="+mn-ea"/>
                <a:cs typeface="+mn-ea"/>
                <a:sym typeface="+mn-ea"/>
              </a:rPr>
              <a:t>（选举权）</a:t>
            </a:r>
            <a:r>
              <a:rPr lang="zh-CN" altLang="en-US" sz="2400" b="1" dirty="0">
                <a:ln>
                  <a:noFill/>
                  <a:prstDash val="sysDot"/>
                </a:ln>
                <a:solidFill>
                  <a:schemeClr val="tx1">
                    <a:lumMod val="85000"/>
                    <a:lumOff val="15000"/>
                  </a:schemeClr>
                </a:solidFill>
                <a:latin typeface="+mn-ea"/>
                <a:cs typeface="+mn-ea"/>
                <a:sym typeface="+mn-ea"/>
              </a:rPr>
              <a:t>。</a:t>
            </a:r>
            <a:endParaRPr lang="zh-CN" altLang="en-US" sz="2400" b="1"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endParaRPr lang="zh-CN" altLang="en-US" sz="2400" b="1" dirty="0">
              <a:ln>
                <a:noFill/>
                <a:prstDash val="sysDot"/>
              </a:ln>
              <a:solidFill>
                <a:schemeClr val="tx1">
                  <a:lumMod val="85000"/>
                  <a:lumOff val="15000"/>
                </a:schemeClr>
              </a:solidFill>
              <a:latin typeface="+mn-ea"/>
              <a:cs typeface="+mn-ea"/>
              <a:sym typeface="+mn-ea"/>
            </a:endParaRPr>
          </a:p>
        </p:txBody>
      </p:sp>
    </p:spTree>
    <p:custDataLst>
      <p:tags r:id="rId10"/>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custDataLst>
              <p:tags r:id="rId1"/>
            </p:custDataLst>
          </p:nvPr>
        </p:nvSpPr>
        <p:spPr>
          <a:xfrm>
            <a:off x="714375" y="855345"/>
            <a:ext cx="10619740" cy="5615940"/>
          </a:xfrm>
          <a:custGeom>
            <a:avLst/>
            <a:gdLst>
              <a:gd name="connsiteX0" fmla="*/ 546 w 17008"/>
              <a:gd name="connsiteY0" fmla="*/ 1 h 7620"/>
              <a:gd name="connsiteX1" fmla="*/ 16856 w 17008"/>
              <a:gd name="connsiteY1" fmla="*/ 0 h 7620"/>
              <a:gd name="connsiteX2" fmla="*/ 17008 w 17008"/>
              <a:gd name="connsiteY2" fmla="*/ 152 h 7620"/>
              <a:gd name="connsiteX3" fmla="*/ 17008 w 17008"/>
              <a:gd name="connsiteY3" fmla="*/ 7468 h 7620"/>
              <a:gd name="connsiteX4" fmla="*/ 16856 w 17008"/>
              <a:gd name="connsiteY4" fmla="*/ 7620 h 7620"/>
              <a:gd name="connsiteX5" fmla="*/ 152 w 17008"/>
              <a:gd name="connsiteY5" fmla="*/ 7620 h 7620"/>
              <a:gd name="connsiteX6" fmla="*/ 0 w 17008"/>
              <a:gd name="connsiteY6" fmla="*/ 7468 h 7620"/>
              <a:gd name="connsiteX7" fmla="*/ 4 w 17008"/>
              <a:gd name="connsiteY7" fmla="*/ 2173 h 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08" h="7620">
                <a:moveTo>
                  <a:pt x="546" y="1"/>
                </a:moveTo>
                <a:lnTo>
                  <a:pt x="16856" y="0"/>
                </a:lnTo>
                <a:cubicBezTo>
                  <a:pt x="16940" y="0"/>
                  <a:pt x="17008" y="68"/>
                  <a:pt x="17008" y="152"/>
                </a:cubicBezTo>
                <a:lnTo>
                  <a:pt x="17008" y="7468"/>
                </a:lnTo>
                <a:cubicBezTo>
                  <a:pt x="17008" y="7552"/>
                  <a:pt x="16940" y="7620"/>
                  <a:pt x="16856" y="7620"/>
                </a:cubicBezTo>
                <a:lnTo>
                  <a:pt x="152" y="7620"/>
                </a:lnTo>
                <a:cubicBezTo>
                  <a:pt x="68" y="7620"/>
                  <a:pt x="0" y="7552"/>
                  <a:pt x="0" y="7468"/>
                </a:cubicBezTo>
                <a:lnTo>
                  <a:pt x="4" y="2173"/>
                </a:lnTo>
              </a:path>
            </a:pathLst>
          </a:custGeom>
          <a:noFill/>
          <a:ln w="9525">
            <a:solidFill>
              <a:schemeClr val="accent1">
                <a:lumMod val="75000"/>
                <a:alpha val="40000"/>
              </a:schemeClr>
            </a:solidFill>
            <a:headEnd type="none"/>
            <a:tailEnd type="ova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矩形 6"/>
          <p:cNvSpPr/>
          <p:nvPr>
            <p:custDataLst>
              <p:tags r:id="rId2"/>
            </p:custDataLst>
          </p:nvPr>
        </p:nvSpPr>
        <p:spPr>
          <a:xfrm>
            <a:off x="1452245" y="857250"/>
            <a:ext cx="10296525" cy="739140"/>
          </a:xfrm>
          <a:prstGeom prst="rect">
            <a:avLst/>
          </a:prstGeom>
          <a:gradFill>
            <a:gsLst>
              <a:gs pos="0">
                <a:schemeClr val="accent1">
                  <a:alpha val="5000"/>
                </a:schemeClr>
              </a:gs>
              <a:gs pos="100000">
                <a:schemeClr val="accent1">
                  <a:alpha val="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lIns="288290" rtlCol="0" anchor="ctr"/>
          <a:lstStyle/>
          <a:p>
            <a:pPr algn="l"/>
            <a:endParaRPr lang="zh-CN" altLang="en-US" sz="2800" b="1">
              <a:solidFill>
                <a:schemeClr val="accent1"/>
              </a:solidFill>
            </a:endParaRPr>
          </a:p>
          <a:p>
            <a:pPr algn="l"/>
            <a:r>
              <a:rPr lang="zh-CN" altLang="en-US" sz="2800" b="1">
                <a:solidFill>
                  <a:schemeClr val="accent1"/>
                </a:solidFill>
              </a:rPr>
              <a:t>（二）权利观的历史发展</a:t>
            </a:r>
            <a:endParaRPr lang="zh-CN" altLang="en-US" sz="2800" b="1">
              <a:solidFill>
                <a:schemeClr val="accent1"/>
              </a:solidFill>
            </a:endParaRPr>
          </a:p>
          <a:p>
            <a:pPr algn="l"/>
            <a:endParaRPr lang="zh-CN" altLang="en-US" sz="2800" b="1">
              <a:solidFill>
                <a:schemeClr val="accent1"/>
              </a:solidFill>
            </a:endParaRPr>
          </a:p>
        </p:txBody>
      </p:sp>
      <p:sp>
        <p:nvSpPr>
          <p:cNvPr id="11" name="圆角矩形 10"/>
          <p:cNvSpPr/>
          <p:nvPr>
            <p:custDataLst>
              <p:tags r:id="rId3"/>
            </p:custDataLst>
          </p:nvPr>
        </p:nvSpPr>
        <p:spPr>
          <a:xfrm>
            <a:off x="714375" y="855345"/>
            <a:ext cx="738505" cy="741045"/>
          </a:xfrm>
          <a:prstGeom prst="roundRect">
            <a:avLst>
              <a:gd name="adj" fmla="val 9389"/>
            </a:avLst>
          </a:prstGeom>
          <a:gradFill>
            <a:gsLst>
              <a:gs pos="67000">
                <a:schemeClr val="accent1"/>
              </a:gs>
              <a:gs pos="0">
                <a:schemeClr val="accent1">
                  <a:lumMod val="60000"/>
                  <a:lumOff val="40000"/>
                </a:schemeClr>
              </a:gs>
            </a:gsLst>
            <a:lin ang="27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2" name="直接连接符 11"/>
          <p:cNvCxnSpPr/>
          <p:nvPr>
            <p:custDataLst>
              <p:tags r:id="rId4"/>
            </p:custDataLst>
          </p:nvPr>
        </p:nvCxnSpPr>
        <p:spPr>
          <a:xfrm>
            <a:off x="1455420" y="1596390"/>
            <a:ext cx="9905365" cy="0"/>
          </a:xfrm>
          <a:prstGeom prst="line">
            <a:avLst/>
          </a:prstGeom>
          <a:ln w="9525">
            <a:solidFill>
              <a:schemeClr val="accent1">
                <a:alpha val="40000"/>
              </a:schemeClr>
            </a:solidFill>
            <a:prstDash val="lgDash"/>
          </a:ln>
        </p:spPr>
        <p:style>
          <a:lnRef idx="2">
            <a:schemeClr val="accent1"/>
          </a:lnRef>
          <a:fillRef idx="0">
            <a:srgbClr val="FFFFFF"/>
          </a:fillRef>
          <a:effectRef idx="0">
            <a:srgbClr val="FFFFFF"/>
          </a:effectRef>
          <a:fontRef idx="minor">
            <a:schemeClr val="tx1"/>
          </a:fontRef>
        </p:style>
      </p:cxnSp>
      <p:pic>
        <p:nvPicPr>
          <p:cNvPr id="4" name="图片 3" descr="打印机"/>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80110" y="1022350"/>
            <a:ext cx="406400" cy="406400"/>
          </a:xfrm>
          <a:prstGeom prst="rect">
            <a:avLst/>
          </a:prstGeom>
        </p:spPr>
      </p:pic>
      <p:sp>
        <p:nvSpPr>
          <p:cNvPr id="9" name="文本框 8"/>
          <p:cNvSpPr txBox="1"/>
          <p:nvPr>
            <p:custDataLst>
              <p:tags r:id="rId8"/>
            </p:custDataLst>
          </p:nvPr>
        </p:nvSpPr>
        <p:spPr>
          <a:xfrm>
            <a:off x="880110" y="1701165"/>
            <a:ext cx="10292715" cy="4644390"/>
          </a:xfrm>
          <a:prstGeom prst="rect">
            <a:avLst/>
          </a:prstGeom>
          <a:noFill/>
        </p:spPr>
        <p:txBody>
          <a:bodyPr wrap="square" rtlCol="0" anchor="ctr" anchorCtr="0">
            <a:noAutofit/>
          </a:bodyPr>
          <a:lstStyle/>
          <a:p>
            <a:pPr indent="0" fontAlgn="auto">
              <a:lnSpc>
                <a:spcPct val="150000"/>
              </a:lnSpc>
              <a:spcAft>
                <a:spcPts val="600"/>
              </a:spcAft>
            </a:pPr>
            <a:r>
              <a:rPr lang="en-US" altLang="zh-CN" sz="2400" dirty="0">
                <a:ln>
                  <a:noFill/>
                  <a:prstDash val="sysDot"/>
                </a:ln>
                <a:solidFill>
                  <a:srgbClr val="FF0000"/>
                </a:solidFill>
                <a:latin typeface="+mn-ea"/>
                <a:cs typeface="+mn-ea"/>
                <a:sym typeface="+mn-ea"/>
              </a:rPr>
              <a:t>1.</a:t>
            </a:r>
            <a:r>
              <a:rPr lang="zh-CN" altLang="en-US" sz="2400" dirty="0">
                <a:ln>
                  <a:noFill/>
                  <a:prstDash val="sysDot"/>
                </a:ln>
                <a:solidFill>
                  <a:srgbClr val="FF0000"/>
                </a:solidFill>
                <a:latin typeface="+mn-ea"/>
                <a:cs typeface="+mn-ea"/>
                <a:sym typeface="+mn-ea"/>
              </a:rPr>
              <a:t>在西方法律思想史上，</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权利</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思想发端于罗马法，比较有代表性的权利观有</a:t>
            </a:r>
            <a:r>
              <a:rPr lang="zh-CN" altLang="en-US" sz="2400" b="1" dirty="0">
                <a:ln>
                  <a:noFill/>
                  <a:prstDash val="sysDot"/>
                </a:ln>
                <a:solidFill>
                  <a:schemeClr val="tx1">
                    <a:lumMod val="85000"/>
                    <a:lumOff val="15000"/>
                  </a:schemeClr>
                </a:solidFill>
                <a:latin typeface="+mn-ea"/>
                <a:cs typeface="+mn-ea"/>
                <a:sym typeface="+mn-ea"/>
              </a:rPr>
              <a:t>自然权利观</a:t>
            </a:r>
            <a:r>
              <a:rPr lang="zh-CN" altLang="en-US" sz="2400" dirty="0">
                <a:ln>
                  <a:noFill/>
                  <a:prstDash val="sysDot"/>
                </a:ln>
                <a:solidFill>
                  <a:schemeClr val="tx1">
                    <a:lumMod val="85000"/>
                    <a:lumOff val="15000"/>
                  </a:schemeClr>
                </a:solidFill>
                <a:latin typeface="+mn-ea"/>
                <a:cs typeface="+mn-ea"/>
                <a:sym typeface="+mn-ea"/>
              </a:rPr>
              <a:t>（天赋，神圣不可剥夺）、</a:t>
            </a:r>
            <a:r>
              <a:rPr lang="zh-CN" altLang="en-US" sz="2400" b="1" dirty="0">
                <a:ln>
                  <a:noFill/>
                  <a:prstDash val="sysDot"/>
                </a:ln>
                <a:solidFill>
                  <a:schemeClr val="tx1">
                    <a:lumMod val="85000"/>
                    <a:lumOff val="15000"/>
                  </a:schemeClr>
                </a:solidFill>
                <a:latin typeface="+mn-ea"/>
                <a:cs typeface="+mn-ea"/>
                <a:sym typeface="+mn-ea"/>
              </a:rPr>
              <a:t>神学权利观</a:t>
            </a:r>
            <a:r>
              <a:rPr lang="zh-CN" altLang="en-US" sz="2400" dirty="0">
                <a:ln>
                  <a:noFill/>
                  <a:prstDash val="sysDot"/>
                </a:ln>
                <a:solidFill>
                  <a:schemeClr val="tx1">
                    <a:lumMod val="85000"/>
                    <a:lumOff val="15000"/>
                  </a:schemeClr>
                </a:solidFill>
                <a:latin typeface="+mn-ea"/>
                <a:cs typeface="+mn-ea"/>
                <a:sym typeface="+mn-ea"/>
              </a:rPr>
              <a:t>（神授，只有具体的等级的特权）、法律权利观（法律赋予、限制、剥夺）、</a:t>
            </a:r>
            <a:r>
              <a:rPr lang="zh-CN" altLang="en-US" sz="2400" b="1" dirty="0">
                <a:ln>
                  <a:noFill/>
                  <a:prstDash val="sysDot"/>
                </a:ln>
                <a:solidFill>
                  <a:schemeClr val="tx1">
                    <a:lumMod val="85000"/>
                    <a:lumOff val="15000"/>
                  </a:schemeClr>
                </a:solidFill>
                <a:latin typeface="+mn-ea"/>
                <a:cs typeface="+mn-ea"/>
                <a:sym typeface="+mn-ea"/>
              </a:rPr>
              <a:t>社会权利观</a:t>
            </a:r>
            <a:r>
              <a:rPr lang="zh-CN" altLang="en-US" sz="2400" dirty="0">
                <a:ln>
                  <a:noFill/>
                  <a:prstDash val="sysDot"/>
                </a:ln>
                <a:solidFill>
                  <a:schemeClr val="tx1">
                    <a:lumMod val="85000"/>
                    <a:lumOff val="15000"/>
                  </a:schemeClr>
                </a:solidFill>
                <a:latin typeface="+mn-ea"/>
                <a:cs typeface="+mn-ea"/>
                <a:sym typeface="+mn-ea"/>
              </a:rPr>
              <a:t>（基于人与人之间的社会关系产生）等。</a:t>
            </a:r>
            <a:endParaRPr lang="zh-CN" altLang="en-US" sz="2400"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r>
              <a:rPr lang="en-US" altLang="zh-CN" sz="2400" dirty="0">
                <a:ln>
                  <a:noFill/>
                  <a:prstDash val="sysDot"/>
                </a:ln>
                <a:solidFill>
                  <a:srgbClr val="FF0000"/>
                </a:solidFill>
                <a:latin typeface="+mn-ea"/>
                <a:cs typeface="+mn-ea"/>
                <a:sym typeface="+mn-ea"/>
              </a:rPr>
              <a:t>2. </a:t>
            </a:r>
            <a:r>
              <a:rPr lang="zh-CN" altLang="en-US" sz="2400" dirty="0">
                <a:ln>
                  <a:noFill/>
                  <a:prstDash val="sysDot"/>
                </a:ln>
                <a:solidFill>
                  <a:srgbClr val="FF0000"/>
                </a:solidFill>
                <a:latin typeface="+mn-ea"/>
                <a:cs typeface="+mn-ea"/>
                <a:sym typeface="+mn-ea"/>
              </a:rPr>
              <a:t>马克思主义权利观</a:t>
            </a:r>
            <a:r>
              <a:rPr lang="zh-CN" altLang="en-US" sz="2400" dirty="0">
                <a:ln>
                  <a:noFill/>
                  <a:prstDash val="sysDot"/>
                </a:ln>
                <a:solidFill>
                  <a:schemeClr val="tx1">
                    <a:lumMod val="85000"/>
                    <a:lumOff val="15000"/>
                  </a:schemeClr>
                </a:solidFill>
                <a:latin typeface="+mn-ea"/>
                <a:cs typeface="+mn-ea"/>
                <a:sym typeface="+mn-ea"/>
              </a:rPr>
              <a:t>认为，权利的产生、实现和发展，都必须</a:t>
            </a:r>
            <a:r>
              <a:rPr lang="zh-CN" altLang="en-US" sz="2400" b="1" dirty="0">
                <a:ln>
                  <a:noFill/>
                  <a:prstDash val="sysDot"/>
                </a:ln>
                <a:solidFill>
                  <a:schemeClr val="tx1">
                    <a:lumMod val="85000"/>
                    <a:lumOff val="15000"/>
                  </a:schemeClr>
                </a:solidFill>
                <a:latin typeface="+mn-ea"/>
                <a:cs typeface="+mn-ea"/>
                <a:sym typeface="+mn-ea"/>
              </a:rPr>
              <a:t>以一定的社会经济条件为基础</a:t>
            </a:r>
            <a:r>
              <a:rPr lang="zh-CN" altLang="en-US" sz="2400" dirty="0">
                <a:ln>
                  <a:noFill/>
                  <a:prstDash val="sysDot"/>
                </a:ln>
                <a:solidFill>
                  <a:schemeClr val="tx1">
                    <a:lumMod val="85000"/>
                    <a:lumOff val="15000"/>
                  </a:schemeClr>
                </a:solidFill>
                <a:latin typeface="+mn-ea"/>
                <a:cs typeface="+mn-ea"/>
                <a:sym typeface="+mn-ea"/>
              </a:rPr>
              <a:t>，应当用发展的观点看待权利。</a:t>
            </a:r>
            <a:endParaRPr lang="zh-CN" altLang="en-US" sz="2400" dirty="0">
              <a:ln>
                <a:noFill/>
                <a:prstDash val="sysDot"/>
              </a:ln>
              <a:solidFill>
                <a:schemeClr val="tx1">
                  <a:lumMod val="85000"/>
                  <a:lumOff val="15000"/>
                </a:schemeClr>
              </a:solidFill>
              <a:latin typeface="+mn-ea"/>
              <a:cs typeface="+mn-ea"/>
              <a:sym typeface="+mn-ea"/>
            </a:endParaRPr>
          </a:p>
          <a:p>
            <a:pPr indent="0" fontAlgn="auto">
              <a:lnSpc>
                <a:spcPct val="150000"/>
              </a:lnSpc>
              <a:spcAft>
                <a:spcPts val="600"/>
              </a:spcAft>
            </a:pPr>
            <a:r>
              <a:rPr lang="en-US" altLang="zh-CN" sz="2400" dirty="0">
                <a:ln>
                  <a:noFill/>
                  <a:prstDash val="sysDot"/>
                </a:ln>
                <a:solidFill>
                  <a:srgbClr val="FF0000"/>
                </a:solidFill>
                <a:latin typeface="+mn-ea"/>
                <a:cs typeface="+mn-ea"/>
                <a:sym typeface="+mn-ea"/>
              </a:rPr>
              <a:t>3. </a:t>
            </a:r>
            <a:r>
              <a:rPr lang="zh-CN" altLang="en-US" sz="2400" dirty="0">
                <a:ln>
                  <a:noFill/>
                  <a:prstDash val="sysDot"/>
                </a:ln>
                <a:solidFill>
                  <a:srgbClr val="FF0000"/>
                </a:solidFill>
                <a:latin typeface="+mn-ea"/>
                <a:cs typeface="+mn-ea"/>
                <a:sym typeface="+mn-ea"/>
              </a:rPr>
              <a:t>中国古代</a:t>
            </a:r>
            <a:r>
              <a:rPr lang="zh-CN" altLang="en-US" sz="2400" dirty="0">
                <a:ln>
                  <a:noFill/>
                  <a:prstDash val="sysDot"/>
                </a:ln>
                <a:solidFill>
                  <a:schemeClr val="tx1">
                    <a:lumMod val="85000"/>
                    <a:lumOff val="15000"/>
                  </a:schemeClr>
                </a:solidFill>
                <a:latin typeface="+mn-ea"/>
                <a:cs typeface="+mn-ea"/>
                <a:sym typeface="+mn-ea"/>
              </a:rPr>
              <a:t>文献中的＂权利</a:t>
            </a:r>
            <a:r>
              <a:rPr lang="en-US" altLang="zh-CN" sz="2400" dirty="0">
                <a:ln>
                  <a:noFill/>
                  <a:prstDash val="sysDot"/>
                </a:ln>
                <a:solidFill>
                  <a:schemeClr val="tx1">
                    <a:lumMod val="85000"/>
                    <a:lumOff val="15000"/>
                  </a:schemeClr>
                </a:solidFill>
                <a:latin typeface="+mn-ea"/>
                <a:cs typeface="+mn-ea"/>
                <a:sym typeface="+mn-ea"/>
              </a:rPr>
              <a:t>”</a:t>
            </a:r>
            <a:r>
              <a:rPr lang="zh-CN" altLang="en-US" sz="2400" b="1" dirty="0">
                <a:ln>
                  <a:noFill/>
                  <a:prstDash val="sysDot"/>
                </a:ln>
                <a:solidFill>
                  <a:schemeClr val="tx1">
                    <a:lumMod val="85000"/>
                    <a:lumOff val="15000"/>
                  </a:schemeClr>
                </a:solidFill>
                <a:latin typeface="+mn-ea"/>
                <a:cs typeface="+mn-ea"/>
                <a:sym typeface="+mn-ea"/>
              </a:rPr>
              <a:t>主要是政治层面的权力和利益。</a:t>
            </a:r>
            <a:r>
              <a:rPr lang="en-US" altLang="zh-CN" sz="2400" dirty="0">
                <a:ln>
                  <a:noFill/>
                  <a:prstDash val="sysDot"/>
                </a:ln>
                <a:solidFill>
                  <a:schemeClr val="tx1">
                    <a:lumMod val="85000"/>
                    <a:lumOff val="15000"/>
                  </a:schemeClr>
                </a:solidFill>
                <a:latin typeface="+mn-ea"/>
                <a:cs typeface="+mn-ea"/>
                <a:sym typeface="+mn-ea"/>
              </a:rPr>
              <a:t>1840 </a:t>
            </a:r>
            <a:r>
              <a:rPr lang="zh-CN" altLang="en-US" sz="2400" dirty="0">
                <a:ln>
                  <a:noFill/>
                  <a:prstDash val="sysDot"/>
                </a:ln>
                <a:solidFill>
                  <a:schemeClr val="tx1">
                    <a:lumMod val="85000"/>
                    <a:lumOff val="15000"/>
                  </a:schemeClr>
                </a:solidFill>
                <a:latin typeface="+mn-ea"/>
                <a:cs typeface="+mn-ea"/>
                <a:sym typeface="+mn-ea"/>
              </a:rPr>
              <a:t>年鸦片战争以后，现代意义的权利观念从西方逐渐传入中国。</a:t>
            </a:r>
            <a:endParaRPr lang="zh-CN" altLang="en-US" sz="2400" dirty="0">
              <a:ln>
                <a:noFill/>
                <a:prstDash val="sysDot"/>
              </a:ln>
              <a:solidFill>
                <a:schemeClr val="tx1">
                  <a:lumMod val="85000"/>
                  <a:lumOff val="15000"/>
                </a:schemeClr>
              </a:solidFill>
              <a:latin typeface="+mn-ea"/>
              <a:cs typeface="+mn-ea"/>
              <a:sym typeface="+mn-ea"/>
            </a:endParaRPr>
          </a:p>
        </p:txBody>
      </p:sp>
    </p:spTree>
    <p:custDataLst>
      <p:tags r:id="rId9"/>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图形 95"/>
          <p:cNvSpPr/>
          <p:nvPr>
            <p:custDataLst>
              <p:tags r:id="rId1"/>
            </p:custDataLst>
          </p:nvPr>
        </p:nvSpPr>
        <p:spPr>
          <a:xfrm>
            <a:off x="567055" y="673418"/>
            <a:ext cx="2559685" cy="5338445"/>
          </a:xfrm>
          <a:custGeom>
            <a:avLst/>
            <a:gdLst>
              <a:gd name="connsiteX0" fmla="*/ 1182053 w 1182052"/>
              <a:gd name="connsiteY0" fmla="*/ 278797 h 2029491"/>
              <a:gd name="connsiteX1" fmla="*/ 1182053 w 1182052"/>
              <a:gd name="connsiteY1" fmla="*/ 0 h 2029491"/>
              <a:gd name="connsiteX2" fmla="*/ 0 w 1182052"/>
              <a:gd name="connsiteY2" fmla="*/ 0 h 2029491"/>
              <a:gd name="connsiteX3" fmla="*/ 0 w 1182052"/>
              <a:gd name="connsiteY3" fmla="*/ 2029492 h 2029491"/>
              <a:gd name="connsiteX4" fmla="*/ 1182053 w 1182052"/>
              <a:gd name="connsiteY4" fmla="*/ 2029492 h 2029491"/>
              <a:gd name="connsiteX5" fmla="*/ 1182053 w 1182052"/>
              <a:gd name="connsiteY5" fmla="*/ 1778603 h 202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2052" h="2029491">
                <a:moveTo>
                  <a:pt x="1182053" y="278797"/>
                </a:moveTo>
                <a:lnTo>
                  <a:pt x="1182053" y="0"/>
                </a:lnTo>
                <a:lnTo>
                  <a:pt x="0" y="0"/>
                </a:lnTo>
                <a:lnTo>
                  <a:pt x="0" y="2029492"/>
                </a:lnTo>
                <a:lnTo>
                  <a:pt x="1182053" y="2029492"/>
                </a:lnTo>
                <a:lnTo>
                  <a:pt x="1182053" y="1778603"/>
                </a:lnTo>
              </a:path>
            </a:pathLst>
          </a:custGeom>
          <a:noFill/>
          <a:ln w="53975" cap="flat">
            <a:solidFill>
              <a:schemeClr val="accent1">
                <a:alpha val="69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 name="矩形 7"/>
          <p:cNvSpPr/>
          <p:nvPr>
            <p:custDataLst>
              <p:tags r:id="rId2"/>
            </p:custDataLst>
          </p:nvPr>
        </p:nvSpPr>
        <p:spPr>
          <a:xfrm>
            <a:off x="1993265" y="2032635"/>
            <a:ext cx="1866265" cy="2346960"/>
          </a:xfrm>
          <a:prstGeom prst="rect">
            <a:avLst/>
          </a:prstGeom>
          <a:gradFill>
            <a:gsLst>
              <a:gs pos="0">
                <a:schemeClr val="accent1">
                  <a:alpha val="5000"/>
                </a:schemeClr>
              </a:gs>
              <a:gs pos="100000">
                <a:schemeClr val="accent1">
                  <a:alpha val="0"/>
                </a:scheme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lIns="288290" rtlCol="0" anchor="ctr"/>
          <a:lstStyle/>
          <a:p>
            <a:pPr algn="l"/>
            <a:endParaRPr lang="zh-CN" altLang="en-US" sz="2800" b="1">
              <a:solidFill>
                <a:schemeClr val="accent1"/>
              </a:solidFill>
            </a:endParaRPr>
          </a:p>
          <a:p>
            <a:pPr algn="l"/>
            <a:r>
              <a:rPr lang="en-US" altLang="zh-CN" sz="2800" b="1">
                <a:solidFill>
                  <a:schemeClr val="accent1"/>
                </a:solidFill>
              </a:rPr>
              <a:t>  </a:t>
            </a:r>
            <a:r>
              <a:rPr lang="zh-CN" altLang="en-US" sz="2800" b="1">
                <a:solidFill>
                  <a:schemeClr val="accent1"/>
                </a:solidFill>
              </a:rPr>
              <a:t>（三）</a:t>
            </a:r>
            <a:endParaRPr lang="zh-CN" altLang="en-US" sz="2800" b="1">
              <a:solidFill>
                <a:schemeClr val="accent1"/>
              </a:solidFill>
            </a:endParaRPr>
          </a:p>
          <a:p>
            <a:pPr algn="l"/>
            <a:r>
              <a:rPr lang="zh-CN" altLang="en-US" sz="2800" b="1">
                <a:solidFill>
                  <a:schemeClr val="accent1"/>
                </a:solidFill>
              </a:rPr>
              <a:t>权利分类</a:t>
            </a:r>
            <a:endParaRPr lang="zh-CN" altLang="en-US" sz="2800" b="1">
              <a:solidFill>
                <a:schemeClr val="accent1"/>
              </a:solidFill>
            </a:endParaRPr>
          </a:p>
        </p:txBody>
      </p:sp>
      <p:pic>
        <p:nvPicPr>
          <p:cNvPr id="9" name="图片 8" descr="权利分类"/>
          <p:cNvPicPr>
            <a:picLocks noChangeAspect="1"/>
          </p:cNvPicPr>
          <p:nvPr/>
        </p:nvPicPr>
        <p:blipFill>
          <a:blip r:embed="rId3"/>
          <a:stretch>
            <a:fillRect/>
          </a:stretch>
        </p:blipFill>
        <p:spPr>
          <a:xfrm>
            <a:off x="4458970" y="0"/>
            <a:ext cx="587311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00"/>
            <a:ext cx="10800000" cy="720000"/>
          </a:xfrm>
        </p:spPr>
        <p:txBody>
          <a:bodyPr>
            <a:normAutofit fontScale="90000"/>
          </a:bodyPr>
          <a:lstStyle/>
          <a:p>
            <a:r>
              <a:rPr lang="zh-CN" altLang="en-US" sz="3110"/>
              <a:t>提问：下列关于公民权利分类的叙述中，存在学理上分类错误或逻辑不一致的是哪一选项？</a:t>
            </a:r>
            <a:endParaRPr lang="zh-CN" altLang="en-US" sz="3110"/>
          </a:p>
        </p:txBody>
      </p:sp>
      <p:sp>
        <p:nvSpPr>
          <p:cNvPr id="2" name="圆角矩形 12"/>
          <p:cNvSpPr/>
          <p:nvPr>
            <p:custDataLst>
              <p:tags r:id="rId2"/>
            </p:custDataLst>
          </p:nvPr>
        </p:nvSpPr>
        <p:spPr>
          <a:xfrm>
            <a:off x="6383020" y="1440815"/>
            <a:ext cx="5113020" cy="4931410"/>
          </a:xfrm>
          <a:prstGeom prst="roundRect">
            <a:avLst>
              <a:gd name="adj" fmla="val 5794"/>
            </a:avLst>
          </a:prstGeom>
          <a:gradFill>
            <a:gsLst>
              <a:gs pos="0">
                <a:schemeClr val="accent2">
                  <a:lumMod val="60000"/>
                  <a:lumOff val="40000"/>
                  <a:alpha val="5000"/>
                </a:schemeClr>
              </a:gs>
              <a:gs pos="100000">
                <a:schemeClr val="accent2">
                  <a:lumMod val="60000"/>
                  <a:lumOff val="40000"/>
                  <a:alpha val="20000"/>
                </a:schemeClr>
              </a:gs>
            </a:gsLst>
            <a:lin ang="16200000" scaled="0"/>
          </a:gradFill>
          <a:ln>
            <a:gradFill>
              <a:gsLst>
                <a:gs pos="100000">
                  <a:schemeClr val="accent2">
                    <a:alpha val="0"/>
                  </a:schemeClr>
                </a:gs>
                <a:gs pos="0">
                  <a:schemeClr val="accent2">
                    <a:alpha val="44000"/>
                  </a:schemeClr>
                </a:gs>
              </a:gsLst>
              <a:lin ang="5400000"/>
              <a:tileRect/>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 name="圆角矩形 2"/>
          <p:cNvSpPr/>
          <p:nvPr>
            <p:custDataLst>
              <p:tags r:id="rId3"/>
            </p:custDataLst>
          </p:nvPr>
        </p:nvSpPr>
        <p:spPr>
          <a:xfrm>
            <a:off x="706755" y="1440815"/>
            <a:ext cx="5113020" cy="4931410"/>
          </a:xfrm>
          <a:prstGeom prst="roundRect">
            <a:avLst>
              <a:gd name="adj" fmla="val 5794"/>
            </a:avLst>
          </a:prstGeom>
          <a:gradFill>
            <a:gsLst>
              <a:gs pos="0">
                <a:schemeClr val="accent1">
                  <a:lumMod val="60000"/>
                  <a:lumOff val="40000"/>
                  <a:alpha val="5000"/>
                </a:schemeClr>
              </a:gs>
              <a:gs pos="100000">
                <a:schemeClr val="accent1">
                  <a:lumMod val="60000"/>
                  <a:lumOff val="40000"/>
                  <a:alpha val="20000"/>
                </a:schemeClr>
              </a:gs>
            </a:gsLst>
            <a:lin ang="16200000" scaled="0"/>
          </a:gradFill>
          <a:ln>
            <a:gradFill>
              <a:gsLst>
                <a:gs pos="100000">
                  <a:schemeClr val="accent1">
                    <a:alpha val="0"/>
                  </a:schemeClr>
                </a:gs>
                <a:gs pos="0">
                  <a:schemeClr val="accent1">
                    <a:alpha val="44000"/>
                  </a:schemeClr>
                </a:gs>
              </a:gsLst>
              <a:lin ang="5400000"/>
              <a:tileRect/>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5" name="形状2"/>
          <p:cNvSpPr/>
          <p:nvPr>
            <p:custDataLst>
              <p:tags r:id="rId4"/>
            </p:custDataLst>
          </p:nvPr>
        </p:nvSpPr>
        <p:spPr>
          <a:xfrm>
            <a:off x="1109980" y="1990725"/>
            <a:ext cx="3925570" cy="76200"/>
          </a:xfrm>
          <a:prstGeom prst="roundRect">
            <a:avLst>
              <a:gd name="adj" fmla="val 50000"/>
            </a:avLst>
          </a:prstGeom>
          <a:solidFill>
            <a:schemeClr val="accent1">
              <a:alpha val="2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ltLang="zh-CN" sz="3200" b="1" dirty="0">
              <a:solidFill>
                <a:schemeClr val="lt1"/>
              </a:solidFill>
              <a:effectLst>
                <a:reflection blurRad="6350" stA="26000" endPos="60000" dist="30480" dir="5400000" sy="-100000" algn="bl" rotWithShape="0"/>
              </a:effectLst>
              <a:cs typeface="+mn-ea"/>
              <a:sym typeface="+mn-lt"/>
            </a:endParaRPr>
          </a:p>
        </p:txBody>
      </p:sp>
      <p:sp>
        <p:nvSpPr>
          <p:cNvPr id="6" name="形状"/>
          <p:cNvSpPr/>
          <p:nvPr>
            <p:custDataLst>
              <p:tags r:id="rId5"/>
            </p:custDataLst>
          </p:nvPr>
        </p:nvSpPr>
        <p:spPr>
          <a:xfrm>
            <a:off x="946785" y="1990725"/>
            <a:ext cx="1050290" cy="76200"/>
          </a:xfrm>
          <a:prstGeom prst="roundRect">
            <a:avLst>
              <a:gd name="adj" fmla="val 50000"/>
            </a:avLst>
          </a:prstGeom>
          <a:gradFill flip="none" rotWithShape="1">
            <a:gsLst>
              <a:gs pos="0">
                <a:schemeClr val="accent1">
                  <a:lumMod val="60000"/>
                  <a:lumOff val="40000"/>
                  <a:alpha val="60000"/>
                </a:schemeClr>
              </a:gs>
              <a:gs pos="100000">
                <a:schemeClr val="accent1">
                  <a:alpha val="10000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ltLang="zh-CN" sz="3200" b="1" dirty="0">
              <a:solidFill>
                <a:schemeClr val="lt1"/>
              </a:solidFill>
              <a:effectLst>
                <a:reflection blurRad="6350" stA="26000" endPos="60000" dist="30480" dir="5400000" sy="-100000" algn="bl" rotWithShape="0"/>
              </a:effectLst>
              <a:cs typeface="+mn-ea"/>
              <a:sym typeface="+mn-lt"/>
            </a:endParaRPr>
          </a:p>
        </p:txBody>
      </p:sp>
      <p:sp>
        <p:nvSpPr>
          <p:cNvPr id="9" name="形状2"/>
          <p:cNvSpPr/>
          <p:nvPr>
            <p:custDataLst>
              <p:tags r:id="rId6"/>
            </p:custDataLst>
          </p:nvPr>
        </p:nvSpPr>
        <p:spPr>
          <a:xfrm>
            <a:off x="7313930" y="1990725"/>
            <a:ext cx="3925570" cy="76200"/>
          </a:xfrm>
          <a:prstGeom prst="roundRect">
            <a:avLst>
              <a:gd name="adj" fmla="val 50000"/>
            </a:avLst>
          </a:prstGeom>
          <a:solidFill>
            <a:schemeClr val="accent2">
              <a:alpha val="2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ltLang="zh-CN" sz="3200" b="1" dirty="0">
              <a:solidFill>
                <a:schemeClr val="lt1"/>
              </a:solidFill>
              <a:effectLst>
                <a:reflection blurRad="6350" stA="26000" endPos="60000" dist="30480" dir="5400000" sy="-100000" algn="bl" rotWithShape="0"/>
              </a:effectLst>
              <a:cs typeface="+mn-ea"/>
              <a:sym typeface="+mn-lt"/>
            </a:endParaRPr>
          </a:p>
        </p:txBody>
      </p:sp>
      <p:sp>
        <p:nvSpPr>
          <p:cNvPr id="10" name="形状"/>
          <p:cNvSpPr/>
          <p:nvPr>
            <p:custDataLst>
              <p:tags r:id="rId7"/>
            </p:custDataLst>
          </p:nvPr>
        </p:nvSpPr>
        <p:spPr>
          <a:xfrm>
            <a:off x="7150735" y="1990725"/>
            <a:ext cx="1050290" cy="76200"/>
          </a:xfrm>
          <a:prstGeom prst="roundRect">
            <a:avLst>
              <a:gd name="adj" fmla="val 50000"/>
            </a:avLst>
          </a:prstGeom>
          <a:gradFill flip="none" rotWithShape="1">
            <a:gsLst>
              <a:gs pos="0">
                <a:schemeClr val="accent2">
                  <a:lumMod val="60000"/>
                  <a:lumOff val="40000"/>
                  <a:alpha val="60000"/>
                </a:schemeClr>
              </a:gs>
              <a:gs pos="100000">
                <a:schemeClr val="accent2">
                  <a:alpha val="10000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ltLang="zh-CN" sz="3200" b="1" dirty="0">
              <a:solidFill>
                <a:schemeClr val="lt1"/>
              </a:solidFill>
              <a:effectLst>
                <a:reflection blurRad="6350" stA="26000" endPos="60000" dist="30480" dir="5400000" sy="-100000" algn="bl" rotWithShape="0"/>
              </a:effectLst>
              <a:cs typeface="+mn-ea"/>
              <a:sym typeface="+mn-lt"/>
            </a:endParaRPr>
          </a:p>
        </p:txBody>
      </p:sp>
      <p:sp>
        <p:nvSpPr>
          <p:cNvPr id="12" name="矩形 6"/>
          <p:cNvSpPr/>
          <p:nvPr>
            <p:custDataLst>
              <p:tags r:id="rId8"/>
            </p:custDataLst>
          </p:nvPr>
        </p:nvSpPr>
        <p:spPr>
          <a:xfrm>
            <a:off x="946785" y="2334260"/>
            <a:ext cx="4164330" cy="372618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公民的选举权</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既可以被归类为一项针对国家的公权</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也可以被归类为一项政治权利</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同时它还是一项由宪法规定的、普通主体享有的基本权利。</a:t>
            </a:r>
            <a:endPar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6" name="矩形 7"/>
          <p:cNvSpPr/>
          <p:nvPr>
            <p:custDataLst>
              <p:tags r:id="rId9"/>
            </p:custDataLst>
          </p:nvPr>
        </p:nvSpPr>
        <p:spPr>
          <a:xfrm>
            <a:off x="7112635" y="2334260"/>
            <a:ext cx="4164330" cy="372618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B.</a:t>
            </a:r>
            <a:r>
              <a:rPr lang="zh-CN" altLang="en-US" sz="2400" dirty="0">
                <a:ln>
                  <a:noFill/>
                  <a:prstDash val="sysDot"/>
                </a:ln>
                <a:solidFill>
                  <a:schemeClr val="tx1">
                    <a:lumMod val="85000"/>
                    <a:lumOff val="15000"/>
                  </a:schemeClr>
                </a:solidFill>
                <a:latin typeface="+mn-ea"/>
                <a:cs typeface="+mn-ea"/>
              </a:rPr>
              <a:t>一名残疾儿童作为特定主体</a:t>
            </a:r>
            <a:r>
              <a:rPr lang="en-US" altLang="zh-CN" sz="2400" dirty="0">
                <a:ln>
                  <a:noFill/>
                  <a:prstDash val="sysDot"/>
                </a:ln>
                <a:solidFill>
                  <a:schemeClr val="tx1">
                    <a:lumMod val="85000"/>
                    <a:lumOff val="15000"/>
                  </a:schemeClr>
                </a:solidFill>
                <a:latin typeface="+mn-ea"/>
                <a:cs typeface="+mn-ea"/>
              </a:rPr>
              <a:t>,</a:t>
            </a:r>
            <a:r>
              <a:rPr lang="zh-CN" altLang="en-US" sz="2400" dirty="0">
                <a:ln>
                  <a:noFill/>
                  <a:prstDash val="sysDot"/>
                </a:ln>
                <a:solidFill>
                  <a:schemeClr val="tx1">
                    <a:lumMod val="85000"/>
                    <a:lumOff val="15000"/>
                  </a:schemeClr>
                </a:solidFill>
                <a:latin typeface="+mn-ea"/>
                <a:cs typeface="+mn-ea"/>
              </a:rPr>
              <a:t>其享有的权利具有复合性</a:t>
            </a:r>
            <a:r>
              <a:rPr lang="en-US" altLang="zh-CN" sz="2400" dirty="0">
                <a:ln>
                  <a:noFill/>
                  <a:prstDash val="sysDot"/>
                </a:ln>
                <a:solidFill>
                  <a:schemeClr val="tx1">
                    <a:lumMod val="85000"/>
                    <a:lumOff val="15000"/>
                  </a:schemeClr>
                </a:solidFill>
                <a:latin typeface="+mn-ea"/>
                <a:cs typeface="+mn-ea"/>
              </a:rPr>
              <a:t>:</a:t>
            </a:r>
            <a:r>
              <a:rPr lang="zh-CN" altLang="en-US" sz="2400" dirty="0">
                <a:ln>
                  <a:noFill/>
                  <a:prstDash val="sysDot"/>
                </a:ln>
                <a:solidFill>
                  <a:schemeClr val="tx1">
                    <a:lumMod val="85000"/>
                    <a:lumOff val="15000"/>
                  </a:schemeClr>
                </a:solidFill>
                <a:latin typeface="+mn-ea"/>
                <a:cs typeface="+mn-ea"/>
              </a:rPr>
              <a:t>他享有不受虐待的权利</a:t>
            </a:r>
            <a:r>
              <a:rPr lang="en-US" altLang="zh-CN" sz="2400" dirty="0">
                <a:ln>
                  <a:noFill/>
                  <a:prstDash val="sysDot"/>
                </a:ln>
                <a:solidFill>
                  <a:schemeClr val="tx1">
                    <a:lumMod val="85000"/>
                    <a:lumOff val="15000"/>
                  </a:schemeClr>
                </a:solidFill>
                <a:latin typeface="+mn-ea"/>
                <a:cs typeface="+mn-ea"/>
              </a:rPr>
              <a:t>(</a:t>
            </a:r>
            <a:r>
              <a:rPr lang="zh-CN" altLang="en-US" sz="2400" dirty="0">
                <a:ln>
                  <a:noFill/>
                  <a:prstDash val="sysDot"/>
                </a:ln>
                <a:solidFill>
                  <a:schemeClr val="tx1">
                    <a:lumMod val="85000"/>
                    <a:lumOff val="15000"/>
                  </a:schemeClr>
                </a:solidFill>
                <a:latin typeface="+mn-ea"/>
                <a:cs typeface="+mn-ea"/>
              </a:rPr>
              <a:t>人格权</a:t>
            </a:r>
            <a:r>
              <a:rPr lang="en-US" altLang="zh-CN" sz="2400" dirty="0">
                <a:ln>
                  <a:noFill/>
                  <a:prstDash val="sysDot"/>
                </a:ln>
                <a:solidFill>
                  <a:schemeClr val="tx1">
                    <a:lumMod val="85000"/>
                    <a:lumOff val="15000"/>
                  </a:schemeClr>
                </a:solidFill>
                <a:latin typeface="+mn-ea"/>
                <a:cs typeface="+mn-ea"/>
              </a:rPr>
              <a:t>),</a:t>
            </a:r>
            <a:r>
              <a:rPr lang="zh-CN" altLang="en-US" sz="2400" dirty="0">
                <a:ln>
                  <a:noFill/>
                  <a:prstDash val="sysDot"/>
                </a:ln>
                <a:solidFill>
                  <a:schemeClr val="tx1">
                    <a:lumMod val="85000"/>
                    <a:lumOff val="15000"/>
                  </a:schemeClr>
                </a:solidFill>
                <a:latin typeface="+mn-ea"/>
                <a:cs typeface="+mn-ea"/>
              </a:rPr>
              <a:t>也享有获得特殊教育的权利</a:t>
            </a:r>
            <a:r>
              <a:rPr lang="en-US" altLang="zh-CN" sz="2400" dirty="0">
                <a:ln>
                  <a:noFill/>
                  <a:prstDash val="sysDot"/>
                </a:ln>
                <a:solidFill>
                  <a:schemeClr val="tx1">
                    <a:lumMod val="85000"/>
                    <a:lumOff val="15000"/>
                  </a:schemeClr>
                </a:solidFill>
                <a:latin typeface="+mn-ea"/>
                <a:cs typeface="+mn-ea"/>
              </a:rPr>
              <a:t>(</a:t>
            </a:r>
            <a:r>
              <a:rPr lang="zh-CN" altLang="en-US" sz="2400" dirty="0">
                <a:ln>
                  <a:noFill/>
                  <a:prstDash val="sysDot"/>
                </a:ln>
                <a:solidFill>
                  <a:schemeClr val="tx1">
                    <a:lumMod val="85000"/>
                    <a:lumOff val="15000"/>
                  </a:schemeClr>
                </a:solidFill>
                <a:latin typeface="+mn-ea"/>
                <a:cs typeface="+mn-ea"/>
              </a:rPr>
              <a:t>社会经济权利</a:t>
            </a:r>
            <a:r>
              <a:rPr lang="en-US" altLang="zh-CN" sz="2400" dirty="0">
                <a:ln>
                  <a:noFill/>
                  <a:prstDash val="sysDot"/>
                </a:ln>
                <a:solidFill>
                  <a:schemeClr val="tx1">
                    <a:lumMod val="85000"/>
                    <a:lumOff val="15000"/>
                  </a:schemeClr>
                </a:solidFill>
                <a:latin typeface="+mn-ea"/>
                <a:cs typeface="+mn-ea"/>
              </a:rPr>
              <a:t>),</a:t>
            </a:r>
            <a:r>
              <a:rPr lang="zh-CN" altLang="en-US" sz="2400" dirty="0">
                <a:ln>
                  <a:noFill/>
                  <a:prstDash val="sysDot"/>
                </a:ln>
                <a:solidFill>
                  <a:schemeClr val="tx1">
                    <a:lumMod val="85000"/>
                    <a:lumOff val="15000"/>
                  </a:schemeClr>
                </a:solidFill>
                <a:latin typeface="+mn-ea"/>
                <a:cs typeface="+mn-ea"/>
              </a:rPr>
              <a:t>这两者都属于宪法规定的基本权利。</a:t>
            </a:r>
            <a:endParaRPr lang="zh-CN" altLang="en-US" sz="2400" dirty="0">
              <a:ln>
                <a:noFill/>
                <a:prstDash val="sysDot"/>
              </a:ln>
              <a:solidFill>
                <a:schemeClr val="tx1">
                  <a:lumMod val="85000"/>
                  <a:lumOff val="15000"/>
                </a:schemeClr>
              </a:solidFill>
              <a:latin typeface="+mn-ea"/>
              <a:cs typeface="+mn-ea"/>
            </a:endParaRPr>
          </a:p>
        </p:txBody>
      </p:sp>
      <p:sp>
        <p:nvSpPr>
          <p:cNvPr id="18" name="任意多边形 10"/>
          <p:cNvSpPr/>
          <p:nvPr>
            <p:custDataLst>
              <p:tags r:id="rId10"/>
            </p:custDataLst>
          </p:nvPr>
        </p:nvSpPr>
        <p:spPr>
          <a:xfrm>
            <a:off x="5341620" y="3367405"/>
            <a:ext cx="1508899" cy="793006"/>
          </a:xfrm>
          <a:custGeom>
            <a:avLst/>
            <a:gdLst/>
            <a:ahLst/>
            <a:cxnLst>
              <a:cxn ang="3">
                <a:pos x="hc" y="t"/>
              </a:cxn>
              <a:cxn ang="cd2">
                <a:pos x="l" y="vc"/>
              </a:cxn>
              <a:cxn ang="cd4">
                <a:pos x="hc" y="b"/>
              </a:cxn>
              <a:cxn ang="0">
                <a:pos x="r" y="vc"/>
              </a:cxn>
            </a:cxnLst>
            <a:rect l="l" t="t" r="r" b="b"/>
            <a:pathLst>
              <a:path w="2376" h="1249">
                <a:moveTo>
                  <a:pt x="517" y="1221"/>
                </a:moveTo>
                <a:lnTo>
                  <a:pt x="239" y="1221"/>
                </a:lnTo>
                <a:lnTo>
                  <a:pt x="0" y="28"/>
                </a:lnTo>
                <a:lnTo>
                  <a:pt x="317" y="28"/>
                </a:lnTo>
                <a:lnTo>
                  <a:pt x="401" y="548"/>
                </a:lnTo>
                <a:cubicBezTo>
                  <a:pt x="424" y="689"/>
                  <a:pt x="438" y="782"/>
                  <a:pt x="442" y="829"/>
                </a:cubicBezTo>
                <a:cubicBezTo>
                  <a:pt x="448" y="816"/>
                  <a:pt x="474" y="768"/>
                  <a:pt x="521" y="683"/>
                </a:cubicBezTo>
                <a:cubicBezTo>
                  <a:pt x="567" y="599"/>
                  <a:pt x="595" y="548"/>
                  <a:pt x="605" y="531"/>
                </a:cubicBezTo>
                <a:lnTo>
                  <a:pt x="902" y="28"/>
                </a:lnTo>
                <a:lnTo>
                  <a:pt x="1250" y="28"/>
                </a:lnTo>
                <a:lnTo>
                  <a:pt x="517" y="1221"/>
                </a:lnTo>
                <a:close/>
                <a:moveTo>
                  <a:pt x="1158" y="887"/>
                </a:moveTo>
                <a:lnTo>
                  <a:pt x="1470" y="838"/>
                </a:lnTo>
                <a:cubicBezTo>
                  <a:pt x="1498" y="904"/>
                  <a:pt x="1532" y="950"/>
                  <a:pt x="1573" y="978"/>
                </a:cubicBezTo>
                <a:cubicBezTo>
                  <a:pt x="1614" y="1005"/>
                  <a:pt x="1671" y="1019"/>
                  <a:pt x="1742" y="1019"/>
                </a:cubicBezTo>
                <a:cubicBezTo>
                  <a:pt x="1815" y="1019"/>
                  <a:pt x="1874" y="1002"/>
                  <a:pt x="1918" y="969"/>
                </a:cubicBezTo>
                <a:cubicBezTo>
                  <a:pt x="1949" y="947"/>
                  <a:pt x="1964" y="919"/>
                  <a:pt x="1964" y="887"/>
                </a:cubicBezTo>
                <a:cubicBezTo>
                  <a:pt x="1964" y="865"/>
                  <a:pt x="1956" y="846"/>
                  <a:pt x="1940" y="829"/>
                </a:cubicBezTo>
                <a:cubicBezTo>
                  <a:pt x="1924" y="812"/>
                  <a:pt x="1879" y="792"/>
                  <a:pt x="1807" y="768"/>
                </a:cubicBezTo>
                <a:cubicBezTo>
                  <a:pt x="1612" y="704"/>
                  <a:pt x="1492" y="653"/>
                  <a:pt x="1445" y="615"/>
                </a:cubicBezTo>
                <a:cubicBezTo>
                  <a:pt x="1373" y="557"/>
                  <a:pt x="1336" y="481"/>
                  <a:pt x="1336" y="386"/>
                </a:cubicBezTo>
                <a:cubicBezTo>
                  <a:pt x="1336" y="292"/>
                  <a:pt x="1371" y="211"/>
                  <a:pt x="1442" y="143"/>
                </a:cubicBezTo>
                <a:cubicBezTo>
                  <a:pt x="1540" y="48"/>
                  <a:pt x="1686" y="0"/>
                  <a:pt x="1879" y="0"/>
                </a:cubicBezTo>
                <a:cubicBezTo>
                  <a:pt x="2032" y="0"/>
                  <a:pt x="2148" y="28"/>
                  <a:pt x="2227" y="84"/>
                </a:cubicBezTo>
                <a:cubicBezTo>
                  <a:pt x="2305" y="140"/>
                  <a:pt x="2355" y="216"/>
                  <a:pt x="2376" y="312"/>
                </a:cubicBezTo>
                <a:lnTo>
                  <a:pt x="2079" y="364"/>
                </a:lnTo>
                <a:cubicBezTo>
                  <a:pt x="2063" y="320"/>
                  <a:pt x="2037" y="288"/>
                  <a:pt x="2002" y="266"/>
                </a:cubicBezTo>
                <a:cubicBezTo>
                  <a:pt x="1954" y="237"/>
                  <a:pt x="1897" y="222"/>
                  <a:pt x="1829" y="222"/>
                </a:cubicBezTo>
                <a:cubicBezTo>
                  <a:pt x="1762" y="222"/>
                  <a:pt x="1713" y="234"/>
                  <a:pt x="1684" y="256"/>
                </a:cubicBezTo>
                <a:cubicBezTo>
                  <a:pt x="1654" y="279"/>
                  <a:pt x="1640" y="304"/>
                  <a:pt x="1640" y="334"/>
                </a:cubicBezTo>
                <a:cubicBezTo>
                  <a:pt x="1640" y="363"/>
                  <a:pt x="1654" y="388"/>
                  <a:pt x="1684" y="408"/>
                </a:cubicBezTo>
                <a:cubicBezTo>
                  <a:pt x="1703" y="420"/>
                  <a:pt x="1763" y="441"/>
                  <a:pt x="1865" y="471"/>
                </a:cubicBezTo>
                <a:cubicBezTo>
                  <a:pt x="2022" y="516"/>
                  <a:pt x="2128" y="561"/>
                  <a:pt x="2181" y="605"/>
                </a:cubicBezTo>
                <a:cubicBezTo>
                  <a:pt x="2256" y="667"/>
                  <a:pt x="2293" y="742"/>
                  <a:pt x="2293" y="830"/>
                </a:cubicBezTo>
                <a:cubicBezTo>
                  <a:pt x="2293" y="943"/>
                  <a:pt x="2246" y="1041"/>
                  <a:pt x="2150" y="1124"/>
                </a:cubicBezTo>
                <a:cubicBezTo>
                  <a:pt x="2055" y="1207"/>
                  <a:pt x="1921" y="1249"/>
                  <a:pt x="1748" y="1249"/>
                </a:cubicBezTo>
                <a:cubicBezTo>
                  <a:pt x="1576" y="1249"/>
                  <a:pt x="1443" y="1217"/>
                  <a:pt x="1349" y="1154"/>
                </a:cubicBezTo>
                <a:cubicBezTo>
                  <a:pt x="1255" y="1091"/>
                  <a:pt x="1191" y="1002"/>
                  <a:pt x="1158" y="887"/>
                </a:cubicBezTo>
                <a:close/>
              </a:path>
            </a:pathLst>
          </a:custGeom>
          <a:gradFill>
            <a:gsLst>
              <a:gs pos="100000">
                <a:schemeClr val="accent1">
                  <a:alpha val="100000"/>
                </a:schemeClr>
              </a:gs>
              <a:gs pos="0">
                <a:schemeClr val="accent1">
                  <a:alpha val="100000"/>
                </a:schemeClr>
              </a:gs>
            </a:gsLst>
            <a:lin ang="0" scaled="0"/>
          </a:gradFill>
          <a:ln>
            <a:noFill/>
          </a:ln>
          <a:effectLst>
            <a:outerShdw blurRad="203200" dist="101600" dir="5400000" algn="t" rotWithShape="0">
              <a:schemeClr val="accent1">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6000" b="1" i="1">
              <a:solidFill>
                <a:schemeClr val="lt1"/>
              </a:solidFill>
              <a:effectLst/>
              <a:sym typeface="+mn-ea"/>
            </a:endParaRPr>
          </a:p>
        </p:txBody>
      </p:sp>
    </p:spTree>
    <p:custDataLst>
      <p:tags r:id="rId1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360000"/>
            <a:ext cx="10800000" cy="720000"/>
          </a:xfrm>
        </p:spPr>
        <p:txBody>
          <a:bodyPr>
            <a:normAutofit fontScale="90000"/>
          </a:bodyPr>
          <a:lstStyle/>
          <a:p>
            <a:r>
              <a:rPr lang="zh-CN" altLang="en-US" sz="3110"/>
              <a:t>提问：下列关于公民权利分类的叙述中，存在学理上分类错误或逻辑不一致的是哪一选项？</a:t>
            </a:r>
            <a:endParaRPr lang="zh-CN" altLang="en-US" sz="3110"/>
          </a:p>
        </p:txBody>
      </p:sp>
      <p:sp>
        <p:nvSpPr>
          <p:cNvPr id="2" name="圆角矩形 12"/>
          <p:cNvSpPr/>
          <p:nvPr>
            <p:custDataLst>
              <p:tags r:id="rId2"/>
            </p:custDataLst>
          </p:nvPr>
        </p:nvSpPr>
        <p:spPr>
          <a:xfrm>
            <a:off x="6383020" y="1440815"/>
            <a:ext cx="5113020" cy="4931410"/>
          </a:xfrm>
          <a:prstGeom prst="roundRect">
            <a:avLst>
              <a:gd name="adj" fmla="val 5794"/>
            </a:avLst>
          </a:prstGeom>
          <a:gradFill>
            <a:gsLst>
              <a:gs pos="0">
                <a:schemeClr val="accent2">
                  <a:lumMod val="60000"/>
                  <a:lumOff val="40000"/>
                  <a:alpha val="5000"/>
                </a:schemeClr>
              </a:gs>
              <a:gs pos="100000">
                <a:schemeClr val="accent2">
                  <a:lumMod val="60000"/>
                  <a:lumOff val="40000"/>
                  <a:alpha val="20000"/>
                </a:schemeClr>
              </a:gs>
            </a:gsLst>
            <a:lin ang="16200000" scaled="0"/>
          </a:gradFill>
          <a:ln>
            <a:gradFill>
              <a:gsLst>
                <a:gs pos="100000">
                  <a:schemeClr val="accent2">
                    <a:alpha val="0"/>
                  </a:schemeClr>
                </a:gs>
                <a:gs pos="0">
                  <a:schemeClr val="accent2">
                    <a:alpha val="44000"/>
                  </a:schemeClr>
                </a:gs>
              </a:gsLst>
              <a:lin ang="5400000"/>
              <a:tileRect/>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 name="圆角矩形 2"/>
          <p:cNvSpPr/>
          <p:nvPr>
            <p:custDataLst>
              <p:tags r:id="rId3"/>
            </p:custDataLst>
          </p:nvPr>
        </p:nvSpPr>
        <p:spPr>
          <a:xfrm>
            <a:off x="706755" y="1440815"/>
            <a:ext cx="5113020" cy="4931410"/>
          </a:xfrm>
          <a:prstGeom prst="roundRect">
            <a:avLst>
              <a:gd name="adj" fmla="val 5794"/>
            </a:avLst>
          </a:prstGeom>
          <a:gradFill>
            <a:gsLst>
              <a:gs pos="0">
                <a:schemeClr val="accent1">
                  <a:lumMod val="60000"/>
                  <a:lumOff val="40000"/>
                  <a:alpha val="5000"/>
                </a:schemeClr>
              </a:gs>
              <a:gs pos="100000">
                <a:schemeClr val="accent1">
                  <a:lumMod val="60000"/>
                  <a:lumOff val="40000"/>
                  <a:alpha val="20000"/>
                </a:schemeClr>
              </a:gs>
            </a:gsLst>
            <a:lin ang="16200000" scaled="0"/>
          </a:gradFill>
          <a:ln>
            <a:gradFill>
              <a:gsLst>
                <a:gs pos="100000">
                  <a:schemeClr val="accent1">
                    <a:alpha val="0"/>
                  </a:schemeClr>
                </a:gs>
                <a:gs pos="0">
                  <a:schemeClr val="accent1">
                    <a:alpha val="44000"/>
                  </a:schemeClr>
                </a:gs>
              </a:gsLst>
              <a:lin ang="5400000"/>
              <a:tileRect/>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5" name="形状2"/>
          <p:cNvSpPr/>
          <p:nvPr>
            <p:custDataLst>
              <p:tags r:id="rId4"/>
            </p:custDataLst>
          </p:nvPr>
        </p:nvSpPr>
        <p:spPr>
          <a:xfrm>
            <a:off x="1109980" y="1990725"/>
            <a:ext cx="3925570" cy="76200"/>
          </a:xfrm>
          <a:prstGeom prst="roundRect">
            <a:avLst>
              <a:gd name="adj" fmla="val 50000"/>
            </a:avLst>
          </a:prstGeom>
          <a:solidFill>
            <a:schemeClr val="accent1">
              <a:alpha val="2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ltLang="zh-CN" sz="3200" b="1" dirty="0">
              <a:solidFill>
                <a:schemeClr val="lt1"/>
              </a:solidFill>
              <a:effectLst>
                <a:reflection blurRad="6350" stA="26000" endPos="60000" dist="30480" dir="5400000" sy="-100000" algn="bl" rotWithShape="0"/>
              </a:effectLst>
              <a:cs typeface="+mn-ea"/>
              <a:sym typeface="+mn-lt"/>
            </a:endParaRPr>
          </a:p>
        </p:txBody>
      </p:sp>
      <p:sp>
        <p:nvSpPr>
          <p:cNvPr id="6" name="形状"/>
          <p:cNvSpPr/>
          <p:nvPr>
            <p:custDataLst>
              <p:tags r:id="rId5"/>
            </p:custDataLst>
          </p:nvPr>
        </p:nvSpPr>
        <p:spPr>
          <a:xfrm>
            <a:off x="946785" y="1990725"/>
            <a:ext cx="1050290" cy="76200"/>
          </a:xfrm>
          <a:prstGeom prst="roundRect">
            <a:avLst>
              <a:gd name="adj" fmla="val 50000"/>
            </a:avLst>
          </a:prstGeom>
          <a:gradFill flip="none" rotWithShape="1">
            <a:gsLst>
              <a:gs pos="0">
                <a:schemeClr val="accent1">
                  <a:lumMod val="60000"/>
                  <a:lumOff val="40000"/>
                  <a:alpha val="60000"/>
                </a:schemeClr>
              </a:gs>
              <a:gs pos="100000">
                <a:schemeClr val="accent1">
                  <a:alpha val="10000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ltLang="zh-CN" sz="3200" b="1" dirty="0">
              <a:solidFill>
                <a:schemeClr val="lt1"/>
              </a:solidFill>
              <a:effectLst>
                <a:reflection blurRad="6350" stA="26000" endPos="60000" dist="30480" dir="5400000" sy="-100000" algn="bl" rotWithShape="0"/>
              </a:effectLst>
              <a:cs typeface="+mn-ea"/>
              <a:sym typeface="+mn-lt"/>
            </a:endParaRPr>
          </a:p>
        </p:txBody>
      </p:sp>
      <p:sp>
        <p:nvSpPr>
          <p:cNvPr id="9" name="形状2"/>
          <p:cNvSpPr/>
          <p:nvPr>
            <p:custDataLst>
              <p:tags r:id="rId6"/>
            </p:custDataLst>
          </p:nvPr>
        </p:nvSpPr>
        <p:spPr>
          <a:xfrm>
            <a:off x="7313930" y="1990725"/>
            <a:ext cx="3925570" cy="76200"/>
          </a:xfrm>
          <a:prstGeom prst="roundRect">
            <a:avLst>
              <a:gd name="adj" fmla="val 50000"/>
            </a:avLst>
          </a:prstGeom>
          <a:solidFill>
            <a:schemeClr val="accent2">
              <a:alpha val="2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ltLang="zh-CN" sz="3200" b="1" dirty="0">
              <a:solidFill>
                <a:schemeClr val="lt1"/>
              </a:solidFill>
              <a:effectLst>
                <a:reflection blurRad="6350" stA="26000" endPos="60000" dist="30480" dir="5400000" sy="-100000" algn="bl" rotWithShape="0"/>
              </a:effectLst>
              <a:cs typeface="+mn-ea"/>
              <a:sym typeface="+mn-lt"/>
            </a:endParaRPr>
          </a:p>
        </p:txBody>
      </p:sp>
      <p:sp>
        <p:nvSpPr>
          <p:cNvPr id="10" name="形状"/>
          <p:cNvSpPr/>
          <p:nvPr>
            <p:custDataLst>
              <p:tags r:id="rId7"/>
            </p:custDataLst>
          </p:nvPr>
        </p:nvSpPr>
        <p:spPr>
          <a:xfrm>
            <a:off x="7150735" y="1990725"/>
            <a:ext cx="1050290" cy="76200"/>
          </a:xfrm>
          <a:prstGeom prst="roundRect">
            <a:avLst>
              <a:gd name="adj" fmla="val 50000"/>
            </a:avLst>
          </a:prstGeom>
          <a:gradFill flip="none" rotWithShape="1">
            <a:gsLst>
              <a:gs pos="0">
                <a:schemeClr val="accent2">
                  <a:lumMod val="60000"/>
                  <a:lumOff val="40000"/>
                  <a:alpha val="60000"/>
                </a:schemeClr>
              </a:gs>
              <a:gs pos="100000">
                <a:schemeClr val="accent2">
                  <a:alpha val="100000"/>
                </a:schemeClr>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ltLang="zh-CN" sz="3200" b="1" dirty="0">
              <a:solidFill>
                <a:schemeClr val="lt1"/>
              </a:solidFill>
              <a:effectLst>
                <a:reflection blurRad="6350" stA="26000" endPos="60000" dist="30480" dir="5400000" sy="-100000" algn="bl" rotWithShape="0"/>
              </a:effectLst>
              <a:cs typeface="+mn-ea"/>
              <a:sym typeface="+mn-lt"/>
            </a:endParaRPr>
          </a:p>
        </p:txBody>
      </p:sp>
      <p:sp>
        <p:nvSpPr>
          <p:cNvPr id="12" name="矩形 6"/>
          <p:cNvSpPr/>
          <p:nvPr>
            <p:custDataLst>
              <p:tags r:id="rId8"/>
            </p:custDataLst>
          </p:nvPr>
        </p:nvSpPr>
        <p:spPr>
          <a:xfrm>
            <a:off x="915035" y="2247265"/>
            <a:ext cx="4164330" cy="3886835"/>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C. </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根据权利主体的不同，可以将公民的基本权利划分为普通主体享有的权利与特定主体享有的权利。其中，残疾人作为特定主体，其享有的</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获得物质帮助权</a:t>
            </a:r>
            <a:r>
              <a:rPr lang="en-US" altLang="zh-CN"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在法律性质上主要是一项社会经济权利。</a:t>
            </a:r>
            <a:endParaRPr lang="zh-CN" altLang="en-US" sz="240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6" name="矩形 7"/>
          <p:cNvSpPr/>
          <p:nvPr>
            <p:custDataLst>
              <p:tags r:id="rId9"/>
            </p:custDataLst>
          </p:nvPr>
        </p:nvSpPr>
        <p:spPr>
          <a:xfrm>
            <a:off x="7112635" y="2334260"/>
            <a:ext cx="4164330" cy="396113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en-US" altLang="zh-CN" sz="2400" dirty="0">
                <a:ln>
                  <a:noFill/>
                  <a:prstDash val="sysDot"/>
                </a:ln>
                <a:solidFill>
                  <a:schemeClr val="tx1">
                    <a:lumMod val="85000"/>
                    <a:lumOff val="15000"/>
                  </a:schemeClr>
                </a:solidFill>
                <a:latin typeface="+mn-ea"/>
                <a:cs typeface="+mn-ea"/>
              </a:rPr>
              <a:t>D. </a:t>
            </a:r>
            <a:r>
              <a:rPr lang="zh-CN" altLang="en-US" sz="2400" dirty="0">
                <a:ln>
                  <a:noFill/>
                  <a:prstDash val="sysDot"/>
                </a:ln>
                <a:solidFill>
                  <a:schemeClr val="tx1">
                    <a:lumMod val="85000"/>
                    <a:lumOff val="15000"/>
                  </a:schemeClr>
                </a:solidFill>
                <a:latin typeface="+mn-ea"/>
                <a:cs typeface="+mn-ea"/>
              </a:rPr>
              <a:t>公民在刑事诉讼中享有的辩护权，其性质属于公法上的程序性权利；根据权利内容，它可被归类为一种政治权利；而根据规定它的法律性质，它是一项由刑事诉讼法规定的普通权利。</a:t>
            </a:r>
            <a:endParaRPr lang="zh-CN" altLang="en-US"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endParaRPr lang="en-US" altLang="zh-CN" sz="2400" dirty="0">
              <a:ln>
                <a:noFill/>
                <a:prstDash val="sysDot"/>
              </a:ln>
              <a:solidFill>
                <a:schemeClr val="tx1">
                  <a:lumMod val="85000"/>
                  <a:lumOff val="15000"/>
                </a:schemeClr>
              </a:solidFill>
              <a:latin typeface="+mn-ea"/>
              <a:cs typeface="+mn-ea"/>
            </a:endParaRPr>
          </a:p>
          <a:p>
            <a:pPr>
              <a:lnSpc>
                <a:spcPct val="150000"/>
              </a:lnSpc>
              <a:spcBef>
                <a:spcPct val="0"/>
              </a:spcBef>
              <a:spcAft>
                <a:spcPct val="0"/>
              </a:spcAft>
            </a:pPr>
            <a:endParaRPr lang="en-US" altLang="zh-CN" sz="2400" dirty="0">
              <a:ln>
                <a:noFill/>
                <a:prstDash val="sysDot"/>
              </a:ln>
              <a:solidFill>
                <a:schemeClr val="tx1">
                  <a:lumMod val="85000"/>
                  <a:lumOff val="15000"/>
                </a:schemeClr>
              </a:solidFill>
              <a:latin typeface="+mn-ea"/>
              <a:cs typeface="+mn-ea"/>
            </a:endParaRPr>
          </a:p>
        </p:txBody>
      </p:sp>
      <p:sp>
        <p:nvSpPr>
          <p:cNvPr id="18" name="任意多边形 10"/>
          <p:cNvSpPr/>
          <p:nvPr>
            <p:custDataLst>
              <p:tags r:id="rId10"/>
            </p:custDataLst>
          </p:nvPr>
        </p:nvSpPr>
        <p:spPr>
          <a:xfrm>
            <a:off x="5341620" y="3367405"/>
            <a:ext cx="1508899" cy="793006"/>
          </a:xfrm>
          <a:custGeom>
            <a:avLst/>
            <a:gdLst/>
            <a:ahLst/>
            <a:cxnLst>
              <a:cxn ang="3">
                <a:pos x="hc" y="t"/>
              </a:cxn>
              <a:cxn ang="cd2">
                <a:pos x="l" y="vc"/>
              </a:cxn>
              <a:cxn ang="cd4">
                <a:pos x="hc" y="b"/>
              </a:cxn>
              <a:cxn ang="0">
                <a:pos x="r" y="vc"/>
              </a:cxn>
            </a:cxnLst>
            <a:rect l="l" t="t" r="r" b="b"/>
            <a:pathLst>
              <a:path w="2376" h="1249">
                <a:moveTo>
                  <a:pt x="517" y="1221"/>
                </a:moveTo>
                <a:lnTo>
                  <a:pt x="239" y="1221"/>
                </a:lnTo>
                <a:lnTo>
                  <a:pt x="0" y="28"/>
                </a:lnTo>
                <a:lnTo>
                  <a:pt x="317" y="28"/>
                </a:lnTo>
                <a:lnTo>
                  <a:pt x="401" y="548"/>
                </a:lnTo>
                <a:cubicBezTo>
                  <a:pt x="424" y="689"/>
                  <a:pt x="438" y="782"/>
                  <a:pt x="442" y="829"/>
                </a:cubicBezTo>
                <a:cubicBezTo>
                  <a:pt x="448" y="816"/>
                  <a:pt x="474" y="768"/>
                  <a:pt x="521" y="683"/>
                </a:cubicBezTo>
                <a:cubicBezTo>
                  <a:pt x="567" y="599"/>
                  <a:pt x="595" y="548"/>
                  <a:pt x="605" y="531"/>
                </a:cubicBezTo>
                <a:lnTo>
                  <a:pt x="902" y="28"/>
                </a:lnTo>
                <a:lnTo>
                  <a:pt x="1250" y="28"/>
                </a:lnTo>
                <a:lnTo>
                  <a:pt x="517" y="1221"/>
                </a:lnTo>
                <a:close/>
                <a:moveTo>
                  <a:pt x="1158" y="887"/>
                </a:moveTo>
                <a:lnTo>
                  <a:pt x="1470" y="838"/>
                </a:lnTo>
                <a:cubicBezTo>
                  <a:pt x="1498" y="904"/>
                  <a:pt x="1532" y="950"/>
                  <a:pt x="1573" y="978"/>
                </a:cubicBezTo>
                <a:cubicBezTo>
                  <a:pt x="1614" y="1005"/>
                  <a:pt x="1671" y="1019"/>
                  <a:pt x="1742" y="1019"/>
                </a:cubicBezTo>
                <a:cubicBezTo>
                  <a:pt x="1815" y="1019"/>
                  <a:pt x="1874" y="1002"/>
                  <a:pt x="1918" y="969"/>
                </a:cubicBezTo>
                <a:cubicBezTo>
                  <a:pt x="1949" y="947"/>
                  <a:pt x="1964" y="919"/>
                  <a:pt x="1964" y="887"/>
                </a:cubicBezTo>
                <a:cubicBezTo>
                  <a:pt x="1964" y="865"/>
                  <a:pt x="1956" y="846"/>
                  <a:pt x="1940" y="829"/>
                </a:cubicBezTo>
                <a:cubicBezTo>
                  <a:pt x="1924" y="812"/>
                  <a:pt x="1879" y="792"/>
                  <a:pt x="1807" y="768"/>
                </a:cubicBezTo>
                <a:cubicBezTo>
                  <a:pt x="1612" y="704"/>
                  <a:pt x="1492" y="653"/>
                  <a:pt x="1445" y="615"/>
                </a:cubicBezTo>
                <a:cubicBezTo>
                  <a:pt x="1373" y="557"/>
                  <a:pt x="1336" y="481"/>
                  <a:pt x="1336" y="386"/>
                </a:cubicBezTo>
                <a:cubicBezTo>
                  <a:pt x="1336" y="292"/>
                  <a:pt x="1371" y="211"/>
                  <a:pt x="1442" y="143"/>
                </a:cubicBezTo>
                <a:cubicBezTo>
                  <a:pt x="1540" y="48"/>
                  <a:pt x="1686" y="0"/>
                  <a:pt x="1879" y="0"/>
                </a:cubicBezTo>
                <a:cubicBezTo>
                  <a:pt x="2032" y="0"/>
                  <a:pt x="2148" y="28"/>
                  <a:pt x="2227" y="84"/>
                </a:cubicBezTo>
                <a:cubicBezTo>
                  <a:pt x="2305" y="140"/>
                  <a:pt x="2355" y="216"/>
                  <a:pt x="2376" y="312"/>
                </a:cubicBezTo>
                <a:lnTo>
                  <a:pt x="2079" y="364"/>
                </a:lnTo>
                <a:cubicBezTo>
                  <a:pt x="2063" y="320"/>
                  <a:pt x="2037" y="288"/>
                  <a:pt x="2002" y="266"/>
                </a:cubicBezTo>
                <a:cubicBezTo>
                  <a:pt x="1954" y="237"/>
                  <a:pt x="1897" y="222"/>
                  <a:pt x="1829" y="222"/>
                </a:cubicBezTo>
                <a:cubicBezTo>
                  <a:pt x="1762" y="222"/>
                  <a:pt x="1713" y="234"/>
                  <a:pt x="1684" y="256"/>
                </a:cubicBezTo>
                <a:cubicBezTo>
                  <a:pt x="1654" y="279"/>
                  <a:pt x="1640" y="304"/>
                  <a:pt x="1640" y="334"/>
                </a:cubicBezTo>
                <a:cubicBezTo>
                  <a:pt x="1640" y="363"/>
                  <a:pt x="1654" y="388"/>
                  <a:pt x="1684" y="408"/>
                </a:cubicBezTo>
                <a:cubicBezTo>
                  <a:pt x="1703" y="420"/>
                  <a:pt x="1763" y="441"/>
                  <a:pt x="1865" y="471"/>
                </a:cubicBezTo>
                <a:cubicBezTo>
                  <a:pt x="2022" y="516"/>
                  <a:pt x="2128" y="561"/>
                  <a:pt x="2181" y="605"/>
                </a:cubicBezTo>
                <a:cubicBezTo>
                  <a:pt x="2256" y="667"/>
                  <a:pt x="2293" y="742"/>
                  <a:pt x="2293" y="830"/>
                </a:cubicBezTo>
                <a:cubicBezTo>
                  <a:pt x="2293" y="943"/>
                  <a:pt x="2246" y="1041"/>
                  <a:pt x="2150" y="1124"/>
                </a:cubicBezTo>
                <a:cubicBezTo>
                  <a:pt x="2055" y="1207"/>
                  <a:pt x="1921" y="1249"/>
                  <a:pt x="1748" y="1249"/>
                </a:cubicBezTo>
                <a:cubicBezTo>
                  <a:pt x="1576" y="1249"/>
                  <a:pt x="1443" y="1217"/>
                  <a:pt x="1349" y="1154"/>
                </a:cubicBezTo>
                <a:cubicBezTo>
                  <a:pt x="1255" y="1091"/>
                  <a:pt x="1191" y="1002"/>
                  <a:pt x="1158" y="887"/>
                </a:cubicBezTo>
                <a:close/>
              </a:path>
            </a:pathLst>
          </a:custGeom>
          <a:gradFill>
            <a:gsLst>
              <a:gs pos="100000">
                <a:schemeClr val="accent1">
                  <a:alpha val="100000"/>
                </a:schemeClr>
              </a:gs>
              <a:gs pos="0">
                <a:schemeClr val="accent1">
                  <a:alpha val="100000"/>
                </a:schemeClr>
              </a:gs>
            </a:gsLst>
            <a:lin ang="0" scaled="0"/>
          </a:gradFill>
          <a:ln>
            <a:noFill/>
          </a:ln>
          <a:effectLst>
            <a:outerShdw blurRad="203200" dist="101600" dir="5400000" algn="t" rotWithShape="0">
              <a:schemeClr val="accent1">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6000" b="1" i="1">
              <a:solidFill>
                <a:schemeClr val="lt1"/>
              </a:solidFill>
              <a:effectLst/>
              <a:sym typeface="+mn-ea"/>
            </a:endParaRPr>
          </a:p>
        </p:txBody>
      </p:sp>
    </p:spTree>
    <p:custDataLst>
      <p:tags r:id="rId1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答案与解析</a:t>
            </a:r>
            <a:r>
              <a:rPr lang="en-US" altLang="zh-CN"/>
              <a:t>1</a:t>
            </a:r>
            <a:endParaRPr lang="en-US" altLang="zh-CN"/>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9" name="矩形 8"/>
          <p:cNvSpPr/>
          <p:nvPr>
            <p:custDataLst>
              <p:tags r:id="rId3"/>
            </p:custDataLst>
          </p:nvPr>
        </p:nvSpPr>
        <p:spPr>
          <a:xfrm>
            <a:off x="469265" y="1190625"/>
            <a:ext cx="11388725" cy="5465445"/>
          </a:xfrm>
          <a:prstGeom prst="rect">
            <a:avLst/>
          </a:prstGeom>
          <a:solidFill>
            <a:schemeClr val="bg2"/>
          </a:solid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0" rIns="720000" rtlCol="0" anchor="ctr"/>
          <a:lstStyle/>
          <a:p>
            <a:pPr>
              <a:lnSpc>
                <a:spcPct val="130000"/>
              </a:lnSpc>
            </a:pPr>
            <a:endParaRPr lang="zh-CN" altLang="en-US" kern="0" spc="0" dirty="0">
              <a:ln>
                <a:noFill/>
                <a:prstDash val="sysDot"/>
              </a:ln>
              <a:solidFill>
                <a:schemeClr val="tx1">
                  <a:lumMod val="85000"/>
                  <a:lumOff val="15000"/>
                </a:schemeClr>
              </a:solidFill>
              <a:latin typeface="+mn-ea"/>
              <a:ea typeface="+mn-ea"/>
              <a:sym typeface="+mn-ea"/>
            </a:endParaRPr>
          </a:p>
        </p:txBody>
      </p:sp>
      <p:cxnSp>
        <p:nvCxnSpPr>
          <p:cNvPr id="21" name="直接连接符 20"/>
          <p:cNvCxnSpPr/>
          <p:nvPr>
            <p:custDataLst>
              <p:tags r:id="rId4"/>
            </p:custDataLst>
          </p:nvPr>
        </p:nvCxnSpPr>
        <p:spPr>
          <a:xfrm>
            <a:off x="926465" y="6446520"/>
            <a:ext cx="450427"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5"/>
            </p:custDataLst>
          </p:nvPr>
        </p:nvCxnSpPr>
        <p:spPr>
          <a:xfrm>
            <a:off x="1971040" y="6446520"/>
            <a:ext cx="8938260" cy="0"/>
          </a:xfrm>
          <a:prstGeom prst="line">
            <a:avLst/>
          </a:prstGeom>
          <a:ln w="12700">
            <a:solidFill>
              <a:schemeClr val="accent1">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6"/>
            </p:custDataLst>
          </p:nvPr>
        </p:nvSpPr>
        <p:spPr>
          <a:xfrm>
            <a:off x="584835" y="1339850"/>
            <a:ext cx="11084560" cy="4956810"/>
          </a:xfrm>
          <a:prstGeom prst="rect">
            <a:avLst/>
          </a:prstGeom>
          <a:noFill/>
        </p:spPr>
        <p:txBody>
          <a:bodyPr wrap="square" rtlCol="0" anchor="ctr" anchorCtr="0">
            <a:noAutofit/>
          </a:bodyPr>
          <a:lstStyle/>
          <a:p>
            <a:pPr marL="0" lvl="0" indent="0" fontAlgn="auto">
              <a:lnSpc>
                <a:spcPct val="150000"/>
              </a:lnSpc>
            </a:pPr>
            <a:r>
              <a:rPr lang="en-US" altLang="zh-CN" sz="2400">
                <a:latin typeface="微软雅黑" panose="020B0503020204020204" charset="-122"/>
                <a:ea typeface="微软雅黑" panose="020B0503020204020204" charset="-122"/>
                <a:cs typeface="微软雅黑" panose="020B0503020204020204" charset="-122"/>
                <a:sym typeface="+mn-ea"/>
              </a:rPr>
              <a:t>       A</a:t>
            </a:r>
            <a:r>
              <a:rPr lang="zh-CN" altLang="en-US" sz="2400">
                <a:latin typeface="微软雅黑" panose="020B0503020204020204" charset="-122"/>
                <a:ea typeface="微软雅黑" panose="020B0503020204020204" charset="-122"/>
                <a:cs typeface="微软雅黑" panose="020B0503020204020204" charset="-122"/>
                <a:sym typeface="+mn-ea"/>
              </a:rPr>
              <a:t>选项是正确的。它展示了同一项权利（选举权）可以从不同角度进行多重分类：</a:t>
            </a:r>
            <a:r>
              <a:rPr lang="en-US" altLang="zh-CN" sz="2400">
                <a:latin typeface="微软雅黑" panose="020B0503020204020204" charset="-122"/>
                <a:ea typeface="微软雅黑" panose="020B0503020204020204" charset="-122"/>
                <a:cs typeface="微软雅黑" panose="020B0503020204020204" charset="-122"/>
                <a:sym typeface="+mn-ea"/>
              </a:rPr>
              <a:t>1.</a:t>
            </a:r>
            <a:r>
              <a:rPr lang="zh-CN" altLang="en-US" sz="2400">
                <a:latin typeface="微软雅黑" panose="020B0503020204020204" charset="-122"/>
                <a:ea typeface="微软雅黑" panose="020B0503020204020204" charset="-122"/>
                <a:cs typeface="微软雅黑" panose="020B0503020204020204" charset="-122"/>
                <a:sym typeface="+mn-ea"/>
              </a:rPr>
              <a:t>公权（国民针对国家的权利）；</a:t>
            </a:r>
            <a:r>
              <a:rPr lang="en-US" altLang="zh-CN" sz="2400">
                <a:latin typeface="微软雅黑" panose="020B0503020204020204" charset="-122"/>
                <a:ea typeface="微软雅黑" panose="020B0503020204020204" charset="-122"/>
                <a:cs typeface="微软雅黑" panose="020B0503020204020204" charset="-122"/>
                <a:sym typeface="+mn-ea"/>
              </a:rPr>
              <a:t>2. </a:t>
            </a:r>
            <a:r>
              <a:rPr lang="zh-CN" altLang="en-US" sz="2400">
                <a:latin typeface="微软雅黑" panose="020B0503020204020204" charset="-122"/>
                <a:ea typeface="微软雅黑" panose="020B0503020204020204" charset="-122"/>
                <a:cs typeface="微软雅黑" panose="020B0503020204020204" charset="-122"/>
                <a:sym typeface="+mn-ea"/>
              </a:rPr>
              <a:t>政治权利（根据权利领域划分）；</a:t>
            </a:r>
            <a:r>
              <a:rPr lang="en-US" altLang="zh-CN" sz="2400">
                <a:latin typeface="微软雅黑" panose="020B0503020204020204" charset="-122"/>
                <a:ea typeface="微软雅黑" panose="020B0503020204020204" charset="-122"/>
                <a:cs typeface="微软雅黑" panose="020B0503020204020204" charset="-122"/>
                <a:sym typeface="+mn-ea"/>
              </a:rPr>
              <a:t>3.</a:t>
            </a:r>
            <a:r>
              <a:rPr lang="zh-CN" altLang="en-US" sz="2400">
                <a:latin typeface="微软雅黑" panose="020B0503020204020204" charset="-122"/>
                <a:ea typeface="微软雅黑" panose="020B0503020204020204" charset="-122"/>
                <a:cs typeface="微软雅黑" panose="020B0503020204020204" charset="-122"/>
                <a:sym typeface="+mn-ea"/>
              </a:rPr>
              <a:t>基本权利（由宪法规定）；</a:t>
            </a:r>
            <a:r>
              <a:rPr lang="en-US" altLang="zh-CN" sz="2400">
                <a:latin typeface="微软雅黑" panose="020B0503020204020204" charset="-122"/>
                <a:ea typeface="微软雅黑" panose="020B0503020204020204" charset="-122"/>
                <a:cs typeface="微软雅黑" panose="020B0503020204020204" charset="-122"/>
                <a:sym typeface="+mn-ea"/>
              </a:rPr>
              <a:t>4.</a:t>
            </a:r>
            <a:r>
              <a:rPr lang="zh-CN" altLang="en-US" sz="2400">
                <a:latin typeface="微软雅黑" panose="020B0503020204020204" charset="-122"/>
                <a:ea typeface="微软雅黑" panose="020B0503020204020204" charset="-122"/>
                <a:cs typeface="微软雅黑" panose="020B0503020204020204" charset="-122"/>
                <a:sym typeface="+mn-ea"/>
              </a:rPr>
              <a:t>普通主体享有的权利（绝大多数成年公民普遍享有）。这种多维度分类是合理的，体现了权利属性的复杂性。</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latin typeface="微软雅黑" panose="020B0503020204020204" charset="-122"/>
                <a:ea typeface="微软雅黑" panose="020B0503020204020204" charset="-122"/>
                <a:cs typeface="微软雅黑" panose="020B0503020204020204" charset="-122"/>
                <a:sym typeface="+mn-ea"/>
              </a:rPr>
              <a:t>       B</a:t>
            </a:r>
            <a:r>
              <a:rPr lang="zh-CN" altLang="en-US" sz="2400">
                <a:latin typeface="微软雅黑" panose="020B0503020204020204" charset="-122"/>
                <a:ea typeface="微软雅黑" panose="020B0503020204020204" charset="-122"/>
                <a:cs typeface="微软雅黑" panose="020B0503020204020204" charset="-122"/>
                <a:sym typeface="+mn-ea"/>
              </a:rPr>
              <a:t>选项是正确的。它准确地描述了特定主体（残疾儿童）权利的多重属性：</a:t>
            </a:r>
            <a:r>
              <a:rPr lang="en-US" altLang="en-US" sz="2400">
                <a:latin typeface="微软雅黑" panose="020B0503020204020204" charset="-122"/>
                <a:ea typeface="微软雅黑" panose="020B0503020204020204" charset="-122"/>
                <a:cs typeface="微软雅黑" panose="020B0503020204020204" charset="-122"/>
                <a:sym typeface="+mn-ea"/>
              </a:rPr>
              <a:t>1.</a:t>
            </a:r>
            <a:r>
              <a:rPr lang="en-US" altLang="zh-CN" sz="2400">
                <a:latin typeface="微软雅黑" panose="020B0503020204020204" charset="-122"/>
                <a:ea typeface="微软雅黑" panose="020B0503020204020204" charset="-122"/>
                <a:cs typeface="微软雅黑" panose="020B0503020204020204" charset="-122"/>
                <a:sym typeface="+mn-ea"/>
              </a:rPr>
              <a:t>“</a:t>
            </a:r>
            <a:r>
              <a:rPr lang="zh-CN" altLang="en-US" sz="2400">
                <a:latin typeface="微软雅黑" panose="020B0503020204020204" charset="-122"/>
                <a:ea typeface="微软雅黑" panose="020B0503020204020204" charset="-122"/>
                <a:cs typeface="微软雅黑" panose="020B0503020204020204" charset="-122"/>
                <a:sym typeface="+mn-ea"/>
              </a:rPr>
              <a:t>不受虐待的权利</a:t>
            </a:r>
            <a:r>
              <a:rPr lang="en-US" altLang="zh-CN" sz="2400">
                <a:latin typeface="微软雅黑" panose="020B0503020204020204" charset="-122"/>
                <a:ea typeface="微软雅黑" panose="020B0503020204020204" charset="-122"/>
                <a:cs typeface="微软雅黑" panose="020B0503020204020204" charset="-122"/>
                <a:sym typeface="+mn-ea"/>
              </a:rPr>
              <a:t>”</a:t>
            </a:r>
            <a:r>
              <a:rPr lang="zh-CN" altLang="en-US" sz="2400">
                <a:latin typeface="微软雅黑" panose="020B0503020204020204" charset="-122"/>
                <a:ea typeface="微软雅黑" panose="020B0503020204020204" charset="-122"/>
                <a:cs typeface="微软雅黑" panose="020B0503020204020204" charset="-122"/>
                <a:sym typeface="+mn-ea"/>
              </a:rPr>
              <a:t>源于人格尊严，可归入人格权和人身权利；</a:t>
            </a:r>
            <a:r>
              <a:rPr lang="en-US" altLang="zh-CN" sz="2400">
                <a:latin typeface="微软雅黑" panose="020B0503020204020204" charset="-122"/>
                <a:ea typeface="微软雅黑" panose="020B0503020204020204" charset="-122"/>
                <a:cs typeface="微软雅黑" panose="020B0503020204020204" charset="-122"/>
                <a:sym typeface="+mn-ea"/>
              </a:rPr>
              <a:t>2.“</a:t>
            </a:r>
            <a:r>
              <a:rPr lang="zh-CN" altLang="en-US" sz="2400">
                <a:latin typeface="微软雅黑" panose="020B0503020204020204" charset="-122"/>
                <a:ea typeface="微软雅黑" panose="020B0503020204020204" charset="-122"/>
                <a:cs typeface="微软雅黑" panose="020B0503020204020204" charset="-122"/>
                <a:sym typeface="+mn-ea"/>
              </a:rPr>
              <a:t>获得特殊教育的权利</a:t>
            </a:r>
            <a:r>
              <a:rPr lang="en-US" altLang="zh-CN" sz="2400">
                <a:latin typeface="微软雅黑" panose="020B0503020204020204" charset="-122"/>
                <a:ea typeface="微软雅黑" panose="020B0503020204020204" charset="-122"/>
                <a:cs typeface="微软雅黑" panose="020B0503020204020204" charset="-122"/>
                <a:sym typeface="+mn-ea"/>
              </a:rPr>
              <a:t>”</a:t>
            </a:r>
            <a:r>
              <a:rPr lang="zh-CN" altLang="en-US" sz="2400">
                <a:latin typeface="微软雅黑" panose="020B0503020204020204" charset="-122"/>
                <a:ea typeface="微软雅黑" panose="020B0503020204020204" charset="-122"/>
                <a:cs typeface="微软雅黑" panose="020B0503020204020204" charset="-122"/>
                <a:sym typeface="+mn-ea"/>
              </a:rPr>
              <a:t>可归入社会经济权利（或文化教育权利）；</a:t>
            </a:r>
            <a:r>
              <a:rPr lang="en-US" altLang="zh-CN" sz="2400">
                <a:latin typeface="微软雅黑" panose="020B0503020204020204" charset="-122"/>
                <a:ea typeface="微软雅黑" panose="020B0503020204020204" charset="-122"/>
                <a:cs typeface="微软雅黑" panose="020B0503020204020204" charset="-122"/>
                <a:sym typeface="+mn-ea"/>
              </a:rPr>
              <a:t>3.</a:t>
            </a:r>
            <a:r>
              <a:rPr lang="zh-CN" altLang="en-US" sz="2400">
                <a:latin typeface="微软雅黑" panose="020B0503020204020204" charset="-122"/>
                <a:ea typeface="微软雅黑" panose="020B0503020204020204" charset="-122"/>
                <a:cs typeface="微软雅黑" panose="020B0503020204020204" charset="-122"/>
                <a:sym typeface="+mn-ea"/>
              </a:rPr>
              <a:t>两者都受到宪法原则性保障，属于基本权利的范畴。</a:t>
            </a:r>
            <a:endParaRPr lang="zh-CN" altLang="en-US" sz="2400" kern="0" dirty="0">
              <a:ln>
                <a:noFill/>
                <a:prstDash val="sysDot"/>
              </a:ln>
              <a:solidFill>
                <a:schemeClr val="tx1">
                  <a:lumMod val="85000"/>
                  <a:lumOff val="15000"/>
                </a:schemeClr>
              </a:solidFill>
              <a:latin typeface="+mn-ea"/>
              <a:sym typeface="+mn-ea"/>
            </a:endParaRPr>
          </a:p>
        </p:txBody>
      </p:sp>
    </p:spTree>
    <p:custDataLst>
      <p:tags r:id="rId7"/>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答案与解析</a:t>
            </a:r>
            <a:r>
              <a:rPr lang="en-US" altLang="zh-CN"/>
              <a:t>2</a:t>
            </a:r>
            <a:endParaRPr lang="en-US" altLang="zh-CN"/>
          </a:p>
        </p:txBody>
      </p:sp>
      <p:sp>
        <p:nvSpPr>
          <p:cNvPr id="6" name="矩形 5"/>
          <p:cNvSpPr/>
          <p:nvPr>
            <p:custDataLst>
              <p:tags r:id="rId2"/>
            </p:custDataLst>
          </p:nvPr>
        </p:nvSpPr>
        <p:spPr>
          <a:xfrm>
            <a:off x="469920" y="575606"/>
            <a:ext cx="115146" cy="476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9" name="矩形 8"/>
          <p:cNvSpPr/>
          <p:nvPr>
            <p:custDataLst>
              <p:tags r:id="rId3"/>
            </p:custDataLst>
          </p:nvPr>
        </p:nvSpPr>
        <p:spPr>
          <a:xfrm>
            <a:off x="469265" y="1190625"/>
            <a:ext cx="11388725" cy="5465445"/>
          </a:xfrm>
          <a:prstGeom prst="rect">
            <a:avLst/>
          </a:prstGeom>
          <a:solidFill>
            <a:schemeClr val="bg2"/>
          </a:solidFill>
          <a:ln>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0" rIns="720000" rtlCol="0" anchor="ctr"/>
          <a:lstStyle/>
          <a:p>
            <a:pPr>
              <a:lnSpc>
                <a:spcPct val="130000"/>
              </a:lnSpc>
            </a:pPr>
            <a:endParaRPr lang="zh-CN" altLang="en-US" kern="0" spc="0" dirty="0">
              <a:ln>
                <a:noFill/>
                <a:prstDash val="sysDot"/>
              </a:ln>
              <a:solidFill>
                <a:schemeClr val="tx1">
                  <a:lumMod val="85000"/>
                  <a:lumOff val="15000"/>
                </a:schemeClr>
              </a:solidFill>
              <a:latin typeface="+mn-ea"/>
              <a:ea typeface="+mn-ea"/>
              <a:sym typeface="+mn-ea"/>
            </a:endParaRPr>
          </a:p>
        </p:txBody>
      </p:sp>
      <p:cxnSp>
        <p:nvCxnSpPr>
          <p:cNvPr id="21" name="直接连接符 20"/>
          <p:cNvCxnSpPr/>
          <p:nvPr>
            <p:custDataLst>
              <p:tags r:id="rId4"/>
            </p:custDataLst>
          </p:nvPr>
        </p:nvCxnSpPr>
        <p:spPr>
          <a:xfrm>
            <a:off x="926465" y="6446520"/>
            <a:ext cx="450427"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5"/>
            </p:custDataLst>
          </p:nvPr>
        </p:nvCxnSpPr>
        <p:spPr>
          <a:xfrm>
            <a:off x="1971040" y="6446520"/>
            <a:ext cx="8938260" cy="0"/>
          </a:xfrm>
          <a:prstGeom prst="line">
            <a:avLst/>
          </a:prstGeom>
          <a:ln w="12700">
            <a:solidFill>
              <a:schemeClr val="accent1">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6"/>
            </p:custDataLst>
          </p:nvPr>
        </p:nvSpPr>
        <p:spPr>
          <a:xfrm>
            <a:off x="584835" y="1339850"/>
            <a:ext cx="11084560" cy="4956810"/>
          </a:xfrm>
          <a:prstGeom prst="rect">
            <a:avLst/>
          </a:prstGeom>
          <a:noFill/>
        </p:spPr>
        <p:txBody>
          <a:bodyPr wrap="square" rtlCol="0" anchor="ctr" anchorCtr="0">
            <a:noAutofit/>
          </a:bodyPr>
          <a:lstStyle/>
          <a:p>
            <a:pPr marL="0" lvl="0" indent="0" fontAlgn="auto">
              <a:lnSpc>
                <a:spcPct val="150000"/>
              </a:lnSpc>
            </a:pPr>
            <a:r>
              <a:rPr lang="en-US" altLang="zh-CN" sz="2400" kern="0" dirty="0">
                <a:ln>
                  <a:noFill/>
                  <a:prstDash val="sysDot"/>
                </a:ln>
                <a:solidFill>
                  <a:schemeClr val="tx1">
                    <a:lumMod val="85000"/>
                    <a:lumOff val="15000"/>
                  </a:schemeClr>
                </a:solidFill>
                <a:latin typeface="+mn-ea"/>
                <a:sym typeface="+mn-ea"/>
              </a:rPr>
              <a:t>       </a:t>
            </a:r>
            <a:r>
              <a:rPr lang="zh-CN" altLang="en-US" sz="2400" kern="0" dirty="0">
                <a:ln>
                  <a:noFill/>
                  <a:prstDash val="sysDot"/>
                </a:ln>
                <a:solidFill>
                  <a:schemeClr val="tx1">
                    <a:lumMod val="85000"/>
                    <a:lumOff val="15000"/>
                  </a:schemeClr>
                </a:solidFill>
                <a:latin typeface="+mn-ea"/>
                <a:sym typeface="+mn-ea"/>
              </a:rPr>
              <a:t>C选项是正确的。它清晰地阐述了分类的逻辑层次:首先,根据主体不同,残疾人权利是特定主体的权利;其次,在这些权利内部,再根据权利涉及的领域或性质,“获得物质帮助权”主要体现为一项社会经济权利。这种分层分类是严谨的。</a:t>
            </a:r>
            <a:endParaRPr lang="zh-CN" altLang="en-US" sz="2400" kern="0" dirty="0">
              <a:ln>
                <a:noFill/>
                <a:prstDash val="sysDot"/>
              </a:ln>
              <a:solidFill>
                <a:schemeClr val="tx1">
                  <a:lumMod val="85000"/>
                  <a:lumOff val="15000"/>
                </a:schemeClr>
              </a:solidFill>
              <a:latin typeface="+mn-ea"/>
              <a:sym typeface="+mn-ea"/>
            </a:endParaRPr>
          </a:p>
          <a:p>
            <a:pPr marL="0" lvl="0" indent="0" fontAlgn="auto">
              <a:lnSpc>
                <a:spcPct val="150000"/>
              </a:lnSpc>
            </a:pPr>
            <a:r>
              <a:rPr lang="en-US" altLang="zh-CN" sz="2400" kern="0" dirty="0">
                <a:ln>
                  <a:noFill/>
                  <a:prstDash val="sysDot"/>
                </a:ln>
                <a:solidFill>
                  <a:schemeClr val="tx1">
                    <a:lumMod val="85000"/>
                    <a:lumOff val="15000"/>
                  </a:schemeClr>
                </a:solidFill>
                <a:latin typeface="+mn-ea"/>
                <a:sym typeface="+mn-ea"/>
              </a:rPr>
              <a:t>     </a:t>
            </a:r>
            <a:r>
              <a:rPr lang="en-US" altLang="zh-CN" sz="2400" b="1" kern="0" dirty="0">
                <a:ln>
                  <a:noFill/>
                  <a:prstDash val="sysDot"/>
                </a:ln>
                <a:solidFill>
                  <a:schemeClr val="tx1">
                    <a:lumMod val="85000"/>
                    <a:lumOff val="15000"/>
                  </a:schemeClr>
                </a:solidFill>
                <a:latin typeface="+mn-ea"/>
                <a:sym typeface="+mn-ea"/>
              </a:rPr>
              <a:t>  </a:t>
            </a:r>
            <a:r>
              <a:rPr lang="zh-CN" altLang="en-US" sz="2400" b="1" kern="0" dirty="0">
                <a:ln>
                  <a:noFill/>
                  <a:prstDash val="sysDot"/>
                </a:ln>
                <a:solidFill>
                  <a:schemeClr val="tx1">
                    <a:lumMod val="85000"/>
                    <a:lumOff val="15000"/>
                  </a:schemeClr>
                </a:solidFill>
                <a:latin typeface="+mn-ea"/>
                <a:sym typeface="+mn-ea"/>
              </a:rPr>
              <a:t>D选项在“根据权利内容进行分类”这一环节上出现了概念范畴的错误。</a:t>
            </a:r>
            <a:r>
              <a:rPr lang="zh-CN" altLang="en-US" sz="2400" kern="0" dirty="0">
                <a:ln>
                  <a:noFill/>
                  <a:prstDash val="sysDot"/>
                </a:ln>
                <a:solidFill>
                  <a:schemeClr val="tx1">
                    <a:lumMod val="85000"/>
                    <a:lumOff val="15000"/>
                  </a:schemeClr>
                </a:solidFill>
                <a:latin typeface="+mn-ea"/>
                <a:sym typeface="+mn-ea"/>
              </a:rPr>
              <a:t>“辩护权是公法上的程序性权利”和“是由刑事诉讼法规定的普通权利”这两个判断都是正确的。关键错误在于：将辩护权“根据权利内容归类为一种政治权利”。政治权利通常指公民参与国家政治生活的权利。</a:t>
            </a:r>
            <a:r>
              <a:rPr lang="zh-CN" altLang="en-US" sz="2400" b="1" kern="0" dirty="0">
                <a:ln>
                  <a:noFill/>
                  <a:prstDash val="sysDot"/>
                </a:ln>
                <a:solidFill>
                  <a:schemeClr val="tx1">
                    <a:lumMod val="85000"/>
                    <a:lumOff val="15000"/>
                  </a:schemeClr>
                </a:solidFill>
                <a:latin typeface="+mn-ea"/>
                <a:sym typeface="+mn-ea"/>
              </a:rPr>
              <a:t>辩护权的核心是公民在司法程序中对抗国家刑事指控、维护自身合法权益的权利。</a:t>
            </a:r>
            <a:r>
              <a:rPr lang="zh-CN" altLang="en-US" sz="2400" kern="0" dirty="0">
                <a:ln>
                  <a:noFill/>
                  <a:prstDash val="sysDot"/>
                </a:ln>
                <a:solidFill>
                  <a:schemeClr val="tx1">
                    <a:lumMod val="85000"/>
                    <a:lumOff val="15000"/>
                  </a:schemeClr>
                </a:solidFill>
                <a:latin typeface="+mn-ea"/>
                <a:sym typeface="+mn-ea"/>
              </a:rPr>
              <a:t>它本质是司法程序保障权,属于诉讼权利的范畴,而非参与国家治理的政治权利。</a:t>
            </a:r>
            <a:endParaRPr lang="zh-CN" altLang="en-US" sz="2400" kern="0" dirty="0">
              <a:ln>
                <a:noFill/>
                <a:prstDash val="sysDot"/>
              </a:ln>
              <a:solidFill>
                <a:schemeClr val="tx1">
                  <a:lumMod val="85000"/>
                  <a:lumOff val="15000"/>
                </a:schemeClr>
              </a:solidFill>
              <a:latin typeface="+mn-ea"/>
              <a:sym typeface="+mn-ea"/>
            </a:endParaRPr>
          </a:p>
        </p:txBody>
      </p:sp>
    </p:spTree>
    <p:custDataLst>
      <p:tags r:id="rId7"/>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矩形 13"/>
          <p:cNvSpPr/>
          <p:nvPr>
            <p:custDataLst>
              <p:tags r:id="rId1"/>
            </p:custDataLst>
          </p:nvPr>
        </p:nvSpPr>
        <p:spPr>
          <a:xfrm>
            <a:off x="582613" y="848995"/>
            <a:ext cx="11048365" cy="5523865"/>
          </a:xfrm>
          <a:prstGeom prst="rect">
            <a:avLst/>
          </a:prstGeom>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custDataLst>
              <p:tags r:id="rId2"/>
            </p:custDataLst>
          </p:nvPr>
        </p:nvSpPr>
        <p:spPr>
          <a:xfrm>
            <a:off x="582613" y="848995"/>
            <a:ext cx="11048365" cy="5523865"/>
          </a:xfrm>
          <a:prstGeom prst="rect">
            <a:avLst/>
          </a:prstGeom>
          <a:solidFill>
            <a:srgbClr val="FFFFFF">
              <a:alpha val="15000"/>
            </a:srgbClr>
          </a:solidFill>
          <a:ln w="349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2" name="矩形 1"/>
          <p:cNvSpPr/>
          <p:nvPr>
            <p:custDataLst>
              <p:tags r:id="rId3"/>
            </p:custDataLst>
          </p:nvPr>
        </p:nvSpPr>
        <p:spPr>
          <a:xfrm>
            <a:off x="41211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5" name="矩形 4"/>
          <p:cNvSpPr/>
          <p:nvPr>
            <p:custDataLst>
              <p:tags r:id="rId4"/>
            </p:custDataLst>
          </p:nvPr>
        </p:nvSpPr>
        <p:spPr>
          <a:xfrm>
            <a:off x="1145349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custDataLst>
              <p:tags r:id="rId5"/>
            </p:custDataLst>
          </p:nvPr>
        </p:nvSpPr>
        <p:spPr>
          <a:xfrm>
            <a:off x="1089025" y="1490980"/>
            <a:ext cx="10013950" cy="4571365"/>
          </a:xfrm>
          <a:prstGeom prst="rect">
            <a:avLst/>
          </a:prstGeom>
          <a:noFill/>
        </p:spPr>
        <p:txBody>
          <a:bodyPr wrap="square" rtlCol="0" anchor="ctr" anchorCtr="0">
            <a:normAutofit/>
          </a:bodyPr>
          <a:lstStyle/>
          <a:p>
            <a:pPr marL="0" lvl="0" indent="0" algn="just" fontAlgn="auto">
              <a:lnSpc>
                <a:spcPct val="150000"/>
              </a:lnSpc>
              <a:spcAft>
                <a:spcPts val="1200"/>
              </a:spcAft>
            </a:pPr>
            <a:r>
              <a:rPr lang="en-US" altLang="zh-CN" sz="2400">
                <a:solidFill>
                  <a:schemeClr val="tx1"/>
                </a:solidFill>
                <a:latin typeface="微软雅黑" panose="020B0503020204020204" charset="-122"/>
                <a:ea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rPr>
              <a:t>在实际的社会生活场景中，我们经常会遇到</a:t>
            </a:r>
            <a:r>
              <a:rPr lang="zh-CN" altLang="en-US" sz="2400" b="1">
                <a:solidFill>
                  <a:schemeClr val="tx1"/>
                </a:solidFill>
                <a:latin typeface="微软雅黑" panose="020B0503020204020204" charset="-122"/>
                <a:ea typeface="微软雅黑" panose="020B0503020204020204" charset="-122"/>
              </a:rPr>
              <a:t>权利交叉</a:t>
            </a:r>
            <a:r>
              <a:rPr lang="zh-CN" altLang="en-US" sz="2400">
                <a:solidFill>
                  <a:schemeClr val="tx1"/>
                </a:solidFill>
                <a:latin typeface="微软雅黑" panose="020B0503020204020204" charset="-122"/>
                <a:ea typeface="微软雅黑" panose="020B0503020204020204" charset="-122"/>
              </a:rPr>
              <a:t>的情况。例如，一位残疾人士在就业过程中可能既涉及到其作为特定主体（残疾人）所享有的特殊就业保障权利（特定主体享有的权利分类范畴），又涉及到其作为劳动者应享有的平等劳动权（社会经济权利分类范畴）。</a:t>
            </a:r>
            <a:r>
              <a:rPr lang="zh-CN" altLang="en-US" sz="2400" b="1">
                <a:solidFill>
                  <a:schemeClr val="tx1"/>
                </a:solidFill>
                <a:latin typeface="微软雅黑" panose="020B0503020204020204" charset="-122"/>
                <a:ea typeface="微软雅黑" panose="020B0503020204020204" charset="-122"/>
              </a:rPr>
              <a:t>从执法的角度，应该如何应对权利交叉的情况，以确保各类权利都能得到充分保障？</a:t>
            </a:r>
            <a:endParaRPr lang="zh-CN" altLang="en-US" sz="2400" b="1">
              <a:solidFill>
                <a:schemeClr val="tx1"/>
              </a:solidFill>
              <a:latin typeface="微软雅黑" panose="020B0503020204020204" charset="-122"/>
              <a:ea typeface="微软雅黑" panose="020B0503020204020204" charset="-122"/>
            </a:endParaRPr>
          </a:p>
        </p:txBody>
      </p:sp>
      <p:sp>
        <p:nvSpPr>
          <p:cNvPr id="9" name="标题 8"/>
          <p:cNvSpPr>
            <a:spLocks noGrp="1"/>
          </p:cNvSpPr>
          <p:nvPr>
            <p:ph type="title"/>
            <p:custDataLst>
              <p:tags r:id="rId6"/>
            </p:custDataLst>
          </p:nvPr>
        </p:nvSpPr>
        <p:spPr>
          <a:xfrm>
            <a:off x="2146300" y="493395"/>
            <a:ext cx="7920355" cy="763270"/>
          </a:xfrm>
          <a:solidFill>
            <a:schemeClr val="accent1"/>
          </a:solidFill>
        </p:spPr>
        <p:txBody>
          <a:bodyPr/>
          <a:lstStyle/>
          <a:p>
            <a:pPr algn="ctr"/>
            <a:r>
              <a:rPr lang="zh-CN" altLang="en-US" b="0">
                <a:solidFill>
                  <a:srgbClr val="FFFFFF"/>
                </a:solidFill>
              </a:rPr>
              <a:t>讨论：</a:t>
            </a:r>
            <a:endParaRPr lang="zh-CN" altLang="en-US" b="0">
              <a:solidFill>
                <a:srgbClr val="FFFFFF"/>
              </a:solidFill>
            </a:endParaRPr>
          </a:p>
        </p:txBody>
      </p:sp>
    </p:spTree>
    <p:custDataLst>
      <p:tags r:id="rId7"/>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32130" y="1368425"/>
            <a:ext cx="2563495" cy="2195830"/>
          </a:xfrm>
        </p:spPr>
        <p:txBody>
          <a:bodyPr anchor="b" anchorCtr="0"/>
          <a:lstStyle/>
          <a:p>
            <a:pPr algn="ctr"/>
            <a:r>
              <a:rPr lang="zh-CN" altLang="en-US"/>
              <a:t>提示</a:t>
            </a:r>
            <a:endParaRPr lang="zh-CN" altLang="en-US"/>
          </a:p>
        </p:txBody>
      </p:sp>
      <p:sp>
        <p:nvSpPr>
          <p:cNvPr id="3" name="矩形 2"/>
          <p:cNvSpPr/>
          <p:nvPr>
            <p:custDataLst>
              <p:tags r:id="rId2"/>
            </p:custDataLst>
          </p:nvPr>
        </p:nvSpPr>
        <p:spPr>
          <a:xfrm>
            <a:off x="7543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804670" y="945198"/>
            <a:ext cx="8893175" cy="496760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5" name="文本框 4"/>
          <p:cNvSpPr txBox="1"/>
          <p:nvPr>
            <p:custDataLst>
              <p:tags r:id="rId4"/>
            </p:custDataLst>
          </p:nvPr>
        </p:nvSpPr>
        <p:spPr>
          <a:xfrm>
            <a:off x="2910840" y="1731010"/>
            <a:ext cx="7787005" cy="3397250"/>
          </a:xfrm>
          <a:prstGeom prst="rect">
            <a:avLst/>
          </a:prstGeom>
          <a:noFill/>
        </p:spPr>
        <p:txBody>
          <a:bodyPr wrap="square" rtlCol="0" anchor="ctr" anchorCtr="0">
            <a:noAutofit/>
          </a:bodyPr>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提升执法人员专业素养</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是正确执行法律的基础。</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2.</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多部门协同执法机制</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可以整合资源，提高执法效率。</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引入</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第三方评估与调解</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能借助外部专业力量处理复杂情况。</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4.</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强化</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执法监督与反馈</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则有助于不断优化执法过程和完善法律。</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三、基本权利的概念</a:t>
            </a:r>
            <a:endParaRPr lang="zh-CN" altLang="en-US"/>
          </a:p>
        </p:txBody>
      </p:sp>
      <p:sp>
        <p:nvSpPr>
          <p:cNvPr id="11" name="圆角矩形 2"/>
          <p:cNvSpPr/>
          <p:nvPr>
            <p:custDataLst>
              <p:tags r:id="rId2"/>
            </p:custDataLst>
          </p:nvPr>
        </p:nvSpPr>
        <p:spPr>
          <a:xfrm rot="238948">
            <a:off x="6351562" y="1460217"/>
            <a:ext cx="5206528" cy="4653142"/>
          </a:xfrm>
          <a:prstGeom prst="roundRect">
            <a:avLst>
              <a:gd name="adj" fmla="val 3030"/>
            </a:avLst>
          </a:prstGeom>
          <a:gradFill>
            <a:gsLst>
              <a:gs pos="0">
                <a:schemeClr val="accent2">
                  <a:lumMod val="45000"/>
                  <a:lumOff val="55000"/>
                  <a:alpha val="20000"/>
                </a:schemeClr>
              </a:gs>
              <a:gs pos="100000">
                <a:schemeClr val="accent2">
                  <a:alpha val="3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45720" rIns="91440" numCol="1" spcCol="0" rtlCol="0" fromWordArt="0" anchor="ctr" anchorCtr="0" forceAA="0" compatLnSpc="1">
            <a:noAutofit/>
          </a:bodyPr>
          <a:p>
            <a:pPr algn="ctr"/>
            <a:endParaRPr lang="zh-CN" altLang="en-US" dirty="0">
              <a:solidFill>
                <a:schemeClr val="lt1"/>
              </a:solidFill>
            </a:endParaRPr>
          </a:p>
        </p:txBody>
      </p:sp>
      <p:sp>
        <p:nvSpPr>
          <p:cNvPr id="9" name="圆角矩形 2"/>
          <p:cNvSpPr/>
          <p:nvPr>
            <p:custDataLst>
              <p:tags r:id="rId3"/>
            </p:custDataLst>
          </p:nvPr>
        </p:nvSpPr>
        <p:spPr>
          <a:xfrm rot="238948">
            <a:off x="661227" y="1460217"/>
            <a:ext cx="5206528" cy="4653142"/>
          </a:xfrm>
          <a:prstGeom prst="roundRect">
            <a:avLst>
              <a:gd name="adj" fmla="val 2979"/>
            </a:avLst>
          </a:prstGeom>
          <a:gradFill>
            <a:gsLst>
              <a:gs pos="0">
                <a:schemeClr val="accent1">
                  <a:lumMod val="45000"/>
                  <a:lumOff val="55000"/>
                  <a:alpha val="20000"/>
                </a:schemeClr>
              </a:gs>
              <a:gs pos="100000">
                <a:schemeClr val="accent1">
                  <a:alpha val="3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1440" tIns="45720" rIns="91440" numCol="1" spcCol="0" rtlCol="0" fromWordArt="0" anchor="ctr" anchorCtr="0" forceAA="0" compatLnSpc="1">
            <a:noAutofit/>
          </a:bodyPr>
          <a:p>
            <a:pPr algn="ctr"/>
            <a:endParaRPr lang="zh-CN" altLang="en-US" dirty="0">
              <a:solidFill>
                <a:schemeClr val="lt1"/>
              </a:solidFill>
            </a:endParaRPr>
          </a:p>
        </p:txBody>
      </p:sp>
      <p:sp useBgFill="1">
        <p:nvSpPr>
          <p:cNvPr id="5" name="圆角矩形 3"/>
          <p:cNvSpPr/>
          <p:nvPr>
            <p:custDataLst>
              <p:tags r:id="rId4"/>
            </p:custDataLst>
          </p:nvPr>
        </p:nvSpPr>
        <p:spPr>
          <a:xfrm>
            <a:off x="661227" y="1557619"/>
            <a:ext cx="5206528" cy="4732975"/>
          </a:xfrm>
          <a:prstGeom prst="roundRect">
            <a:avLst>
              <a:gd name="adj" fmla="val 2979"/>
            </a:avLst>
          </a:prstGeom>
          <a:ln>
            <a:noFill/>
          </a:ln>
          <a:effectLst>
            <a:outerShdw blurRad="152400" sx="102000" sy="102000" algn="ctr" rotWithShape="0">
              <a:schemeClr val="accent1">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lIns="360045" rIns="360045" rtlCol="0" anchor="ctr"/>
          <a:p>
            <a:pPr indent="0" algn="just" fontAlgn="auto">
              <a:lnSpc>
                <a:spcPct val="130000"/>
              </a:lnSpc>
            </a:pPr>
            <a:endParaRPr lang="zh-CN" altLang="en-US">
              <a:solidFill>
                <a:schemeClr val="tx1">
                  <a:lumMod val="85000"/>
                  <a:lumOff val="15000"/>
                </a:schemeClr>
              </a:solidFill>
            </a:endParaRPr>
          </a:p>
        </p:txBody>
      </p:sp>
      <p:sp useBgFill="1">
        <p:nvSpPr>
          <p:cNvPr id="10" name="圆角矩形 5"/>
          <p:cNvSpPr/>
          <p:nvPr>
            <p:custDataLst>
              <p:tags r:id="rId5"/>
            </p:custDataLst>
          </p:nvPr>
        </p:nvSpPr>
        <p:spPr>
          <a:xfrm>
            <a:off x="6353484" y="1557619"/>
            <a:ext cx="5206528" cy="4732975"/>
          </a:xfrm>
          <a:prstGeom prst="roundRect">
            <a:avLst>
              <a:gd name="adj" fmla="val 2979"/>
            </a:avLst>
          </a:prstGeom>
          <a:ln>
            <a:noFill/>
          </a:ln>
          <a:effectLst>
            <a:outerShdw blurRad="152400" sx="102000" sy="102000" algn="ctr" rotWithShape="0">
              <a:schemeClr val="accent2">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0045" rIns="360045" numCol="1" spcCol="0" rtlCol="0" fromWordArt="0" anchor="ctr" anchorCtr="0" forceAA="0" compatLnSpc="1">
            <a:noAutofit/>
          </a:bodyPr>
          <a:p>
            <a:pPr lvl="0" algn="just">
              <a:lnSpc>
                <a:spcPct val="130000"/>
              </a:lnSpc>
              <a:buClrTx/>
              <a:buSzTx/>
              <a:buFontTx/>
            </a:pPr>
            <a:endParaRPr lang="zh-CN" altLang="en-US">
              <a:solidFill>
                <a:schemeClr val="tx1">
                  <a:lumMod val="85000"/>
                  <a:lumOff val="15000"/>
                </a:schemeClr>
              </a:solidFill>
              <a:sym typeface="+mn-ea"/>
            </a:endParaRPr>
          </a:p>
        </p:txBody>
      </p:sp>
      <p:sp>
        <p:nvSpPr>
          <p:cNvPr id="12" name="圆角矩形 2"/>
          <p:cNvSpPr/>
          <p:nvPr>
            <p:custDataLst>
              <p:tags r:id="rId6"/>
            </p:custDataLst>
          </p:nvPr>
        </p:nvSpPr>
        <p:spPr>
          <a:xfrm>
            <a:off x="658663" y="1557619"/>
            <a:ext cx="5206528" cy="4732975"/>
          </a:xfrm>
          <a:prstGeom prst="roundRect">
            <a:avLst>
              <a:gd name="adj" fmla="val 2979"/>
            </a:avLst>
          </a:prstGeom>
          <a:solidFill>
            <a:srgbClr val="FFFFFF">
              <a:alpha val="20000"/>
            </a:srgbClr>
          </a:solidFill>
          <a:ln>
            <a:solidFill>
              <a:srgbClr val="FFFFFF">
                <a:alpha val="20000"/>
              </a:srgbClr>
            </a:solidFill>
          </a:ln>
          <a:effectLst/>
        </p:spPr>
        <p:style>
          <a:lnRef idx="2">
            <a:schemeClr val="accent1">
              <a:lumMod val="75000"/>
            </a:schemeClr>
          </a:lnRef>
          <a:fillRef idx="1">
            <a:schemeClr val="accent1"/>
          </a:fillRef>
          <a:effectRef idx="0">
            <a:srgbClr val="FFFFFF"/>
          </a:effectRef>
          <a:fontRef idx="minor">
            <a:schemeClr val="lt1"/>
          </a:fontRef>
        </p:style>
        <p:txBody>
          <a:bodyPr lIns="360045" tIns="46990" rIns="360045" rtlCol="0" anchor="ctr" anchorCtr="0">
            <a:noAutofit/>
          </a:bodyPr>
          <a:p>
            <a:pPr lvl="0" algn="just">
              <a:lnSpc>
                <a:spcPct val="130000"/>
              </a:lnSpc>
              <a:buClrTx/>
              <a:buSzTx/>
              <a:buFontTx/>
            </a:pPr>
            <a:r>
              <a:rPr lang="zh-CN" altLang="en-US" sz="28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（一）概念：</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指由</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宪法确认和保障的、由人性所派生或为维护</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人的尊严</a:t>
            </a:r>
            <a:r>
              <a:rPr lang="en-US" altLang="zh-CN"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而应享有的人作为人必不可少的权利。</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p:nvPr>
            <p:custDataLst>
              <p:tags r:id="rId7"/>
            </p:custDataLst>
          </p:nvPr>
        </p:nvSpPr>
        <p:spPr>
          <a:xfrm>
            <a:off x="6353484" y="1557619"/>
            <a:ext cx="5206528" cy="4732975"/>
          </a:xfrm>
          <a:prstGeom prst="roundRect">
            <a:avLst>
              <a:gd name="adj" fmla="val 2979"/>
            </a:avLst>
          </a:prstGeom>
          <a:solidFill>
            <a:srgbClr val="FFFFFF">
              <a:alpha val="20000"/>
            </a:srgbClr>
          </a:solidFill>
          <a:ln>
            <a:solidFill>
              <a:srgbClr val="FFFFFF">
                <a:alpha val="20000"/>
              </a:srgb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360045" tIns="46990" rIns="360045" numCol="1" spcCol="0" rtlCol="0" fromWordArt="0" anchor="ctr" anchorCtr="0" forceAA="0" compatLnSpc="1">
            <a:noAutofit/>
          </a:bodyPr>
          <a:p>
            <a:pPr algn="just">
              <a:lnSpc>
                <a:spcPct val="130000"/>
              </a:lnSpc>
            </a:pPr>
            <a:r>
              <a:rPr lang="zh-CN" sz="2800" b="1" dirty="0">
                <a:solidFill>
                  <a:schemeClr val="tx1"/>
                </a:solidFill>
                <a:latin typeface="微软雅黑" panose="020B0503020204020204" charset="-122"/>
                <a:ea typeface="微软雅黑" panose="020B0503020204020204" charset="-122"/>
                <a:cs typeface="微软雅黑" panose="020B0503020204020204" charset="-122"/>
                <a:sym typeface="+mn-ea"/>
              </a:rPr>
              <a:t>特点：</a:t>
            </a:r>
            <a:endParaRPr lang="zh-CN" sz="2800"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just">
              <a:lnSpc>
                <a:spcPct val="130000"/>
              </a:lnSpc>
            </a:pPr>
            <a:r>
              <a:rPr lang="en-US" alt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      1.</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公民个人享有的权利；</a:t>
            </a: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just">
              <a:lnSpc>
                <a:spcPct val="130000"/>
              </a:lnSpc>
            </a:pPr>
            <a:r>
              <a:rPr lang="en-US" alt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      2.</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在宪法关系属性上，主要是个人针对国家的权利；</a:t>
            </a: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just">
              <a:lnSpc>
                <a:spcPct val="130000"/>
              </a:lnSpc>
            </a:pPr>
            <a:r>
              <a:rPr lang="en-US" alt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      3.</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实现了由国家不得在没有法律根据或者授权的情况下干预或者限制个人权利扩展到要求国家积极作为帮助个人实现权利；</a:t>
            </a: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algn="just">
              <a:lnSpc>
                <a:spcPct val="130000"/>
              </a:lnSpc>
            </a:pPr>
            <a:r>
              <a:rPr lang="en-US" altLang="zh-CN" sz="2400" dirty="0">
                <a:solidFill>
                  <a:schemeClr val="tx1"/>
                </a:solidFill>
                <a:latin typeface="微软雅黑" panose="020B0503020204020204" charset="-122"/>
                <a:ea typeface="微软雅黑" panose="020B0503020204020204" charset="-122"/>
                <a:cs typeface="微软雅黑" panose="020B0503020204020204" charset="-122"/>
                <a:sym typeface="+mn-ea"/>
              </a:rPr>
              <a:t>     4.</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rPr>
              <a:t>基本权利需要通过一定途径予以救济。</a:t>
            </a: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8"/>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lstStyle/>
          <a:p>
            <a:r>
              <a:rPr lang="zh-CN" altLang="en-US"/>
              <a:t>（二）基本权利的分类：学理分类</a:t>
            </a:r>
            <a:endParaRPr lang="zh-CN" altLang="en-US"/>
          </a:p>
        </p:txBody>
      </p:sp>
      <p:sp>
        <p:nvSpPr>
          <p:cNvPr id="3" name="对象2"/>
          <p:cNvSpPr/>
          <p:nvPr>
            <p:custDataLst>
              <p:tags r:id="rId2"/>
            </p:custDataLst>
          </p:nvPr>
        </p:nvSpPr>
        <p:spPr>
          <a:xfrm>
            <a:off x="6271895" y="3902075"/>
            <a:ext cx="5717540" cy="2045335"/>
          </a:xfrm>
          <a:custGeom>
            <a:avLst/>
            <a:gdLst>
              <a:gd name="connsiteX0" fmla="*/ 2345 w 7584"/>
              <a:gd name="connsiteY0" fmla="*/ 20 h 2439"/>
              <a:gd name="connsiteX1" fmla="*/ 2273 w 7584"/>
              <a:gd name="connsiteY1" fmla="*/ 49 h 2439"/>
              <a:gd name="connsiteX2" fmla="*/ 2259 w 7584"/>
              <a:gd name="connsiteY2" fmla="*/ 63 h 2439"/>
              <a:gd name="connsiteX3" fmla="*/ 27 w 7584"/>
              <a:gd name="connsiteY3" fmla="*/ 2310 h 2439"/>
              <a:gd name="connsiteX4" fmla="*/ 84 w 7584"/>
              <a:gd name="connsiteY4" fmla="*/ 2439 h 2439"/>
              <a:gd name="connsiteX5" fmla="*/ 7474 w 7584"/>
              <a:gd name="connsiteY5" fmla="*/ 2422 h 2439"/>
              <a:gd name="connsiteX6" fmla="*/ 7565 w 7584"/>
              <a:gd name="connsiteY6" fmla="*/ 2404 h 2439"/>
              <a:gd name="connsiteX7" fmla="*/ 7584 w 7584"/>
              <a:gd name="connsiteY7" fmla="*/ 40 h 2439"/>
              <a:gd name="connsiteX8" fmla="*/ 7474 w 7584"/>
              <a:gd name="connsiteY8" fmla="*/ 3 h 2439"/>
              <a:gd name="connsiteX9" fmla="*/ 2345 w 7584"/>
              <a:gd name="connsiteY9" fmla="*/ 20 h 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4" h="2439">
                <a:moveTo>
                  <a:pt x="2345" y="20"/>
                </a:moveTo>
                <a:cubicBezTo>
                  <a:pt x="2316" y="20"/>
                  <a:pt x="2288" y="34"/>
                  <a:pt x="2273" y="49"/>
                </a:cubicBezTo>
                <a:cubicBezTo>
                  <a:pt x="2273" y="49"/>
                  <a:pt x="2273" y="63"/>
                  <a:pt x="2259" y="63"/>
                </a:cubicBezTo>
                <a:lnTo>
                  <a:pt x="27" y="2310"/>
                </a:lnTo>
                <a:cubicBezTo>
                  <a:pt x="-31" y="2353"/>
                  <a:pt x="12" y="2439"/>
                  <a:pt x="84" y="2439"/>
                </a:cubicBezTo>
                <a:lnTo>
                  <a:pt x="7474" y="2422"/>
                </a:lnTo>
                <a:cubicBezTo>
                  <a:pt x="7518" y="2422"/>
                  <a:pt x="7565" y="2447"/>
                  <a:pt x="7565" y="2404"/>
                </a:cubicBezTo>
                <a:lnTo>
                  <a:pt x="7584" y="40"/>
                </a:lnTo>
                <a:cubicBezTo>
                  <a:pt x="7584" y="-17"/>
                  <a:pt x="7518" y="3"/>
                  <a:pt x="7474" y="3"/>
                </a:cubicBezTo>
                <a:lnTo>
                  <a:pt x="2345" y="20"/>
                </a:lnTo>
              </a:path>
            </a:pathLst>
          </a:custGeom>
          <a:noFill/>
          <a:ln w="12700">
            <a:gradFill>
              <a:gsLst>
                <a:gs pos="100000">
                  <a:schemeClr val="accent4">
                    <a:lumMod val="20000"/>
                    <a:lumOff val="80000"/>
                    <a:alpha val="0"/>
                  </a:schemeClr>
                </a:gs>
                <a:gs pos="2000">
                  <a:schemeClr val="accent4">
                    <a:alpha val="100000"/>
                  </a:schemeClr>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296000" tIns="0" rIns="0" bIns="0" numCol="1" spcCol="0" rtlCol="0" fromWordArt="0" anchor="ctr" anchorCtr="0" forceAA="0" compatLnSpc="1">
            <a:noAutofit/>
          </a:bodyPr>
          <a:p>
            <a:pPr>
              <a:lnSpc>
                <a:spcPct val="150000"/>
              </a:lnSpc>
              <a:spcBef>
                <a:spcPct val="0"/>
              </a:spcBef>
              <a:spcAft>
                <a:spcPct val="0"/>
              </a:spcAft>
            </a:pPr>
            <a:r>
              <a:rPr lang="zh-CN" altLang="en-US" sz="2400">
                <a:solidFill>
                  <a:schemeClr val="tx1">
                    <a:lumMod val="85000"/>
                    <a:lumOff val="15000"/>
                  </a:schemeClr>
                </a:solidFill>
                <a:latin typeface="+mn-ea"/>
                <a:cs typeface="+mn-ea"/>
                <a:sym typeface="+mn-ea"/>
              </a:rPr>
              <a:t>根据</a:t>
            </a:r>
            <a:r>
              <a:rPr lang="zh-CN" altLang="en-US" sz="2400" b="1">
                <a:solidFill>
                  <a:schemeClr val="tx1">
                    <a:lumMod val="85000"/>
                    <a:lumOff val="15000"/>
                  </a:schemeClr>
                </a:solidFill>
                <a:latin typeface="+mn-ea"/>
                <a:cs typeface="+mn-ea"/>
                <a:sym typeface="+mn-ea"/>
              </a:rPr>
              <a:t>权利主体可以提出请求</a:t>
            </a:r>
            <a:r>
              <a:rPr lang="zh-CN" altLang="en-US" sz="2400">
                <a:solidFill>
                  <a:schemeClr val="tx1">
                    <a:lumMod val="85000"/>
                    <a:lumOff val="15000"/>
                  </a:schemeClr>
                </a:solidFill>
                <a:latin typeface="+mn-ea"/>
                <a:cs typeface="+mn-ea"/>
                <a:sym typeface="+mn-ea"/>
              </a:rPr>
              <a:t>的差异</a:t>
            </a:r>
            <a:r>
              <a:rPr lang="zh-CN" altLang="en-US" sz="2400" b="1">
                <a:solidFill>
                  <a:schemeClr val="tx1">
                    <a:lumMod val="85000"/>
                    <a:lumOff val="15000"/>
                  </a:schemeClr>
                </a:solidFill>
                <a:latin typeface="+mn-ea"/>
                <a:cs typeface="+mn-ea"/>
                <a:sym typeface="+mn-ea"/>
              </a:rPr>
              <a:t>（能否援引或者诉诸合宪性审查机关保护）</a:t>
            </a:r>
            <a:r>
              <a:rPr lang="en-US" altLang="zh-CN" sz="2400">
                <a:solidFill>
                  <a:schemeClr val="tx1">
                    <a:lumMod val="85000"/>
                    <a:lumOff val="15000"/>
                  </a:schemeClr>
                </a:solidFill>
                <a:latin typeface="+mn-ea"/>
                <a:cs typeface="+mn-ea"/>
                <a:sym typeface="+mn-ea"/>
              </a:rPr>
              <a:t>,</a:t>
            </a:r>
            <a:r>
              <a:rPr lang="zh-CN" altLang="en-US" sz="2400">
                <a:solidFill>
                  <a:schemeClr val="tx1">
                    <a:lumMod val="85000"/>
                    <a:lumOff val="15000"/>
                  </a:schemeClr>
                </a:solidFill>
                <a:latin typeface="+mn-ea"/>
                <a:cs typeface="+mn-ea"/>
                <a:sym typeface="+mn-ea"/>
              </a:rPr>
              <a:t>可分为具体权利和抽象权利。</a:t>
            </a:r>
            <a:endParaRPr lang="zh-CN" altLang="en-US" sz="2400">
              <a:solidFill>
                <a:schemeClr val="tx1">
                  <a:lumMod val="85000"/>
                  <a:lumOff val="15000"/>
                </a:schemeClr>
              </a:solidFill>
              <a:latin typeface="+mn-ea"/>
              <a:cs typeface="+mn-ea"/>
              <a:sym typeface="+mn-ea"/>
            </a:endParaRPr>
          </a:p>
        </p:txBody>
      </p:sp>
      <p:sp>
        <p:nvSpPr>
          <p:cNvPr id="5" name="对象7"/>
          <p:cNvSpPr/>
          <p:nvPr>
            <p:custDataLst>
              <p:tags r:id="rId3"/>
            </p:custDataLst>
          </p:nvPr>
        </p:nvSpPr>
        <p:spPr>
          <a:xfrm>
            <a:off x="5653405" y="1562735"/>
            <a:ext cx="6224905" cy="2045970"/>
          </a:xfrm>
          <a:custGeom>
            <a:avLst/>
            <a:gdLst>
              <a:gd name="connsiteX0" fmla="*/ 2345 w 7603"/>
              <a:gd name="connsiteY0" fmla="*/ 2419 h 2430"/>
              <a:gd name="connsiteX1" fmla="*/ 2273 w 7603"/>
              <a:gd name="connsiteY1" fmla="*/ 2390 h 2430"/>
              <a:gd name="connsiteX2" fmla="*/ 2259 w 7603"/>
              <a:gd name="connsiteY2" fmla="*/ 2376 h 2430"/>
              <a:gd name="connsiteX3" fmla="*/ 27 w 7603"/>
              <a:gd name="connsiteY3" fmla="*/ 130 h 2430"/>
              <a:gd name="connsiteX4" fmla="*/ 84 w 7603"/>
              <a:gd name="connsiteY4" fmla="*/ 0 h 2430"/>
              <a:gd name="connsiteX5" fmla="*/ 7457 w 7603"/>
              <a:gd name="connsiteY5" fmla="*/ 11 h 2430"/>
              <a:gd name="connsiteX6" fmla="*/ 7567 w 7603"/>
              <a:gd name="connsiteY6" fmla="*/ 85 h 2430"/>
              <a:gd name="connsiteX7" fmla="*/ 7603 w 7603"/>
              <a:gd name="connsiteY7" fmla="*/ 2338 h 2430"/>
              <a:gd name="connsiteX8" fmla="*/ 7512 w 7603"/>
              <a:gd name="connsiteY8" fmla="*/ 2430 h 2430"/>
              <a:gd name="connsiteX9" fmla="*/ 2345 w 7603"/>
              <a:gd name="connsiteY9" fmla="*/ 2419 h 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03" h="2430">
                <a:moveTo>
                  <a:pt x="2345" y="2419"/>
                </a:moveTo>
                <a:cubicBezTo>
                  <a:pt x="2316" y="2419"/>
                  <a:pt x="2288" y="2405"/>
                  <a:pt x="2273" y="2390"/>
                </a:cubicBezTo>
                <a:cubicBezTo>
                  <a:pt x="2273" y="2390"/>
                  <a:pt x="2273" y="2376"/>
                  <a:pt x="2259" y="2376"/>
                </a:cubicBezTo>
                <a:lnTo>
                  <a:pt x="27" y="130"/>
                </a:lnTo>
                <a:cubicBezTo>
                  <a:pt x="-31" y="86"/>
                  <a:pt x="12" y="0"/>
                  <a:pt x="84" y="0"/>
                </a:cubicBezTo>
                <a:lnTo>
                  <a:pt x="7457" y="11"/>
                </a:lnTo>
                <a:cubicBezTo>
                  <a:pt x="7501" y="11"/>
                  <a:pt x="7567" y="28"/>
                  <a:pt x="7567" y="85"/>
                </a:cubicBezTo>
                <a:lnTo>
                  <a:pt x="7603" y="2338"/>
                </a:lnTo>
                <a:cubicBezTo>
                  <a:pt x="7603" y="2381"/>
                  <a:pt x="7556" y="2430"/>
                  <a:pt x="7512" y="2430"/>
                </a:cubicBezTo>
                <a:lnTo>
                  <a:pt x="2345" y="2419"/>
                </a:lnTo>
              </a:path>
            </a:pathLst>
          </a:custGeom>
          <a:noFill/>
          <a:ln w="12700">
            <a:gradFill>
              <a:gsLst>
                <a:gs pos="100000">
                  <a:schemeClr val="accent3">
                    <a:lumMod val="20000"/>
                    <a:lumOff val="80000"/>
                    <a:alpha val="0"/>
                  </a:schemeClr>
                </a:gs>
                <a:gs pos="2000">
                  <a:schemeClr val="accent3">
                    <a:alpha val="100000"/>
                  </a:schemeClr>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296000" tIns="0" rIns="0" bIns="0" numCol="1" spcCol="0" rtlCol="0" fromWordArt="0" anchor="ctr" anchorCtr="0" forceAA="0" compatLnSpc="1">
            <a:noAutofit/>
          </a:bodyPr>
          <a:p>
            <a:pPr algn="just">
              <a:lnSpc>
                <a:spcPct val="150000"/>
              </a:lnSpc>
              <a:spcBef>
                <a:spcPct val="0"/>
              </a:spcBef>
              <a:spcAft>
                <a:spcPct val="0"/>
              </a:spcAft>
            </a:pPr>
            <a:r>
              <a:rPr lang="zh-CN" altLang="en-US" sz="2400">
                <a:solidFill>
                  <a:schemeClr val="tx1">
                    <a:lumMod val="85000"/>
                    <a:lumOff val="15000"/>
                  </a:schemeClr>
                </a:solidFill>
                <a:latin typeface="+mn-ea"/>
                <a:cs typeface="+mn-ea"/>
                <a:sym typeface="+mn-ea"/>
              </a:rPr>
              <a:t>根据</a:t>
            </a:r>
            <a:r>
              <a:rPr lang="zh-CN" altLang="en-US" sz="2400" b="1">
                <a:solidFill>
                  <a:schemeClr val="tx1">
                    <a:lumMod val="85000"/>
                    <a:lumOff val="15000"/>
                  </a:schemeClr>
                </a:solidFill>
                <a:latin typeface="+mn-ea"/>
                <a:cs typeface="+mn-ea"/>
                <a:sym typeface="+mn-ea"/>
              </a:rPr>
              <a:t>国家履行权利保护义务的形态</a:t>
            </a:r>
            <a:r>
              <a:rPr lang="zh-CN" altLang="en-US" sz="2400">
                <a:solidFill>
                  <a:schemeClr val="tx1">
                    <a:lumMod val="85000"/>
                    <a:lumOff val="15000"/>
                  </a:schemeClr>
                </a:solidFill>
                <a:latin typeface="+mn-ea"/>
                <a:cs typeface="+mn-ea"/>
                <a:sym typeface="+mn-ea"/>
              </a:rPr>
              <a:t>差异</a:t>
            </a:r>
            <a:r>
              <a:rPr lang="en-US" altLang="zh-CN" sz="2400">
                <a:solidFill>
                  <a:schemeClr val="tx1">
                    <a:lumMod val="85000"/>
                    <a:lumOff val="15000"/>
                  </a:schemeClr>
                </a:solidFill>
                <a:latin typeface="+mn-ea"/>
                <a:cs typeface="+mn-ea"/>
                <a:sym typeface="+mn-ea"/>
              </a:rPr>
              <a:t>,</a:t>
            </a:r>
            <a:r>
              <a:rPr lang="zh-CN" altLang="en-US" sz="2400">
                <a:solidFill>
                  <a:schemeClr val="tx1">
                    <a:lumMod val="85000"/>
                    <a:lumOff val="15000"/>
                  </a:schemeClr>
                </a:solidFill>
                <a:latin typeface="+mn-ea"/>
                <a:cs typeface="+mn-ea"/>
                <a:sym typeface="+mn-ea"/>
              </a:rPr>
              <a:t>可分为免于国家干预、参与国家事务和要求国家积极作为的自由。</a:t>
            </a:r>
            <a:endParaRPr lang="zh-CN" altLang="en-US" sz="2400">
              <a:solidFill>
                <a:schemeClr val="tx1">
                  <a:lumMod val="85000"/>
                  <a:lumOff val="15000"/>
                </a:schemeClr>
              </a:solidFill>
              <a:latin typeface="+mn-ea"/>
              <a:cs typeface="+mn-ea"/>
              <a:sym typeface="+mn-ea"/>
            </a:endParaRPr>
          </a:p>
        </p:txBody>
      </p:sp>
      <p:sp>
        <p:nvSpPr>
          <p:cNvPr id="6" name="对象8"/>
          <p:cNvSpPr/>
          <p:nvPr>
            <p:custDataLst>
              <p:tags r:id="rId4"/>
            </p:custDataLst>
          </p:nvPr>
        </p:nvSpPr>
        <p:spPr>
          <a:xfrm>
            <a:off x="5558621" y="1302276"/>
            <a:ext cx="796901" cy="796901"/>
          </a:xfrm>
          <a:custGeom>
            <a:avLst/>
            <a:gdLst/>
            <a:ahLst/>
            <a:cxnLst/>
            <a:rect l="l" t="t" r="r" b="b"/>
            <a:pathLst>
              <a:path w="731520" h="731520">
                <a:moveTo>
                  <a:pt x="27432" y="292608"/>
                </a:moveTo>
                <a:cubicBezTo>
                  <a:pt x="-9144" y="329184"/>
                  <a:pt x="-9144" y="393192"/>
                  <a:pt x="27432" y="438912"/>
                </a:cubicBezTo>
                <a:lnTo>
                  <a:pt x="292608" y="694944"/>
                </a:lnTo>
                <a:cubicBezTo>
                  <a:pt x="329184" y="740664"/>
                  <a:pt x="393192" y="740664"/>
                  <a:pt x="438912" y="694944"/>
                </a:cubicBezTo>
                <a:lnTo>
                  <a:pt x="694944" y="438912"/>
                </a:lnTo>
                <a:cubicBezTo>
                  <a:pt x="740664" y="393192"/>
                  <a:pt x="740664" y="329184"/>
                  <a:pt x="694944" y="292608"/>
                </a:cubicBezTo>
                <a:lnTo>
                  <a:pt x="438912" y="27432"/>
                </a:lnTo>
                <a:cubicBezTo>
                  <a:pt x="393192" y="-9144"/>
                  <a:pt x="329184" y="-9144"/>
                  <a:pt x="292608" y="27432"/>
                </a:cubicBezTo>
                <a:lnTo>
                  <a:pt x="27432" y="292608"/>
                </a:lnTo>
              </a:path>
            </a:pathLst>
          </a:custGeom>
          <a:solidFill>
            <a:schemeClr val="accent3"/>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anchor="ctr">
            <a:normAutofit/>
          </a:bodyPr>
          <a:p>
            <a:pPr algn="ctr">
              <a:spcBef>
                <a:spcPct val="0"/>
              </a:spcBef>
              <a:spcAft>
                <a:spcPct val="0"/>
              </a:spcAft>
            </a:pPr>
            <a:r>
              <a:rPr lang="en-US" altLang="zh-CN" sz="2400" b="1">
                <a:solidFill>
                  <a:srgbClr val="FFFFFF"/>
                </a:solidFill>
                <a:latin typeface="+mn-ea"/>
                <a:cs typeface="+mn-ea"/>
                <a:sym typeface="+mn-ea"/>
              </a:rPr>
              <a:t>03</a:t>
            </a:r>
            <a:endParaRPr lang="en-US" altLang="zh-CN" sz="2400" b="1">
              <a:solidFill>
                <a:srgbClr val="FFFFFF"/>
              </a:solidFill>
              <a:latin typeface="+mn-ea"/>
              <a:cs typeface="+mn-ea"/>
              <a:sym typeface="+mn-ea"/>
            </a:endParaRPr>
          </a:p>
        </p:txBody>
      </p:sp>
      <p:sp>
        <p:nvSpPr>
          <p:cNvPr id="7" name="对象9"/>
          <p:cNvSpPr/>
          <p:nvPr>
            <p:custDataLst>
              <p:tags r:id="rId5"/>
            </p:custDataLst>
          </p:nvPr>
        </p:nvSpPr>
        <p:spPr>
          <a:xfrm>
            <a:off x="6096174" y="5274022"/>
            <a:ext cx="796901" cy="796901"/>
          </a:xfrm>
          <a:custGeom>
            <a:avLst/>
            <a:gdLst/>
            <a:ahLst/>
            <a:cxnLst/>
            <a:rect l="l" t="t" r="r" b="b"/>
            <a:pathLst>
              <a:path w="731520" h="731520">
                <a:moveTo>
                  <a:pt x="27432" y="292608"/>
                </a:moveTo>
                <a:cubicBezTo>
                  <a:pt x="-9144" y="329184"/>
                  <a:pt x="-9144" y="393192"/>
                  <a:pt x="27432" y="438912"/>
                </a:cubicBezTo>
                <a:lnTo>
                  <a:pt x="292608" y="694944"/>
                </a:lnTo>
                <a:cubicBezTo>
                  <a:pt x="329184" y="740664"/>
                  <a:pt x="393192" y="740664"/>
                  <a:pt x="438912" y="694944"/>
                </a:cubicBezTo>
                <a:lnTo>
                  <a:pt x="694944" y="438912"/>
                </a:lnTo>
                <a:cubicBezTo>
                  <a:pt x="740664" y="393192"/>
                  <a:pt x="740664" y="329184"/>
                  <a:pt x="694944" y="292608"/>
                </a:cubicBezTo>
                <a:lnTo>
                  <a:pt x="438912" y="27432"/>
                </a:lnTo>
                <a:cubicBezTo>
                  <a:pt x="393192" y="-9144"/>
                  <a:pt x="329184" y="-9144"/>
                  <a:pt x="292608" y="27432"/>
                </a:cubicBezTo>
                <a:lnTo>
                  <a:pt x="27432" y="292608"/>
                </a:lnTo>
              </a:path>
            </a:pathLst>
          </a:custGeom>
          <a:solidFill>
            <a:schemeClr val="accent4"/>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anchor="ctr">
            <a:normAutofit/>
          </a:bodyPr>
          <a:p>
            <a:pPr algn="ctr">
              <a:spcBef>
                <a:spcPct val="0"/>
              </a:spcBef>
              <a:spcAft>
                <a:spcPct val="0"/>
              </a:spcAft>
            </a:pPr>
            <a:r>
              <a:rPr lang="en-US" altLang="zh-CN" sz="2400" b="1">
                <a:solidFill>
                  <a:srgbClr val="FFFFFF"/>
                </a:solidFill>
                <a:latin typeface="+mn-ea"/>
                <a:cs typeface="+mn-ea"/>
                <a:sym typeface="+mn-ea"/>
              </a:rPr>
              <a:t>04</a:t>
            </a:r>
            <a:endParaRPr lang="en-US" altLang="zh-CN" sz="2400" b="1">
              <a:solidFill>
                <a:srgbClr val="FFFFFF"/>
              </a:solidFill>
              <a:latin typeface="+mn-ea"/>
              <a:cs typeface="+mn-ea"/>
              <a:sym typeface="+mn-ea"/>
            </a:endParaRPr>
          </a:p>
        </p:txBody>
      </p:sp>
      <p:sp>
        <p:nvSpPr>
          <p:cNvPr id="8" name="对象10"/>
          <p:cNvSpPr/>
          <p:nvPr>
            <p:custDataLst>
              <p:tags r:id="rId6"/>
            </p:custDataLst>
          </p:nvPr>
        </p:nvSpPr>
        <p:spPr>
          <a:xfrm flipH="1">
            <a:off x="231775" y="4112260"/>
            <a:ext cx="5327015" cy="1835150"/>
          </a:xfrm>
          <a:custGeom>
            <a:avLst/>
            <a:gdLst>
              <a:gd name="connsiteX0" fmla="*/ 2345 w 7584"/>
              <a:gd name="connsiteY0" fmla="*/ 20 h 2439"/>
              <a:gd name="connsiteX1" fmla="*/ 2273 w 7584"/>
              <a:gd name="connsiteY1" fmla="*/ 49 h 2439"/>
              <a:gd name="connsiteX2" fmla="*/ 2259 w 7584"/>
              <a:gd name="connsiteY2" fmla="*/ 63 h 2439"/>
              <a:gd name="connsiteX3" fmla="*/ 27 w 7584"/>
              <a:gd name="connsiteY3" fmla="*/ 2310 h 2439"/>
              <a:gd name="connsiteX4" fmla="*/ 84 w 7584"/>
              <a:gd name="connsiteY4" fmla="*/ 2439 h 2439"/>
              <a:gd name="connsiteX5" fmla="*/ 7474 w 7584"/>
              <a:gd name="connsiteY5" fmla="*/ 2422 h 2439"/>
              <a:gd name="connsiteX6" fmla="*/ 7565 w 7584"/>
              <a:gd name="connsiteY6" fmla="*/ 2404 h 2439"/>
              <a:gd name="connsiteX7" fmla="*/ 7584 w 7584"/>
              <a:gd name="connsiteY7" fmla="*/ 40 h 2439"/>
              <a:gd name="connsiteX8" fmla="*/ 7474 w 7584"/>
              <a:gd name="connsiteY8" fmla="*/ 3 h 2439"/>
              <a:gd name="connsiteX9" fmla="*/ 2345 w 7584"/>
              <a:gd name="connsiteY9" fmla="*/ 20 h 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4" h="2439">
                <a:moveTo>
                  <a:pt x="2345" y="20"/>
                </a:moveTo>
                <a:cubicBezTo>
                  <a:pt x="2316" y="20"/>
                  <a:pt x="2288" y="34"/>
                  <a:pt x="2273" y="49"/>
                </a:cubicBezTo>
                <a:cubicBezTo>
                  <a:pt x="2273" y="49"/>
                  <a:pt x="2273" y="63"/>
                  <a:pt x="2259" y="63"/>
                </a:cubicBezTo>
                <a:lnTo>
                  <a:pt x="27" y="2310"/>
                </a:lnTo>
                <a:cubicBezTo>
                  <a:pt x="-31" y="2353"/>
                  <a:pt x="12" y="2439"/>
                  <a:pt x="84" y="2439"/>
                </a:cubicBezTo>
                <a:lnTo>
                  <a:pt x="7474" y="2422"/>
                </a:lnTo>
                <a:cubicBezTo>
                  <a:pt x="7518" y="2422"/>
                  <a:pt x="7565" y="2447"/>
                  <a:pt x="7565" y="2404"/>
                </a:cubicBezTo>
                <a:lnTo>
                  <a:pt x="7584" y="40"/>
                </a:lnTo>
                <a:cubicBezTo>
                  <a:pt x="7584" y="-17"/>
                  <a:pt x="7518" y="3"/>
                  <a:pt x="7474" y="3"/>
                </a:cubicBezTo>
                <a:lnTo>
                  <a:pt x="2345" y="20"/>
                </a:lnTo>
              </a:path>
            </a:pathLst>
          </a:custGeom>
          <a:noFill/>
          <a:ln w="12700">
            <a:gradFill>
              <a:gsLst>
                <a:gs pos="100000">
                  <a:schemeClr val="accent2">
                    <a:lumMod val="20000"/>
                    <a:lumOff val="80000"/>
                    <a:alpha val="0"/>
                  </a:schemeClr>
                </a:gs>
                <a:gs pos="2000">
                  <a:schemeClr val="accent2">
                    <a:alpha val="100000"/>
                  </a:schemeClr>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1296000" bIns="0" numCol="1" spcCol="0" rtlCol="0" fromWordArt="0" anchor="ctr" anchorCtr="0" forceAA="0" compatLnSpc="1">
            <a:noAutofit/>
          </a:bodyPr>
          <a:p>
            <a:pPr lvl="0" algn="just">
              <a:lnSpc>
                <a:spcPct val="150000"/>
              </a:lnSpc>
              <a:spcBef>
                <a:spcPct val="0"/>
              </a:spcBef>
              <a:spcAft>
                <a:spcPct val="0"/>
              </a:spcAft>
              <a:buClrTx/>
              <a:buSzTx/>
              <a:buFontTx/>
            </a:pPr>
            <a:r>
              <a:rPr lang="zh-CN" altLang="en-US" sz="2400">
                <a:solidFill>
                  <a:schemeClr val="tx1">
                    <a:lumMod val="85000"/>
                    <a:lumOff val="15000"/>
                  </a:schemeClr>
                </a:solidFill>
                <a:latin typeface="+mn-ea"/>
                <a:cs typeface="+mn-ea"/>
                <a:sym typeface="+mn-ea"/>
              </a:rPr>
              <a:t>根据</a:t>
            </a:r>
            <a:r>
              <a:rPr lang="zh-CN" altLang="en-US" sz="2400" b="1">
                <a:solidFill>
                  <a:schemeClr val="tx1">
                    <a:lumMod val="85000"/>
                    <a:lumOff val="15000"/>
                  </a:schemeClr>
                </a:solidFill>
                <a:latin typeface="+mn-ea"/>
                <a:cs typeface="+mn-ea"/>
                <a:sym typeface="+mn-ea"/>
              </a:rPr>
              <a:t>权利的实现方式（公权力作为与否）</a:t>
            </a:r>
            <a:r>
              <a:rPr lang="zh-CN" altLang="en-US" sz="2400">
                <a:solidFill>
                  <a:schemeClr val="tx1">
                    <a:lumMod val="85000"/>
                    <a:lumOff val="15000"/>
                  </a:schemeClr>
                </a:solidFill>
                <a:latin typeface="+mn-ea"/>
                <a:cs typeface="+mn-ea"/>
                <a:sym typeface="+mn-ea"/>
              </a:rPr>
              <a:t>的差异</a:t>
            </a:r>
            <a:r>
              <a:rPr lang="en-US" altLang="zh-CN" sz="2400">
                <a:solidFill>
                  <a:schemeClr val="tx1">
                    <a:lumMod val="85000"/>
                    <a:lumOff val="15000"/>
                  </a:schemeClr>
                </a:solidFill>
                <a:latin typeface="+mn-ea"/>
                <a:cs typeface="+mn-ea"/>
                <a:sym typeface="+mn-ea"/>
              </a:rPr>
              <a:t>,</a:t>
            </a:r>
            <a:r>
              <a:rPr lang="zh-CN" altLang="en-US" sz="2400">
                <a:solidFill>
                  <a:schemeClr val="tx1">
                    <a:lumMod val="85000"/>
                    <a:lumOff val="15000"/>
                  </a:schemeClr>
                </a:solidFill>
                <a:latin typeface="+mn-ea"/>
                <a:cs typeface="+mn-ea"/>
                <a:sym typeface="+mn-ea"/>
              </a:rPr>
              <a:t>可分为消极权利（人身自由）和积极权利（社会保障）</a:t>
            </a:r>
            <a:r>
              <a:rPr lang="zh-CN" altLang="en-US" sz="1400">
                <a:solidFill>
                  <a:schemeClr val="tx1">
                    <a:lumMod val="85000"/>
                    <a:lumOff val="15000"/>
                  </a:schemeClr>
                </a:solidFill>
                <a:latin typeface="+mn-ea"/>
                <a:cs typeface="+mn-ea"/>
                <a:sym typeface="+mn-ea"/>
              </a:rPr>
              <a:t>。</a:t>
            </a:r>
            <a:endParaRPr lang="zh-CN" altLang="en-US" sz="1400">
              <a:solidFill>
                <a:schemeClr val="tx1">
                  <a:lumMod val="85000"/>
                  <a:lumOff val="15000"/>
                </a:schemeClr>
              </a:solidFill>
              <a:latin typeface="+mn-ea"/>
              <a:cs typeface="+mn-ea"/>
              <a:sym typeface="+mn-ea"/>
            </a:endParaRPr>
          </a:p>
        </p:txBody>
      </p:sp>
      <p:sp>
        <p:nvSpPr>
          <p:cNvPr id="10" name="对象11"/>
          <p:cNvSpPr/>
          <p:nvPr>
            <p:custDataLst>
              <p:tags r:id="rId7"/>
            </p:custDataLst>
          </p:nvPr>
        </p:nvSpPr>
        <p:spPr>
          <a:xfrm flipH="1">
            <a:off x="212725" y="1562735"/>
            <a:ext cx="5202555" cy="2045970"/>
          </a:xfrm>
          <a:custGeom>
            <a:avLst/>
            <a:gdLst>
              <a:gd name="connsiteX0" fmla="*/ 2345 w 7603"/>
              <a:gd name="connsiteY0" fmla="*/ 2419 h 2430"/>
              <a:gd name="connsiteX1" fmla="*/ 2273 w 7603"/>
              <a:gd name="connsiteY1" fmla="*/ 2390 h 2430"/>
              <a:gd name="connsiteX2" fmla="*/ 2259 w 7603"/>
              <a:gd name="connsiteY2" fmla="*/ 2376 h 2430"/>
              <a:gd name="connsiteX3" fmla="*/ 27 w 7603"/>
              <a:gd name="connsiteY3" fmla="*/ 130 h 2430"/>
              <a:gd name="connsiteX4" fmla="*/ 84 w 7603"/>
              <a:gd name="connsiteY4" fmla="*/ 0 h 2430"/>
              <a:gd name="connsiteX5" fmla="*/ 7457 w 7603"/>
              <a:gd name="connsiteY5" fmla="*/ 11 h 2430"/>
              <a:gd name="connsiteX6" fmla="*/ 7567 w 7603"/>
              <a:gd name="connsiteY6" fmla="*/ 85 h 2430"/>
              <a:gd name="connsiteX7" fmla="*/ 7603 w 7603"/>
              <a:gd name="connsiteY7" fmla="*/ 2338 h 2430"/>
              <a:gd name="connsiteX8" fmla="*/ 7512 w 7603"/>
              <a:gd name="connsiteY8" fmla="*/ 2430 h 2430"/>
              <a:gd name="connsiteX9" fmla="*/ 2345 w 7603"/>
              <a:gd name="connsiteY9" fmla="*/ 2419 h 2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03" h="2430">
                <a:moveTo>
                  <a:pt x="2345" y="2419"/>
                </a:moveTo>
                <a:cubicBezTo>
                  <a:pt x="2316" y="2419"/>
                  <a:pt x="2288" y="2405"/>
                  <a:pt x="2273" y="2390"/>
                </a:cubicBezTo>
                <a:cubicBezTo>
                  <a:pt x="2273" y="2390"/>
                  <a:pt x="2273" y="2376"/>
                  <a:pt x="2259" y="2376"/>
                </a:cubicBezTo>
                <a:lnTo>
                  <a:pt x="27" y="130"/>
                </a:lnTo>
                <a:cubicBezTo>
                  <a:pt x="-31" y="86"/>
                  <a:pt x="12" y="0"/>
                  <a:pt x="84" y="0"/>
                </a:cubicBezTo>
                <a:lnTo>
                  <a:pt x="7457" y="11"/>
                </a:lnTo>
                <a:cubicBezTo>
                  <a:pt x="7501" y="11"/>
                  <a:pt x="7567" y="28"/>
                  <a:pt x="7567" y="85"/>
                </a:cubicBezTo>
                <a:lnTo>
                  <a:pt x="7603" y="2338"/>
                </a:lnTo>
                <a:cubicBezTo>
                  <a:pt x="7603" y="2381"/>
                  <a:pt x="7556" y="2430"/>
                  <a:pt x="7512" y="2430"/>
                </a:cubicBezTo>
                <a:lnTo>
                  <a:pt x="2345" y="2419"/>
                </a:lnTo>
              </a:path>
            </a:pathLst>
          </a:custGeom>
          <a:noFill/>
          <a:ln w="12700">
            <a:gradFill>
              <a:gsLst>
                <a:gs pos="100000">
                  <a:schemeClr val="accent1">
                    <a:lumMod val="20000"/>
                    <a:lumOff val="80000"/>
                    <a:alpha val="0"/>
                  </a:schemeClr>
                </a:gs>
                <a:gs pos="2000">
                  <a:schemeClr val="accent1">
                    <a:alpha val="100000"/>
                  </a:schemeClr>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0" tIns="0" rIns="1296000" bIns="0" numCol="1" spcCol="0" rtlCol="0" fromWordArt="0" anchor="ctr" anchorCtr="0" forceAA="0" compatLnSpc="1">
            <a:noAutofit/>
          </a:bodyPr>
          <a:p>
            <a:pPr algn="just">
              <a:lnSpc>
                <a:spcPct val="150000"/>
              </a:lnSpc>
              <a:spcBef>
                <a:spcPct val="0"/>
              </a:spcBef>
              <a:spcAft>
                <a:spcPct val="0"/>
              </a:spcAft>
            </a:pPr>
            <a:r>
              <a:rPr lang="zh-CN" altLang="en-US" sz="2400" dirty="0">
                <a:solidFill>
                  <a:schemeClr val="tx1">
                    <a:lumMod val="85000"/>
                    <a:lumOff val="15000"/>
                  </a:schemeClr>
                </a:solidFill>
                <a:latin typeface="+mn-ea"/>
                <a:cs typeface="+mn-ea"/>
                <a:sym typeface="+mn-ea"/>
              </a:rPr>
              <a:t>根据</a:t>
            </a:r>
            <a:r>
              <a:rPr lang="zh-CN" altLang="en-US" sz="2400" b="1" dirty="0">
                <a:solidFill>
                  <a:schemeClr val="tx1">
                    <a:lumMod val="85000"/>
                    <a:lumOff val="15000"/>
                  </a:schemeClr>
                </a:solidFill>
                <a:latin typeface="+mn-ea"/>
                <a:cs typeface="+mn-ea"/>
                <a:sym typeface="+mn-ea"/>
              </a:rPr>
              <a:t>公民相对于国家地位的差异（消极、积极、能动），</a:t>
            </a:r>
            <a:r>
              <a:rPr lang="zh-CN" altLang="en-US" sz="2400" dirty="0">
                <a:solidFill>
                  <a:schemeClr val="tx1">
                    <a:lumMod val="85000"/>
                    <a:lumOff val="15000"/>
                  </a:schemeClr>
                </a:solidFill>
                <a:latin typeface="+mn-ea"/>
                <a:cs typeface="+mn-ea"/>
                <a:sym typeface="+mn-ea"/>
              </a:rPr>
              <a:t>可分为自由权、受益权和参政权。</a:t>
            </a:r>
            <a:endParaRPr lang="zh-CN" altLang="en-US" sz="2400" dirty="0">
              <a:solidFill>
                <a:schemeClr val="tx1">
                  <a:lumMod val="85000"/>
                  <a:lumOff val="15000"/>
                </a:schemeClr>
              </a:solidFill>
              <a:latin typeface="+mn-ea"/>
              <a:cs typeface="+mn-ea"/>
              <a:sym typeface="+mn-ea"/>
            </a:endParaRPr>
          </a:p>
        </p:txBody>
      </p:sp>
      <p:sp>
        <p:nvSpPr>
          <p:cNvPr id="11" name="对象12"/>
          <p:cNvSpPr/>
          <p:nvPr>
            <p:custDataLst>
              <p:tags r:id="rId8"/>
            </p:custDataLst>
          </p:nvPr>
        </p:nvSpPr>
        <p:spPr>
          <a:xfrm>
            <a:off x="4762060" y="1302531"/>
            <a:ext cx="796901" cy="796901"/>
          </a:xfrm>
          <a:custGeom>
            <a:avLst/>
            <a:gdLst/>
            <a:ahLst/>
            <a:cxnLst/>
            <a:rect l="l" t="t" r="r" b="b"/>
            <a:pathLst>
              <a:path w="731520" h="731520">
                <a:moveTo>
                  <a:pt x="27432" y="292608"/>
                </a:moveTo>
                <a:cubicBezTo>
                  <a:pt x="-9144" y="329184"/>
                  <a:pt x="-9144" y="393192"/>
                  <a:pt x="27432" y="438912"/>
                </a:cubicBezTo>
                <a:lnTo>
                  <a:pt x="292608" y="694944"/>
                </a:lnTo>
                <a:cubicBezTo>
                  <a:pt x="329184" y="740664"/>
                  <a:pt x="393192" y="740664"/>
                  <a:pt x="438912" y="694944"/>
                </a:cubicBezTo>
                <a:lnTo>
                  <a:pt x="694944" y="438912"/>
                </a:lnTo>
                <a:cubicBezTo>
                  <a:pt x="740664" y="393192"/>
                  <a:pt x="740664" y="329184"/>
                  <a:pt x="694944" y="292608"/>
                </a:cubicBezTo>
                <a:lnTo>
                  <a:pt x="438912" y="27432"/>
                </a:lnTo>
                <a:cubicBezTo>
                  <a:pt x="393192" y="-9144"/>
                  <a:pt x="329184" y="-9144"/>
                  <a:pt x="292608" y="27432"/>
                </a:cubicBezTo>
                <a:lnTo>
                  <a:pt x="27432" y="292608"/>
                </a:lnTo>
              </a:path>
            </a:pathLst>
          </a:custGeom>
          <a:solidFill>
            <a:schemeClr val="accent1"/>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anchor="ctr">
            <a:normAutofit/>
          </a:bodyPr>
          <a:p>
            <a:pPr algn="ctr">
              <a:spcBef>
                <a:spcPct val="0"/>
              </a:spcBef>
              <a:spcAft>
                <a:spcPct val="0"/>
              </a:spcAft>
            </a:pPr>
            <a:r>
              <a:rPr lang="en-US" altLang="zh-CN" sz="2400" b="1">
                <a:solidFill>
                  <a:srgbClr val="FFFFFF"/>
                </a:solidFill>
                <a:latin typeface="+mn-ea"/>
                <a:cs typeface="+mn-ea"/>
                <a:sym typeface="+mn-ea"/>
              </a:rPr>
              <a:t>01</a:t>
            </a:r>
            <a:endParaRPr lang="en-US" altLang="zh-CN" sz="2400" b="1">
              <a:solidFill>
                <a:srgbClr val="FFFFFF"/>
              </a:solidFill>
              <a:latin typeface="+mn-ea"/>
              <a:cs typeface="+mn-ea"/>
              <a:sym typeface="+mn-ea"/>
            </a:endParaRPr>
          </a:p>
        </p:txBody>
      </p:sp>
      <p:sp>
        <p:nvSpPr>
          <p:cNvPr id="12" name="对象13"/>
          <p:cNvSpPr/>
          <p:nvPr>
            <p:custDataLst>
              <p:tags r:id="rId9"/>
            </p:custDataLst>
          </p:nvPr>
        </p:nvSpPr>
        <p:spPr>
          <a:xfrm>
            <a:off x="4984945" y="5274022"/>
            <a:ext cx="796901" cy="796901"/>
          </a:xfrm>
          <a:custGeom>
            <a:avLst/>
            <a:gdLst/>
            <a:ahLst/>
            <a:cxnLst/>
            <a:rect l="l" t="t" r="r" b="b"/>
            <a:pathLst>
              <a:path w="731520" h="731520">
                <a:moveTo>
                  <a:pt x="27432" y="292608"/>
                </a:moveTo>
                <a:cubicBezTo>
                  <a:pt x="-9144" y="329184"/>
                  <a:pt x="-9144" y="393192"/>
                  <a:pt x="27432" y="438912"/>
                </a:cubicBezTo>
                <a:lnTo>
                  <a:pt x="292608" y="694944"/>
                </a:lnTo>
                <a:cubicBezTo>
                  <a:pt x="329184" y="740664"/>
                  <a:pt x="393192" y="740664"/>
                  <a:pt x="438912" y="694944"/>
                </a:cubicBezTo>
                <a:lnTo>
                  <a:pt x="694944" y="438912"/>
                </a:lnTo>
                <a:cubicBezTo>
                  <a:pt x="740664" y="393192"/>
                  <a:pt x="740664" y="329184"/>
                  <a:pt x="694944" y="292608"/>
                </a:cubicBezTo>
                <a:lnTo>
                  <a:pt x="438912" y="27432"/>
                </a:lnTo>
                <a:cubicBezTo>
                  <a:pt x="393192" y="-9144"/>
                  <a:pt x="329184" y="-9144"/>
                  <a:pt x="292608" y="27432"/>
                </a:cubicBezTo>
                <a:lnTo>
                  <a:pt x="27432" y="292608"/>
                </a:lnTo>
              </a:path>
            </a:pathLst>
          </a:custGeom>
          <a:solidFill>
            <a:schemeClr val="accent2"/>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anchor="ctr">
            <a:normAutofit/>
          </a:bodyPr>
          <a:p>
            <a:pPr algn="ctr">
              <a:spcBef>
                <a:spcPct val="0"/>
              </a:spcBef>
              <a:spcAft>
                <a:spcPct val="0"/>
              </a:spcAft>
            </a:pPr>
            <a:r>
              <a:rPr lang="en-US" altLang="zh-CN" sz="2400" b="1">
                <a:solidFill>
                  <a:srgbClr val="FFFFFF"/>
                </a:solidFill>
                <a:latin typeface="+mn-ea"/>
                <a:cs typeface="+mn-ea"/>
                <a:sym typeface="+mn-ea"/>
              </a:rPr>
              <a:t>02</a:t>
            </a:r>
            <a:endParaRPr lang="en-US" altLang="zh-CN" sz="2400" b="1">
              <a:solidFill>
                <a:srgbClr val="FFFFFF"/>
              </a:solidFill>
              <a:latin typeface="+mn-ea"/>
              <a:cs typeface="+mn-ea"/>
              <a:sym typeface="+mn-ea"/>
            </a:endParaRPr>
          </a:p>
        </p:txBody>
      </p:sp>
      <p:sp>
        <p:nvSpPr>
          <p:cNvPr id="14" name="对象12"/>
          <p:cNvSpPr>
            <a:spLocks noChangeAspect="1"/>
          </p:cNvSpPr>
          <p:nvPr>
            <p:custDataLst>
              <p:tags r:id="rId10"/>
            </p:custDataLst>
          </p:nvPr>
        </p:nvSpPr>
        <p:spPr>
          <a:xfrm>
            <a:off x="4090301" y="2177303"/>
            <a:ext cx="3156288" cy="3101059"/>
          </a:xfrm>
          <a:custGeom>
            <a:avLst/>
            <a:gdLst/>
            <a:ahLst/>
            <a:cxnLst/>
            <a:rect l="l" t="t" r="r" b="b"/>
            <a:pathLst>
              <a:path w="2340864" h="2340864">
                <a:moveTo>
                  <a:pt x="987552" y="73152"/>
                </a:moveTo>
                <a:lnTo>
                  <a:pt x="73152" y="987552"/>
                </a:lnTo>
                <a:cubicBezTo>
                  <a:pt x="-27432" y="1088136"/>
                  <a:pt x="-27432" y="1252728"/>
                  <a:pt x="73152" y="1353312"/>
                </a:cubicBezTo>
                <a:lnTo>
                  <a:pt x="987552" y="2267712"/>
                </a:lnTo>
                <a:cubicBezTo>
                  <a:pt x="1088136" y="2368296"/>
                  <a:pt x="1252728" y="2368296"/>
                  <a:pt x="1353312" y="2267712"/>
                </a:cubicBezTo>
                <a:lnTo>
                  <a:pt x="2267712" y="1353312"/>
                </a:lnTo>
                <a:cubicBezTo>
                  <a:pt x="2368296" y="1252728"/>
                  <a:pt x="2368296" y="1088136"/>
                  <a:pt x="2267712" y="987552"/>
                </a:cubicBezTo>
                <a:lnTo>
                  <a:pt x="1353312" y="73152"/>
                </a:lnTo>
                <a:cubicBezTo>
                  <a:pt x="1252728" y="-27432"/>
                  <a:pt x="1088136" y="-27432"/>
                  <a:pt x="987552" y="73152"/>
                </a:cubicBezTo>
              </a:path>
            </a:pathLst>
          </a:custGeom>
          <a:noFill/>
          <a:ln w="53975">
            <a:solidFill>
              <a:schemeClr val="accent1"/>
            </a:solidFill>
          </a:ln>
        </p:spPr>
        <p:txBody>
          <a:bodyPr wrap="square" lIns="360000" tIns="0" rIns="360000" bIns="0" anchor="ctr" anchorCtr="0">
            <a:noAutofit/>
          </a:bodyPr>
          <a:p>
            <a:pPr algn="ctr">
              <a:spcBef>
                <a:spcPct val="0"/>
              </a:spcBef>
              <a:spcAft>
                <a:spcPct val="0"/>
              </a:spcAft>
            </a:pPr>
            <a:r>
              <a:rPr lang="zh-CN" altLang="en-US" sz="2700" b="1">
                <a:solidFill>
                  <a:schemeClr val="accent1"/>
                </a:solidFill>
                <a:latin typeface="+mn-ea"/>
                <a:cs typeface="+mn-ea"/>
                <a:sym typeface="+mn-ea"/>
              </a:rPr>
              <a:t>基本权利的学理分类</a:t>
            </a:r>
            <a:endParaRPr lang="zh-CN" altLang="en-US" sz="2700" b="1">
              <a:solidFill>
                <a:schemeClr val="accent1"/>
              </a:solidFill>
              <a:latin typeface="+mn-ea"/>
              <a:cs typeface="+mn-ea"/>
              <a:sym typeface="+mn-ea"/>
            </a:endParaRPr>
          </a:p>
        </p:txBody>
      </p:sp>
    </p:spTree>
    <p:custDataLst>
      <p:tags r:id="rId1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lstStyle/>
          <a:p>
            <a:r>
              <a:rPr lang="zh-CN" altLang="en-US" dirty="0"/>
              <a:t>（二）基本权利的分类：法律分类</a:t>
            </a:r>
            <a:endParaRPr lang="zh-CN" altLang="en-US" dirty="0"/>
          </a:p>
        </p:txBody>
      </p:sp>
      <p:sp>
        <p:nvSpPr>
          <p:cNvPr id="3" name="任意多边形: 形状 17"/>
          <p:cNvSpPr/>
          <p:nvPr>
            <p:custDataLst>
              <p:tags r:id="rId2"/>
            </p:custDataLst>
          </p:nvPr>
        </p:nvSpPr>
        <p:spPr>
          <a:xfrm>
            <a:off x="6096635" y="1710690"/>
            <a:ext cx="5306695" cy="4401185"/>
          </a:xfrm>
          <a:custGeom>
            <a:avLst/>
            <a:gdLst>
              <a:gd name="connsiteX0" fmla="*/ 4776390 w 4954194"/>
              <a:gd name="connsiteY0" fmla="*/ 0 h 3519374"/>
              <a:gd name="connsiteX1" fmla="*/ 1275648 w 4954194"/>
              <a:gd name="connsiteY1" fmla="*/ 0 h 3519374"/>
              <a:gd name="connsiteX2" fmla="*/ 1130414 w 4954194"/>
              <a:gd name="connsiteY2" fmla="*/ 75212 h 3519374"/>
              <a:gd name="connsiteX3" fmla="*/ 12980 w 4954194"/>
              <a:gd name="connsiteY3" fmla="*/ 1657097 h 3519374"/>
              <a:gd name="connsiteX4" fmla="*/ 12971 w 4954194"/>
              <a:gd name="connsiteY4" fmla="*/ 1862264 h 3519374"/>
              <a:gd name="connsiteX5" fmla="*/ 1130405 w 4954194"/>
              <a:gd name="connsiteY5" fmla="*/ 3444150 h 3519374"/>
              <a:gd name="connsiteX6" fmla="*/ 1275627 w 4954194"/>
              <a:gd name="connsiteY6" fmla="*/ 3519374 h 3519374"/>
              <a:gd name="connsiteX7" fmla="*/ 4776369 w 4954194"/>
              <a:gd name="connsiteY7" fmla="*/ 3519374 h 3519374"/>
              <a:gd name="connsiteX8" fmla="*/ 4954194 w 4954194"/>
              <a:gd name="connsiteY8" fmla="*/ 3341570 h 3519374"/>
              <a:gd name="connsiteX9" fmla="*/ 4954194 w 4954194"/>
              <a:gd name="connsiteY9" fmla="*/ 177754 h 3519374"/>
              <a:gd name="connsiteX10" fmla="*/ 4776390 w 4954194"/>
              <a:gd name="connsiteY10" fmla="*/ 0 h 3519374"/>
              <a:gd name="connsiteX0-1" fmla="*/ 4776390 w 4954194"/>
              <a:gd name="connsiteY0-2" fmla="*/ 0 h 3519374"/>
              <a:gd name="connsiteX1-3" fmla="*/ 1275648 w 4954194"/>
              <a:gd name="connsiteY1-4" fmla="*/ 0 h 3519374"/>
              <a:gd name="connsiteX2-5" fmla="*/ 1130414 w 4954194"/>
              <a:gd name="connsiteY2-6" fmla="*/ 75212 h 3519374"/>
              <a:gd name="connsiteX3-7" fmla="*/ 12980 w 4954194"/>
              <a:gd name="connsiteY3-8" fmla="*/ 1657097 h 3519374"/>
              <a:gd name="connsiteX4-9" fmla="*/ 12971 w 4954194"/>
              <a:gd name="connsiteY4-10" fmla="*/ 1862264 h 3519374"/>
              <a:gd name="connsiteX5-11" fmla="*/ 1130405 w 4954194"/>
              <a:gd name="connsiteY5-12" fmla="*/ 3444150 h 3519374"/>
              <a:gd name="connsiteX6-13" fmla="*/ 1275627 w 4954194"/>
              <a:gd name="connsiteY6-14" fmla="*/ 3519374 h 3519374"/>
              <a:gd name="connsiteX7-15" fmla="*/ 4776369 w 4954194"/>
              <a:gd name="connsiteY7-16" fmla="*/ 3519374 h 3519374"/>
              <a:gd name="connsiteX8-17" fmla="*/ 4954194 w 4954194"/>
              <a:gd name="connsiteY8-18" fmla="*/ 3341570 h 3519374"/>
              <a:gd name="connsiteX9-19" fmla="*/ 4954194 w 4954194"/>
              <a:gd name="connsiteY9-20" fmla="*/ 177754 h 3519374"/>
              <a:gd name="connsiteX10-21" fmla="*/ 4776390 w 4954194"/>
              <a:gd name="connsiteY10-22" fmla="*/ 0 h 3519374"/>
              <a:gd name="connsiteX0-23" fmla="*/ 4776390 w 4954194"/>
              <a:gd name="connsiteY0-24" fmla="*/ 0 h 3519374"/>
              <a:gd name="connsiteX1-25" fmla="*/ 1275648 w 4954194"/>
              <a:gd name="connsiteY1-26" fmla="*/ 0 h 3519374"/>
              <a:gd name="connsiteX2-27" fmla="*/ 1130414 w 4954194"/>
              <a:gd name="connsiteY2-28" fmla="*/ 75212 h 3519374"/>
              <a:gd name="connsiteX3-29" fmla="*/ 12980 w 4954194"/>
              <a:gd name="connsiteY3-30" fmla="*/ 1657097 h 3519374"/>
              <a:gd name="connsiteX4-31" fmla="*/ 12971 w 4954194"/>
              <a:gd name="connsiteY4-32" fmla="*/ 1862264 h 3519374"/>
              <a:gd name="connsiteX5-33" fmla="*/ 1130405 w 4954194"/>
              <a:gd name="connsiteY5-34" fmla="*/ 3444150 h 3519374"/>
              <a:gd name="connsiteX6-35" fmla="*/ 1275627 w 4954194"/>
              <a:gd name="connsiteY6-36" fmla="*/ 3519374 h 3519374"/>
              <a:gd name="connsiteX7-37" fmla="*/ 4776369 w 4954194"/>
              <a:gd name="connsiteY7-38" fmla="*/ 3519374 h 3519374"/>
              <a:gd name="connsiteX8-39" fmla="*/ 4954194 w 4954194"/>
              <a:gd name="connsiteY8-40" fmla="*/ 3341570 h 3519374"/>
              <a:gd name="connsiteX9-41" fmla="*/ 4954194 w 4954194"/>
              <a:gd name="connsiteY9-42" fmla="*/ 177754 h 3519374"/>
              <a:gd name="connsiteX10-43" fmla="*/ 4776390 w 4954194"/>
              <a:gd name="connsiteY10-44" fmla="*/ 0 h 3519374"/>
              <a:gd name="connsiteX0-45" fmla="*/ 4776390 w 4954194"/>
              <a:gd name="connsiteY0-46" fmla="*/ 0 h 3519374"/>
              <a:gd name="connsiteX1-47" fmla="*/ 1275648 w 4954194"/>
              <a:gd name="connsiteY1-48" fmla="*/ 0 h 3519374"/>
              <a:gd name="connsiteX2-49" fmla="*/ 1130414 w 4954194"/>
              <a:gd name="connsiteY2-50" fmla="*/ 75212 h 3519374"/>
              <a:gd name="connsiteX3-51" fmla="*/ 12980 w 4954194"/>
              <a:gd name="connsiteY3-52" fmla="*/ 1657097 h 3519374"/>
              <a:gd name="connsiteX4-53" fmla="*/ 12971 w 4954194"/>
              <a:gd name="connsiteY4-54" fmla="*/ 1862264 h 3519374"/>
              <a:gd name="connsiteX5-55" fmla="*/ 1130405 w 4954194"/>
              <a:gd name="connsiteY5-56" fmla="*/ 3444150 h 3519374"/>
              <a:gd name="connsiteX6-57" fmla="*/ 1275627 w 4954194"/>
              <a:gd name="connsiteY6-58" fmla="*/ 3519374 h 3519374"/>
              <a:gd name="connsiteX7-59" fmla="*/ 4776369 w 4954194"/>
              <a:gd name="connsiteY7-60" fmla="*/ 3519374 h 3519374"/>
              <a:gd name="connsiteX8-61" fmla="*/ 4954194 w 4954194"/>
              <a:gd name="connsiteY8-62" fmla="*/ 3341570 h 3519374"/>
              <a:gd name="connsiteX9-63" fmla="*/ 4954194 w 4954194"/>
              <a:gd name="connsiteY9-64" fmla="*/ 177754 h 3519374"/>
              <a:gd name="connsiteX10-65" fmla="*/ 4776390 w 4954194"/>
              <a:gd name="connsiteY10-66" fmla="*/ 0 h 3519374"/>
              <a:gd name="connsiteX0-67" fmla="*/ 4776390 w 4954194"/>
              <a:gd name="connsiteY0-68" fmla="*/ 0 h 3519374"/>
              <a:gd name="connsiteX1-69" fmla="*/ 1275648 w 4954194"/>
              <a:gd name="connsiteY1-70" fmla="*/ 0 h 3519374"/>
              <a:gd name="connsiteX2-71" fmla="*/ 1130414 w 4954194"/>
              <a:gd name="connsiteY2-72" fmla="*/ 75212 h 3519374"/>
              <a:gd name="connsiteX3-73" fmla="*/ 12980 w 4954194"/>
              <a:gd name="connsiteY3-74" fmla="*/ 1657097 h 3519374"/>
              <a:gd name="connsiteX4-75" fmla="*/ 12971 w 4954194"/>
              <a:gd name="connsiteY4-76" fmla="*/ 1862264 h 3519374"/>
              <a:gd name="connsiteX5-77" fmla="*/ 1130405 w 4954194"/>
              <a:gd name="connsiteY5-78" fmla="*/ 3444150 h 3519374"/>
              <a:gd name="connsiteX6-79" fmla="*/ 1275627 w 4954194"/>
              <a:gd name="connsiteY6-80" fmla="*/ 3519374 h 3519374"/>
              <a:gd name="connsiteX7-81" fmla="*/ 4776369 w 4954194"/>
              <a:gd name="connsiteY7-82" fmla="*/ 3519374 h 3519374"/>
              <a:gd name="connsiteX8-83" fmla="*/ 4954194 w 4954194"/>
              <a:gd name="connsiteY8-84" fmla="*/ 3341570 h 3519374"/>
              <a:gd name="connsiteX9-85" fmla="*/ 4954194 w 4954194"/>
              <a:gd name="connsiteY9-86" fmla="*/ 177754 h 3519374"/>
              <a:gd name="connsiteX10-87" fmla="*/ 4776390 w 4954194"/>
              <a:gd name="connsiteY10-88" fmla="*/ 0 h 3519374"/>
              <a:gd name="connsiteX0-89" fmla="*/ 4776390 w 4954194"/>
              <a:gd name="connsiteY0-90" fmla="*/ 0 h 3519374"/>
              <a:gd name="connsiteX1-91" fmla="*/ 1275648 w 4954194"/>
              <a:gd name="connsiteY1-92" fmla="*/ 0 h 3519374"/>
              <a:gd name="connsiteX2-93" fmla="*/ 1130414 w 4954194"/>
              <a:gd name="connsiteY2-94" fmla="*/ 75212 h 3519374"/>
              <a:gd name="connsiteX3-95" fmla="*/ 12980 w 4954194"/>
              <a:gd name="connsiteY3-96" fmla="*/ 1657097 h 3519374"/>
              <a:gd name="connsiteX4-97" fmla="*/ 12971 w 4954194"/>
              <a:gd name="connsiteY4-98" fmla="*/ 1862264 h 3519374"/>
              <a:gd name="connsiteX5-99" fmla="*/ 1130405 w 4954194"/>
              <a:gd name="connsiteY5-100" fmla="*/ 3444150 h 3519374"/>
              <a:gd name="connsiteX6-101" fmla="*/ 1275627 w 4954194"/>
              <a:gd name="connsiteY6-102" fmla="*/ 3519374 h 3519374"/>
              <a:gd name="connsiteX7-103" fmla="*/ 4776369 w 4954194"/>
              <a:gd name="connsiteY7-104" fmla="*/ 3519374 h 3519374"/>
              <a:gd name="connsiteX8-105" fmla="*/ 4954194 w 4954194"/>
              <a:gd name="connsiteY8-106" fmla="*/ 3341570 h 3519374"/>
              <a:gd name="connsiteX9-107" fmla="*/ 4954194 w 4954194"/>
              <a:gd name="connsiteY9-108" fmla="*/ 177754 h 3519374"/>
              <a:gd name="connsiteX10-109" fmla="*/ 4776390 w 4954194"/>
              <a:gd name="connsiteY10-110" fmla="*/ 0 h 3519374"/>
              <a:gd name="connsiteX0-111" fmla="*/ 4776386 w 4954190"/>
              <a:gd name="connsiteY0-112" fmla="*/ 0 h 3519374"/>
              <a:gd name="connsiteX1-113" fmla="*/ 1275644 w 4954190"/>
              <a:gd name="connsiteY1-114" fmla="*/ 0 h 3519374"/>
              <a:gd name="connsiteX2-115" fmla="*/ 1130410 w 4954190"/>
              <a:gd name="connsiteY2-116" fmla="*/ 75212 h 3519374"/>
              <a:gd name="connsiteX3-117" fmla="*/ 12976 w 4954190"/>
              <a:gd name="connsiteY3-118" fmla="*/ 1657097 h 3519374"/>
              <a:gd name="connsiteX4-119" fmla="*/ 12967 w 4954190"/>
              <a:gd name="connsiteY4-120" fmla="*/ 1862264 h 3519374"/>
              <a:gd name="connsiteX5-121" fmla="*/ 1130401 w 4954190"/>
              <a:gd name="connsiteY5-122" fmla="*/ 3444150 h 3519374"/>
              <a:gd name="connsiteX6-123" fmla="*/ 1275623 w 4954190"/>
              <a:gd name="connsiteY6-124" fmla="*/ 3519374 h 3519374"/>
              <a:gd name="connsiteX7-125" fmla="*/ 4776365 w 4954190"/>
              <a:gd name="connsiteY7-126" fmla="*/ 3519374 h 3519374"/>
              <a:gd name="connsiteX8-127" fmla="*/ 4954190 w 4954190"/>
              <a:gd name="connsiteY8-128" fmla="*/ 3341570 h 3519374"/>
              <a:gd name="connsiteX9-129" fmla="*/ 4954190 w 4954190"/>
              <a:gd name="connsiteY9-130" fmla="*/ 177754 h 3519374"/>
              <a:gd name="connsiteX10-131" fmla="*/ 4776386 w 4954190"/>
              <a:gd name="connsiteY10-132" fmla="*/ 0 h 3519374"/>
              <a:gd name="connsiteX0-133" fmla="*/ 4797124 w 4974928"/>
              <a:gd name="connsiteY0-134" fmla="*/ 0 h 3519374"/>
              <a:gd name="connsiteX1-135" fmla="*/ 1296382 w 4974928"/>
              <a:gd name="connsiteY1-136" fmla="*/ 0 h 3519374"/>
              <a:gd name="connsiteX2-137" fmla="*/ 1151148 w 4974928"/>
              <a:gd name="connsiteY2-138" fmla="*/ 75212 h 3519374"/>
              <a:gd name="connsiteX3-139" fmla="*/ 33714 w 4974928"/>
              <a:gd name="connsiteY3-140" fmla="*/ 1657097 h 3519374"/>
              <a:gd name="connsiteX4-141" fmla="*/ 33705 w 4974928"/>
              <a:gd name="connsiteY4-142" fmla="*/ 1862264 h 3519374"/>
              <a:gd name="connsiteX5-143" fmla="*/ 1151139 w 4974928"/>
              <a:gd name="connsiteY5-144" fmla="*/ 3444150 h 3519374"/>
              <a:gd name="connsiteX6-145" fmla="*/ 1296361 w 4974928"/>
              <a:gd name="connsiteY6-146" fmla="*/ 3519374 h 3519374"/>
              <a:gd name="connsiteX7-147" fmla="*/ 4797103 w 4974928"/>
              <a:gd name="connsiteY7-148" fmla="*/ 3519374 h 3519374"/>
              <a:gd name="connsiteX8-149" fmla="*/ 4974928 w 4974928"/>
              <a:gd name="connsiteY8-150" fmla="*/ 3341570 h 3519374"/>
              <a:gd name="connsiteX9-151" fmla="*/ 4974928 w 4974928"/>
              <a:gd name="connsiteY9-152" fmla="*/ 177754 h 3519374"/>
              <a:gd name="connsiteX10-153" fmla="*/ 4797124 w 4974928"/>
              <a:gd name="connsiteY10-154" fmla="*/ 0 h 3519374"/>
              <a:gd name="connsiteX0-155" fmla="*/ 4797124 w 4974928"/>
              <a:gd name="connsiteY0-156" fmla="*/ 0 h 3519374"/>
              <a:gd name="connsiteX1-157" fmla="*/ 1296382 w 4974928"/>
              <a:gd name="connsiteY1-158" fmla="*/ 0 h 3519374"/>
              <a:gd name="connsiteX2-159" fmla="*/ 1151148 w 4974928"/>
              <a:gd name="connsiteY2-160" fmla="*/ 75212 h 3519374"/>
              <a:gd name="connsiteX3-161" fmla="*/ 33714 w 4974928"/>
              <a:gd name="connsiteY3-162" fmla="*/ 1657097 h 3519374"/>
              <a:gd name="connsiteX4-163" fmla="*/ 33705 w 4974928"/>
              <a:gd name="connsiteY4-164" fmla="*/ 1862264 h 3519374"/>
              <a:gd name="connsiteX5-165" fmla="*/ 1151139 w 4974928"/>
              <a:gd name="connsiteY5-166" fmla="*/ 3444150 h 3519374"/>
              <a:gd name="connsiteX6-167" fmla="*/ 1296361 w 4974928"/>
              <a:gd name="connsiteY6-168" fmla="*/ 3519374 h 3519374"/>
              <a:gd name="connsiteX7-169" fmla="*/ 4797103 w 4974928"/>
              <a:gd name="connsiteY7-170" fmla="*/ 3519374 h 3519374"/>
              <a:gd name="connsiteX8-171" fmla="*/ 4974928 w 4974928"/>
              <a:gd name="connsiteY8-172" fmla="*/ 3341570 h 3519374"/>
              <a:gd name="connsiteX9-173" fmla="*/ 4974928 w 4974928"/>
              <a:gd name="connsiteY9-174" fmla="*/ 177754 h 3519374"/>
              <a:gd name="connsiteX10-175" fmla="*/ 4797124 w 4974928"/>
              <a:gd name="connsiteY10-176" fmla="*/ 0 h 3519374"/>
              <a:gd name="connsiteX0-177" fmla="*/ 4797124 w 4974928"/>
              <a:gd name="connsiteY0-178" fmla="*/ 0 h 3519374"/>
              <a:gd name="connsiteX1-179" fmla="*/ 1296382 w 4974928"/>
              <a:gd name="connsiteY1-180" fmla="*/ 0 h 3519374"/>
              <a:gd name="connsiteX2-181" fmla="*/ 1151148 w 4974928"/>
              <a:gd name="connsiteY2-182" fmla="*/ 75212 h 3519374"/>
              <a:gd name="connsiteX3-183" fmla="*/ 33714 w 4974928"/>
              <a:gd name="connsiteY3-184" fmla="*/ 1657097 h 3519374"/>
              <a:gd name="connsiteX4-185" fmla="*/ 33705 w 4974928"/>
              <a:gd name="connsiteY4-186" fmla="*/ 1862264 h 3519374"/>
              <a:gd name="connsiteX5-187" fmla="*/ 1151139 w 4974928"/>
              <a:gd name="connsiteY5-188" fmla="*/ 3444150 h 3519374"/>
              <a:gd name="connsiteX6-189" fmla="*/ 1296361 w 4974928"/>
              <a:gd name="connsiteY6-190" fmla="*/ 3519374 h 3519374"/>
              <a:gd name="connsiteX7-191" fmla="*/ 4797103 w 4974928"/>
              <a:gd name="connsiteY7-192" fmla="*/ 3519374 h 3519374"/>
              <a:gd name="connsiteX8-193" fmla="*/ 4974928 w 4974928"/>
              <a:gd name="connsiteY8-194" fmla="*/ 3341570 h 3519374"/>
              <a:gd name="connsiteX9-195" fmla="*/ 4974928 w 4974928"/>
              <a:gd name="connsiteY9-196" fmla="*/ 177754 h 3519374"/>
              <a:gd name="connsiteX10-197" fmla="*/ 4797124 w 4974928"/>
              <a:gd name="connsiteY10-198" fmla="*/ 0 h 3519374"/>
              <a:gd name="connsiteX0-199" fmla="*/ 4797124 w 4974928"/>
              <a:gd name="connsiteY0-200" fmla="*/ 0 h 3519374"/>
              <a:gd name="connsiteX1-201" fmla="*/ 1296382 w 4974928"/>
              <a:gd name="connsiteY1-202" fmla="*/ 0 h 3519374"/>
              <a:gd name="connsiteX2-203" fmla="*/ 1151148 w 4974928"/>
              <a:gd name="connsiteY2-204" fmla="*/ 75212 h 3519374"/>
              <a:gd name="connsiteX3-205" fmla="*/ 33714 w 4974928"/>
              <a:gd name="connsiteY3-206" fmla="*/ 1657097 h 3519374"/>
              <a:gd name="connsiteX4-207" fmla="*/ 33705 w 4974928"/>
              <a:gd name="connsiteY4-208" fmla="*/ 1862264 h 3519374"/>
              <a:gd name="connsiteX5-209" fmla="*/ 1151139 w 4974928"/>
              <a:gd name="connsiteY5-210" fmla="*/ 3444150 h 3519374"/>
              <a:gd name="connsiteX6-211" fmla="*/ 1296361 w 4974928"/>
              <a:gd name="connsiteY6-212" fmla="*/ 3519374 h 3519374"/>
              <a:gd name="connsiteX7-213" fmla="*/ 4797103 w 4974928"/>
              <a:gd name="connsiteY7-214" fmla="*/ 3519374 h 3519374"/>
              <a:gd name="connsiteX8-215" fmla="*/ 4974928 w 4974928"/>
              <a:gd name="connsiteY8-216" fmla="*/ 3341570 h 3519374"/>
              <a:gd name="connsiteX9-217" fmla="*/ 4974928 w 4974928"/>
              <a:gd name="connsiteY9-218" fmla="*/ 177754 h 3519374"/>
              <a:gd name="connsiteX10-219" fmla="*/ 4797124 w 4974928"/>
              <a:gd name="connsiteY10-220" fmla="*/ 0 h 3519374"/>
              <a:gd name="connsiteX0-221" fmla="*/ 4797124 w 4974928"/>
              <a:gd name="connsiteY0-222" fmla="*/ 0 h 3519374"/>
              <a:gd name="connsiteX1-223" fmla="*/ 1296382 w 4974928"/>
              <a:gd name="connsiteY1-224" fmla="*/ 0 h 3519374"/>
              <a:gd name="connsiteX2-225" fmla="*/ 1151148 w 4974928"/>
              <a:gd name="connsiteY2-226" fmla="*/ 75212 h 3519374"/>
              <a:gd name="connsiteX3-227" fmla="*/ 33714 w 4974928"/>
              <a:gd name="connsiteY3-228" fmla="*/ 1657097 h 3519374"/>
              <a:gd name="connsiteX4-229" fmla="*/ 33705 w 4974928"/>
              <a:gd name="connsiteY4-230" fmla="*/ 1862264 h 3519374"/>
              <a:gd name="connsiteX5-231" fmla="*/ 1151139 w 4974928"/>
              <a:gd name="connsiteY5-232" fmla="*/ 3444150 h 3519374"/>
              <a:gd name="connsiteX6-233" fmla="*/ 1296361 w 4974928"/>
              <a:gd name="connsiteY6-234" fmla="*/ 3519374 h 3519374"/>
              <a:gd name="connsiteX7-235" fmla="*/ 4797103 w 4974928"/>
              <a:gd name="connsiteY7-236" fmla="*/ 3519374 h 3519374"/>
              <a:gd name="connsiteX8-237" fmla="*/ 4974928 w 4974928"/>
              <a:gd name="connsiteY8-238" fmla="*/ 3341570 h 3519374"/>
              <a:gd name="connsiteX9-239" fmla="*/ 4974928 w 4974928"/>
              <a:gd name="connsiteY9-240" fmla="*/ 177754 h 3519374"/>
              <a:gd name="connsiteX10-241" fmla="*/ 4797124 w 4974928"/>
              <a:gd name="connsiteY10-242" fmla="*/ 0 h 3519374"/>
              <a:gd name="connsiteX0-243" fmla="*/ 4797124 w 4974928"/>
              <a:gd name="connsiteY0-244" fmla="*/ 0 h 3519374"/>
              <a:gd name="connsiteX1-245" fmla="*/ 1296382 w 4974928"/>
              <a:gd name="connsiteY1-246" fmla="*/ 0 h 3519374"/>
              <a:gd name="connsiteX2-247" fmla="*/ 1151148 w 4974928"/>
              <a:gd name="connsiteY2-248" fmla="*/ 75212 h 3519374"/>
              <a:gd name="connsiteX3-249" fmla="*/ 33714 w 4974928"/>
              <a:gd name="connsiteY3-250" fmla="*/ 1657097 h 3519374"/>
              <a:gd name="connsiteX4-251" fmla="*/ 33705 w 4974928"/>
              <a:gd name="connsiteY4-252" fmla="*/ 1862264 h 3519374"/>
              <a:gd name="connsiteX5-253" fmla="*/ 1151139 w 4974928"/>
              <a:gd name="connsiteY5-254" fmla="*/ 3444150 h 3519374"/>
              <a:gd name="connsiteX6-255" fmla="*/ 1296361 w 4974928"/>
              <a:gd name="connsiteY6-256" fmla="*/ 3519374 h 3519374"/>
              <a:gd name="connsiteX7-257" fmla="*/ 4797103 w 4974928"/>
              <a:gd name="connsiteY7-258" fmla="*/ 3519374 h 3519374"/>
              <a:gd name="connsiteX8-259" fmla="*/ 4974928 w 4974928"/>
              <a:gd name="connsiteY8-260" fmla="*/ 3341570 h 3519374"/>
              <a:gd name="connsiteX9-261" fmla="*/ 4974928 w 4974928"/>
              <a:gd name="connsiteY9-262" fmla="*/ 177754 h 3519374"/>
              <a:gd name="connsiteX10-263" fmla="*/ 4797124 w 4974928"/>
              <a:gd name="connsiteY10-264" fmla="*/ 0 h 3519374"/>
              <a:gd name="connsiteX0-265" fmla="*/ 4797124 w 4974928"/>
              <a:gd name="connsiteY0-266" fmla="*/ 0 h 3519374"/>
              <a:gd name="connsiteX1-267" fmla="*/ 1296382 w 4974928"/>
              <a:gd name="connsiteY1-268" fmla="*/ 0 h 3519374"/>
              <a:gd name="connsiteX2-269" fmla="*/ 1151148 w 4974928"/>
              <a:gd name="connsiteY2-270" fmla="*/ 75212 h 3519374"/>
              <a:gd name="connsiteX3-271" fmla="*/ 33714 w 4974928"/>
              <a:gd name="connsiteY3-272" fmla="*/ 1657097 h 3519374"/>
              <a:gd name="connsiteX4-273" fmla="*/ 33705 w 4974928"/>
              <a:gd name="connsiteY4-274" fmla="*/ 1862264 h 3519374"/>
              <a:gd name="connsiteX5-275" fmla="*/ 1151139 w 4974928"/>
              <a:gd name="connsiteY5-276" fmla="*/ 3444150 h 3519374"/>
              <a:gd name="connsiteX6-277" fmla="*/ 1296361 w 4974928"/>
              <a:gd name="connsiteY6-278" fmla="*/ 3519374 h 3519374"/>
              <a:gd name="connsiteX7-279" fmla="*/ 4797103 w 4974928"/>
              <a:gd name="connsiteY7-280" fmla="*/ 3519374 h 3519374"/>
              <a:gd name="connsiteX8-281" fmla="*/ 4974928 w 4974928"/>
              <a:gd name="connsiteY8-282" fmla="*/ 3341570 h 3519374"/>
              <a:gd name="connsiteX9-283" fmla="*/ 4974928 w 4974928"/>
              <a:gd name="connsiteY9-284" fmla="*/ 177754 h 3519374"/>
              <a:gd name="connsiteX10-285" fmla="*/ 4797124 w 4974928"/>
              <a:gd name="connsiteY10-286" fmla="*/ 0 h 3519374"/>
              <a:gd name="connsiteX0-287" fmla="*/ 4797124 w 4974928"/>
              <a:gd name="connsiteY0-288" fmla="*/ 0 h 3519374"/>
              <a:gd name="connsiteX1-289" fmla="*/ 1296382 w 4974928"/>
              <a:gd name="connsiteY1-290" fmla="*/ 0 h 3519374"/>
              <a:gd name="connsiteX2-291" fmla="*/ 1151148 w 4974928"/>
              <a:gd name="connsiteY2-292" fmla="*/ 75212 h 3519374"/>
              <a:gd name="connsiteX3-293" fmla="*/ 33714 w 4974928"/>
              <a:gd name="connsiteY3-294" fmla="*/ 1657097 h 3519374"/>
              <a:gd name="connsiteX4-295" fmla="*/ 33705 w 4974928"/>
              <a:gd name="connsiteY4-296" fmla="*/ 1862264 h 3519374"/>
              <a:gd name="connsiteX5-297" fmla="*/ 1151139 w 4974928"/>
              <a:gd name="connsiteY5-298" fmla="*/ 3444150 h 3519374"/>
              <a:gd name="connsiteX6-299" fmla="*/ 1296361 w 4974928"/>
              <a:gd name="connsiteY6-300" fmla="*/ 3519374 h 3519374"/>
              <a:gd name="connsiteX7-301" fmla="*/ 4797103 w 4974928"/>
              <a:gd name="connsiteY7-302" fmla="*/ 3519374 h 3519374"/>
              <a:gd name="connsiteX8-303" fmla="*/ 4974928 w 4974928"/>
              <a:gd name="connsiteY8-304" fmla="*/ 3341570 h 3519374"/>
              <a:gd name="connsiteX9-305" fmla="*/ 4974928 w 4974928"/>
              <a:gd name="connsiteY9-306" fmla="*/ 177754 h 3519374"/>
              <a:gd name="connsiteX10-307" fmla="*/ 4797124 w 4974928"/>
              <a:gd name="connsiteY10-308" fmla="*/ 0 h 3519374"/>
              <a:gd name="connsiteX0-309" fmla="*/ 4797124 w 4974928"/>
              <a:gd name="connsiteY0-310" fmla="*/ 0 h 3519374"/>
              <a:gd name="connsiteX1-311" fmla="*/ 1296382 w 4974928"/>
              <a:gd name="connsiteY1-312" fmla="*/ 0 h 3519374"/>
              <a:gd name="connsiteX2-313" fmla="*/ 1151148 w 4974928"/>
              <a:gd name="connsiteY2-314" fmla="*/ 75212 h 3519374"/>
              <a:gd name="connsiteX3-315" fmla="*/ 33714 w 4974928"/>
              <a:gd name="connsiteY3-316" fmla="*/ 1657097 h 3519374"/>
              <a:gd name="connsiteX4-317" fmla="*/ 33705 w 4974928"/>
              <a:gd name="connsiteY4-318" fmla="*/ 1862264 h 3519374"/>
              <a:gd name="connsiteX5-319" fmla="*/ 1151139 w 4974928"/>
              <a:gd name="connsiteY5-320" fmla="*/ 3444150 h 3519374"/>
              <a:gd name="connsiteX6-321" fmla="*/ 1296361 w 4974928"/>
              <a:gd name="connsiteY6-322" fmla="*/ 3519374 h 3519374"/>
              <a:gd name="connsiteX7-323" fmla="*/ 4797103 w 4974928"/>
              <a:gd name="connsiteY7-324" fmla="*/ 3519374 h 3519374"/>
              <a:gd name="connsiteX8-325" fmla="*/ 4974928 w 4974928"/>
              <a:gd name="connsiteY8-326" fmla="*/ 3341570 h 3519374"/>
              <a:gd name="connsiteX9-327" fmla="*/ 4974928 w 4974928"/>
              <a:gd name="connsiteY9-328" fmla="*/ 177754 h 3519374"/>
              <a:gd name="connsiteX10-329" fmla="*/ 4797124 w 4974928"/>
              <a:gd name="connsiteY10-330" fmla="*/ 0 h 3519374"/>
              <a:gd name="connsiteX0-331" fmla="*/ 4797124 w 4974928"/>
              <a:gd name="connsiteY0-332" fmla="*/ 0 h 3519374"/>
              <a:gd name="connsiteX1-333" fmla="*/ 1296382 w 4974928"/>
              <a:gd name="connsiteY1-334" fmla="*/ 0 h 3519374"/>
              <a:gd name="connsiteX2-335" fmla="*/ 1151148 w 4974928"/>
              <a:gd name="connsiteY2-336" fmla="*/ 75212 h 3519374"/>
              <a:gd name="connsiteX3-337" fmla="*/ 33714 w 4974928"/>
              <a:gd name="connsiteY3-338" fmla="*/ 1657097 h 3519374"/>
              <a:gd name="connsiteX4-339" fmla="*/ 33705 w 4974928"/>
              <a:gd name="connsiteY4-340" fmla="*/ 1862264 h 3519374"/>
              <a:gd name="connsiteX5-341" fmla="*/ 1151139 w 4974928"/>
              <a:gd name="connsiteY5-342" fmla="*/ 3444150 h 3519374"/>
              <a:gd name="connsiteX6-343" fmla="*/ 1296361 w 4974928"/>
              <a:gd name="connsiteY6-344" fmla="*/ 3519374 h 3519374"/>
              <a:gd name="connsiteX7-345" fmla="*/ 4797103 w 4974928"/>
              <a:gd name="connsiteY7-346" fmla="*/ 3519374 h 3519374"/>
              <a:gd name="connsiteX8-347" fmla="*/ 4974928 w 4974928"/>
              <a:gd name="connsiteY8-348" fmla="*/ 3341570 h 3519374"/>
              <a:gd name="connsiteX9-349" fmla="*/ 4974928 w 4974928"/>
              <a:gd name="connsiteY9-350" fmla="*/ 177754 h 3519374"/>
              <a:gd name="connsiteX10-351" fmla="*/ 4797124 w 4974928"/>
              <a:gd name="connsiteY10-352" fmla="*/ 0 h 3519374"/>
              <a:gd name="connsiteX0-353" fmla="*/ 4797124 w 4974928"/>
              <a:gd name="connsiteY0-354" fmla="*/ 0 h 3519374"/>
              <a:gd name="connsiteX1-355" fmla="*/ 1296382 w 4974928"/>
              <a:gd name="connsiteY1-356" fmla="*/ 0 h 3519374"/>
              <a:gd name="connsiteX2-357" fmla="*/ 1151148 w 4974928"/>
              <a:gd name="connsiteY2-358" fmla="*/ 75212 h 3519374"/>
              <a:gd name="connsiteX3-359" fmla="*/ 33714 w 4974928"/>
              <a:gd name="connsiteY3-360" fmla="*/ 1657097 h 3519374"/>
              <a:gd name="connsiteX4-361" fmla="*/ 33705 w 4974928"/>
              <a:gd name="connsiteY4-362" fmla="*/ 1862264 h 3519374"/>
              <a:gd name="connsiteX5-363" fmla="*/ 1151139 w 4974928"/>
              <a:gd name="connsiteY5-364" fmla="*/ 3444150 h 3519374"/>
              <a:gd name="connsiteX6-365" fmla="*/ 1296361 w 4974928"/>
              <a:gd name="connsiteY6-366" fmla="*/ 3519374 h 3519374"/>
              <a:gd name="connsiteX7-367" fmla="*/ 4797103 w 4974928"/>
              <a:gd name="connsiteY7-368" fmla="*/ 3519374 h 3519374"/>
              <a:gd name="connsiteX8-369" fmla="*/ 4974928 w 4974928"/>
              <a:gd name="connsiteY8-370" fmla="*/ 3341570 h 3519374"/>
              <a:gd name="connsiteX9-371" fmla="*/ 4974928 w 4974928"/>
              <a:gd name="connsiteY9-372" fmla="*/ 177754 h 3519374"/>
              <a:gd name="connsiteX10-373" fmla="*/ 4797124 w 4974928"/>
              <a:gd name="connsiteY10-374" fmla="*/ 0 h 3519374"/>
              <a:gd name="connsiteX0-375" fmla="*/ 4797124 w 4974928"/>
              <a:gd name="connsiteY0-376" fmla="*/ 0 h 3519374"/>
              <a:gd name="connsiteX1-377" fmla="*/ 1296382 w 4974928"/>
              <a:gd name="connsiteY1-378" fmla="*/ 0 h 3519374"/>
              <a:gd name="connsiteX2-379" fmla="*/ 1151148 w 4974928"/>
              <a:gd name="connsiteY2-380" fmla="*/ 75212 h 3519374"/>
              <a:gd name="connsiteX3-381" fmla="*/ 33714 w 4974928"/>
              <a:gd name="connsiteY3-382" fmla="*/ 1657097 h 3519374"/>
              <a:gd name="connsiteX4-383" fmla="*/ 33705 w 4974928"/>
              <a:gd name="connsiteY4-384" fmla="*/ 1862264 h 3519374"/>
              <a:gd name="connsiteX5-385" fmla="*/ 1151139 w 4974928"/>
              <a:gd name="connsiteY5-386" fmla="*/ 3444150 h 3519374"/>
              <a:gd name="connsiteX6-387" fmla="*/ 1296361 w 4974928"/>
              <a:gd name="connsiteY6-388" fmla="*/ 3519374 h 3519374"/>
              <a:gd name="connsiteX7-389" fmla="*/ 4797103 w 4974928"/>
              <a:gd name="connsiteY7-390" fmla="*/ 3519374 h 3519374"/>
              <a:gd name="connsiteX8-391" fmla="*/ 4974928 w 4974928"/>
              <a:gd name="connsiteY8-392" fmla="*/ 3341570 h 3519374"/>
              <a:gd name="connsiteX9-393" fmla="*/ 4974928 w 4974928"/>
              <a:gd name="connsiteY9-394" fmla="*/ 177754 h 3519374"/>
              <a:gd name="connsiteX10-395" fmla="*/ 4797124 w 4974928"/>
              <a:gd name="connsiteY10-396" fmla="*/ 0 h 351937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974928" h="3519374">
                <a:moveTo>
                  <a:pt x="4797124" y="0"/>
                </a:moveTo>
                <a:cubicBezTo>
                  <a:pt x="4692969" y="0"/>
                  <a:pt x="1355294" y="0"/>
                  <a:pt x="1296382" y="0"/>
                </a:cubicBezTo>
                <a:cubicBezTo>
                  <a:pt x="1237470" y="0"/>
                  <a:pt x="1185138" y="27094"/>
                  <a:pt x="1151148" y="75212"/>
                </a:cubicBezTo>
                <a:cubicBezTo>
                  <a:pt x="1117158" y="123329"/>
                  <a:pt x="78660" y="1593470"/>
                  <a:pt x="33714" y="1657097"/>
                </a:cubicBezTo>
                <a:cubicBezTo>
                  <a:pt x="-11232" y="1720725"/>
                  <a:pt x="-11241" y="1798637"/>
                  <a:pt x="33705" y="1862264"/>
                </a:cubicBezTo>
                <a:cubicBezTo>
                  <a:pt x="78651" y="1925892"/>
                  <a:pt x="1117149" y="3396033"/>
                  <a:pt x="1151139" y="3444150"/>
                </a:cubicBezTo>
                <a:cubicBezTo>
                  <a:pt x="1185129" y="3492267"/>
                  <a:pt x="1237449" y="3519374"/>
                  <a:pt x="1296361" y="3519374"/>
                </a:cubicBezTo>
                <a:cubicBezTo>
                  <a:pt x="1355273" y="3519374"/>
                  <a:pt x="4692948" y="3519374"/>
                  <a:pt x="4797103" y="3519374"/>
                </a:cubicBezTo>
                <a:cubicBezTo>
                  <a:pt x="4901257" y="3519374"/>
                  <a:pt x="4974928" y="3445725"/>
                  <a:pt x="4974928" y="3341570"/>
                </a:cubicBezTo>
                <a:cubicBezTo>
                  <a:pt x="4974928" y="3237416"/>
                  <a:pt x="4974928" y="281908"/>
                  <a:pt x="4974928" y="177754"/>
                </a:cubicBezTo>
                <a:cubicBezTo>
                  <a:pt x="4974928" y="73599"/>
                  <a:pt x="4901279" y="0"/>
                  <a:pt x="4797124" y="0"/>
                </a:cubicBezTo>
                <a:close/>
              </a:path>
            </a:pathLst>
          </a:custGeom>
          <a:gradFill>
            <a:gsLst>
              <a:gs pos="70000">
                <a:schemeClr val="accent2">
                  <a:lumMod val="60000"/>
                  <a:lumOff val="40000"/>
                  <a:alpha val="0"/>
                </a:schemeClr>
              </a:gs>
              <a:gs pos="0">
                <a:schemeClr val="accent2">
                  <a:lumMod val="60000"/>
                  <a:lumOff val="40000"/>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368000" tIns="45720" rIns="0" bIns="45720" numCol="1" spcCol="0" rtlCol="0" fromWordArt="0" anchor="ctr" anchorCtr="0" forceAA="0" compatLnSpc="1">
            <a:noAutofit/>
          </a:bodyPr>
          <a:p>
            <a:pPr algn="just">
              <a:lnSpc>
                <a:spcPct val="150000"/>
              </a:lnSpc>
              <a:spcBef>
                <a:spcPct val="0"/>
              </a:spcBef>
              <a:spcAft>
                <a:spcPct val="0"/>
              </a:spcAft>
            </a:pPr>
            <a:r>
              <a:rPr lang="zh-CN" altLang="en-US" sz="2400" b="1" dirty="0">
                <a:ln>
                  <a:noFill/>
                  <a:prstDash val="sysDot"/>
                </a:ln>
                <a:solidFill>
                  <a:schemeClr val="tx1">
                    <a:lumMod val="85000"/>
                    <a:lumOff val="15000"/>
                  </a:schemeClr>
                </a:solidFill>
                <a:latin typeface="+mn-ea"/>
                <a:cs typeface="+mn-ea"/>
                <a:sym typeface="+mn-ea"/>
              </a:rPr>
              <a:t>在宪法基本权利规定的基础上融合学理分类的优势</a:t>
            </a:r>
            <a:r>
              <a:rPr lang="en-US" altLang="zh-CN" sz="2400" b="1"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基本权利可分为平等权、政治权利、宗教信仰自由、人身自由、社会经济权利、文化教育权利、监督权和请求权。</a:t>
            </a:r>
            <a:endParaRPr lang="zh-CN" altLang="en-US" sz="2400" dirty="0">
              <a:ln>
                <a:noFill/>
                <a:prstDash val="sysDot"/>
              </a:ln>
              <a:solidFill>
                <a:schemeClr val="tx1">
                  <a:lumMod val="85000"/>
                  <a:lumOff val="15000"/>
                </a:schemeClr>
              </a:solidFill>
              <a:latin typeface="+mn-ea"/>
              <a:cs typeface="+mn-ea"/>
              <a:sym typeface="+mn-ea"/>
            </a:endParaRPr>
          </a:p>
        </p:txBody>
      </p:sp>
      <p:sp>
        <p:nvSpPr>
          <p:cNvPr id="5" name="任意多边形: 形状 20"/>
          <p:cNvSpPr/>
          <p:nvPr>
            <p:custDataLst>
              <p:tags r:id="rId3"/>
            </p:custDataLst>
          </p:nvPr>
        </p:nvSpPr>
        <p:spPr>
          <a:xfrm>
            <a:off x="229870" y="1401445"/>
            <a:ext cx="5600065" cy="4833620"/>
          </a:xfrm>
          <a:custGeom>
            <a:avLst/>
            <a:gdLst>
              <a:gd name="connsiteX0" fmla="*/ 177804 w 4954193"/>
              <a:gd name="connsiteY0" fmla="*/ 0 h 3519374"/>
              <a:gd name="connsiteX1" fmla="*/ 3678546 w 4954193"/>
              <a:gd name="connsiteY1" fmla="*/ 0 h 3519374"/>
              <a:gd name="connsiteX2" fmla="*/ 3823780 w 4954193"/>
              <a:gd name="connsiteY2" fmla="*/ 75212 h 3519374"/>
              <a:gd name="connsiteX3" fmla="*/ 4941214 w 4954193"/>
              <a:gd name="connsiteY3" fmla="*/ 1657097 h 3519374"/>
              <a:gd name="connsiteX4" fmla="*/ 4941223 w 4954193"/>
              <a:gd name="connsiteY4" fmla="*/ 1862264 h 3519374"/>
              <a:gd name="connsiteX5" fmla="*/ 3823789 w 4954193"/>
              <a:gd name="connsiteY5" fmla="*/ 3444150 h 3519374"/>
              <a:gd name="connsiteX6" fmla="*/ 3678567 w 4954193"/>
              <a:gd name="connsiteY6" fmla="*/ 3519374 h 3519374"/>
              <a:gd name="connsiteX7" fmla="*/ 177825 w 4954193"/>
              <a:gd name="connsiteY7" fmla="*/ 3519374 h 3519374"/>
              <a:gd name="connsiteX8" fmla="*/ 0 w 4954193"/>
              <a:gd name="connsiteY8" fmla="*/ 3341570 h 3519374"/>
              <a:gd name="connsiteX9" fmla="*/ 0 w 4954193"/>
              <a:gd name="connsiteY9" fmla="*/ 177754 h 3519374"/>
              <a:gd name="connsiteX10" fmla="*/ 177804 w 4954193"/>
              <a:gd name="connsiteY10" fmla="*/ 0 h 3519374"/>
              <a:gd name="connsiteX0-1" fmla="*/ 177804 w 4954193"/>
              <a:gd name="connsiteY0-2" fmla="*/ 0 h 3519374"/>
              <a:gd name="connsiteX1-3" fmla="*/ 3678546 w 4954193"/>
              <a:gd name="connsiteY1-4" fmla="*/ 0 h 3519374"/>
              <a:gd name="connsiteX2-5" fmla="*/ 3823780 w 4954193"/>
              <a:gd name="connsiteY2-6" fmla="*/ 75212 h 3519374"/>
              <a:gd name="connsiteX3-7" fmla="*/ 4941214 w 4954193"/>
              <a:gd name="connsiteY3-8" fmla="*/ 1657097 h 3519374"/>
              <a:gd name="connsiteX4-9" fmla="*/ 4941223 w 4954193"/>
              <a:gd name="connsiteY4-10" fmla="*/ 1862264 h 3519374"/>
              <a:gd name="connsiteX5-11" fmla="*/ 3823789 w 4954193"/>
              <a:gd name="connsiteY5-12" fmla="*/ 3444150 h 3519374"/>
              <a:gd name="connsiteX6-13" fmla="*/ 3678567 w 4954193"/>
              <a:gd name="connsiteY6-14" fmla="*/ 3519374 h 3519374"/>
              <a:gd name="connsiteX7-15" fmla="*/ 177825 w 4954193"/>
              <a:gd name="connsiteY7-16" fmla="*/ 3519374 h 3519374"/>
              <a:gd name="connsiteX8-17" fmla="*/ 0 w 4954193"/>
              <a:gd name="connsiteY8-18" fmla="*/ 3341570 h 3519374"/>
              <a:gd name="connsiteX9-19" fmla="*/ 0 w 4954193"/>
              <a:gd name="connsiteY9-20" fmla="*/ 177754 h 3519374"/>
              <a:gd name="connsiteX10-21" fmla="*/ 177804 w 4954193"/>
              <a:gd name="connsiteY10-22" fmla="*/ 0 h 3519374"/>
              <a:gd name="connsiteX0-23" fmla="*/ 177804 w 4954193"/>
              <a:gd name="connsiteY0-24" fmla="*/ 0 h 3519374"/>
              <a:gd name="connsiteX1-25" fmla="*/ 3678546 w 4954193"/>
              <a:gd name="connsiteY1-26" fmla="*/ 0 h 3519374"/>
              <a:gd name="connsiteX2-27" fmla="*/ 3823780 w 4954193"/>
              <a:gd name="connsiteY2-28" fmla="*/ 75212 h 3519374"/>
              <a:gd name="connsiteX3-29" fmla="*/ 4941214 w 4954193"/>
              <a:gd name="connsiteY3-30" fmla="*/ 1657097 h 3519374"/>
              <a:gd name="connsiteX4-31" fmla="*/ 4941223 w 4954193"/>
              <a:gd name="connsiteY4-32" fmla="*/ 1862264 h 3519374"/>
              <a:gd name="connsiteX5-33" fmla="*/ 3823789 w 4954193"/>
              <a:gd name="connsiteY5-34" fmla="*/ 3444150 h 3519374"/>
              <a:gd name="connsiteX6-35" fmla="*/ 3678567 w 4954193"/>
              <a:gd name="connsiteY6-36" fmla="*/ 3519374 h 3519374"/>
              <a:gd name="connsiteX7-37" fmla="*/ 177825 w 4954193"/>
              <a:gd name="connsiteY7-38" fmla="*/ 3519374 h 3519374"/>
              <a:gd name="connsiteX8-39" fmla="*/ 0 w 4954193"/>
              <a:gd name="connsiteY8-40" fmla="*/ 3341570 h 3519374"/>
              <a:gd name="connsiteX9-41" fmla="*/ 0 w 4954193"/>
              <a:gd name="connsiteY9-42" fmla="*/ 177754 h 3519374"/>
              <a:gd name="connsiteX10-43" fmla="*/ 177804 w 4954193"/>
              <a:gd name="connsiteY10-44" fmla="*/ 0 h 3519374"/>
              <a:gd name="connsiteX0-45" fmla="*/ 177804 w 4954193"/>
              <a:gd name="connsiteY0-46" fmla="*/ 0 h 3519374"/>
              <a:gd name="connsiteX1-47" fmla="*/ 3678546 w 4954193"/>
              <a:gd name="connsiteY1-48" fmla="*/ 0 h 3519374"/>
              <a:gd name="connsiteX2-49" fmla="*/ 3823780 w 4954193"/>
              <a:gd name="connsiteY2-50" fmla="*/ 75212 h 3519374"/>
              <a:gd name="connsiteX3-51" fmla="*/ 4941214 w 4954193"/>
              <a:gd name="connsiteY3-52" fmla="*/ 1657097 h 3519374"/>
              <a:gd name="connsiteX4-53" fmla="*/ 4941223 w 4954193"/>
              <a:gd name="connsiteY4-54" fmla="*/ 1862264 h 3519374"/>
              <a:gd name="connsiteX5-55" fmla="*/ 3823789 w 4954193"/>
              <a:gd name="connsiteY5-56" fmla="*/ 3444150 h 3519374"/>
              <a:gd name="connsiteX6-57" fmla="*/ 3678567 w 4954193"/>
              <a:gd name="connsiteY6-58" fmla="*/ 3519374 h 3519374"/>
              <a:gd name="connsiteX7-59" fmla="*/ 177825 w 4954193"/>
              <a:gd name="connsiteY7-60" fmla="*/ 3519374 h 3519374"/>
              <a:gd name="connsiteX8-61" fmla="*/ 0 w 4954193"/>
              <a:gd name="connsiteY8-62" fmla="*/ 3341570 h 3519374"/>
              <a:gd name="connsiteX9-63" fmla="*/ 0 w 4954193"/>
              <a:gd name="connsiteY9-64" fmla="*/ 177754 h 3519374"/>
              <a:gd name="connsiteX10-65" fmla="*/ 177804 w 4954193"/>
              <a:gd name="connsiteY10-66" fmla="*/ 0 h 3519374"/>
              <a:gd name="connsiteX0-67" fmla="*/ 177804 w 4954193"/>
              <a:gd name="connsiteY0-68" fmla="*/ 0 h 3519374"/>
              <a:gd name="connsiteX1-69" fmla="*/ 3678546 w 4954193"/>
              <a:gd name="connsiteY1-70" fmla="*/ 0 h 3519374"/>
              <a:gd name="connsiteX2-71" fmla="*/ 3823780 w 4954193"/>
              <a:gd name="connsiteY2-72" fmla="*/ 75212 h 3519374"/>
              <a:gd name="connsiteX3-73" fmla="*/ 4941214 w 4954193"/>
              <a:gd name="connsiteY3-74" fmla="*/ 1657097 h 3519374"/>
              <a:gd name="connsiteX4-75" fmla="*/ 4941223 w 4954193"/>
              <a:gd name="connsiteY4-76" fmla="*/ 1862264 h 3519374"/>
              <a:gd name="connsiteX5-77" fmla="*/ 3823789 w 4954193"/>
              <a:gd name="connsiteY5-78" fmla="*/ 3444150 h 3519374"/>
              <a:gd name="connsiteX6-79" fmla="*/ 3678567 w 4954193"/>
              <a:gd name="connsiteY6-80" fmla="*/ 3519374 h 3519374"/>
              <a:gd name="connsiteX7-81" fmla="*/ 177825 w 4954193"/>
              <a:gd name="connsiteY7-82" fmla="*/ 3519374 h 3519374"/>
              <a:gd name="connsiteX8-83" fmla="*/ 0 w 4954193"/>
              <a:gd name="connsiteY8-84" fmla="*/ 3341570 h 3519374"/>
              <a:gd name="connsiteX9-85" fmla="*/ 0 w 4954193"/>
              <a:gd name="connsiteY9-86" fmla="*/ 177754 h 3519374"/>
              <a:gd name="connsiteX10-87" fmla="*/ 177804 w 4954193"/>
              <a:gd name="connsiteY10-88" fmla="*/ 0 h 3519374"/>
              <a:gd name="connsiteX0-89" fmla="*/ 177804 w 4954193"/>
              <a:gd name="connsiteY0-90" fmla="*/ 0 h 3519374"/>
              <a:gd name="connsiteX1-91" fmla="*/ 3678546 w 4954193"/>
              <a:gd name="connsiteY1-92" fmla="*/ 0 h 3519374"/>
              <a:gd name="connsiteX2-93" fmla="*/ 3823780 w 4954193"/>
              <a:gd name="connsiteY2-94" fmla="*/ 75212 h 3519374"/>
              <a:gd name="connsiteX3-95" fmla="*/ 4941214 w 4954193"/>
              <a:gd name="connsiteY3-96" fmla="*/ 1657097 h 3519374"/>
              <a:gd name="connsiteX4-97" fmla="*/ 4941223 w 4954193"/>
              <a:gd name="connsiteY4-98" fmla="*/ 1862264 h 3519374"/>
              <a:gd name="connsiteX5-99" fmla="*/ 3823789 w 4954193"/>
              <a:gd name="connsiteY5-100" fmla="*/ 3444150 h 3519374"/>
              <a:gd name="connsiteX6-101" fmla="*/ 3678567 w 4954193"/>
              <a:gd name="connsiteY6-102" fmla="*/ 3519374 h 3519374"/>
              <a:gd name="connsiteX7-103" fmla="*/ 177825 w 4954193"/>
              <a:gd name="connsiteY7-104" fmla="*/ 3519374 h 3519374"/>
              <a:gd name="connsiteX8-105" fmla="*/ 0 w 4954193"/>
              <a:gd name="connsiteY8-106" fmla="*/ 3341570 h 3519374"/>
              <a:gd name="connsiteX9-107" fmla="*/ 0 w 4954193"/>
              <a:gd name="connsiteY9-108" fmla="*/ 177754 h 3519374"/>
              <a:gd name="connsiteX10-109" fmla="*/ 177804 w 4954193"/>
              <a:gd name="connsiteY10-110" fmla="*/ 0 h 3519374"/>
              <a:gd name="connsiteX0-111" fmla="*/ 177804 w 4954190"/>
              <a:gd name="connsiteY0-112" fmla="*/ 0 h 3519374"/>
              <a:gd name="connsiteX1-113" fmla="*/ 3678546 w 4954190"/>
              <a:gd name="connsiteY1-114" fmla="*/ 0 h 3519374"/>
              <a:gd name="connsiteX2-115" fmla="*/ 3823780 w 4954190"/>
              <a:gd name="connsiteY2-116" fmla="*/ 75212 h 3519374"/>
              <a:gd name="connsiteX3-117" fmla="*/ 4941214 w 4954190"/>
              <a:gd name="connsiteY3-118" fmla="*/ 1657097 h 3519374"/>
              <a:gd name="connsiteX4-119" fmla="*/ 4941223 w 4954190"/>
              <a:gd name="connsiteY4-120" fmla="*/ 1862264 h 3519374"/>
              <a:gd name="connsiteX5-121" fmla="*/ 3823789 w 4954190"/>
              <a:gd name="connsiteY5-122" fmla="*/ 3444150 h 3519374"/>
              <a:gd name="connsiteX6-123" fmla="*/ 3678567 w 4954190"/>
              <a:gd name="connsiteY6-124" fmla="*/ 3519374 h 3519374"/>
              <a:gd name="connsiteX7-125" fmla="*/ 177825 w 4954190"/>
              <a:gd name="connsiteY7-126" fmla="*/ 3519374 h 3519374"/>
              <a:gd name="connsiteX8-127" fmla="*/ 0 w 4954190"/>
              <a:gd name="connsiteY8-128" fmla="*/ 3341570 h 3519374"/>
              <a:gd name="connsiteX9-129" fmla="*/ 0 w 4954190"/>
              <a:gd name="connsiteY9-130" fmla="*/ 177754 h 3519374"/>
              <a:gd name="connsiteX10-131" fmla="*/ 177804 w 4954190"/>
              <a:gd name="connsiteY10-132" fmla="*/ 0 h 3519374"/>
              <a:gd name="connsiteX0-133" fmla="*/ 177804 w 4974928"/>
              <a:gd name="connsiteY0-134" fmla="*/ 0 h 3519374"/>
              <a:gd name="connsiteX1-135" fmla="*/ 3678546 w 4974928"/>
              <a:gd name="connsiteY1-136" fmla="*/ 0 h 3519374"/>
              <a:gd name="connsiteX2-137" fmla="*/ 3823780 w 4974928"/>
              <a:gd name="connsiteY2-138" fmla="*/ 75212 h 3519374"/>
              <a:gd name="connsiteX3-139" fmla="*/ 4941214 w 4974928"/>
              <a:gd name="connsiteY3-140" fmla="*/ 1657097 h 3519374"/>
              <a:gd name="connsiteX4-141" fmla="*/ 4941223 w 4974928"/>
              <a:gd name="connsiteY4-142" fmla="*/ 1862264 h 3519374"/>
              <a:gd name="connsiteX5-143" fmla="*/ 3823789 w 4974928"/>
              <a:gd name="connsiteY5-144" fmla="*/ 3444150 h 3519374"/>
              <a:gd name="connsiteX6-145" fmla="*/ 3678567 w 4974928"/>
              <a:gd name="connsiteY6-146" fmla="*/ 3519374 h 3519374"/>
              <a:gd name="connsiteX7-147" fmla="*/ 177825 w 4974928"/>
              <a:gd name="connsiteY7-148" fmla="*/ 3519374 h 3519374"/>
              <a:gd name="connsiteX8-149" fmla="*/ 0 w 4974928"/>
              <a:gd name="connsiteY8-150" fmla="*/ 3341570 h 3519374"/>
              <a:gd name="connsiteX9-151" fmla="*/ 0 w 4974928"/>
              <a:gd name="connsiteY9-152" fmla="*/ 177754 h 3519374"/>
              <a:gd name="connsiteX10-153" fmla="*/ 177804 w 4974928"/>
              <a:gd name="connsiteY10-154" fmla="*/ 0 h 3519374"/>
              <a:gd name="connsiteX0-155" fmla="*/ 177804 w 4974928"/>
              <a:gd name="connsiteY0-156" fmla="*/ 0 h 3519374"/>
              <a:gd name="connsiteX1-157" fmla="*/ 3678546 w 4974928"/>
              <a:gd name="connsiteY1-158" fmla="*/ 0 h 3519374"/>
              <a:gd name="connsiteX2-159" fmla="*/ 3823780 w 4974928"/>
              <a:gd name="connsiteY2-160" fmla="*/ 75212 h 3519374"/>
              <a:gd name="connsiteX3-161" fmla="*/ 4941214 w 4974928"/>
              <a:gd name="connsiteY3-162" fmla="*/ 1657097 h 3519374"/>
              <a:gd name="connsiteX4-163" fmla="*/ 4941223 w 4974928"/>
              <a:gd name="connsiteY4-164" fmla="*/ 1862264 h 3519374"/>
              <a:gd name="connsiteX5-165" fmla="*/ 3823789 w 4974928"/>
              <a:gd name="connsiteY5-166" fmla="*/ 3444150 h 3519374"/>
              <a:gd name="connsiteX6-167" fmla="*/ 3678567 w 4974928"/>
              <a:gd name="connsiteY6-168" fmla="*/ 3519374 h 3519374"/>
              <a:gd name="connsiteX7-169" fmla="*/ 177825 w 4974928"/>
              <a:gd name="connsiteY7-170" fmla="*/ 3519374 h 3519374"/>
              <a:gd name="connsiteX8-171" fmla="*/ 0 w 4974928"/>
              <a:gd name="connsiteY8-172" fmla="*/ 3341570 h 3519374"/>
              <a:gd name="connsiteX9-173" fmla="*/ 0 w 4974928"/>
              <a:gd name="connsiteY9-174" fmla="*/ 177754 h 3519374"/>
              <a:gd name="connsiteX10-175" fmla="*/ 177804 w 4974928"/>
              <a:gd name="connsiteY10-176" fmla="*/ 0 h 3519374"/>
              <a:gd name="connsiteX0-177" fmla="*/ 177804 w 4974928"/>
              <a:gd name="connsiteY0-178" fmla="*/ 0 h 3519374"/>
              <a:gd name="connsiteX1-179" fmla="*/ 3678546 w 4974928"/>
              <a:gd name="connsiteY1-180" fmla="*/ 0 h 3519374"/>
              <a:gd name="connsiteX2-181" fmla="*/ 3823780 w 4974928"/>
              <a:gd name="connsiteY2-182" fmla="*/ 75212 h 3519374"/>
              <a:gd name="connsiteX3-183" fmla="*/ 4941214 w 4974928"/>
              <a:gd name="connsiteY3-184" fmla="*/ 1657097 h 3519374"/>
              <a:gd name="connsiteX4-185" fmla="*/ 4941223 w 4974928"/>
              <a:gd name="connsiteY4-186" fmla="*/ 1862264 h 3519374"/>
              <a:gd name="connsiteX5-187" fmla="*/ 3823789 w 4974928"/>
              <a:gd name="connsiteY5-188" fmla="*/ 3444150 h 3519374"/>
              <a:gd name="connsiteX6-189" fmla="*/ 3678567 w 4974928"/>
              <a:gd name="connsiteY6-190" fmla="*/ 3519374 h 3519374"/>
              <a:gd name="connsiteX7-191" fmla="*/ 177825 w 4974928"/>
              <a:gd name="connsiteY7-192" fmla="*/ 3519374 h 3519374"/>
              <a:gd name="connsiteX8-193" fmla="*/ 0 w 4974928"/>
              <a:gd name="connsiteY8-194" fmla="*/ 3341570 h 3519374"/>
              <a:gd name="connsiteX9-195" fmla="*/ 0 w 4974928"/>
              <a:gd name="connsiteY9-196" fmla="*/ 177754 h 3519374"/>
              <a:gd name="connsiteX10-197" fmla="*/ 177804 w 4974928"/>
              <a:gd name="connsiteY10-198" fmla="*/ 0 h 3519374"/>
              <a:gd name="connsiteX0-199" fmla="*/ 177804 w 4974928"/>
              <a:gd name="connsiteY0-200" fmla="*/ 0 h 3519374"/>
              <a:gd name="connsiteX1-201" fmla="*/ 3678546 w 4974928"/>
              <a:gd name="connsiteY1-202" fmla="*/ 0 h 3519374"/>
              <a:gd name="connsiteX2-203" fmla="*/ 3823780 w 4974928"/>
              <a:gd name="connsiteY2-204" fmla="*/ 75212 h 3519374"/>
              <a:gd name="connsiteX3-205" fmla="*/ 4941214 w 4974928"/>
              <a:gd name="connsiteY3-206" fmla="*/ 1657097 h 3519374"/>
              <a:gd name="connsiteX4-207" fmla="*/ 4941223 w 4974928"/>
              <a:gd name="connsiteY4-208" fmla="*/ 1862264 h 3519374"/>
              <a:gd name="connsiteX5-209" fmla="*/ 3823789 w 4974928"/>
              <a:gd name="connsiteY5-210" fmla="*/ 3444150 h 3519374"/>
              <a:gd name="connsiteX6-211" fmla="*/ 3678567 w 4974928"/>
              <a:gd name="connsiteY6-212" fmla="*/ 3519374 h 3519374"/>
              <a:gd name="connsiteX7-213" fmla="*/ 177825 w 4974928"/>
              <a:gd name="connsiteY7-214" fmla="*/ 3519374 h 3519374"/>
              <a:gd name="connsiteX8-215" fmla="*/ 0 w 4974928"/>
              <a:gd name="connsiteY8-216" fmla="*/ 3341570 h 3519374"/>
              <a:gd name="connsiteX9-217" fmla="*/ 0 w 4974928"/>
              <a:gd name="connsiteY9-218" fmla="*/ 177754 h 3519374"/>
              <a:gd name="connsiteX10-219" fmla="*/ 177804 w 4974928"/>
              <a:gd name="connsiteY10-220" fmla="*/ 0 h 3519374"/>
              <a:gd name="connsiteX0-221" fmla="*/ 177804 w 4974928"/>
              <a:gd name="connsiteY0-222" fmla="*/ 0 h 3519374"/>
              <a:gd name="connsiteX1-223" fmla="*/ 3678546 w 4974928"/>
              <a:gd name="connsiteY1-224" fmla="*/ 0 h 3519374"/>
              <a:gd name="connsiteX2-225" fmla="*/ 3823780 w 4974928"/>
              <a:gd name="connsiteY2-226" fmla="*/ 75212 h 3519374"/>
              <a:gd name="connsiteX3-227" fmla="*/ 4941214 w 4974928"/>
              <a:gd name="connsiteY3-228" fmla="*/ 1657097 h 3519374"/>
              <a:gd name="connsiteX4-229" fmla="*/ 4941223 w 4974928"/>
              <a:gd name="connsiteY4-230" fmla="*/ 1862264 h 3519374"/>
              <a:gd name="connsiteX5-231" fmla="*/ 3823789 w 4974928"/>
              <a:gd name="connsiteY5-232" fmla="*/ 3444150 h 3519374"/>
              <a:gd name="connsiteX6-233" fmla="*/ 3678567 w 4974928"/>
              <a:gd name="connsiteY6-234" fmla="*/ 3519374 h 3519374"/>
              <a:gd name="connsiteX7-235" fmla="*/ 177825 w 4974928"/>
              <a:gd name="connsiteY7-236" fmla="*/ 3519374 h 3519374"/>
              <a:gd name="connsiteX8-237" fmla="*/ 0 w 4974928"/>
              <a:gd name="connsiteY8-238" fmla="*/ 3341570 h 3519374"/>
              <a:gd name="connsiteX9-239" fmla="*/ 0 w 4974928"/>
              <a:gd name="connsiteY9-240" fmla="*/ 177754 h 3519374"/>
              <a:gd name="connsiteX10-241" fmla="*/ 177804 w 4974928"/>
              <a:gd name="connsiteY10-242" fmla="*/ 0 h 3519374"/>
              <a:gd name="connsiteX0-243" fmla="*/ 177804 w 4974928"/>
              <a:gd name="connsiteY0-244" fmla="*/ 0 h 3519374"/>
              <a:gd name="connsiteX1-245" fmla="*/ 3678546 w 4974928"/>
              <a:gd name="connsiteY1-246" fmla="*/ 0 h 3519374"/>
              <a:gd name="connsiteX2-247" fmla="*/ 3823780 w 4974928"/>
              <a:gd name="connsiteY2-248" fmla="*/ 75212 h 3519374"/>
              <a:gd name="connsiteX3-249" fmla="*/ 4941214 w 4974928"/>
              <a:gd name="connsiteY3-250" fmla="*/ 1657097 h 3519374"/>
              <a:gd name="connsiteX4-251" fmla="*/ 4941223 w 4974928"/>
              <a:gd name="connsiteY4-252" fmla="*/ 1862264 h 3519374"/>
              <a:gd name="connsiteX5-253" fmla="*/ 3823789 w 4974928"/>
              <a:gd name="connsiteY5-254" fmla="*/ 3444150 h 3519374"/>
              <a:gd name="connsiteX6-255" fmla="*/ 3678567 w 4974928"/>
              <a:gd name="connsiteY6-256" fmla="*/ 3519374 h 3519374"/>
              <a:gd name="connsiteX7-257" fmla="*/ 177825 w 4974928"/>
              <a:gd name="connsiteY7-258" fmla="*/ 3519374 h 3519374"/>
              <a:gd name="connsiteX8-259" fmla="*/ 0 w 4974928"/>
              <a:gd name="connsiteY8-260" fmla="*/ 3341570 h 3519374"/>
              <a:gd name="connsiteX9-261" fmla="*/ 0 w 4974928"/>
              <a:gd name="connsiteY9-262" fmla="*/ 177754 h 3519374"/>
              <a:gd name="connsiteX10-263" fmla="*/ 177804 w 4974928"/>
              <a:gd name="connsiteY10-264" fmla="*/ 0 h 3519374"/>
              <a:gd name="connsiteX0-265" fmla="*/ 177804 w 4974928"/>
              <a:gd name="connsiteY0-266" fmla="*/ 0 h 3519374"/>
              <a:gd name="connsiteX1-267" fmla="*/ 3678546 w 4974928"/>
              <a:gd name="connsiteY1-268" fmla="*/ 0 h 3519374"/>
              <a:gd name="connsiteX2-269" fmla="*/ 3823780 w 4974928"/>
              <a:gd name="connsiteY2-270" fmla="*/ 75212 h 3519374"/>
              <a:gd name="connsiteX3-271" fmla="*/ 4941214 w 4974928"/>
              <a:gd name="connsiteY3-272" fmla="*/ 1657097 h 3519374"/>
              <a:gd name="connsiteX4-273" fmla="*/ 4941223 w 4974928"/>
              <a:gd name="connsiteY4-274" fmla="*/ 1862264 h 3519374"/>
              <a:gd name="connsiteX5-275" fmla="*/ 3823789 w 4974928"/>
              <a:gd name="connsiteY5-276" fmla="*/ 3444150 h 3519374"/>
              <a:gd name="connsiteX6-277" fmla="*/ 3678567 w 4974928"/>
              <a:gd name="connsiteY6-278" fmla="*/ 3519374 h 3519374"/>
              <a:gd name="connsiteX7-279" fmla="*/ 177825 w 4974928"/>
              <a:gd name="connsiteY7-280" fmla="*/ 3519374 h 3519374"/>
              <a:gd name="connsiteX8-281" fmla="*/ 0 w 4974928"/>
              <a:gd name="connsiteY8-282" fmla="*/ 3341570 h 3519374"/>
              <a:gd name="connsiteX9-283" fmla="*/ 0 w 4974928"/>
              <a:gd name="connsiteY9-284" fmla="*/ 177754 h 3519374"/>
              <a:gd name="connsiteX10-285" fmla="*/ 177804 w 4974928"/>
              <a:gd name="connsiteY10-286" fmla="*/ 0 h 3519374"/>
              <a:gd name="connsiteX0-287" fmla="*/ 177804 w 4974928"/>
              <a:gd name="connsiteY0-288" fmla="*/ 0 h 3519374"/>
              <a:gd name="connsiteX1-289" fmla="*/ 3678546 w 4974928"/>
              <a:gd name="connsiteY1-290" fmla="*/ 0 h 3519374"/>
              <a:gd name="connsiteX2-291" fmla="*/ 3823780 w 4974928"/>
              <a:gd name="connsiteY2-292" fmla="*/ 75212 h 3519374"/>
              <a:gd name="connsiteX3-293" fmla="*/ 4941214 w 4974928"/>
              <a:gd name="connsiteY3-294" fmla="*/ 1657097 h 3519374"/>
              <a:gd name="connsiteX4-295" fmla="*/ 4941223 w 4974928"/>
              <a:gd name="connsiteY4-296" fmla="*/ 1862264 h 3519374"/>
              <a:gd name="connsiteX5-297" fmla="*/ 3823789 w 4974928"/>
              <a:gd name="connsiteY5-298" fmla="*/ 3444150 h 3519374"/>
              <a:gd name="connsiteX6-299" fmla="*/ 3678567 w 4974928"/>
              <a:gd name="connsiteY6-300" fmla="*/ 3519374 h 3519374"/>
              <a:gd name="connsiteX7-301" fmla="*/ 177825 w 4974928"/>
              <a:gd name="connsiteY7-302" fmla="*/ 3519374 h 3519374"/>
              <a:gd name="connsiteX8-303" fmla="*/ 0 w 4974928"/>
              <a:gd name="connsiteY8-304" fmla="*/ 3341570 h 3519374"/>
              <a:gd name="connsiteX9-305" fmla="*/ 0 w 4974928"/>
              <a:gd name="connsiteY9-306" fmla="*/ 177754 h 3519374"/>
              <a:gd name="connsiteX10-307" fmla="*/ 177804 w 4974928"/>
              <a:gd name="connsiteY10-308" fmla="*/ 0 h 3519374"/>
              <a:gd name="connsiteX0-309" fmla="*/ 177804 w 4974928"/>
              <a:gd name="connsiteY0-310" fmla="*/ 0 h 3519374"/>
              <a:gd name="connsiteX1-311" fmla="*/ 3678546 w 4974928"/>
              <a:gd name="connsiteY1-312" fmla="*/ 0 h 3519374"/>
              <a:gd name="connsiteX2-313" fmla="*/ 3823780 w 4974928"/>
              <a:gd name="connsiteY2-314" fmla="*/ 75212 h 3519374"/>
              <a:gd name="connsiteX3-315" fmla="*/ 4941214 w 4974928"/>
              <a:gd name="connsiteY3-316" fmla="*/ 1657097 h 3519374"/>
              <a:gd name="connsiteX4-317" fmla="*/ 4941223 w 4974928"/>
              <a:gd name="connsiteY4-318" fmla="*/ 1862264 h 3519374"/>
              <a:gd name="connsiteX5-319" fmla="*/ 3823789 w 4974928"/>
              <a:gd name="connsiteY5-320" fmla="*/ 3444150 h 3519374"/>
              <a:gd name="connsiteX6-321" fmla="*/ 3678567 w 4974928"/>
              <a:gd name="connsiteY6-322" fmla="*/ 3519374 h 3519374"/>
              <a:gd name="connsiteX7-323" fmla="*/ 177825 w 4974928"/>
              <a:gd name="connsiteY7-324" fmla="*/ 3519374 h 3519374"/>
              <a:gd name="connsiteX8-325" fmla="*/ 0 w 4974928"/>
              <a:gd name="connsiteY8-326" fmla="*/ 3341570 h 3519374"/>
              <a:gd name="connsiteX9-327" fmla="*/ 0 w 4974928"/>
              <a:gd name="connsiteY9-328" fmla="*/ 177754 h 3519374"/>
              <a:gd name="connsiteX10-329" fmla="*/ 177804 w 4974928"/>
              <a:gd name="connsiteY10-330" fmla="*/ 0 h 3519374"/>
              <a:gd name="connsiteX0-331" fmla="*/ 177804 w 4974928"/>
              <a:gd name="connsiteY0-332" fmla="*/ 0 h 3519374"/>
              <a:gd name="connsiteX1-333" fmla="*/ 3678546 w 4974928"/>
              <a:gd name="connsiteY1-334" fmla="*/ 0 h 3519374"/>
              <a:gd name="connsiteX2-335" fmla="*/ 3823780 w 4974928"/>
              <a:gd name="connsiteY2-336" fmla="*/ 75212 h 3519374"/>
              <a:gd name="connsiteX3-337" fmla="*/ 4941214 w 4974928"/>
              <a:gd name="connsiteY3-338" fmla="*/ 1657097 h 3519374"/>
              <a:gd name="connsiteX4-339" fmla="*/ 4941223 w 4974928"/>
              <a:gd name="connsiteY4-340" fmla="*/ 1862264 h 3519374"/>
              <a:gd name="connsiteX5-341" fmla="*/ 3823789 w 4974928"/>
              <a:gd name="connsiteY5-342" fmla="*/ 3444150 h 3519374"/>
              <a:gd name="connsiteX6-343" fmla="*/ 3678567 w 4974928"/>
              <a:gd name="connsiteY6-344" fmla="*/ 3519374 h 3519374"/>
              <a:gd name="connsiteX7-345" fmla="*/ 177825 w 4974928"/>
              <a:gd name="connsiteY7-346" fmla="*/ 3519374 h 3519374"/>
              <a:gd name="connsiteX8-347" fmla="*/ 0 w 4974928"/>
              <a:gd name="connsiteY8-348" fmla="*/ 3341570 h 3519374"/>
              <a:gd name="connsiteX9-349" fmla="*/ 0 w 4974928"/>
              <a:gd name="connsiteY9-350" fmla="*/ 177754 h 3519374"/>
              <a:gd name="connsiteX10-351" fmla="*/ 177804 w 4974928"/>
              <a:gd name="connsiteY10-352" fmla="*/ 0 h 3519374"/>
              <a:gd name="connsiteX0-353" fmla="*/ 177804 w 4974928"/>
              <a:gd name="connsiteY0-354" fmla="*/ 0 h 3519374"/>
              <a:gd name="connsiteX1-355" fmla="*/ 3678546 w 4974928"/>
              <a:gd name="connsiteY1-356" fmla="*/ 0 h 3519374"/>
              <a:gd name="connsiteX2-357" fmla="*/ 3823780 w 4974928"/>
              <a:gd name="connsiteY2-358" fmla="*/ 75212 h 3519374"/>
              <a:gd name="connsiteX3-359" fmla="*/ 4941214 w 4974928"/>
              <a:gd name="connsiteY3-360" fmla="*/ 1657097 h 3519374"/>
              <a:gd name="connsiteX4-361" fmla="*/ 4941223 w 4974928"/>
              <a:gd name="connsiteY4-362" fmla="*/ 1862264 h 3519374"/>
              <a:gd name="connsiteX5-363" fmla="*/ 3823789 w 4974928"/>
              <a:gd name="connsiteY5-364" fmla="*/ 3444150 h 3519374"/>
              <a:gd name="connsiteX6-365" fmla="*/ 3678567 w 4974928"/>
              <a:gd name="connsiteY6-366" fmla="*/ 3519374 h 3519374"/>
              <a:gd name="connsiteX7-367" fmla="*/ 177825 w 4974928"/>
              <a:gd name="connsiteY7-368" fmla="*/ 3519374 h 3519374"/>
              <a:gd name="connsiteX8-369" fmla="*/ 0 w 4974928"/>
              <a:gd name="connsiteY8-370" fmla="*/ 3341570 h 3519374"/>
              <a:gd name="connsiteX9-371" fmla="*/ 0 w 4974928"/>
              <a:gd name="connsiteY9-372" fmla="*/ 177754 h 3519374"/>
              <a:gd name="connsiteX10-373" fmla="*/ 177804 w 4974928"/>
              <a:gd name="connsiteY10-374" fmla="*/ 0 h 3519374"/>
              <a:gd name="connsiteX0-375" fmla="*/ 177804 w 4974928"/>
              <a:gd name="connsiteY0-376" fmla="*/ 0 h 3519374"/>
              <a:gd name="connsiteX1-377" fmla="*/ 3678546 w 4974928"/>
              <a:gd name="connsiteY1-378" fmla="*/ 0 h 3519374"/>
              <a:gd name="connsiteX2-379" fmla="*/ 3823780 w 4974928"/>
              <a:gd name="connsiteY2-380" fmla="*/ 75212 h 3519374"/>
              <a:gd name="connsiteX3-381" fmla="*/ 4941214 w 4974928"/>
              <a:gd name="connsiteY3-382" fmla="*/ 1657097 h 3519374"/>
              <a:gd name="connsiteX4-383" fmla="*/ 4941223 w 4974928"/>
              <a:gd name="connsiteY4-384" fmla="*/ 1862264 h 3519374"/>
              <a:gd name="connsiteX5-385" fmla="*/ 3823789 w 4974928"/>
              <a:gd name="connsiteY5-386" fmla="*/ 3444150 h 3519374"/>
              <a:gd name="connsiteX6-387" fmla="*/ 3678567 w 4974928"/>
              <a:gd name="connsiteY6-388" fmla="*/ 3519374 h 3519374"/>
              <a:gd name="connsiteX7-389" fmla="*/ 177825 w 4974928"/>
              <a:gd name="connsiteY7-390" fmla="*/ 3519374 h 3519374"/>
              <a:gd name="connsiteX8-391" fmla="*/ 0 w 4974928"/>
              <a:gd name="connsiteY8-392" fmla="*/ 3341570 h 3519374"/>
              <a:gd name="connsiteX9-393" fmla="*/ 0 w 4974928"/>
              <a:gd name="connsiteY9-394" fmla="*/ 177754 h 3519374"/>
              <a:gd name="connsiteX10-395" fmla="*/ 177804 w 4974928"/>
              <a:gd name="connsiteY10-396" fmla="*/ 0 h 351937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4974928" h="3519374">
                <a:moveTo>
                  <a:pt x="177804" y="0"/>
                </a:moveTo>
                <a:cubicBezTo>
                  <a:pt x="281958" y="0"/>
                  <a:pt x="3619635" y="0"/>
                  <a:pt x="3678546" y="0"/>
                </a:cubicBezTo>
                <a:cubicBezTo>
                  <a:pt x="3737459" y="0"/>
                  <a:pt x="3789791" y="27094"/>
                  <a:pt x="3823780" y="75212"/>
                </a:cubicBezTo>
                <a:cubicBezTo>
                  <a:pt x="3857771" y="123329"/>
                  <a:pt x="4896269" y="1593470"/>
                  <a:pt x="4941214" y="1657097"/>
                </a:cubicBezTo>
                <a:cubicBezTo>
                  <a:pt x="4986161" y="1720725"/>
                  <a:pt x="4986170" y="1798637"/>
                  <a:pt x="4941223" y="1862264"/>
                </a:cubicBezTo>
                <a:cubicBezTo>
                  <a:pt x="4896278" y="1925892"/>
                  <a:pt x="3857780" y="3396033"/>
                  <a:pt x="3823789" y="3444150"/>
                </a:cubicBezTo>
                <a:cubicBezTo>
                  <a:pt x="3789800" y="3492267"/>
                  <a:pt x="3737480" y="3519374"/>
                  <a:pt x="3678567" y="3519374"/>
                </a:cubicBezTo>
                <a:cubicBezTo>
                  <a:pt x="3619656" y="3519374"/>
                  <a:pt x="281981" y="3519374"/>
                  <a:pt x="177825" y="3519374"/>
                </a:cubicBezTo>
                <a:cubicBezTo>
                  <a:pt x="73671" y="3519374"/>
                  <a:pt x="1" y="3445725"/>
                  <a:pt x="0" y="3341570"/>
                </a:cubicBezTo>
                <a:cubicBezTo>
                  <a:pt x="1" y="3237416"/>
                  <a:pt x="1" y="281908"/>
                  <a:pt x="0" y="177754"/>
                </a:cubicBezTo>
                <a:cubicBezTo>
                  <a:pt x="1" y="73599"/>
                  <a:pt x="73649" y="0"/>
                  <a:pt x="177804" y="0"/>
                </a:cubicBezTo>
                <a:close/>
              </a:path>
            </a:pathLst>
          </a:custGeom>
          <a:gradFill>
            <a:gsLst>
              <a:gs pos="30000">
                <a:schemeClr val="accent1">
                  <a:lumMod val="60000"/>
                  <a:lumOff val="40000"/>
                  <a:alpha val="0"/>
                </a:schemeClr>
              </a:gs>
              <a:gs pos="100000">
                <a:schemeClr val="accent1">
                  <a:lumMod val="60000"/>
                  <a:lumOff val="40000"/>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1368000" bIns="45720" numCol="1" spcCol="0" rtlCol="0" fromWordArt="0" anchor="ctr" anchorCtr="0" forceAA="0" compatLnSpc="1">
            <a:noAutofit/>
          </a:bodyPr>
          <a:p>
            <a:pPr algn="just">
              <a:lnSpc>
                <a:spcPct val="150000"/>
              </a:lnSpc>
              <a:spcBef>
                <a:spcPct val="0"/>
              </a:spcBef>
              <a:spcAft>
                <a:spcPct val="0"/>
              </a:spcAft>
            </a:pPr>
            <a:r>
              <a:rPr lang="zh-CN" altLang="en-US" sz="2400" b="1" dirty="0">
                <a:ln>
                  <a:noFill/>
                  <a:prstDash val="sysDot"/>
                </a:ln>
                <a:solidFill>
                  <a:schemeClr val="tx1">
                    <a:lumMod val="85000"/>
                    <a:lumOff val="15000"/>
                  </a:schemeClr>
                </a:solidFill>
                <a:latin typeface="+mn-ea"/>
                <a:cs typeface="+mn-ea"/>
                <a:sym typeface="+mn-ea"/>
              </a:rPr>
              <a:t>根据宪法基本权利的具体规定</a:t>
            </a:r>
            <a:r>
              <a:rPr lang="en-US" altLang="zh-CN" sz="2400" b="1"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基本权利可分为平等权</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政治权利和自由</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宗教信仰自由</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人身自由</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批评、建议、申诉、控告、检举和取得赔偿权</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社会经济权利</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文化教育权利和自由</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有关婚姻、家庭、老人、妇女和儿童的权利</a:t>
            </a:r>
            <a:r>
              <a:rPr lang="en-US" altLang="zh-CN" sz="2400" dirty="0">
                <a:ln>
                  <a:noFill/>
                  <a:prstDash val="sysDot"/>
                </a:ln>
                <a:solidFill>
                  <a:schemeClr val="tx1">
                    <a:lumMod val="85000"/>
                    <a:lumOff val="15000"/>
                  </a:schemeClr>
                </a:solidFill>
                <a:latin typeface="+mn-ea"/>
                <a:cs typeface="+mn-ea"/>
                <a:sym typeface="+mn-ea"/>
              </a:rPr>
              <a:t>,</a:t>
            </a:r>
            <a:r>
              <a:rPr lang="zh-CN" altLang="en-US" sz="2400" dirty="0">
                <a:ln>
                  <a:noFill/>
                  <a:prstDash val="sysDot"/>
                </a:ln>
                <a:solidFill>
                  <a:schemeClr val="tx1">
                    <a:lumMod val="85000"/>
                    <a:lumOff val="15000"/>
                  </a:schemeClr>
                </a:solidFill>
                <a:latin typeface="+mn-ea"/>
                <a:cs typeface="+mn-ea"/>
                <a:sym typeface="+mn-ea"/>
              </a:rPr>
              <a:t>华侨、归侨和侨眷的权利</a:t>
            </a:r>
            <a:r>
              <a:rPr lang="zh-CN" altLang="en-US" sz="2400" b="1" dirty="0">
                <a:ln>
                  <a:noFill/>
                  <a:prstDash val="sysDot"/>
                </a:ln>
                <a:solidFill>
                  <a:schemeClr val="tx1">
                    <a:lumMod val="85000"/>
                    <a:lumOff val="15000"/>
                  </a:schemeClr>
                </a:solidFill>
                <a:latin typeface="+mn-ea"/>
                <a:cs typeface="+mn-ea"/>
                <a:sym typeface="+mn-ea"/>
              </a:rPr>
              <a:t>（特定主体）</a:t>
            </a:r>
            <a:r>
              <a:rPr lang="zh-CN" altLang="en-US" sz="2400" dirty="0">
                <a:ln>
                  <a:noFill/>
                  <a:prstDash val="sysDot"/>
                </a:ln>
                <a:solidFill>
                  <a:schemeClr val="tx1">
                    <a:lumMod val="85000"/>
                    <a:lumOff val="15000"/>
                  </a:schemeClr>
                </a:solidFill>
                <a:latin typeface="+mn-ea"/>
                <a:cs typeface="+mn-ea"/>
                <a:sym typeface="+mn-ea"/>
              </a:rPr>
              <a:t>。</a:t>
            </a:r>
            <a:endParaRPr lang="zh-CN" altLang="en-US" sz="2400" dirty="0">
              <a:ln>
                <a:noFill/>
                <a:prstDash val="sysDot"/>
              </a:ln>
              <a:solidFill>
                <a:schemeClr val="tx1">
                  <a:lumMod val="85000"/>
                  <a:lumOff val="15000"/>
                </a:schemeClr>
              </a:solidFill>
              <a:latin typeface="+mn-ea"/>
              <a:cs typeface="+mn-ea"/>
              <a:sym typeface="+mn-ea"/>
            </a:endParaRPr>
          </a:p>
        </p:txBody>
      </p:sp>
      <p:sp>
        <p:nvSpPr>
          <p:cNvPr id="6" name="椭圆 1"/>
          <p:cNvSpPr/>
          <p:nvPr>
            <p:custDataLst>
              <p:tags r:id="rId4"/>
            </p:custDataLst>
          </p:nvPr>
        </p:nvSpPr>
        <p:spPr>
          <a:xfrm>
            <a:off x="4438738" y="2391853"/>
            <a:ext cx="2939562" cy="293956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spcBef>
                <a:spcPct val="0"/>
              </a:spcBef>
              <a:spcAft>
                <a:spcPct val="0"/>
              </a:spcAft>
            </a:pPr>
            <a:r>
              <a:rPr lang="zh-CN" altLang="en-US" sz="2800" b="1">
                <a:solidFill>
                  <a:schemeClr val="lt1">
                    <a:lumMod val="100000"/>
                  </a:schemeClr>
                </a:solidFill>
                <a:latin typeface="+mn-ea"/>
                <a:cs typeface="+mn-ea"/>
                <a:sym typeface="+mn-ea"/>
              </a:rPr>
              <a:t>基本权利的法律分类</a:t>
            </a:r>
            <a:endParaRPr lang="zh-CN" altLang="en-US" sz="2800" b="1">
              <a:solidFill>
                <a:schemeClr val="lt1">
                  <a:lumMod val="100000"/>
                </a:schemeClr>
              </a:solidFill>
              <a:latin typeface="+mn-ea"/>
              <a:cs typeface="+mn-ea"/>
              <a:sym typeface="+mn-ea"/>
            </a:endParaRPr>
          </a:p>
        </p:txBody>
      </p:sp>
    </p:spTree>
    <p:custDataLst>
      <p:tags r:id="rId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9260" y="-635"/>
            <a:ext cx="7953375" cy="6858635"/>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92710" y="2657475"/>
            <a:ext cx="4145915" cy="1042035"/>
          </a:xfrm>
        </p:spPr>
        <p:txBody>
          <a:bodyPr>
            <a:noAutofit/>
          </a:bodyPr>
          <a:lstStyle/>
          <a:p>
            <a:br>
              <a:rPr lang="zh-CN" altLang="en-US">
                <a:solidFill>
                  <a:srgbClr val="FFFFFF"/>
                </a:solidFill>
              </a:rPr>
            </a:br>
            <a:br>
              <a:rPr lang="zh-CN" altLang="en-US">
                <a:solidFill>
                  <a:srgbClr val="FFFFFF"/>
                </a:solidFill>
              </a:rPr>
            </a:br>
            <a:br>
              <a:rPr lang="zh-CN" altLang="en-US">
                <a:solidFill>
                  <a:srgbClr val="FFFFFF"/>
                </a:solidFill>
              </a:rPr>
            </a:br>
            <a:br>
              <a:rPr lang="zh-CN" altLang="en-US">
                <a:solidFill>
                  <a:srgbClr val="FFFFFF"/>
                </a:solidFill>
              </a:rPr>
            </a:br>
            <a:br>
              <a:rPr lang="zh-CN" altLang="en-US">
                <a:solidFill>
                  <a:srgbClr val="FFFFFF"/>
                </a:solidFill>
              </a:rPr>
            </a:br>
            <a:br>
              <a:rPr lang="zh-CN" altLang="en-US">
                <a:solidFill>
                  <a:srgbClr val="FFFFFF"/>
                </a:solidFill>
              </a:rPr>
            </a:br>
            <a:r>
              <a:rPr lang="zh-CN" altLang="en-US" sz="2800">
                <a:solidFill>
                  <a:srgbClr val="FFFFFF"/>
                </a:solidFill>
              </a:rPr>
              <a:t>（三）基本权利的性质</a:t>
            </a:r>
            <a:endParaRPr lang="en-US" altLang="zh-CN" sz="2800">
              <a:solidFill>
                <a:srgbClr val="FFFFFF"/>
              </a:solidFill>
            </a:endParaRPr>
          </a:p>
        </p:txBody>
      </p:sp>
      <p:sp>
        <p:nvSpPr>
          <p:cNvPr id="9" name="文本框 8"/>
          <p:cNvSpPr txBox="1"/>
          <p:nvPr>
            <p:custDataLst>
              <p:tags r:id="rId4"/>
            </p:custDataLst>
          </p:nvPr>
        </p:nvSpPr>
        <p:spPr>
          <a:xfrm>
            <a:off x="4572000" y="577850"/>
            <a:ext cx="7295515" cy="5524500"/>
          </a:xfrm>
          <a:prstGeom prst="rect">
            <a:avLst/>
          </a:prstGeom>
          <a:noFill/>
        </p:spPr>
        <p:txBody>
          <a:bodyPr wrap="square" rtlCol="0" anchor="ctr" anchorCtr="0">
            <a:noAutofit/>
          </a:bodyPr>
          <a:lstStyle/>
          <a:p>
            <a:pPr marL="342900" indent="-342900" algn="just" fontAlgn="auto">
              <a:lnSpc>
                <a:spcPct val="150000"/>
              </a:lnSpc>
              <a:spcAft>
                <a:spcPts val="1200"/>
              </a:spcAft>
              <a:buClr>
                <a:srgbClr val="A6A6A6"/>
              </a:buClr>
              <a:buFont typeface="Wingdings" panose="05000000000000000000" charset="0"/>
              <a:buChar char="l"/>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基本权利既是</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固有权利</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（人类社会发展到一定阶段，人斗争而来），也是</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法定权利</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（宪法确认）。</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gn="just" fontAlgn="auto">
              <a:lnSpc>
                <a:spcPct val="150000"/>
              </a:lnSpc>
              <a:spcAft>
                <a:spcPts val="1200"/>
              </a:spcAft>
              <a:buClr>
                <a:srgbClr val="A6A6A6"/>
              </a:buClr>
              <a:buFont typeface="Wingdings" panose="05000000000000000000" charset="0"/>
              <a:buChar char="l"/>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2.</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不受侵犯</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（宪法性确认），但在特定条件下也受到限制和制约（国家或者民族的历史文化、地理环境、社会制度、经济水平以及人权观念等）。</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indent="-342900" algn="just" fontAlgn="auto">
              <a:lnSpc>
                <a:spcPct val="150000"/>
              </a:lnSpc>
              <a:spcAft>
                <a:spcPts val="1200"/>
              </a:spcAft>
              <a:buClr>
                <a:srgbClr val="A6A6A6"/>
              </a:buClr>
              <a:buFont typeface="Wingdings" panose="05000000000000000000" charset="0"/>
              <a:buChar char="l"/>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基本权利既有</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普遍性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（人固有，不受侵犯），又有</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特殊性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（国家或民族具体的历史条件差异，侧重不同）。</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提问：关于基本权利的说法，下列哪一选项是错误的？</a:t>
            </a:r>
            <a:endParaRPr lang="zh-CN" altLang="en-US"/>
          </a:p>
        </p:txBody>
      </p:sp>
      <p:sp>
        <p:nvSpPr>
          <p:cNvPr id="2" name="任意多边形: 形状 25"/>
          <p:cNvSpPr/>
          <p:nvPr>
            <p:custDataLst>
              <p:tags r:id="rId2"/>
            </p:custDataLst>
          </p:nvPr>
        </p:nvSpPr>
        <p:spPr>
          <a:xfrm flipH="1">
            <a:off x="1340379" y="1812825"/>
            <a:ext cx="2965346" cy="1890827"/>
          </a:xfrm>
          <a:prstGeom prst="roundRect">
            <a:avLst>
              <a:gd name="adj" fmla="val 2811"/>
            </a:avLst>
          </a:prstGeom>
          <a:solidFill>
            <a:schemeClr val="accent2">
              <a:lumMod val="60000"/>
              <a:lumOff val="40000"/>
              <a:alpha val="2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9" name="椭圆 6"/>
          <p:cNvSpPr/>
          <p:nvPr>
            <p:custDataLst>
              <p:tags r:id="rId3"/>
            </p:custDataLst>
          </p:nvPr>
        </p:nvSpPr>
        <p:spPr>
          <a:xfrm>
            <a:off x="5380603" y="4346418"/>
            <a:ext cx="1430723" cy="1430723"/>
          </a:xfrm>
          <a:prstGeom prst="ellipse">
            <a:avLst/>
          </a:prstGeom>
          <a:noFill/>
          <a:ln w="50800">
            <a:solidFill>
              <a:schemeClr val="accent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10" name="任意多边形: 形状 14"/>
          <p:cNvSpPr/>
          <p:nvPr>
            <p:custDataLst>
              <p:tags r:id="rId4"/>
            </p:custDataLst>
          </p:nvPr>
        </p:nvSpPr>
        <p:spPr>
          <a:xfrm>
            <a:off x="6604741" y="2090895"/>
            <a:ext cx="3111574" cy="1890827"/>
          </a:xfrm>
          <a:prstGeom prst="roundRect">
            <a:avLst>
              <a:gd name="adj" fmla="val 2224"/>
            </a:avLst>
          </a:prstGeom>
          <a:solidFill>
            <a:schemeClr val="accent3">
              <a:lumMod val="60000"/>
              <a:lumOff val="40000"/>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pic>
        <p:nvPicPr>
          <p:cNvPr id="11" name="图片 7" descr="343439383331313b343532303032333bc6f3d2b5bcf2bde9"/>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5773692" y="4739507"/>
            <a:ext cx="644914" cy="644914"/>
          </a:xfrm>
          <a:prstGeom prst="rect">
            <a:avLst/>
          </a:prstGeom>
        </p:spPr>
      </p:pic>
      <p:sp>
        <p:nvSpPr>
          <p:cNvPr id="12" name="图形 2"/>
          <p:cNvSpPr/>
          <p:nvPr>
            <p:custDataLst>
              <p:tags r:id="rId8"/>
            </p:custDataLst>
          </p:nvPr>
        </p:nvSpPr>
        <p:spPr>
          <a:xfrm>
            <a:off x="2137301" y="2018850"/>
            <a:ext cx="3243302" cy="2175262"/>
          </a:xfrm>
          <a:custGeom>
            <a:avLst/>
            <a:gdLst>
              <a:gd name="connsiteX0" fmla="*/ 2431447 w 2472023"/>
              <a:gd name="connsiteY0" fmla="*/ 0 h 1658083"/>
              <a:gd name="connsiteX1" fmla="*/ 40481 w 2472023"/>
              <a:gd name="connsiteY1" fmla="*/ 0 h 1658083"/>
              <a:gd name="connsiteX2" fmla="*/ 0 w 2472023"/>
              <a:gd name="connsiteY2" fmla="*/ 40481 h 1658083"/>
              <a:gd name="connsiteX3" fmla="*/ 0 w 2472023"/>
              <a:gd name="connsiteY3" fmla="*/ 1357313 h 1658083"/>
              <a:gd name="connsiteX4" fmla="*/ 40481 w 2472023"/>
              <a:gd name="connsiteY4" fmla="*/ 1397794 h 1658083"/>
              <a:gd name="connsiteX5" fmla="*/ 1861757 w 2472023"/>
              <a:gd name="connsiteY5" fmla="*/ 1397794 h 1658083"/>
              <a:gd name="connsiteX6" fmla="*/ 1920621 w 2472023"/>
              <a:gd name="connsiteY6" fmla="*/ 1414367 h 1658083"/>
              <a:gd name="connsiteX7" fmla="*/ 2315051 w 2472023"/>
              <a:gd name="connsiteY7" fmla="*/ 1656302 h 1658083"/>
              <a:gd name="connsiteX8" fmla="*/ 2332006 w 2472023"/>
              <a:gd name="connsiteY8" fmla="*/ 1642015 h 1658083"/>
              <a:gd name="connsiteX9" fmla="*/ 2239328 w 2472023"/>
              <a:gd name="connsiteY9" fmla="*/ 1412177 h 1658083"/>
              <a:gd name="connsiteX10" fmla="*/ 2249043 w 2472023"/>
              <a:gd name="connsiteY10" fmla="*/ 1397794 h 1658083"/>
              <a:gd name="connsiteX11" fmla="*/ 2431542 w 2472023"/>
              <a:gd name="connsiteY11" fmla="*/ 1397794 h 1658083"/>
              <a:gd name="connsiteX12" fmla="*/ 2472023 w 2472023"/>
              <a:gd name="connsiteY12" fmla="*/ 1357313 h 1658083"/>
              <a:gd name="connsiteX13" fmla="*/ 2472023 w 2472023"/>
              <a:gd name="connsiteY13" fmla="*/ 40481 h 1658083"/>
              <a:gd name="connsiteX14" fmla="*/ 2431447 w 2472023"/>
              <a:gd name="connsiteY14" fmla="*/ 0 h 1658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72023" h="1658083">
                <a:moveTo>
                  <a:pt x="2431447" y="0"/>
                </a:moveTo>
                <a:lnTo>
                  <a:pt x="40481" y="0"/>
                </a:lnTo>
                <a:cubicBezTo>
                  <a:pt x="18097" y="0"/>
                  <a:pt x="0" y="18097"/>
                  <a:pt x="0" y="40481"/>
                </a:cubicBezTo>
                <a:lnTo>
                  <a:pt x="0" y="1357313"/>
                </a:lnTo>
                <a:cubicBezTo>
                  <a:pt x="0" y="1379696"/>
                  <a:pt x="18097" y="1397794"/>
                  <a:pt x="40481" y="1397794"/>
                </a:cubicBezTo>
                <a:lnTo>
                  <a:pt x="1861757" y="1397794"/>
                </a:lnTo>
                <a:cubicBezTo>
                  <a:pt x="1882521" y="1397794"/>
                  <a:pt x="1902904" y="1403509"/>
                  <a:pt x="1920621" y="1414367"/>
                </a:cubicBezTo>
                <a:lnTo>
                  <a:pt x="2315051" y="1656302"/>
                </a:lnTo>
                <a:cubicBezTo>
                  <a:pt x="2324671" y="1662208"/>
                  <a:pt x="2336197" y="1652397"/>
                  <a:pt x="2332006" y="1642015"/>
                </a:cubicBezTo>
                <a:lnTo>
                  <a:pt x="2239328" y="1412177"/>
                </a:lnTo>
                <a:cubicBezTo>
                  <a:pt x="2236565" y="1405319"/>
                  <a:pt x="2241613" y="1397794"/>
                  <a:pt x="2249043" y="1397794"/>
                </a:cubicBezTo>
                <a:lnTo>
                  <a:pt x="2431542" y="1397794"/>
                </a:lnTo>
                <a:cubicBezTo>
                  <a:pt x="2453926" y="1397794"/>
                  <a:pt x="2472023" y="1379696"/>
                  <a:pt x="2472023" y="1357313"/>
                </a:cubicBezTo>
                <a:lnTo>
                  <a:pt x="2472023" y="40481"/>
                </a:lnTo>
                <a:cubicBezTo>
                  <a:pt x="2471833" y="18097"/>
                  <a:pt x="2453735" y="0"/>
                  <a:pt x="243144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0" rIns="179705" bIns="396240" numCol="1" spcCol="0" rtlCol="0" fromWordArt="0" anchor="ctr" anchorCtr="0" forceAA="0" compatLnSpc="1">
            <a:noAutofit/>
          </a:bodyPr>
          <a:p>
            <a:pPr lvl="0" algn="ctr">
              <a:lnSpc>
                <a:spcPct val="130000"/>
              </a:lnSpc>
              <a:buClrTx/>
              <a:buSzTx/>
              <a:buFontTx/>
            </a:pPr>
            <a:r>
              <a:rPr lang="en-US" altLang="en-US" sz="2400" kern="0" dirty="0">
                <a:ln>
                  <a:noFill/>
                  <a:prstDash val="sysDot"/>
                </a:ln>
                <a:solidFill>
                  <a:srgbClr val="FFFFFF"/>
                </a:solidFill>
                <a:latin typeface="+mn-ea"/>
                <a:cs typeface="+mn-ea"/>
                <a:sym typeface="+mn-ea"/>
              </a:rPr>
              <a:t>B. </a:t>
            </a:r>
            <a:r>
              <a:rPr lang="zh-CN" altLang="en-US" sz="2400" kern="0" dirty="0">
                <a:ln>
                  <a:noFill/>
                  <a:prstDash val="sysDot"/>
                </a:ln>
                <a:solidFill>
                  <a:srgbClr val="FFFFFF"/>
                </a:solidFill>
                <a:latin typeface="+mn-ea"/>
                <a:cs typeface="+mn-ea"/>
                <a:sym typeface="+mn-ea"/>
              </a:rPr>
              <a:t>根据公民相对于国家地位的差异，基本权利可分为自由权、受益权和参政权。</a:t>
            </a:r>
            <a:endParaRPr lang="zh-CN" altLang="en-US" sz="2400" kern="0" dirty="0">
              <a:ln>
                <a:noFill/>
                <a:prstDash val="sysDot"/>
              </a:ln>
              <a:solidFill>
                <a:srgbClr val="FFFFFF"/>
              </a:solidFill>
              <a:latin typeface="+mn-ea"/>
              <a:cs typeface="+mn-ea"/>
              <a:sym typeface="+mn-ea"/>
            </a:endParaRPr>
          </a:p>
        </p:txBody>
      </p:sp>
      <p:sp>
        <p:nvSpPr>
          <p:cNvPr id="19" name="图形 2"/>
          <p:cNvSpPr/>
          <p:nvPr>
            <p:custDataLst>
              <p:tags r:id="rId9"/>
            </p:custDataLst>
          </p:nvPr>
        </p:nvSpPr>
        <p:spPr>
          <a:xfrm flipH="1">
            <a:off x="6951064" y="2336102"/>
            <a:ext cx="3712860" cy="1977459"/>
          </a:xfrm>
          <a:custGeom>
            <a:avLst/>
            <a:gdLst>
              <a:gd name="connsiteX0" fmla="*/ 2431447 w 2472023"/>
              <a:gd name="connsiteY0" fmla="*/ 0 h 1658083"/>
              <a:gd name="connsiteX1" fmla="*/ 40481 w 2472023"/>
              <a:gd name="connsiteY1" fmla="*/ 0 h 1658083"/>
              <a:gd name="connsiteX2" fmla="*/ 0 w 2472023"/>
              <a:gd name="connsiteY2" fmla="*/ 40481 h 1658083"/>
              <a:gd name="connsiteX3" fmla="*/ 0 w 2472023"/>
              <a:gd name="connsiteY3" fmla="*/ 1357313 h 1658083"/>
              <a:gd name="connsiteX4" fmla="*/ 40481 w 2472023"/>
              <a:gd name="connsiteY4" fmla="*/ 1397794 h 1658083"/>
              <a:gd name="connsiteX5" fmla="*/ 1861757 w 2472023"/>
              <a:gd name="connsiteY5" fmla="*/ 1397794 h 1658083"/>
              <a:gd name="connsiteX6" fmla="*/ 1920621 w 2472023"/>
              <a:gd name="connsiteY6" fmla="*/ 1414367 h 1658083"/>
              <a:gd name="connsiteX7" fmla="*/ 2315051 w 2472023"/>
              <a:gd name="connsiteY7" fmla="*/ 1656302 h 1658083"/>
              <a:gd name="connsiteX8" fmla="*/ 2332006 w 2472023"/>
              <a:gd name="connsiteY8" fmla="*/ 1642015 h 1658083"/>
              <a:gd name="connsiteX9" fmla="*/ 2239328 w 2472023"/>
              <a:gd name="connsiteY9" fmla="*/ 1412177 h 1658083"/>
              <a:gd name="connsiteX10" fmla="*/ 2249043 w 2472023"/>
              <a:gd name="connsiteY10" fmla="*/ 1397794 h 1658083"/>
              <a:gd name="connsiteX11" fmla="*/ 2431542 w 2472023"/>
              <a:gd name="connsiteY11" fmla="*/ 1397794 h 1658083"/>
              <a:gd name="connsiteX12" fmla="*/ 2472023 w 2472023"/>
              <a:gd name="connsiteY12" fmla="*/ 1357313 h 1658083"/>
              <a:gd name="connsiteX13" fmla="*/ 2472023 w 2472023"/>
              <a:gd name="connsiteY13" fmla="*/ 40481 h 1658083"/>
              <a:gd name="connsiteX14" fmla="*/ 2431447 w 2472023"/>
              <a:gd name="connsiteY14" fmla="*/ 0 h 1658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75" h="3129">
                <a:moveTo>
                  <a:pt x="84" y="0"/>
                </a:moveTo>
                <a:lnTo>
                  <a:pt x="827" y="0"/>
                </a:lnTo>
                <a:lnTo>
                  <a:pt x="3294" y="0"/>
                </a:lnTo>
                <a:lnTo>
                  <a:pt x="5791" y="0"/>
                </a:lnTo>
                <a:cubicBezTo>
                  <a:pt x="5837" y="0"/>
                  <a:pt x="5875" y="38"/>
                  <a:pt x="5875" y="84"/>
                </a:cubicBezTo>
                <a:lnTo>
                  <a:pt x="5875" y="260"/>
                </a:lnTo>
                <a:lnTo>
                  <a:pt x="5875" y="717"/>
                </a:lnTo>
                <a:lnTo>
                  <a:pt x="5875" y="2505"/>
                </a:lnTo>
                <a:cubicBezTo>
                  <a:pt x="5875" y="2551"/>
                  <a:pt x="5837" y="2589"/>
                  <a:pt x="5791" y="2589"/>
                </a:cubicBezTo>
                <a:lnTo>
                  <a:pt x="5412" y="2589"/>
                </a:lnTo>
                <a:cubicBezTo>
                  <a:pt x="5397" y="2589"/>
                  <a:pt x="5386" y="2604"/>
                  <a:pt x="5392" y="2619"/>
                </a:cubicBezTo>
                <a:lnTo>
                  <a:pt x="5584" y="3096"/>
                </a:lnTo>
                <a:cubicBezTo>
                  <a:pt x="5593" y="3117"/>
                  <a:pt x="5569" y="3138"/>
                  <a:pt x="5549" y="3125"/>
                </a:cubicBezTo>
                <a:lnTo>
                  <a:pt x="4730" y="2623"/>
                </a:lnTo>
                <a:cubicBezTo>
                  <a:pt x="4693" y="2601"/>
                  <a:pt x="4651" y="2589"/>
                  <a:pt x="4608" y="2589"/>
                </a:cubicBezTo>
                <a:lnTo>
                  <a:pt x="3294" y="2589"/>
                </a:lnTo>
                <a:lnTo>
                  <a:pt x="827" y="2589"/>
                </a:lnTo>
                <a:lnTo>
                  <a:pt x="84" y="2589"/>
                </a:lnTo>
                <a:cubicBezTo>
                  <a:pt x="38" y="2589"/>
                  <a:pt x="0" y="2551"/>
                  <a:pt x="0" y="2505"/>
                </a:cubicBezTo>
                <a:lnTo>
                  <a:pt x="0" y="717"/>
                </a:lnTo>
                <a:lnTo>
                  <a:pt x="0" y="260"/>
                </a:lnTo>
                <a:lnTo>
                  <a:pt x="0" y="84"/>
                </a:lnTo>
                <a:cubicBezTo>
                  <a:pt x="0" y="38"/>
                  <a:pt x="38" y="0"/>
                  <a:pt x="84"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79705" tIns="0" rIns="179705" bIns="396240" numCol="1" spcCol="0" rtlCol="0" fromWordArt="0" anchor="ctr" anchorCtr="0" forceAA="0" compatLnSpc="1">
            <a:noAutofit/>
          </a:bodyPr>
          <a:p>
            <a:pPr lvl="0" algn="ctr">
              <a:lnSpc>
                <a:spcPct val="130000"/>
              </a:lnSpc>
              <a:buClrTx/>
              <a:buSzTx/>
              <a:buFontTx/>
            </a:pPr>
            <a:r>
              <a:rPr lang="en-US" altLang="en-US" sz="2400" kern="0" dirty="0">
                <a:ln>
                  <a:noFill/>
                  <a:prstDash val="sysDot"/>
                </a:ln>
                <a:solidFill>
                  <a:srgbClr val="FFFFFF"/>
                </a:solidFill>
                <a:latin typeface="+mn-ea"/>
                <a:cs typeface="+mn-ea"/>
                <a:sym typeface="+mn-ea"/>
              </a:rPr>
              <a:t>C. </a:t>
            </a:r>
            <a:r>
              <a:rPr lang="zh-CN" altLang="en-US" sz="2400" kern="0" dirty="0">
                <a:ln>
                  <a:noFill/>
                  <a:prstDash val="sysDot"/>
                </a:ln>
                <a:solidFill>
                  <a:srgbClr val="FFFFFF"/>
                </a:solidFill>
                <a:latin typeface="+mn-ea"/>
                <a:cs typeface="+mn-ea"/>
                <a:sym typeface="+mn-ea"/>
              </a:rPr>
              <a:t>基本权利只是法定权利，不具有固有性。</a:t>
            </a:r>
            <a:endParaRPr lang="zh-CN" altLang="en-US" sz="2400" kern="0" dirty="0">
              <a:ln>
                <a:noFill/>
                <a:prstDash val="sysDot"/>
              </a:ln>
              <a:solidFill>
                <a:srgbClr val="FFFFFF"/>
              </a:solidFill>
              <a:latin typeface="+mn-ea"/>
              <a:cs typeface="+mn-ea"/>
              <a:sym typeface="+mn-ea"/>
            </a:endParaRPr>
          </a:p>
        </p:txBody>
      </p:sp>
      <p:sp>
        <p:nvSpPr>
          <p:cNvPr id="25" name="图形 6"/>
          <p:cNvSpPr/>
          <p:nvPr>
            <p:custDataLst>
              <p:tags r:id="rId10"/>
            </p:custDataLst>
          </p:nvPr>
        </p:nvSpPr>
        <p:spPr>
          <a:xfrm>
            <a:off x="1185545" y="4194112"/>
            <a:ext cx="3606056" cy="1591948"/>
          </a:xfrm>
          <a:custGeom>
            <a:avLst/>
            <a:gdLst>
              <a:gd name="connsiteX0" fmla="*/ 2749988 w 2757854"/>
              <a:gd name="connsiteY0" fmla="*/ 759577 h 1217390"/>
              <a:gd name="connsiteX1" fmla="*/ 2536533 w 2757854"/>
              <a:gd name="connsiteY1" fmla="*/ 664327 h 1217390"/>
              <a:gd name="connsiteX2" fmla="*/ 2516245 w 2757854"/>
              <a:gd name="connsiteY2" fmla="*/ 633180 h 1217390"/>
              <a:gd name="connsiteX3" fmla="*/ 2516245 w 2757854"/>
              <a:gd name="connsiteY3" fmla="*/ 53298 h 1217390"/>
              <a:gd name="connsiteX4" fmla="*/ 2462905 w 2757854"/>
              <a:gd name="connsiteY4" fmla="*/ -42 h 1217390"/>
              <a:gd name="connsiteX5" fmla="*/ 53080 w 2757854"/>
              <a:gd name="connsiteY5" fmla="*/ -42 h 1217390"/>
              <a:gd name="connsiteX6" fmla="*/ -165 w 2757854"/>
              <a:gd name="connsiteY6" fmla="*/ 53298 h 1217390"/>
              <a:gd name="connsiteX7" fmla="*/ -165 w 2757854"/>
              <a:gd name="connsiteY7" fmla="*/ 1164009 h 1217390"/>
              <a:gd name="connsiteX8" fmla="*/ 53080 w 2757854"/>
              <a:gd name="connsiteY8" fmla="*/ 1217349 h 1217390"/>
              <a:gd name="connsiteX9" fmla="*/ 2462905 w 2757854"/>
              <a:gd name="connsiteY9" fmla="*/ 1217349 h 1217390"/>
              <a:gd name="connsiteX10" fmla="*/ 2516245 w 2757854"/>
              <a:gd name="connsiteY10" fmla="*/ 1164009 h 1217390"/>
              <a:gd name="connsiteX11" fmla="*/ 2516245 w 2757854"/>
              <a:gd name="connsiteY11" fmla="*/ 908929 h 1217390"/>
              <a:gd name="connsiteX12" fmla="*/ 2536533 w 2757854"/>
              <a:gd name="connsiteY12" fmla="*/ 877782 h 1217390"/>
              <a:gd name="connsiteX13" fmla="*/ 2749988 w 2757854"/>
              <a:gd name="connsiteY13" fmla="*/ 783008 h 1217390"/>
              <a:gd name="connsiteX14" fmla="*/ 2756637 w 2757854"/>
              <a:gd name="connsiteY14" fmla="*/ 766225 h 1217390"/>
              <a:gd name="connsiteX15" fmla="*/ 2749988 w 2757854"/>
              <a:gd name="connsiteY15" fmla="*/ 759577 h 1217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57854" h="1217390">
                <a:moveTo>
                  <a:pt x="2749988" y="759577"/>
                </a:moveTo>
                <a:lnTo>
                  <a:pt x="2536533" y="664327"/>
                </a:lnTo>
                <a:cubicBezTo>
                  <a:pt x="2524189" y="658888"/>
                  <a:pt x="2516235" y="646668"/>
                  <a:pt x="2516245" y="633180"/>
                </a:cubicBezTo>
                <a:lnTo>
                  <a:pt x="2516245" y="53298"/>
                </a:lnTo>
                <a:cubicBezTo>
                  <a:pt x="2516245" y="23839"/>
                  <a:pt x="2492366" y="-42"/>
                  <a:pt x="2462905" y="-42"/>
                </a:cubicBezTo>
                <a:lnTo>
                  <a:pt x="53080" y="-42"/>
                </a:lnTo>
                <a:cubicBezTo>
                  <a:pt x="23657" y="11"/>
                  <a:pt x="-165" y="23876"/>
                  <a:pt x="-165" y="53298"/>
                </a:cubicBezTo>
                <a:lnTo>
                  <a:pt x="-165" y="1164009"/>
                </a:lnTo>
                <a:cubicBezTo>
                  <a:pt x="-165" y="1193431"/>
                  <a:pt x="23657" y="1217291"/>
                  <a:pt x="53080" y="1217349"/>
                </a:cubicBezTo>
                <a:lnTo>
                  <a:pt x="2462905" y="1217349"/>
                </a:lnTo>
                <a:cubicBezTo>
                  <a:pt x="2492366" y="1217349"/>
                  <a:pt x="2516245" y="1193469"/>
                  <a:pt x="2516245" y="1164009"/>
                </a:cubicBezTo>
                <a:lnTo>
                  <a:pt x="2516245" y="908929"/>
                </a:lnTo>
                <a:cubicBezTo>
                  <a:pt x="2516235" y="895442"/>
                  <a:pt x="2524189" y="883221"/>
                  <a:pt x="2536533" y="877782"/>
                </a:cubicBezTo>
                <a:lnTo>
                  <a:pt x="2749988" y="783008"/>
                </a:lnTo>
                <a:cubicBezTo>
                  <a:pt x="2756456" y="780208"/>
                  <a:pt x="2759437" y="772702"/>
                  <a:pt x="2756637" y="766225"/>
                </a:cubicBezTo>
                <a:cubicBezTo>
                  <a:pt x="2755351" y="763244"/>
                  <a:pt x="2752970" y="760863"/>
                  <a:pt x="2749988" y="759577"/>
                </a:cubicBezTo>
                <a:close/>
              </a:path>
            </a:pathLst>
          </a:custGeom>
          <a:solidFill>
            <a:schemeClr val="accent1"/>
          </a:solidFill>
          <a:ln w="15875">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144145" tIns="46990" rIns="504190" bIns="45720" numCol="1" spcCol="0" rtlCol="0" fromWordArt="0" anchor="ctr" anchorCtr="0" forceAA="0" compatLnSpc="1">
            <a:noAutofit/>
          </a:bodyPr>
          <a:p>
            <a:pPr lvl="0" algn="ctr">
              <a:lnSpc>
                <a:spcPct val="130000"/>
              </a:lnSpc>
              <a:buClrTx/>
              <a:buSzTx/>
              <a:buFontTx/>
            </a:pPr>
            <a:r>
              <a:rPr lang="en-US" altLang="zh-CN" sz="2400" kern="0" dirty="0">
                <a:ln>
                  <a:noFill/>
                  <a:prstDash val="sysDot"/>
                </a:ln>
                <a:solidFill>
                  <a:srgbClr val="FFFFFF"/>
                </a:solidFill>
                <a:latin typeface="+mn-ea"/>
                <a:cs typeface="+mn-ea"/>
                <a:sym typeface="+mn-ea"/>
              </a:rPr>
              <a:t>A. </a:t>
            </a:r>
            <a:r>
              <a:rPr lang="zh-CN" altLang="en-US" sz="2400" kern="0" dirty="0">
                <a:ln>
                  <a:noFill/>
                  <a:prstDash val="sysDot"/>
                </a:ln>
                <a:solidFill>
                  <a:srgbClr val="FFFFFF"/>
                </a:solidFill>
                <a:latin typeface="+mn-ea"/>
                <a:cs typeface="+mn-ea"/>
                <a:sym typeface="+mn-ea"/>
              </a:rPr>
              <a:t>基本权利是由宪法确认和保障的、人作为人必不可少的权利。</a:t>
            </a:r>
            <a:endParaRPr lang="zh-CN" altLang="en-US" sz="2400" kern="0" dirty="0">
              <a:ln>
                <a:noFill/>
                <a:prstDash val="sysDot"/>
              </a:ln>
              <a:solidFill>
                <a:srgbClr val="FFFFFF"/>
              </a:solidFill>
              <a:latin typeface="+mn-ea"/>
              <a:cs typeface="+mn-ea"/>
              <a:sym typeface="+mn-ea"/>
            </a:endParaRPr>
          </a:p>
        </p:txBody>
      </p:sp>
      <p:sp>
        <p:nvSpPr>
          <p:cNvPr id="34" name="图形 6"/>
          <p:cNvSpPr/>
          <p:nvPr>
            <p:custDataLst>
              <p:tags r:id="rId11"/>
            </p:custDataLst>
          </p:nvPr>
        </p:nvSpPr>
        <p:spPr>
          <a:xfrm flipH="1">
            <a:off x="7204486" y="4346418"/>
            <a:ext cx="3802600" cy="1430795"/>
          </a:xfrm>
          <a:custGeom>
            <a:avLst/>
            <a:gdLst>
              <a:gd name="connsiteX0" fmla="*/ 2749988 w 2757854"/>
              <a:gd name="connsiteY0" fmla="*/ 759577 h 1217390"/>
              <a:gd name="connsiteX1" fmla="*/ 2536533 w 2757854"/>
              <a:gd name="connsiteY1" fmla="*/ 664327 h 1217390"/>
              <a:gd name="connsiteX2" fmla="*/ 2516245 w 2757854"/>
              <a:gd name="connsiteY2" fmla="*/ 633180 h 1217390"/>
              <a:gd name="connsiteX3" fmla="*/ 2516245 w 2757854"/>
              <a:gd name="connsiteY3" fmla="*/ 53298 h 1217390"/>
              <a:gd name="connsiteX4" fmla="*/ 2462905 w 2757854"/>
              <a:gd name="connsiteY4" fmla="*/ -42 h 1217390"/>
              <a:gd name="connsiteX5" fmla="*/ 53080 w 2757854"/>
              <a:gd name="connsiteY5" fmla="*/ -42 h 1217390"/>
              <a:gd name="connsiteX6" fmla="*/ -165 w 2757854"/>
              <a:gd name="connsiteY6" fmla="*/ 53298 h 1217390"/>
              <a:gd name="connsiteX7" fmla="*/ -165 w 2757854"/>
              <a:gd name="connsiteY7" fmla="*/ 1164009 h 1217390"/>
              <a:gd name="connsiteX8" fmla="*/ 53080 w 2757854"/>
              <a:gd name="connsiteY8" fmla="*/ 1217349 h 1217390"/>
              <a:gd name="connsiteX9" fmla="*/ 2462905 w 2757854"/>
              <a:gd name="connsiteY9" fmla="*/ 1217349 h 1217390"/>
              <a:gd name="connsiteX10" fmla="*/ 2516245 w 2757854"/>
              <a:gd name="connsiteY10" fmla="*/ 1164009 h 1217390"/>
              <a:gd name="connsiteX11" fmla="*/ 2516245 w 2757854"/>
              <a:gd name="connsiteY11" fmla="*/ 908929 h 1217390"/>
              <a:gd name="connsiteX12" fmla="*/ 2536533 w 2757854"/>
              <a:gd name="connsiteY12" fmla="*/ 877782 h 1217390"/>
              <a:gd name="connsiteX13" fmla="*/ 2749988 w 2757854"/>
              <a:gd name="connsiteY13" fmla="*/ 783008 h 1217390"/>
              <a:gd name="connsiteX14" fmla="*/ 2756637 w 2757854"/>
              <a:gd name="connsiteY14" fmla="*/ 766225 h 1217390"/>
              <a:gd name="connsiteX15" fmla="*/ 2749988 w 2757854"/>
              <a:gd name="connsiteY15" fmla="*/ 759577 h 1217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17" h="2264">
                <a:moveTo>
                  <a:pt x="421" y="0"/>
                </a:moveTo>
                <a:lnTo>
                  <a:pt x="5407" y="0"/>
                </a:lnTo>
                <a:cubicBezTo>
                  <a:pt x="5468" y="0"/>
                  <a:pt x="5517" y="49"/>
                  <a:pt x="5517" y="110"/>
                </a:cubicBezTo>
                <a:lnTo>
                  <a:pt x="5517" y="206"/>
                </a:lnTo>
                <a:lnTo>
                  <a:pt x="5517" y="461"/>
                </a:lnTo>
                <a:lnTo>
                  <a:pt x="5517" y="1055"/>
                </a:lnTo>
                <a:cubicBezTo>
                  <a:pt x="5517" y="1083"/>
                  <a:pt x="5534" y="1108"/>
                  <a:pt x="5559" y="1120"/>
                </a:cubicBezTo>
                <a:lnTo>
                  <a:pt x="6001" y="1317"/>
                </a:lnTo>
                <a:cubicBezTo>
                  <a:pt x="6007" y="1319"/>
                  <a:pt x="6012" y="1324"/>
                  <a:pt x="6015" y="1331"/>
                </a:cubicBezTo>
                <a:cubicBezTo>
                  <a:pt x="6021" y="1344"/>
                  <a:pt x="6014" y="1359"/>
                  <a:pt x="6001" y="1365"/>
                </a:cubicBezTo>
                <a:lnTo>
                  <a:pt x="5559" y="1561"/>
                </a:lnTo>
                <a:cubicBezTo>
                  <a:pt x="5534" y="1573"/>
                  <a:pt x="5517" y="1598"/>
                  <a:pt x="5517" y="1626"/>
                </a:cubicBezTo>
                <a:lnTo>
                  <a:pt x="5517" y="2154"/>
                </a:lnTo>
                <a:cubicBezTo>
                  <a:pt x="5517" y="2215"/>
                  <a:pt x="5468" y="2264"/>
                  <a:pt x="5407" y="2264"/>
                </a:cubicBezTo>
                <a:lnTo>
                  <a:pt x="421" y="2264"/>
                </a:lnTo>
                <a:lnTo>
                  <a:pt x="421" y="2264"/>
                </a:lnTo>
                <a:lnTo>
                  <a:pt x="110" y="2264"/>
                </a:lnTo>
                <a:cubicBezTo>
                  <a:pt x="49" y="2264"/>
                  <a:pt x="0" y="2215"/>
                  <a:pt x="0" y="2154"/>
                </a:cubicBezTo>
                <a:lnTo>
                  <a:pt x="0" y="461"/>
                </a:lnTo>
                <a:lnTo>
                  <a:pt x="0" y="206"/>
                </a:lnTo>
                <a:lnTo>
                  <a:pt x="0" y="110"/>
                </a:lnTo>
                <a:cubicBezTo>
                  <a:pt x="0" y="49"/>
                  <a:pt x="49" y="0"/>
                  <a:pt x="110" y="0"/>
                </a:cubicBezTo>
                <a:lnTo>
                  <a:pt x="421" y="0"/>
                </a:lnTo>
                <a:lnTo>
                  <a:pt x="42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540000" tIns="46990" rIns="215900" bIns="45720" numCol="1" spcCol="0" rtlCol="0" fromWordArt="0" anchor="ctr" anchorCtr="0" forceAA="0" compatLnSpc="1">
            <a:noAutofit/>
          </a:bodyPr>
          <a:p>
            <a:pPr indent="0" algn="ctr" fontAlgn="auto">
              <a:lnSpc>
                <a:spcPct val="130000"/>
              </a:lnSpc>
            </a:pPr>
            <a:r>
              <a:rPr lang="en-US" altLang="en-US" sz="2400" kern="0" dirty="0">
                <a:ln>
                  <a:noFill/>
                  <a:prstDash val="sysDot"/>
                </a:ln>
                <a:solidFill>
                  <a:srgbClr val="FFFFFF"/>
                </a:solidFill>
                <a:latin typeface="+mn-ea"/>
                <a:cs typeface="+mn-ea"/>
                <a:sym typeface="+mn-ea"/>
              </a:rPr>
              <a:t>D. </a:t>
            </a:r>
            <a:r>
              <a:rPr lang="zh-CN" altLang="en-US" sz="2400" kern="0" dirty="0">
                <a:ln>
                  <a:noFill/>
                  <a:prstDash val="sysDot"/>
                </a:ln>
                <a:solidFill>
                  <a:srgbClr val="FFFFFF"/>
                </a:solidFill>
                <a:latin typeface="+mn-ea"/>
                <a:cs typeface="+mn-ea"/>
                <a:sym typeface="+mn-ea"/>
              </a:rPr>
              <a:t>基本权利在特定条件下会受到限制和制约。</a:t>
            </a:r>
            <a:endParaRPr lang="zh-CN" altLang="en-US" sz="2400" kern="0" dirty="0">
              <a:ln>
                <a:noFill/>
                <a:prstDash val="sysDot"/>
              </a:ln>
              <a:solidFill>
                <a:srgbClr val="FFFFFF"/>
              </a:solidFill>
              <a:latin typeface="+mn-ea"/>
              <a:cs typeface="+mn-ea"/>
              <a:sym typeface="+mn-ea"/>
            </a:endParaRPr>
          </a:p>
        </p:txBody>
      </p:sp>
    </p:spTree>
    <p:custDataLst>
      <p:tags r:id="rId1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32130" y="2296160"/>
            <a:ext cx="2563495" cy="1626235"/>
          </a:xfrm>
        </p:spPr>
        <p:txBody>
          <a:bodyPr anchor="b" anchorCtr="0"/>
          <a:lstStyle/>
          <a:p>
            <a:pPr algn="ctr"/>
            <a:r>
              <a:rPr lang="zh-CN" altLang="en-US"/>
              <a:t>答案提示</a:t>
            </a:r>
            <a:endParaRPr lang="zh-CN" altLang="en-US"/>
          </a:p>
        </p:txBody>
      </p:sp>
      <p:sp>
        <p:nvSpPr>
          <p:cNvPr id="3" name="矩形 2"/>
          <p:cNvSpPr/>
          <p:nvPr>
            <p:custDataLst>
              <p:tags r:id="rId2"/>
            </p:custDataLst>
          </p:nvPr>
        </p:nvSpPr>
        <p:spPr>
          <a:xfrm>
            <a:off x="7543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804670" y="945198"/>
            <a:ext cx="8893175" cy="496760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5" name="文本框 4"/>
          <p:cNvSpPr txBox="1"/>
          <p:nvPr>
            <p:custDataLst>
              <p:tags r:id="rId4"/>
            </p:custDataLst>
          </p:nvPr>
        </p:nvSpPr>
        <p:spPr>
          <a:xfrm>
            <a:off x="3392170" y="1731010"/>
            <a:ext cx="6749415" cy="3397250"/>
          </a:xfrm>
          <a:prstGeom prst="rect">
            <a:avLst/>
          </a:prstGeom>
          <a:noFill/>
        </p:spPr>
        <p:txBody>
          <a:bodyPr wrap="square" rtlCol="0" anchor="ctr" anchorCtr="0">
            <a:noAutofit/>
          </a:bodyPr>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C</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选项错误。</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此选项的表述</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基本权利只是法定权利，不具有固有性</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是本选项的核心错误。固有性是基本权利的基石属性之一。将基本权利仅仅视为法定权利，是对其本质的严重误解，否定了其作为人权的道德基础。</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4349750" y="5191760"/>
            <a:ext cx="7008495" cy="1229995"/>
          </a:xfrm>
          <a:effectLst/>
        </p:spPr>
        <p:txBody>
          <a:bodyPr vert="horz" wrap="square" lIns="0" tIns="0" rIns="0" bIns="0" rtlCol="0" anchor="t" anchorCtr="0">
            <a:normAutofit/>
          </a:bodyPr>
          <a:lstStyle/>
          <a:p>
            <a:pPr lvl="0" algn="l">
              <a:lnSpc>
                <a:spcPct val="130000"/>
              </a:lnSpc>
              <a:buClrTx/>
              <a:buSzTx/>
              <a:buFontTx/>
            </a:pPr>
            <a:r>
              <a:rPr lang="zh-CN" altLang="en-US" sz="5000">
                <a:solidFill>
                  <a:schemeClr val="tx1">
                    <a:lumMod val="85000"/>
                    <a:lumOff val="15000"/>
                    <a:alpha val="80000"/>
                  </a:schemeClr>
                </a:solidFill>
                <a:effectLst/>
                <a:sym typeface="+mn-ea"/>
              </a:rPr>
              <a:t>讨论</a:t>
            </a:r>
            <a:endParaRPr lang="zh-CN" altLang="en-US" sz="5000">
              <a:solidFill>
                <a:schemeClr val="tx1">
                  <a:lumMod val="85000"/>
                  <a:lumOff val="15000"/>
                  <a:alpha val="80000"/>
                </a:schemeClr>
              </a:solidFill>
              <a:effectLst/>
              <a:sym typeface="+mn-ea"/>
            </a:endParaRPr>
          </a:p>
        </p:txBody>
      </p:sp>
      <p:sp>
        <p:nvSpPr>
          <p:cNvPr id="11" name="文本框 10"/>
          <p:cNvSpPr txBox="1"/>
          <p:nvPr>
            <p:custDataLst>
              <p:tags r:id="rId3"/>
            </p:custDataLst>
          </p:nvPr>
        </p:nvSpPr>
        <p:spPr>
          <a:xfrm>
            <a:off x="1677035" y="1919605"/>
            <a:ext cx="9476740" cy="1317625"/>
          </a:xfrm>
          <a:prstGeom prst="rect">
            <a:avLst/>
          </a:prstGeom>
          <a:noFill/>
        </p:spPr>
        <p:txBody>
          <a:bodyPr wrap="square" tIns="36195" bIns="323850" rtlCol="0" anchor="t" anchorCtr="0">
            <a:normAutofit fontScale="70000"/>
          </a:bodyPr>
          <a:lstStyle/>
          <a:p>
            <a:pPr indent="0" algn="just" fontAlgn="auto">
              <a:lnSpc>
                <a:spcPct val="120000"/>
              </a:lnSpc>
              <a:spcBef>
                <a:spcPct val="0"/>
              </a:spcBef>
              <a:spcAft>
                <a:spcPct val="0"/>
              </a:spcAft>
              <a:buNone/>
            </a:pPr>
            <a:r>
              <a:rPr lang="zh-CN" altLang="en-US" sz="6000" spc="100">
                <a:ln>
                  <a:noFill/>
                  <a:prstDash val="sysDot"/>
                </a:ln>
                <a:solidFill>
                  <a:schemeClr val="lt1"/>
                </a:solidFill>
                <a:effectLst/>
                <a:uFillTx/>
                <a:latin typeface="+mn-ea"/>
                <a:cs typeface="+mn-ea"/>
                <a:sym typeface="+mn-ea"/>
              </a:rPr>
              <a:t>基本权利和人权有什么联系和区别？</a:t>
            </a:r>
            <a:endParaRPr lang="zh-CN" altLang="en-US" sz="60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27"/>
          <p:cNvSpPr/>
          <p:nvPr>
            <p:custDataLst>
              <p:tags r:id="rId1"/>
            </p:custDataLst>
          </p:nvPr>
        </p:nvSpPr>
        <p:spPr>
          <a:xfrm>
            <a:off x="695960" y="1344930"/>
            <a:ext cx="10800080" cy="4582160"/>
          </a:xfrm>
          <a:custGeom>
            <a:avLst/>
            <a:gdLst>
              <a:gd name="connsiteX0" fmla="*/ 10712882 w 11025073"/>
              <a:gd name="connsiteY0" fmla="*/ 5590489 h 5590489"/>
              <a:gd name="connsiteX1" fmla="*/ 312191 w 11025073"/>
              <a:gd name="connsiteY1" fmla="*/ 5590489 h 5590489"/>
              <a:gd name="connsiteX2" fmla="*/ 0 w 11025073"/>
              <a:gd name="connsiteY2" fmla="*/ 5278298 h 5590489"/>
              <a:gd name="connsiteX3" fmla="*/ 0 w 11025073"/>
              <a:gd name="connsiteY3" fmla="*/ 312191 h 5590489"/>
              <a:gd name="connsiteX4" fmla="*/ 312191 w 11025073"/>
              <a:gd name="connsiteY4" fmla="*/ 0 h 5590489"/>
              <a:gd name="connsiteX5" fmla="*/ 10712882 w 11025073"/>
              <a:gd name="connsiteY5" fmla="*/ 0 h 5590489"/>
              <a:gd name="connsiteX6" fmla="*/ 11025073 w 11025073"/>
              <a:gd name="connsiteY6" fmla="*/ 312191 h 5590489"/>
              <a:gd name="connsiteX7" fmla="*/ 11025073 w 11025073"/>
              <a:gd name="connsiteY7" fmla="*/ 5278298 h 5590489"/>
              <a:gd name="connsiteX8" fmla="*/ 10712882 w 11025073"/>
              <a:gd name="connsiteY8" fmla="*/ 5590489 h 559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08" h="7216">
                <a:moveTo>
                  <a:pt x="403" y="0"/>
                </a:moveTo>
                <a:lnTo>
                  <a:pt x="3182" y="0"/>
                </a:lnTo>
                <a:lnTo>
                  <a:pt x="13826" y="0"/>
                </a:lnTo>
                <a:lnTo>
                  <a:pt x="16605" y="0"/>
                </a:lnTo>
                <a:cubicBezTo>
                  <a:pt x="16828" y="0"/>
                  <a:pt x="17008" y="180"/>
                  <a:pt x="17008" y="403"/>
                </a:cubicBezTo>
                <a:lnTo>
                  <a:pt x="17008" y="6813"/>
                </a:lnTo>
                <a:cubicBezTo>
                  <a:pt x="17008" y="7036"/>
                  <a:pt x="16828" y="7216"/>
                  <a:pt x="16605" y="7216"/>
                </a:cubicBezTo>
                <a:lnTo>
                  <a:pt x="13826" y="7216"/>
                </a:lnTo>
                <a:lnTo>
                  <a:pt x="3182" y="7216"/>
                </a:lnTo>
                <a:lnTo>
                  <a:pt x="403" y="7216"/>
                </a:lnTo>
                <a:cubicBezTo>
                  <a:pt x="180" y="7216"/>
                  <a:pt x="0" y="7036"/>
                  <a:pt x="0" y="6813"/>
                </a:cubicBezTo>
                <a:lnTo>
                  <a:pt x="0" y="403"/>
                </a:lnTo>
                <a:cubicBezTo>
                  <a:pt x="0" y="180"/>
                  <a:pt x="180" y="0"/>
                  <a:pt x="403" y="0"/>
                </a:cubicBezTo>
                <a:close/>
              </a:path>
            </a:pathLst>
          </a:custGeom>
          <a:gradFill>
            <a:gsLst>
              <a:gs pos="0">
                <a:schemeClr val="accent1">
                  <a:lumMod val="20000"/>
                  <a:lumOff val="80000"/>
                </a:schemeClr>
              </a:gs>
              <a:gs pos="28000">
                <a:schemeClr val="lt1">
                  <a:alpha val="100000"/>
                  <a:lumMod val="0"/>
                  <a:lumOff val="100000"/>
                </a:schemeClr>
              </a:gs>
              <a:gs pos="50000">
                <a:schemeClr val="accent1">
                  <a:lumMod val="40000"/>
                  <a:lumOff val="60000"/>
                </a:schemeClr>
              </a:gs>
              <a:gs pos="72000">
                <a:schemeClr val="accent2">
                  <a:lumMod val="0"/>
                  <a:lumOff val="100000"/>
                </a:schemeClr>
              </a:gs>
              <a:gs pos="100000">
                <a:schemeClr val="accent1">
                  <a:lumMod val="40000"/>
                  <a:lumOff val="60000"/>
                </a:schemeClr>
              </a:gs>
            </a:gsLst>
            <a:lin ang="5400000" scaled="0"/>
          </a:gradFill>
          <a:ln w="31750">
            <a:gradFill>
              <a:gsLst>
                <a:gs pos="6000">
                  <a:schemeClr val="accent3"/>
                </a:gs>
                <a:gs pos="44000">
                  <a:schemeClr val="accent1">
                    <a:lumMod val="75000"/>
                    <a:lumOff val="25000"/>
                  </a:schemeClr>
                </a:gs>
                <a:gs pos="97000">
                  <a:schemeClr val="accent1">
                    <a:lumMod val="50000"/>
                    <a:lumOff val="50000"/>
                  </a:schemeClr>
                </a:gs>
              </a:gsLst>
              <a:lin ang="13140000" scaled="1"/>
            </a:grad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8" name="直角三角形 7"/>
          <p:cNvSpPr/>
          <p:nvPr>
            <p:custDataLst>
              <p:tags r:id="rId2"/>
            </p:custDataLst>
          </p:nvPr>
        </p:nvSpPr>
        <p:spPr>
          <a:xfrm>
            <a:off x="11367770" y="5147945"/>
            <a:ext cx="248920" cy="183515"/>
          </a:xfrm>
          <a:prstGeom prst="rtTriangle">
            <a:avLst/>
          </a:prstGeom>
          <a:gradFill>
            <a:gsLst>
              <a:gs pos="0">
                <a:schemeClr val="accent2">
                  <a:lumMod val="60000"/>
                  <a:lumOff val="40000"/>
                </a:schemeClr>
              </a:gs>
              <a:gs pos="100000">
                <a:schemeClr val="accent2">
                  <a:lumMod val="75000"/>
                </a:schemeClr>
              </a:gs>
            </a:gsLst>
            <a:lin ang="5400000" scaled="0"/>
          </a:gradFill>
          <a:ln w="12700">
            <a:noFill/>
          </a:ln>
          <a:effectLst>
            <a:innerShdw blurRad="76200" dist="50800" dir="19740000">
              <a:schemeClr val="accent1">
                <a:lumMod val="75000"/>
                <a:alpha val="30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15900" tIns="504190" rIns="252095"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lnSpc>
                <a:spcPct val="120000"/>
              </a:lnSpc>
              <a:buClrTx/>
              <a:buSzTx/>
              <a:buFontTx/>
            </a:pPr>
            <a:endParaRPr lang="zh-CN" altLang="en-US" sz="2600" b="1">
              <a:solidFill>
                <a:srgbClr val="FFFFFF"/>
              </a:solidFill>
              <a:sym typeface="+mn-ea"/>
            </a:endParaRPr>
          </a:p>
        </p:txBody>
      </p:sp>
      <p:sp>
        <p:nvSpPr>
          <p:cNvPr id="4" name="标题 3"/>
          <p:cNvSpPr>
            <a:spLocks noGrp="1"/>
          </p:cNvSpPr>
          <p:nvPr>
            <p:ph type="title"/>
            <p:custDataLst>
              <p:tags r:id="rId3"/>
            </p:custDataLst>
          </p:nvPr>
        </p:nvSpPr>
        <p:spPr/>
        <p:txBody>
          <a:bodyPr/>
          <a:lstStyle/>
          <a:p>
            <a:r>
              <a:rPr lang="zh-CN" altLang="en-US" dirty="0">
                <a:sym typeface="+mn-ea"/>
              </a:rPr>
              <a:t>联系：基本权利源自人权，是人权的法定化。</a:t>
            </a:r>
            <a:endParaRPr lang="zh-CN" altLang="en-US" dirty="0">
              <a:sym typeface="+mn-ea"/>
            </a:endParaRPr>
          </a:p>
        </p:txBody>
      </p:sp>
      <p:sp>
        <p:nvSpPr>
          <p:cNvPr id="3" name="直角三角形 2"/>
          <p:cNvSpPr/>
          <p:nvPr>
            <p:custDataLst>
              <p:tags r:id="rId4"/>
            </p:custDataLst>
          </p:nvPr>
        </p:nvSpPr>
        <p:spPr>
          <a:xfrm flipH="1">
            <a:off x="569595" y="5147945"/>
            <a:ext cx="248920" cy="183515"/>
          </a:xfrm>
          <a:prstGeom prst="rtTriangle">
            <a:avLst/>
          </a:prstGeom>
          <a:gradFill>
            <a:gsLst>
              <a:gs pos="0">
                <a:schemeClr val="accent2">
                  <a:lumMod val="60000"/>
                  <a:lumOff val="40000"/>
                </a:schemeClr>
              </a:gs>
              <a:gs pos="100000">
                <a:schemeClr val="accent2">
                  <a:lumMod val="75000"/>
                </a:schemeClr>
              </a:gs>
            </a:gsLst>
            <a:lin ang="5400000" scaled="0"/>
          </a:gradFill>
          <a:ln w="12700">
            <a:noFill/>
          </a:ln>
          <a:effectLst>
            <a:innerShdw blurRad="76200" dist="50800" dir="19740000">
              <a:schemeClr val="accent1">
                <a:lumMod val="75000"/>
                <a:alpha val="30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15900" tIns="504190" rIns="252095"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lnSpc>
                <a:spcPct val="120000"/>
              </a:lnSpc>
              <a:buClrTx/>
              <a:buSzTx/>
              <a:buFontTx/>
            </a:pPr>
            <a:endParaRPr lang="zh-CN" altLang="en-US" sz="2600" b="1">
              <a:solidFill>
                <a:srgbClr val="FFFFFF"/>
              </a:solidFill>
              <a:sym typeface="+mn-ea"/>
            </a:endParaRPr>
          </a:p>
        </p:txBody>
      </p:sp>
      <p:pic>
        <p:nvPicPr>
          <p:cNvPr id="13" name="图片 12" descr="D:/工作文件/工作文件/单页/用图/礼包/pexels-quentin-martinez-2147503099-29831790.jpgpexels-quentin-martinez-2147503099-29831790"/>
          <p:cNvPicPr>
            <a:picLocks noChangeAspect="1"/>
          </p:cNvPicPr>
          <p:nvPr>
            <p:custDataLst>
              <p:tags r:id="rId5"/>
            </p:custDataLst>
          </p:nvPr>
        </p:nvPicPr>
        <p:blipFill>
          <a:blip r:embed="rId6"/>
          <a:srcRect t="1150" b="1150"/>
          <a:stretch>
            <a:fillRect/>
          </a:stretch>
        </p:blipFill>
        <p:spPr>
          <a:xfrm>
            <a:off x="765175" y="1438910"/>
            <a:ext cx="10602595" cy="4147185"/>
          </a:xfrm>
          <a:custGeom>
            <a:avLst/>
            <a:gdLst>
              <a:gd name="adj" fmla="val 399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16697" h="6531">
                <a:moveTo>
                  <a:pt x="261" y="0"/>
                </a:moveTo>
                <a:lnTo>
                  <a:pt x="3024" y="0"/>
                </a:lnTo>
                <a:lnTo>
                  <a:pt x="13673" y="0"/>
                </a:lnTo>
                <a:lnTo>
                  <a:pt x="16436" y="0"/>
                </a:lnTo>
                <a:cubicBezTo>
                  <a:pt x="16580" y="0"/>
                  <a:pt x="16697" y="117"/>
                  <a:pt x="16697" y="261"/>
                </a:cubicBezTo>
                <a:lnTo>
                  <a:pt x="16697" y="6270"/>
                </a:lnTo>
                <a:cubicBezTo>
                  <a:pt x="16697" y="6414"/>
                  <a:pt x="16580" y="6531"/>
                  <a:pt x="16436" y="6531"/>
                </a:cubicBezTo>
                <a:lnTo>
                  <a:pt x="13673" y="6531"/>
                </a:lnTo>
                <a:lnTo>
                  <a:pt x="3024" y="6531"/>
                </a:lnTo>
                <a:lnTo>
                  <a:pt x="261" y="6531"/>
                </a:lnTo>
                <a:cubicBezTo>
                  <a:pt x="117" y="6531"/>
                  <a:pt x="0" y="6414"/>
                  <a:pt x="0" y="6270"/>
                </a:cubicBezTo>
                <a:lnTo>
                  <a:pt x="0" y="261"/>
                </a:lnTo>
                <a:cubicBezTo>
                  <a:pt x="0" y="117"/>
                  <a:pt x="117" y="0"/>
                  <a:pt x="261" y="0"/>
                </a:cubicBezTo>
                <a:close/>
              </a:path>
            </a:pathLst>
          </a:custGeom>
          <a:solidFill>
            <a:schemeClr val="accent2">
              <a:alpha val="53000"/>
            </a:schemeClr>
          </a:solidFill>
          <a:ln>
            <a:solidFill>
              <a:schemeClr val="accent2">
                <a:alpha val="20000"/>
              </a:schemeClr>
            </a:solidFill>
          </a:ln>
        </p:spPr>
      </p:pic>
      <p:sp>
        <p:nvSpPr>
          <p:cNvPr id="11" name="任意多边形: 形状 21"/>
          <p:cNvSpPr/>
          <p:nvPr>
            <p:custDataLst>
              <p:tags r:id="rId7"/>
            </p:custDataLst>
          </p:nvPr>
        </p:nvSpPr>
        <p:spPr>
          <a:xfrm flipH="1">
            <a:off x="568960" y="5331460"/>
            <a:ext cx="2920365" cy="930910"/>
          </a:xfrm>
          <a:prstGeom prst="round1Rect">
            <a:avLst>
              <a:gd name="adj" fmla="val 0"/>
            </a:avLst>
          </a:prstGeom>
          <a:gradFill>
            <a:gsLst>
              <a:gs pos="0">
                <a:schemeClr val="accent2">
                  <a:lumMod val="60000"/>
                  <a:lumOff val="40000"/>
                </a:schemeClr>
              </a:gs>
              <a:gs pos="80000">
                <a:schemeClr val="accent2">
                  <a:lumMod val="90000"/>
                </a:schemeClr>
              </a:gs>
            </a:gsLst>
            <a:lin ang="6600000" scaled="0"/>
          </a:gradFill>
          <a:ln w="12700">
            <a:noFill/>
          </a:ln>
          <a:effectLst>
            <a:innerShdw blurRad="76200" dist="50800" dir="19740000">
              <a:schemeClr val="accent1">
                <a:lumMod val="75000"/>
                <a:alpha val="30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3619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lnSpc>
                <a:spcPct val="120000"/>
              </a:lnSpc>
              <a:buClrTx/>
              <a:buSzTx/>
              <a:buFontTx/>
            </a:pPr>
            <a:r>
              <a:rPr lang="zh-CN" altLang="en-US" sz="2600" b="1">
                <a:solidFill>
                  <a:schemeClr val="tx1">
                    <a:lumMod val="50000"/>
                  </a:schemeClr>
                </a:solidFill>
                <a:sym typeface="+mn-ea"/>
              </a:rPr>
              <a:t>区别</a:t>
            </a:r>
            <a:endParaRPr lang="zh-CN" altLang="en-US" sz="2600" b="1">
              <a:solidFill>
                <a:schemeClr val="tx1">
                  <a:lumMod val="50000"/>
                </a:schemeClr>
              </a:solidFill>
              <a:sym typeface="+mn-ea"/>
            </a:endParaRPr>
          </a:p>
        </p:txBody>
      </p:sp>
    </p:spTree>
    <p:custDataLst>
      <p:tags r:id="rId8"/>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四、基本权利的主体：</a:t>
            </a:r>
            <a:r>
              <a:rPr lang="zh-CN" altLang="en-US" sz="2800"/>
              <a:t>（一）一般主体</a:t>
            </a:r>
            <a:endParaRPr lang="zh-CN" altLang="en-US" sz="2800"/>
          </a:p>
        </p:txBody>
      </p:sp>
      <p:sp>
        <p:nvSpPr>
          <p:cNvPr id="2" name="圆角矩形 2"/>
          <p:cNvSpPr/>
          <p:nvPr>
            <p:custDataLst>
              <p:tags r:id="rId2"/>
            </p:custDataLst>
          </p:nvPr>
        </p:nvSpPr>
        <p:spPr>
          <a:xfrm>
            <a:off x="695325" y="1483535"/>
            <a:ext cx="10801350" cy="1423119"/>
          </a:xfrm>
          <a:prstGeom prst="roundRect">
            <a:avLst>
              <a:gd name="adj" fmla="val 13387"/>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en-US" sz="2400" kern="0">
                <a:ln>
                  <a:noFill/>
                  <a:prstDash val="sysDot"/>
                </a:ln>
                <a:solidFill>
                  <a:schemeClr val="tx1">
                    <a:lumMod val="85000"/>
                    <a:lumOff val="15000"/>
                  </a:schemeClr>
                </a:solidFill>
                <a:uFillTx/>
                <a:latin typeface="+mn-ea"/>
                <a:sym typeface="+mn-ea"/>
              </a:rPr>
              <a:t>1.</a:t>
            </a:r>
            <a:r>
              <a:rPr lang="zh-CN" altLang="en-US" sz="2400" kern="0">
                <a:ln>
                  <a:noFill/>
                  <a:prstDash val="sysDot"/>
                </a:ln>
                <a:solidFill>
                  <a:schemeClr val="tx1">
                    <a:lumMod val="85000"/>
                    <a:lumOff val="15000"/>
                  </a:schemeClr>
                </a:solidFill>
                <a:uFillTx/>
                <a:latin typeface="+mn-ea"/>
                <a:sym typeface="+mn-ea"/>
              </a:rPr>
              <a:t>含义：最具有普遍性的、可以享有最广泛基本权利的主体。</a:t>
            </a:r>
            <a:endParaRPr lang="zh-CN" altLang="en-US" sz="2400" kern="0">
              <a:ln>
                <a:noFill/>
                <a:prstDash val="sysDot"/>
              </a:ln>
              <a:solidFill>
                <a:schemeClr val="tx1">
                  <a:lumMod val="85000"/>
                  <a:lumOff val="15000"/>
                </a:schemeClr>
              </a:solidFill>
              <a:uFillTx/>
              <a:latin typeface="+mn-ea"/>
              <a:sym typeface="+mn-ea"/>
            </a:endParaRPr>
          </a:p>
        </p:txBody>
      </p:sp>
      <p:sp>
        <p:nvSpPr>
          <p:cNvPr id="4" name="圆角矩形 9"/>
          <p:cNvSpPr/>
          <p:nvPr>
            <p:custDataLst>
              <p:tags r:id="rId3"/>
            </p:custDataLst>
          </p:nvPr>
        </p:nvSpPr>
        <p:spPr>
          <a:xfrm>
            <a:off x="926479" y="1430827"/>
            <a:ext cx="706797" cy="87635"/>
          </a:xfrm>
          <a:prstGeom prst="roundRect">
            <a:avLst>
              <a:gd name="adj" fmla="val 50000"/>
            </a:avLst>
          </a:prstGeom>
          <a:gradFill>
            <a:gsLst>
              <a:gs pos="100000">
                <a:schemeClr val="accent1">
                  <a:lumMod val="60000"/>
                  <a:lumOff val="40000"/>
                  <a:alpha val="71000"/>
                </a:schemeClr>
              </a:gs>
              <a:gs pos="0">
                <a:schemeClr val="accent1">
                  <a:alpha val="100000"/>
                </a:schemeClr>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5" name="圆角矩形 5"/>
          <p:cNvSpPr/>
          <p:nvPr>
            <p:custDataLst>
              <p:tags r:id="rId4"/>
            </p:custDataLst>
          </p:nvPr>
        </p:nvSpPr>
        <p:spPr>
          <a:xfrm>
            <a:off x="695325" y="3214647"/>
            <a:ext cx="10801350" cy="1423119"/>
          </a:xfrm>
          <a:prstGeom prst="roundRect">
            <a:avLst>
              <a:gd name="adj" fmla="val 13387"/>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en-US" sz="2400" kern="0">
                <a:ln>
                  <a:noFill/>
                  <a:prstDash val="sysDot"/>
                </a:ln>
                <a:solidFill>
                  <a:schemeClr val="tx1">
                    <a:lumMod val="85000"/>
                    <a:lumOff val="15000"/>
                  </a:schemeClr>
                </a:solidFill>
                <a:uFillTx/>
                <a:latin typeface="+mn-ea"/>
                <a:sym typeface="+mn-ea"/>
              </a:rPr>
              <a:t>2.</a:t>
            </a:r>
            <a:r>
              <a:rPr lang="zh-CN" altLang="en-US" sz="2400" kern="0">
                <a:ln>
                  <a:noFill/>
                  <a:prstDash val="sysDot"/>
                </a:ln>
                <a:solidFill>
                  <a:schemeClr val="tx1">
                    <a:lumMod val="85000"/>
                    <a:lumOff val="15000"/>
                  </a:schemeClr>
                </a:solidFill>
                <a:uFillTx/>
                <a:latin typeface="+mn-ea"/>
                <a:sym typeface="+mn-ea"/>
              </a:rPr>
              <a:t>公民是我国宪法规定的基本权利的一般主体。公民是指</a:t>
            </a:r>
            <a:r>
              <a:rPr lang="zh-CN" altLang="en-US" sz="2400" b="1" kern="0">
                <a:ln>
                  <a:noFill/>
                  <a:prstDash val="sysDot"/>
                </a:ln>
                <a:solidFill>
                  <a:schemeClr val="tx1">
                    <a:lumMod val="85000"/>
                    <a:lumOff val="15000"/>
                  </a:schemeClr>
                </a:solidFill>
                <a:uFillTx/>
                <a:latin typeface="+mn-ea"/>
                <a:sym typeface="+mn-ea"/>
              </a:rPr>
              <a:t>具有一国国籍</a:t>
            </a:r>
            <a:r>
              <a:rPr lang="zh-CN" altLang="en-US" sz="2400" kern="0">
                <a:ln>
                  <a:noFill/>
                  <a:prstDash val="sysDot"/>
                </a:ln>
                <a:solidFill>
                  <a:schemeClr val="tx1">
                    <a:lumMod val="85000"/>
                    <a:lumOff val="15000"/>
                  </a:schemeClr>
                </a:solidFill>
                <a:uFillTx/>
                <a:latin typeface="+mn-ea"/>
                <a:sym typeface="+mn-ea"/>
              </a:rPr>
              <a:t>，根据该国宪法和法律享有权利、承担义务的人。</a:t>
            </a:r>
            <a:endParaRPr lang="zh-CN" altLang="en-US" sz="2400" kern="0">
              <a:ln>
                <a:noFill/>
                <a:prstDash val="sysDot"/>
              </a:ln>
              <a:solidFill>
                <a:schemeClr val="tx1">
                  <a:lumMod val="85000"/>
                  <a:lumOff val="15000"/>
                </a:schemeClr>
              </a:solidFill>
              <a:uFillTx/>
              <a:latin typeface="+mn-ea"/>
              <a:sym typeface="+mn-ea"/>
            </a:endParaRPr>
          </a:p>
        </p:txBody>
      </p:sp>
      <p:sp>
        <p:nvSpPr>
          <p:cNvPr id="8" name="圆角矩形 10"/>
          <p:cNvSpPr/>
          <p:nvPr>
            <p:custDataLst>
              <p:tags r:id="rId5"/>
            </p:custDataLst>
          </p:nvPr>
        </p:nvSpPr>
        <p:spPr>
          <a:xfrm>
            <a:off x="927114" y="3161939"/>
            <a:ext cx="706797" cy="87635"/>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9" name="圆角矩形 6"/>
          <p:cNvSpPr/>
          <p:nvPr>
            <p:custDataLst>
              <p:tags r:id="rId6"/>
            </p:custDataLst>
          </p:nvPr>
        </p:nvSpPr>
        <p:spPr>
          <a:xfrm>
            <a:off x="695325" y="4946015"/>
            <a:ext cx="10801350" cy="1731645"/>
          </a:xfrm>
          <a:prstGeom prst="roundRect">
            <a:avLst>
              <a:gd name="adj" fmla="val 13387"/>
            </a:avLst>
          </a:prstGeom>
          <a:solidFill>
            <a:schemeClr val="accent3">
              <a:lumMod val="60000"/>
              <a:lumOff val="40000"/>
              <a:alpha val="12000"/>
            </a:schemeClr>
          </a:solidFill>
          <a:ln w="9525">
            <a:gradFill>
              <a:gsLst>
                <a:gs pos="100000">
                  <a:schemeClr val="accent3">
                    <a:alpha val="15000"/>
                  </a:schemeClr>
                </a:gs>
                <a:gs pos="0">
                  <a:schemeClr val="accent3">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en-US" sz="2400" kern="0">
                <a:ln>
                  <a:noFill/>
                  <a:prstDash val="sysDot"/>
                </a:ln>
                <a:solidFill>
                  <a:schemeClr val="tx1">
                    <a:lumMod val="85000"/>
                    <a:lumOff val="15000"/>
                  </a:schemeClr>
                </a:solidFill>
                <a:uFillTx/>
                <a:latin typeface="+mn-ea"/>
                <a:sym typeface="+mn-ea"/>
              </a:rPr>
              <a:t>3.</a:t>
            </a:r>
            <a:r>
              <a:rPr lang="zh-CN" altLang="en-US" sz="2400" kern="0">
                <a:ln>
                  <a:noFill/>
                  <a:prstDash val="sysDot"/>
                </a:ln>
                <a:solidFill>
                  <a:schemeClr val="tx1">
                    <a:lumMod val="85000"/>
                    <a:lumOff val="15000"/>
                  </a:schemeClr>
                </a:solidFill>
                <a:uFillTx/>
                <a:latin typeface="+mn-ea"/>
                <a:sym typeface="+mn-ea"/>
              </a:rPr>
              <a:t>国籍取得的两种方式：</a:t>
            </a:r>
            <a:r>
              <a:rPr lang="zh-CN" altLang="en-US" sz="2400" b="1" kern="0">
                <a:ln>
                  <a:noFill/>
                  <a:prstDash val="sysDot"/>
                </a:ln>
                <a:solidFill>
                  <a:schemeClr val="tx1">
                    <a:lumMod val="85000"/>
                    <a:lumOff val="15000"/>
                  </a:schemeClr>
                </a:solidFill>
                <a:uFillTx/>
                <a:latin typeface="+mn-ea"/>
                <a:sym typeface="+mn-ea"/>
              </a:rPr>
              <a:t>出生取得和加入取得</a:t>
            </a:r>
            <a:r>
              <a:rPr lang="zh-CN" altLang="en-US" sz="2400" kern="0">
                <a:ln>
                  <a:noFill/>
                  <a:prstDash val="sysDot"/>
                </a:ln>
                <a:solidFill>
                  <a:schemeClr val="tx1">
                    <a:lumMod val="85000"/>
                    <a:lumOff val="15000"/>
                  </a:schemeClr>
                </a:solidFill>
                <a:uFillTx/>
                <a:latin typeface="+mn-ea"/>
                <a:sym typeface="+mn-ea"/>
              </a:rPr>
              <a:t>。其中，因出生而取得国籍方式的原则：血统主义（大陆法系），出生地主义（英美法系），混合主义</a:t>
            </a:r>
            <a:r>
              <a:rPr lang="en-US" altLang="zh-CN" sz="2400" kern="0">
                <a:ln>
                  <a:noFill/>
                  <a:prstDash val="sysDot"/>
                </a:ln>
                <a:solidFill>
                  <a:schemeClr val="tx1">
                    <a:lumMod val="85000"/>
                    <a:lumOff val="15000"/>
                  </a:schemeClr>
                </a:solidFill>
                <a:uFillTx/>
                <a:latin typeface="+mn-ea"/>
                <a:sym typeface="+mn-ea"/>
              </a:rPr>
              <a:t> </a:t>
            </a:r>
            <a:r>
              <a:rPr lang="zh-CN" altLang="en-US" sz="2400" kern="0">
                <a:ln>
                  <a:noFill/>
                  <a:prstDash val="sysDot"/>
                </a:ln>
                <a:solidFill>
                  <a:schemeClr val="tx1">
                    <a:lumMod val="85000"/>
                    <a:lumOff val="15000"/>
                  </a:schemeClr>
                </a:solidFill>
                <a:uFillTx/>
                <a:latin typeface="+mn-ea"/>
                <a:sym typeface="+mn-ea"/>
              </a:rPr>
              <a:t>。</a:t>
            </a:r>
            <a:r>
              <a:rPr lang="zh-CN" altLang="en-US" sz="2400" b="1" kern="0">
                <a:ln>
                  <a:noFill/>
                  <a:prstDash val="sysDot"/>
                </a:ln>
                <a:solidFill>
                  <a:schemeClr val="tx1">
                    <a:lumMod val="85000"/>
                    <a:lumOff val="15000"/>
                  </a:schemeClr>
                </a:solidFill>
                <a:uFillTx/>
                <a:latin typeface="+mn-ea"/>
                <a:sym typeface="+mn-ea"/>
              </a:rPr>
              <a:t>我国采用血统原则为主、出生地原则为辅的混合原则。</a:t>
            </a:r>
            <a:endParaRPr lang="zh-CN" altLang="en-US" sz="2400" b="1" kern="0">
              <a:ln>
                <a:noFill/>
                <a:prstDash val="sysDot"/>
              </a:ln>
              <a:solidFill>
                <a:schemeClr val="tx1">
                  <a:lumMod val="85000"/>
                  <a:lumOff val="15000"/>
                </a:schemeClr>
              </a:solidFill>
              <a:uFillTx/>
              <a:latin typeface="+mn-ea"/>
              <a:sym typeface="+mn-ea"/>
            </a:endParaRPr>
          </a:p>
        </p:txBody>
      </p:sp>
      <p:sp>
        <p:nvSpPr>
          <p:cNvPr id="13" name="圆角矩形 11"/>
          <p:cNvSpPr/>
          <p:nvPr>
            <p:custDataLst>
              <p:tags r:id="rId7"/>
            </p:custDataLst>
          </p:nvPr>
        </p:nvSpPr>
        <p:spPr>
          <a:xfrm>
            <a:off x="927114" y="4893051"/>
            <a:ext cx="706797" cy="87635"/>
          </a:xfrm>
          <a:prstGeom prst="roundRect">
            <a:avLst>
              <a:gd name="adj" fmla="val 50000"/>
            </a:avLst>
          </a:prstGeom>
          <a:gradFill>
            <a:gsLst>
              <a:gs pos="100000">
                <a:schemeClr val="accent3">
                  <a:lumMod val="60000"/>
                  <a:lumOff val="40000"/>
                  <a:alpha val="71000"/>
                </a:schemeClr>
              </a:gs>
              <a:gs pos="0">
                <a:schemeClr val="accent3">
                  <a:alpha val="100000"/>
                </a:schemeClr>
              </a:gs>
            </a:gsLst>
            <a:lin ang="0"/>
          </a:gradFill>
          <a:ln>
            <a:noFill/>
          </a:ln>
          <a:effectLst>
            <a:outerShdw blurRad="50800" dist="38100" dir="2700000" algn="tl" rotWithShape="0">
              <a:schemeClr val="accent3">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8"/>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讨论</a:t>
            </a:r>
            <a:endParaRPr lang="zh-CN" altLang="en-US"/>
          </a:p>
        </p:txBody>
      </p:sp>
      <p:sp>
        <p:nvSpPr>
          <p:cNvPr id="8" name="矩形 7"/>
          <p:cNvSpPr/>
          <p:nvPr userDrawn="1">
            <p:custDataLst>
              <p:tags r:id="rId2"/>
            </p:custDataLst>
          </p:nvPr>
        </p:nvSpPr>
        <p:spPr>
          <a:xfrm>
            <a:off x="0" y="3048000"/>
            <a:ext cx="12192000" cy="3810000"/>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charset="-122"/>
              <a:ea typeface="微软雅黑" panose="020B0503020204020204" charset="-122"/>
              <a:sym typeface="+mn-ea"/>
            </a:endParaRPr>
          </a:p>
        </p:txBody>
      </p:sp>
      <p:sp useBgFill="1">
        <p:nvSpPr>
          <p:cNvPr id="5" name="矩形 4"/>
          <p:cNvSpPr/>
          <p:nvPr>
            <p:custDataLst>
              <p:tags r:id="rId3"/>
            </p:custDataLst>
          </p:nvPr>
        </p:nvSpPr>
        <p:spPr>
          <a:xfrm>
            <a:off x="701040" y="1828800"/>
            <a:ext cx="10800715" cy="3823970"/>
          </a:xfrm>
          <a:prstGeom prst="rect">
            <a:avLst/>
          </a:prstGeom>
          <a:ln>
            <a:noFill/>
          </a:ln>
          <a:effectLst>
            <a:outerShdw blurRad="127000" dist="38100" dir="5400000" algn="t" rotWithShape="0">
              <a:schemeClr val="dk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0" rIns="360000" numCol="1" spcCol="0" rtlCol="0" fromWordArt="0" anchor="ctr" anchorCtr="0" forceAA="0" compatLnSpc="1">
            <a:noAutofit/>
          </a:bodyPr>
          <a:lstStyle/>
          <a:p>
            <a:pPr algn="just">
              <a:lnSpc>
                <a:spcPct val="130000"/>
              </a:lnSpc>
            </a:pPr>
            <a:endParaRPr lang="zh-CN" altLang="en-US" spc="150" dirty="0">
              <a:ln w="3175">
                <a:noFill/>
                <a:prstDash val="dash"/>
              </a:ln>
              <a:solidFill>
                <a:srgbClr val="262626"/>
              </a:solidFill>
              <a:uFillTx/>
              <a:latin typeface="+mn-ea"/>
              <a:ea typeface="微软雅黑" panose="020B0503020204020204" charset="-122"/>
              <a:cs typeface="微软雅黑" panose="020B0503020204020204" charset="-122"/>
              <a:sym typeface="+mn-ea"/>
            </a:endParaRPr>
          </a:p>
        </p:txBody>
      </p:sp>
      <p:sp>
        <p:nvSpPr>
          <p:cNvPr id="6" name="文本框 5"/>
          <p:cNvSpPr txBox="1"/>
          <p:nvPr>
            <p:custDataLst>
              <p:tags r:id="rId4"/>
            </p:custDataLst>
          </p:nvPr>
        </p:nvSpPr>
        <p:spPr>
          <a:xfrm>
            <a:off x="1143635" y="2055495"/>
            <a:ext cx="9916160" cy="3355340"/>
          </a:xfrm>
          <a:prstGeom prst="rect">
            <a:avLst/>
          </a:prstGeom>
          <a:noFill/>
        </p:spPr>
        <p:txBody>
          <a:bodyPr wrap="square" lIns="0" tIns="0" rIns="0" bIns="0" rtlCol="0" anchor="ctr" anchorCtr="0">
            <a:normAutofit/>
          </a:bodyPr>
          <a:lstStyle/>
          <a:p>
            <a:pPr indent="0" fontAlgn="auto">
              <a:lnSpc>
                <a:spcPct val="150000"/>
              </a:lnSpc>
            </a:pPr>
            <a:r>
              <a:rPr lang="en-US" altLang="zh-CN" sz="2400" kern="0" dirty="0">
                <a:ln>
                  <a:noFill/>
                  <a:prstDash val="sysDot"/>
                </a:ln>
                <a:solidFill>
                  <a:schemeClr val="tx1">
                    <a:lumMod val="85000"/>
                    <a:lumOff val="15000"/>
                  </a:schemeClr>
                </a:solidFill>
                <a:latin typeface="+mn-ea"/>
                <a:sym typeface="+mn-ea"/>
              </a:rPr>
              <a:t>       </a:t>
            </a:r>
            <a:r>
              <a:rPr lang="zh-CN" altLang="en-US" sz="2400" kern="0" dirty="0">
                <a:ln>
                  <a:noFill/>
                  <a:prstDash val="sysDot"/>
                </a:ln>
                <a:solidFill>
                  <a:schemeClr val="tx1">
                    <a:lumMod val="85000"/>
                    <a:lumOff val="15000"/>
                  </a:schemeClr>
                </a:solidFill>
                <a:latin typeface="+mn-ea"/>
                <a:sym typeface="+mn-ea"/>
              </a:rPr>
              <a:t>现行《宪法》第</a:t>
            </a:r>
            <a:r>
              <a:rPr lang="en-US" altLang="zh-CN" sz="2400" kern="0" dirty="0">
                <a:ln>
                  <a:noFill/>
                  <a:prstDash val="sysDot"/>
                </a:ln>
                <a:solidFill>
                  <a:schemeClr val="tx1">
                    <a:lumMod val="85000"/>
                    <a:lumOff val="15000"/>
                  </a:schemeClr>
                </a:solidFill>
                <a:latin typeface="+mn-ea"/>
                <a:sym typeface="+mn-ea"/>
              </a:rPr>
              <a:t>33</a:t>
            </a:r>
            <a:r>
              <a:rPr lang="zh-CN" altLang="en-US" sz="2400" kern="0" dirty="0">
                <a:ln>
                  <a:noFill/>
                  <a:prstDash val="sysDot"/>
                </a:ln>
                <a:solidFill>
                  <a:schemeClr val="tx1">
                    <a:lumMod val="85000"/>
                    <a:lumOff val="15000"/>
                  </a:schemeClr>
                </a:solidFill>
                <a:latin typeface="+mn-ea"/>
                <a:sym typeface="+mn-ea"/>
              </a:rPr>
              <a:t>条第</a:t>
            </a:r>
            <a:r>
              <a:rPr lang="en-US" altLang="zh-CN" sz="2400" kern="0" dirty="0">
                <a:ln>
                  <a:noFill/>
                  <a:prstDash val="sysDot"/>
                </a:ln>
                <a:solidFill>
                  <a:schemeClr val="tx1">
                    <a:lumMod val="85000"/>
                    <a:lumOff val="15000"/>
                  </a:schemeClr>
                </a:solidFill>
                <a:latin typeface="+mn-ea"/>
                <a:sym typeface="+mn-ea"/>
              </a:rPr>
              <a:t>1</a:t>
            </a:r>
            <a:r>
              <a:rPr lang="zh-CN" altLang="en-US" sz="2400" kern="0" dirty="0">
                <a:ln>
                  <a:noFill/>
                  <a:prstDash val="sysDot"/>
                </a:ln>
                <a:solidFill>
                  <a:schemeClr val="tx1">
                    <a:lumMod val="85000"/>
                    <a:lumOff val="15000"/>
                  </a:schemeClr>
                </a:solidFill>
                <a:latin typeface="+mn-ea"/>
                <a:sym typeface="+mn-ea"/>
              </a:rPr>
              <a:t>款明确规定：“凡具有中华人民共和国国籍的人都是中华人民共和国公民</a:t>
            </a:r>
            <a:r>
              <a:rPr lang="en-US" altLang="zh-CN" sz="2400" kern="0" dirty="0">
                <a:ln>
                  <a:noFill/>
                  <a:prstDash val="sysDot"/>
                </a:ln>
                <a:solidFill>
                  <a:schemeClr val="tx1">
                    <a:lumMod val="85000"/>
                    <a:lumOff val="15000"/>
                  </a:schemeClr>
                </a:solidFill>
                <a:latin typeface="+mn-ea"/>
                <a:sym typeface="+mn-ea"/>
              </a:rPr>
              <a:t> </a:t>
            </a:r>
            <a:r>
              <a:rPr lang="zh-CN" altLang="en-US" sz="2400" kern="0" dirty="0">
                <a:ln>
                  <a:noFill/>
                  <a:prstDash val="sysDot"/>
                </a:ln>
                <a:solidFill>
                  <a:schemeClr val="tx1">
                    <a:lumMod val="85000"/>
                    <a:lumOff val="15000"/>
                  </a:schemeClr>
                </a:solidFill>
                <a:latin typeface="+mn-ea"/>
                <a:sym typeface="+mn-ea"/>
              </a:rPr>
              <a:t>”同时，新中国的宪法规定我国为“人民民主专政的社会主义国家““一切权力属于人民”。从我国宪法文本的规定可以看出，“公民”和“人民”是两个不同的概念，需要加以严格区分。那么</a:t>
            </a:r>
            <a:r>
              <a:rPr lang="zh-CN" altLang="en-US" sz="2800" b="1" kern="0" dirty="0">
                <a:ln>
                  <a:noFill/>
                  <a:prstDash val="sysDot"/>
                </a:ln>
                <a:solidFill>
                  <a:schemeClr val="tx1">
                    <a:lumMod val="85000"/>
                    <a:lumOff val="15000"/>
                  </a:schemeClr>
                </a:solidFill>
                <a:latin typeface="+mn-ea"/>
                <a:sym typeface="+mn-ea"/>
              </a:rPr>
              <a:t>公民和人民有什么联系和区别？</a:t>
            </a:r>
            <a:endParaRPr lang="zh-CN" altLang="en-US" sz="2800" b="1" kern="0" dirty="0">
              <a:ln>
                <a:noFill/>
                <a:prstDash val="sysDot"/>
              </a:ln>
              <a:solidFill>
                <a:schemeClr val="tx1">
                  <a:lumMod val="85000"/>
                  <a:lumOff val="15000"/>
                </a:schemeClr>
              </a:solidFill>
              <a:latin typeface="+mn-ea"/>
              <a:sym typeface="+mn-ea"/>
            </a:endParaRPr>
          </a:p>
        </p:txBody>
      </p:sp>
    </p:spTree>
    <p:custDataLst>
      <p:tags r:id="rId5"/>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32130" y="2036445"/>
            <a:ext cx="2563495" cy="2195830"/>
          </a:xfrm>
        </p:spPr>
        <p:txBody>
          <a:bodyPr anchor="b" anchorCtr="0"/>
          <a:lstStyle/>
          <a:p>
            <a:pPr algn="ctr"/>
            <a:r>
              <a:rPr lang="zh-CN" altLang="en-US"/>
              <a:t>分析要点</a:t>
            </a:r>
            <a:r>
              <a:rPr lang="en-US" altLang="zh-CN"/>
              <a:t>1</a:t>
            </a:r>
            <a:endParaRPr lang="en-US" altLang="zh-CN"/>
          </a:p>
        </p:txBody>
      </p:sp>
      <p:sp>
        <p:nvSpPr>
          <p:cNvPr id="3" name="矩形 2"/>
          <p:cNvSpPr/>
          <p:nvPr>
            <p:custDataLst>
              <p:tags r:id="rId2"/>
            </p:custDataLst>
          </p:nvPr>
        </p:nvSpPr>
        <p:spPr>
          <a:xfrm>
            <a:off x="7543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804670" y="945198"/>
            <a:ext cx="8893175" cy="496760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3094990" y="1024255"/>
            <a:ext cx="7497445" cy="4889500"/>
          </a:xfrm>
          <a:prstGeom prst="rect">
            <a:avLst/>
          </a:prstGeom>
          <a:noFill/>
        </p:spPr>
        <p:txBody>
          <a:bodyPr wrap="square" rtlCol="0" anchor="ctr" anchorCtr="0">
            <a:noAutofit/>
          </a:bodyPr>
          <a:lstStyle/>
          <a:p>
            <a:pPr marL="0" lvl="0" indent="0" fontAlgn="auto">
              <a:lnSpc>
                <a:spcPct val="150000"/>
              </a:lnSpc>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1.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内涵不同。</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公民</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是一个</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表征国籍</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的概念，意指具有中华人民共和国国籍的人，与</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外国人＂（包括无国籍人）相对应</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人民</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是一个</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表征阶级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的概念，与</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敌人</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相对应。</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2.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属性不同。</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从宪法规定看，</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公民</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所表达的是</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个体的概念，</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人民</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所表达的是</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集体的概念。</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3.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权利不同。</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公民中的人民，享有宪法和法律规定的一切权利。公民中的敌人，</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可依法被剥夺政治权利，</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并不能享有宪法和法律规定的一切权利。</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32130" y="2036445"/>
            <a:ext cx="2563495" cy="2195830"/>
          </a:xfrm>
        </p:spPr>
        <p:txBody>
          <a:bodyPr anchor="b" anchorCtr="0"/>
          <a:lstStyle/>
          <a:p>
            <a:pPr algn="ctr"/>
            <a:r>
              <a:rPr lang="zh-CN" altLang="en-US"/>
              <a:t>分析要点</a:t>
            </a:r>
            <a:r>
              <a:rPr lang="en-US" altLang="zh-CN"/>
              <a:t>2</a:t>
            </a:r>
            <a:endParaRPr lang="en-US" altLang="zh-CN"/>
          </a:p>
        </p:txBody>
      </p:sp>
      <p:sp>
        <p:nvSpPr>
          <p:cNvPr id="3" name="矩形 2"/>
          <p:cNvSpPr/>
          <p:nvPr>
            <p:custDataLst>
              <p:tags r:id="rId2"/>
            </p:custDataLst>
          </p:nvPr>
        </p:nvSpPr>
        <p:spPr>
          <a:xfrm>
            <a:off x="7543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804670" y="945198"/>
            <a:ext cx="8893175" cy="496760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2912110" y="1099185"/>
            <a:ext cx="7785735" cy="4738370"/>
          </a:xfrm>
          <a:prstGeom prst="rect">
            <a:avLst/>
          </a:prstGeom>
          <a:noFill/>
        </p:spPr>
        <p:txBody>
          <a:bodyPr wrap="square" rtlCol="0" anchor="ctr" anchorCtr="0">
            <a:noAutofit/>
          </a:bodyPr>
          <a:lstStyle/>
          <a:p>
            <a:pPr marL="0" lvl="0" indent="0" fontAlgn="auto">
              <a:lnSpc>
                <a:spcPct val="150000"/>
              </a:lnSpc>
            </a:pPr>
            <a:endParaRPr lang="zh-CN" altLang="en-US" sz="2400">
              <a:solidFill>
                <a:schemeClr val="tx1"/>
              </a:solidFill>
            </a:endParaRPr>
          </a:p>
          <a:p>
            <a:pPr marL="0" lvl="0" indent="0" fontAlgn="auto">
              <a:lnSpc>
                <a:spcPct val="150000"/>
              </a:lnSpc>
            </a:pPr>
            <a:r>
              <a:rPr lang="en-US" sz="2400" b="1">
                <a:solidFill>
                  <a:schemeClr val="tx1"/>
                </a:solidFill>
                <a:latin typeface="微软雅黑" panose="020B0503020204020204" charset="-122"/>
                <a:ea typeface="微软雅黑" panose="020B0503020204020204" charset="-122"/>
                <a:cs typeface="微软雅黑" panose="020B0503020204020204" charset="-122"/>
              </a:rPr>
              <a:t>4.</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范围不同。</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人民的范围随着历史的发展而有所不同。结合现行宪法</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序言</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第十自然段的规定，</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现阶段的人民包括</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全体社会主义劳动者、社会主义事业的建设者、拥护社会主义的爱国者、拥护祖国统和致力于中华民族伟大复兴的爱国者</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公民的范围则包括所有具有中华人民共和国国籍的人，是否具有中华人民共和国国籍是判断是否属于公民的唯一标准。</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人民多数为公民，但并不一定全部都是公民；公民中多数是人民，</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但公民不一定全部都是人民。</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4349750" y="5191760"/>
            <a:ext cx="7008495" cy="1229995"/>
          </a:xfrm>
          <a:effectLst/>
        </p:spPr>
        <p:txBody>
          <a:bodyPr vert="horz" wrap="square" lIns="0" tIns="0" rIns="0" bIns="0" rtlCol="0" anchor="t" anchorCtr="0">
            <a:normAutofit/>
          </a:bodyPr>
          <a:lstStyle/>
          <a:p>
            <a:pPr lvl="0" algn="l">
              <a:lnSpc>
                <a:spcPct val="130000"/>
              </a:lnSpc>
              <a:buClrTx/>
              <a:buSzTx/>
              <a:buFontTx/>
            </a:pPr>
            <a:r>
              <a:rPr lang="zh-CN" altLang="en-US" sz="5000">
                <a:solidFill>
                  <a:schemeClr val="tx1">
                    <a:lumMod val="85000"/>
                    <a:lumOff val="15000"/>
                    <a:alpha val="80000"/>
                  </a:schemeClr>
                </a:solidFill>
                <a:effectLst/>
                <a:sym typeface="+mn-ea"/>
              </a:rPr>
              <a:t>讨论</a:t>
            </a:r>
            <a:endParaRPr lang="zh-CN" altLang="en-US" sz="5000">
              <a:solidFill>
                <a:schemeClr val="tx1">
                  <a:lumMod val="85000"/>
                  <a:lumOff val="15000"/>
                  <a:alpha val="80000"/>
                </a:schemeClr>
              </a:solidFill>
              <a:effectLst/>
              <a:sym typeface="+mn-ea"/>
            </a:endParaRPr>
          </a:p>
        </p:txBody>
      </p:sp>
      <p:sp>
        <p:nvSpPr>
          <p:cNvPr id="11" name="文本框 10"/>
          <p:cNvSpPr txBox="1"/>
          <p:nvPr>
            <p:custDataLst>
              <p:tags r:id="rId3"/>
            </p:custDataLst>
          </p:nvPr>
        </p:nvSpPr>
        <p:spPr>
          <a:xfrm>
            <a:off x="1677035" y="1657985"/>
            <a:ext cx="9476740" cy="1924050"/>
          </a:xfrm>
          <a:prstGeom prst="rect">
            <a:avLst/>
          </a:prstGeom>
          <a:noFill/>
        </p:spPr>
        <p:txBody>
          <a:bodyPr wrap="square" tIns="36195" bIns="323850" rtlCol="0" anchor="t" anchorCtr="0">
            <a:normAutofit fontScale="50000"/>
          </a:bodyPr>
          <a:lstStyle/>
          <a:p>
            <a:pPr indent="0" algn="just" fontAlgn="auto">
              <a:lnSpc>
                <a:spcPct val="120000"/>
              </a:lnSpc>
              <a:spcBef>
                <a:spcPct val="0"/>
              </a:spcBef>
              <a:spcAft>
                <a:spcPct val="0"/>
              </a:spcAft>
              <a:buNone/>
            </a:pPr>
            <a:r>
              <a:rPr lang="zh-CN" altLang="en-US" sz="7200" spc="100">
                <a:ln>
                  <a:noFill/>
                  <a:prstDash val="sysDot"/>
                </a:ln>
                <a:solidFill>
                  <a:schemeClr val="lt1"/>
                </a:solidFill>
                <a:effectLst/>
                <a:uFillTx/>
                <a:latin typeface="+mn-ea"/>
                <a:cs typeface="+mn-ea"/>
                <a:sym typeface="+mn-ea"/>
              </a:rPr>
              <a:t>思考：胎儿、胚胎是不是宪法意义上的</a:t>
            </a:r>
            <a:r>
              <a:rPr lang="en-US" altLang="zh-CN" sz="7200" spc="100">
                <a:ln>
                  <a:noFill/>
                  <a:prstDash val="sysDot"/>
                </a:ln>
                <a:solidFill>
                  <a:schemeClr val="lt1"/>
                </a:solidFill>
                <a:effectLst/>
                <a:uFillTx/>
                <a:latin typeface="+mn-ea"/>
                <a:cs typeface="+mn-ea"/>
                <a:sym typeface="+mn-ea"/>
              </a:rPr>
              <a:t>“</a:t>
            </a:r>
            <a:r>
              <a:rPr lang="zh-CN" altLang="en-US" sz="7200" spc="100">
                <a:ln>
                  <a:noFill/>
                  <a:prstDash val="sysDot"/>
                </a:ln>
                <a:solidFill>
                  <a:schemeClr val="lt1"/>
                </a:solidFill>
                <a:effectLst/>
                <a:uFillTx/>
                <a:latin typeface="+mn-ea"/>
                <a:cs typeface="+mn-ea"/>
                <a:sym typeface="+mn-ea"/>
              </a:rPr>
              <a:t>人</a:t>
            </a:r>
            <a:r>
              <a:rPr lang="en-US" altLang="zh-CN" sz="7200" spc="100">
                <a:ln>
                  <a:noFill/>
                  <a:prstDash val="sysDot"/>
                </a:ln>
                <a:solidFill>
                  <a:schemeClr val="lt1"/>
                </a:solidFill>
                <a:effectLst/>
                <a:uFillTx/>
                <a:latin typeface="+mn-ea"/>
                <a:cs typeface="+mn-ea"/>
                <a:sym typeface="+mn-ea"/>
              </a:rPr>
              <a:t>”</a:t>
            </a:r>
            <a:r>
              <a:rPr lang="zh-CN" altLang="en-US" sz="7200" spc="100">
                <a:ln>
                  <a:noFill/>
                  <a:prstDash val="sysDot"/>
                </a:ln>
                <a:solidFill>
                  <a:schemeClr val="lt1"/>
                </a:solidFill>
                <a:effectLst/>
                <a:uFillTx/>
                <a:latin typeface="+mn-ea"/>
                <a:cs typeface="+mn-ea"/>
                <a:sym typeface="+mn-ea"/>
              </a:rPr>
              <a:t>？能否成为基本权利的主体？</a:t>
            </a:r>
            <a:endParaRPr lang="zh-CN" altLang="en-US" sz="7200" spc="100">
              <a:ln>
                <a:noFill/>
                <a:prstDash val="sysDot"/>
              </a:ln>
              <a:solidFill>
                <a:schemeClr val="lt1"/>
              </a:solidFill>
              <a:effectLst/>
              <a:uFillTx/>
              <a:latin typeface="+mn-ea"/>
              <a:cs typeface="+mn-ea"/>
              <a:sym typeface="+mn-ea"/>
            </a:endParaRPr>
          </a:p>
          <a:p>
            <a:pPr indent="0" algn="just" fontAlgn="auto">
              <a:lnSpc>
                <a:spcPct val="120000"/>
              </a:lnSpc>
              <a:spcBef>
                <a:spcPct val="0"/>
              </a:spcBef>
              <a:spcAft>
                <a:spcPct val="0"/>
              </a:spcAft>
              <a:buNone/>
            </a:pPr>
            <a:endParaRPr lang="zh-CN" altLang="en-US" sz="72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57" name="任意多边形: 形状 356"/>
          <p:cNvSpPr/>
          <p:nvPr>
            <p:custDataLst>
              <p:tags r:id="rId1"/>
            </p:custDataLst>
          </p:nvPr>
        </p:nvSpPr>
        <p:spPr>
          <a:xfrm>
            <a:off x="673100" y="1801495"/>
            <a:ext cx="10904220" cy="4461510"/>
          </a:xfrm>
          <a:custGeom>
            <a:avLst/>
            <a:gdLst>
              <a:gd name="connsiteX0" fmla="*/ 0 w 10904220"/>
              <a:gd name="connsiteY0" fmla="*/ 0 h 4461510"/>
              <a:gd name="connsiteX1" fmla="*/ 10904220 w 10904220"/>
              <a:gd name="connsiteY1" fmla="*/ 0 h 4461510"/>
              <a:gd name="connsiteX2" fmla="*/ 10904220 w 10904220"/>
              <a:gd name="connsiteY2" fmla="*/ 3681772 h 4461510"/>
              <a:gd name="connsiteX3" fmla="*/ 10124482 w 10904220"/>
              <a:gd name="connsiteY3" fmla="*/ 4461510 h 4461510"/>
              <a:gd name="connsiteX4" fmla="*/ 0 w 10904220"/>
              <a:gd name="connsiteY4" fmla="*/ 4461510 h 4461510"/>
              <a:gd name="connsiteX5" fmla="*/ 0 w 10904220"/>
              <a:gd name="connsiteY5" fmla="*/ 0 h 446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04220" h="4461510">
                <a:moveTo>
                  <a:pt x="0" y="0"/>
                </a:moveTo>
                <a:lnTo>
                  <a:pt x="10904220" y="0"/>
                </a:lnTo>
                <a:lnTo>
                  <a:pt x="10904220" y="3681772"/>
                </a:lnTo>
                <a:lnTo>
                  <a:pt x="10124482" y="4461510"/>
                </a:lnTo>
                <a:lnTo>
                  <a:pt x="0" y="4461510"/>
                </a:lnTo>
                <a:lnTo>
                  <a:pt x="0" y="0"/>
                </a:lnTo>
                <a:close/>
              </a:path>
            </a:pathLst>
          </a:custGeom>
          <a:ln w="25400">
            <a:noFill/>
          </a:ln>
          <a:effectLst>
            <a:outerShdw blurRad="76200" dist="38100" dir="2700000" algn="tl"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20000" rIns="720000" rtlCol="0" anchor="ctr"/>
          <a:lstStyle/>
          <a:p>
            <a:pPr indent="0" fontAlgn="auto">
              <a:lnSpc>
                <a:spcPct val="130000"/>
              </a:lnSpc>
            </a:pPr>
            <a:endParaRPr lang="zh-CN" altLang="en-US" kern="0" spc="0" dirty="0">
              <a:ln>
                <a:noFill/>
                <a:prstDash val="sysDot"/>
              </a:ln>
              <a:solidFill>
                <a:srgbClr val="262626"/>
              </a:solidFill>
              <a:latin typeface="+mn-ea"/>
              <a:ea typeface="+mn-ea"/>
              <a:sym typeface="+mn-ea"/>
            </a:endParaRPr>
          </a:p>
        </p:txBody>
      </p:sp>
      <p:sp>
        <p:nvSpPr>
          <p:cNvPr id="17" name="标题 16"/>
          <p:cNvSpPr>
            <a:spLocks noGrp="1"/>
          </p:cNvSpPr>
          <p:nvPr>
            <p:ph type="title"/>
            <p:custDataLst>
              <p:tags r:id="rId2"/>
            </p:custDataLst>
          </p:nvPr>
        </p:nvSpPr>
        <p:spPr/>
        <p:txBody>
          <a:bodyPr>
            <a:normAutofit/>
          </a:bodyPr>
          <a:lstStyle/>
          <a:p>
            <a:r>
              <a:rPr lang="zh-CN" altLang="en-US" sz="3600"/>
              <a:t>罗伊诉韦德案</a:t>
            </a:r>
            <a:endParaRPr lang="en-US" altLang="zh-CN" sz="3600"/>
          </a:p>
        </p:txBody>
      </p:sp>
      <p:sp>
        <p:nvSpPr>
          <p:cNvPr id="11" name="任意多边形: 形状 1388"/>
          <p:cNvSpPr/>
          <p:nvPr>
            <p:custDataLst>
              <p:tags r:id="rId3"/>
            </p:custDataLst>
          </p:nvPr>
        </p:nvSpPr>
        <p:spPr>
          <a:xfrm>
            <a:off x="673100" y="1717675"/>
            <a:ext cx="10904220" cy="4562475"/>
          </a:xfrm>
          <a:custGeom>
            <a:avLst/>
            <a:gdLst>
              <a:gd name="connsiteX0" fmla="*/ 4515326 w 4682585"/>
              <a:gd name="connsiteY0" fmla="*/ 1881473 h 2174272"/>
              <a:gd name="connsiteX1" fmla="*/ 4515326 w 4682585"/>
              <a:gd name="connsiteY1" fmla="*/ 2028063 h 2174272"/>
              <a:gd name="connsiteX2" fmla="*/ 4673060 w 4682585"/>
              <a:gd name="connsiteY2" fmla="*/ 2028063 h 2174272"/>
              <a:gd name="connsiteX3" fmla="*/ 4673060 w 4682585"/>
              <a:gd name="connsiteY3" fmla="*/ 1881473 h 2174272"/>
              <a:gd name="connsiteX4" fmla="*/ 4348068 w 4682585"/>
              <a:gd name="connsiteY4" fmla="*/ 1881473 h 2174272"/>
              <a:gd name="connsiteX5" fmla="*/ 4348068 w 4682585"/>
              <a:gd name="connsiteY5" fmla="*/ 2028063 h 2174272"/>
              <a:gd name="connsiteX6" fmla="*/ 4505801 w 4682585"/>
              <a:gd name="connsiteY6" fmla="*/ 2028063 h 2174272"/>
              <a:gd name="connsiteX7" fmla="*/ 4505801 w 4682585"/>
              <a:gd name="connsiteY7" fmla="*/ 1881473 h 2174272"/>
              <a:gd name="connsiteX8" fmla="*/ 4180809 w 4682585"/>
              <a:gd name="connsiteY8" fmla="*/ 1881473 h 2174272"/>
              <a:gd name="connsiteX9" fmla="*/ 4180809 w 4682585"/>
              <a:gd name="connsiteY9" fmla="*/ 2028063 h 2174272"/>
              <a:gd name="connsiteX10" fmla="*/ 4338543 w 4682585"/>
              <a:gd name="connsiteY10" fmla="*/ 2028063 h 2174272"/>
              <a:gd name="connsiteX11" fmla="*/ 4338543 w 4682585"/>
              <a:gd name="connsiteY11" fmla="*/ 1881473 h 2174272"/>
              <a:gd name="connsiteX12" fmla="*/ 4013550 w 4682585"/>
              <a:gd name="connsiteY12" fmla="*/ 1881473 h 2174272"/>
              <a:gd name="connsiteX13" fmla="*/ 4013550 w 4682585"/>
              <a:gd name="connsiteY13" fmla="*/ 2028063 h 2174272"/>
              <a:gd name="connsiteX14" fmla="*/ 4171284 w 4682585"/>
              <a:gd name="connsiteY14" fmla="*/ 2028063 h 2174272"/>
              <a:gd name="connsiteX15" fmla="*/ 4171284 w 4682585"/>
              <a:gd name="connsiteY15" fmla="*/ 1881473 h 2174272"/>
              <a:gd name="connsiteX16" fmla="*/ 3846291 w 4682585"/>
              <a:gd name="connsiteY16" fmla="*/ 1881473 h 2174272"/>
              <a:gd name="connsiteX17" fmla="*/ 3846291 w 4682585"/>
              <a:gd name="connsiteY17" fmla="*/ 2028063 h 2174272"/>
              <a:gd name="connsiteX18" fmla="*/ 4004025 w 4682585"/>
              <a:gd name="connsiteY18" fmla="*/ 2028063 h 2174272"/>
              <a:gd name="connsiteX19" fmla="*/ 4004025 w 4682585"/>
              <a:gd name="connsiteY19" fmla="*/ 1881473 h 2174272"/>
              <a:gd name="connsiteX20" fmla="*/ 3678936 w 4682585"/>
              <a:gd name="connsiteY20" fmla="*/ 1881473 h 2174272"/>
              <a:gd name="connsiteX21" fmla="*/ 3678936 w 4682585"/>
              <a:gd name="connsiteY21" fmla="*/ 2028063 h 2174272"/>
              <a:gd name="connsiteX22" fmla="*/ 3836766 w 4682585"/>
              <a:gd name="connsiteY22" fmla="*/ 2028063 h 2174272"/>
              <a:gd name="connsiteX23" fmla="*/ 3836766 w 4682585"/>
              <a:gd name="connsiteY23" fmla="*/ 1881473 h 2174272"/>
              <a:gd name="connsiteX24" fmla="*/ 3511677 w 4682585"/>
              <a:gd name="connsiteY24" fmla="*/ 1881473 h 2174272"/>
              <a:gd name="connsiteX25" fmla="*/ 3511677 w 4682585"/>
              <a:gd name="connsiteY25" fmla="*/ 2028063 h 2174272"/>
              <a:gd name="connsiteX26" fmla="*/ 3669411 w 4682585"/>
              <a:gd name="connsiteY26" fmla="*/ 2028063 h 2174272"/>
              <a:gd name="connsiteX27" fmla="*/ 3669411 w 4682585"/>
              <a:gd name="connsiteY27" fmla="*/ 1881473 h 2174272"/>
              <a:gd name="connsiteX28" fmla="*/ 3344418 w 4682585"/>
              <a:gd name="connsiteY28" fmla="*/ 1881473 h 2174272"/>
              <a:gd name="connsiteX29" fmla="*/ 3344418 w 4682585"/>
              <a:gd name="connsiteY29" fmla="*/ 2028063 h 2174272"/>
              <a:gd name="connsiteX30" fmla="*/ 3502152 w 4682585"/>
              <a:gd name="connsiteY30" fmla="*/ 2028063 h 2174272"/>
              <a:gd name="connsiteX31" fmla="*/ 3502152 w 4682585"/>
              <a:gd name="connsiteY31" fmla="*/ 1881473 h 2174272"/>
              <a:gd name="connsiteX32" fmla="*/ 3177159 w 4682585"/>
              <a:gd name="connsiteY32" fmla="*/ 1881473 h 2174272"/>
              <a:gd name="connsiteX33" fmla="*/ 3177159 w 4682585"/>
              <a:gd name="connsiteY33" fmla="*/ 2028063 h 2174272"/>
              <a:gd name="connsiteX34" fmla="*/ 3334893 w 4682585"/>
              <a:gd name="connsiteY34" fmla="*/ 2028063 h 2174272"/>
              <a:gd name="connsiteX35" fmla="*/ 3334893 w 4682585"/>
              <a:gd name="connsiteY35" fmla="*/ 1881473 h 2174272"/>
              <a:gd name="connsiteX36" fmla="*/ 3009900 w 4682585"/>
              <a:gd name="connsiteY36" fmla="*/ 1881473 h 2174272"/>
              <a:gd name="connsiteX37" fmla="*/ 3009900 w 4682585"/>
              <a:gd name="connsiteY37" fmla="*/ 2028063 h 2174272"/>
              <a:gd name="connsiteX38" fmla="*/ 3167634 w 4682585"/>
              <a:gd name="connsiteY38" fmla="*/ 2028063 h 2174272"/>
              <a:gd name="connsiteX39" fmla="*/ 3167634 w 4682585"/>
              <a:gd name="connsiteY39" fmla="*/ 1881473 h 2174272"/>
              <a:gd name="connsiteX40" fmla="*/ 2842641 w 4682585"/>
              <a:gd name="connsiteY40" fmla="*/ 1881473 h 2174272"/>
              <a:gd name="connsiteX41" fmla="*/ 2842641 w 4682585"/>
              <a:gd name="connsiteY41" fmla="*/ 2028063 h 2174272"/>
              <a:gd name="connsiteX42" fmla="*/ 3000375 w 4682585"/>
              <a:gd name="connsiteY42" fmla="*/ 2028063 h 2174272"/>
              <a:gd name="connsiteX43" fmla="*/ 3000375 w 4682585"/>
              <a:gd name="connsiteY43" fmla="*/ 1881473 h 2174272"/>
              <a:gd name="connsiteX44" fmla="*/ 2675382 w 4682585"/>
              <a:gd name="connsiteY44" fmla="*/ 1881473 h 2174272"/>
              <a:gd name="connsiteX45" fmla="*/ 2675382 w 4682585"/>
              <a:gd name="connsiteY45" fmla="*/ 2028063 h 2174272"/>
              <a:gd name="connsiteX46" fmla="*/ 2833116 w 4682585"/>
              <a:gd name="connsiteY46" fmla="*/ 2028063 h 2174272"/>
              <a:gd name="connsiteX47" fmla="*/ 2833116 w 4682585"/>
              <a:gd name="connsiteY47" fmla="*/ 1881473 h 2174272"/>
              <a:gd name="connsiteX48" fmla="*/ 2508123 w 4682585"/>
              <a:gd name="connsiteY48" fmla="*/ 1881473 h 2174272"/>
              <a:gd name="connsiteX49" fmla="*/ 2508123 w 4682585"/>
              <a:gd name="connsiteY49" fmla="*/ 2028063 h 2174272"/>
              <a:gd name="connsiteX50" fmla="*/ 2665857 w 4682585"/>
              <a:gd name="connsiteY50" fmla="*/ 2028063 h 2174272"/>
              <a:gd name="connsiteX51" fmla="*/ 2665857 w 4682585"/>
              <a:gd name="connsiteY51" fmla="*/ 1881473 h 2174272"/>
              <a:gd name="connsiteX52" fmla="*/ 2340864 w 4682585"/>
              <a:gd name="connsiteY52" fmla="*/ 1881473 h 2174272"/>
              <a:gd name="connsiteX53" fmla="*/ 2340864 w 4682585"/>
              <a:gd name="connsiteY53" fmla="*/ 2028063 h 2174272"/>
              <a:gd name="connsiteX54" fmla="*/ 2498598 w 4682585"/>
              <a:gd name="connsiteY54" fmla="*/ 2028063 h 2174272"/>
              <a:gd name="connsiteX55" fmla="*/ 2498598 w 4682585"/>
              <a:gd name="connsiteY55" fmla="*/ 1881473 h 2174272"/>
              <a:gd name="connsiteX56" fmla="*/ 2173510 w 4682585"/>
              <a:gd name="connsiteY56" fmla="*/ 1881473 h 2174272"/>
              <a:gd name="connsiteX57" fmla="*/ 2173510 w 4682585"/>
              <a:gd name="connsiteY57" fmla="*/ 2028063 h 2174272"/>
              <a:gd name="connsiteX58" fmla="*/ 2331339 w 4682585"/>
              <a:gd name="connsiteY58" fmla="*/ 2028063 h 2174272"/>
              <a:gd name="connsiteX59" fmla="*/ 2331339 w 4682585"/>
              <a:gd name="connsiteY59" fmla="*/ 1881473 h 2174272"/>
              <a:gd name="connsiteX60" fmla="*/ 2006251 w 4682585"/>
              <a:gd name="connsiteY60" fmla="*/ 1881473 h 2174272"/>
              <a:gd name="connsiteX61" fmla="*/ 2006251 w 4682585"/>
              <a:gd name="connsiteY61" fmla="*/ 2028063 h 2174272"/>
              <a:gd name="connsiteX62" fmla="*/ 2163985 w 4682585"/>
              <a:gd name="connsiteY62" fmla="*/ 2028063 h 2174272"/>
              <a:gd name="connsiteX63" fmla="*/ 2163985 w 4682585"/>
              <a:gd name="connsiteY63" fmla="*/ 1881473 h 2174272"/>
              <a:gd name="connsiteX64" fmla="*/ 1838992 w 4682585"/>
              <a:gd name="connsiteY64" fmla="*/ 1881473 h 2174272"/>
              <a:gd name="connsiteX65" fmla="*/ 1838992 w 4682585"/>
              <a:gd name="connsiteY65" fmla="*/ 2028063 h 2174272"/>
              <a:gd name="connsiteX66" fmla="*/ 1996726 w 4682585"/>
              <a:gd name="connsiteY66" fmla="*/ 2028063 h 2174272"/>
              <a:gd name="connsiteX67" fmla="*/ 1996726 w 4682585"/>
              <a:gd name="connsiteY67" fmla="*/ 1881473 h 2174272"/>
              <a:gd name="connsiteX68" fmla="*/ 1671733 w 4682585"/>
              <a:gd name="connsiteY68" fmla="*/ 1881473 h 2174272"/>
              <a:gd name="connsiteX69" fmla="*/ 1671733 w 4682585"/>
              <a:gd name="connsiteY69" fmla="*/ 2028063 h 2174272"/>
              <a:gd name="connsiteX70" fmla="*/ 1829467 w 4682585"/>
              <a:gd name="connsiteY70" fmla="*/ 2028063 h 2174272"/>
              <a:gd name="connsiteX71" fmla="*/ 1829467 w 4682585"/>
              <a:gd name="connsiteY71" fmla="*/ 1881473 h 2174272"/>
              <a:gd name="connsiteX72" fmla="*/ 1504474 w 4682585"/>
              <a:gd name="connsiteY72" fmla="*/ 1881473 h 2174272"/>
              <a:gd name="connsiteX73" fmla="*/ 1504474 w 4682585"/>
              <a:gd name="connsiteY73" fmla="*/ 2028063 h 2174272"/>
              <a:gd name="connsiteX74" fmla="*/ 1662208 w 4682585"/>
              <a:gd name="connsiteY74" fmla="*/ 2028063 h 2174272"/>
              <a:gd name="connsiteX75" fmla="*/ 1662208 w 4682585"/>
              <a:gd name="connsiteY75" fmla="*/ 1881473 h 2174272"/>
              <a:gd name="connsiteX76" fmla="*/ 1337215 w 4682585"/>
              <a:gd name="connsiteY76" fmla="*/ 1881473 h 2174272"/>
              <a:gd name="connsiteX77" fmla="*/ 1337215 w 4682585"/>
              <a:gd name="connsiteY77" fmla="*/ 2028063 h 2174272"/>
              <a:gd name="connsiteX78" fmla="*/ 1494949 w 4682585"/>
              <a:gd name="connsiteY78" fmla="*/ 2028063 h 2174272"/>
              <a:gd name="connsiteX79" fmla="*/ 1494949 w 4682585"/>
              <a:gd name="connsiteY79" fmla="*/ 1881473 h 2174272"/>
              <a:gd name="connsiteX80" fmla="*/ 1169956 w 4682585"/>
              <a:gd name="connsiteY80" fmla="*/ 1881473 h 2174272"/>
              <a:gd name="connsiteX81" fmla="*/ 1169956 w 4682585"/>
              <a:gd name="connsiteY81" fmla="*/ 2028063 h 2174272"/>
              <a:gd name="connsiteX82" fmla="*/ 1327690 w 4682585"/>
              <a:gd name="connsiteY82" fmla="*/ 2028063 h 2174272"/>
              <a:gd name="connsiteX83" fmla="*/ 1327690 w 4682585"/>
              <a:gd name="connsiteY83" fmla="*/ 1881473 h 2174272"/>
              <a:gd name="connsiteX84" fmla="*/ 1002697 w 4682585"/>
              <a:gd name="connsiteY84" fmla="*/ 1881473 h 2174272"/>
              <a:gd name="connsiteX85" fmla="*/ 1002697 w 4682585"/>
              <a:gd name="connsiteY85" fmla="*/ 2028063 h 2174272"/>
              <a:gd name="connsiteX86" fmla="*/ 1160431 w 4682585"/>
              <a:gd name="connsiteY86" fmla="*/ 2028063 h 2174272"/>
              <a:gd name="connsiteX87" fmla="*/ 1160431 w 4682585"/>
              <a:gd name="connsiteY87" fmla="*/ 1881473 h 2174272"/>
              <a:gd name="connsiteX88" fmla="*/ 835438 w 4682585"/>
              <a:gd name="connsiteY88" fmla="*/ 1881473 h 2174272"/>
              <a:gd name="connsiteX89" fmla="*/ 835438 w 4682585"/>
              <a:gd name="connsiteY89" fmla="*/ 2028063 h 2174272"/>
              <a:gd name="connsiteX90" fmla="*/ 993172 w 4682585"/>
              <a:gd name="connsiteY90" fmla="*/ 2028063 h 2174272"/>
              <a:gd name="connsiteX91" fmla="*/ 993172 w 4682585"/>
              <a:gd name="connsiteY91" fmla="*/ 1881473 h 2174272"/>
              <a:gd name="connsiteX92" fmla="*/ 668179 w 4682585"/>
              <a:gd name="connsiteY92" fmla="*/ 1881473 h 2174272"/>
              <a:gd name="connsiteX93" fmla="*/ 668179 w 4682585"/>
              <a:gd name="connsiteY93" fmla="*/ 2028063 h 2174272"/>
              <a:gd name="connsiteX94" fmla="*/ 825913 w 4682585"/>
              <a:gd name="connsiteY94" fmla="*/ 2028063 h 2174272"/>
              <a:gd name="connsiteX95" fmla="*/ 825913 w 4682585"/>
              <a:gd name="connsiteY95" fmla="*/ 1881473 h 2174272"/>
              <a:gd name="connsiteX96" fmla="*/ 500920 w 4682585"/>
              <a:gd name="connsiteY96" fmla="*/ 1881473 h 2174272"/>
              <a:gd name="connsiteX97" fmla="*/ 500920 w 4682585"/>
              <a:gd name="connsiteY97" fmla="*/ 2028063 h 2174272"/>
              <a:gd name="connsiteX98" fmla="*/ 658654 w 4682585"/>
              <a:gd name="connsiteY98" fmla="*/ 2028063 h 2174272"/>
              <a:gd name="connsiteX99" fmla="*/ 658654 w 4682585"/>
              <a:gd name="connsiteY99" fmla="*/ 1881473 h 2174272"/>
              <a:gd name="connsiteX100" fmla="*/ 333566 w 4682585"/>
              <a:gd name="connsiteY100" fmla="*/ 1881473 h 2174272"/>
              <a:gd name="connsiteX101" fmla="*/ 333566 w 4682585"/>
              <a:gd name="connsiteY101" fmla="*/ 2028063 h 2174272"/>
              <a:gd name="connsiteX102" fmla="*/ 491395 w 4682585"/>
              <a:gd name="connsiteY102" fmla="*/ 2028063 h 2174272"/>
              <a:gd name="connsiteX103" fmla="*/ 491395 w 4682585"/>
              <a:gd name="connsiteY103" fmla="*/ 1881473 h 2174272"/>
              <a:gd name="connsiteX104" fmla="*/ 166307 w 4682585"/>
              <a:gd name="connsiteY104" fmla="*/ 1881473 h 2174272"/>
              <a:gd name="connsiteX105" fmla="*/ 166307 w 4682585"/>
              <a:gd name="connsiteY105" fmla="*/ 2028063 h 2174272"/>
              <a:gd name="connsiteX106" fmla="*/ 324041 w 4682585"/>
              <a:gd name="connsiteY106" fmla="*/ 2028063 h 2174272"/>
              <a:gd name="connsiteX107" fmla="*/ 324041 w 4682585"/>
              <a:gd name="connsiteY107" fmla="*/ 1881473 h 2174272"/>
              <a:gd name="connsiteX108" fmla="*/ 9525 w 4682585"/>
              <a:gd name="connsiteY108" fmla="*/ 1881473 h 2174272"/>
              <a:gd name="connsiteX109" fmla="*/ 9525 w 4682585"/>
              <a:gd name="connsiteY109" fmla="*/ 2028063 h 2174272"/>
              <a:gd name="connsiteX110" fmla="*/ 156782 w 4682585"/>
              <a:gd name="connsiteY110" fmla="*/ 2028063 h 2174272"/>
              <a:gd name="connsiteX111" fmla="*/ 156782 w 4682585"/>
              <a:gd name="connsiteY111" fmla="*/ 1881473 h 2174272"/>
              <a:gd name="connsiteX112" fmla="*/ 4515326 w 4682585"/>
              <a:gd name="connsiteY112" fmla="*/ 1725358 h 2174272"/>
              <a:gd name="connsiteX113" fmla="*/ 4515326 w 4682585"/>
              <a:gd name="connsiteY113" fmla="*/ 1871948 h 2174272"/>
              <a:gd name="connsiteX114" fmla="*/ 4673060 w 4682585"/>
              <a:gd name="connsiteY114" fmla="*/ 1871948 h 2174272"/>
              <a:gd name="connsiteX115" fmla="*/ 4673060 w 4682585"/>
              <a:gd name="connsiteY115" fmla="*/ 1725358 h 2174272"/>
              <a:gd name="connsiteX116" fmla="*/ 4348068 w 4682585"/>
              <a:gd name="connsiteY116" fmla="*/ 1725358 h 2174272"/>
              <a:gd name="connsiteX117" fmla="*/ 4348068 w 4682585"/>
              <a:gd name="connsiteY117" fmla="*/ 1871948 h 2174272"/>
              <a:gd name="connsiteX118" fmla="*/ 4505801 w 4682585"/>
              <a:gd name="connsiteY118" fmla="*/ 1871948 h 2174272"/>
              <a:gd name="connsiteX119" fmla="*/ 4505801 w 4682585"/>
              <a:gd name="connsiteY119" fmla="*/ 1725358 h 2174272"/>
              <a:gd name="connsiteX120" fmla="*/ 4180809 w 4682585"/>
              <a:gd name="connsiteY120" fmla="*/ 1725358 h 2174272"/>
              <a:gd name="connsiteX121" fmla="*/ 4180809 w 4682585"/>
              <a:gd name="connsiteY121" fmla="*/ 1871948 h 2174272"/>
              <a:gd name="connsiteX122" fmla="*/ 4338543 w 4682585"/>
              <a:gd name="connsiteY122" fmla="*/ 1871948 h 2174272"/>
              <a:gd name="connsiteX123" fmla="*/ 4338543 w 4682585"/>
              <a:gd name="connsiteY123" fmla="*/ 1725358 h 2174272"/>
              <a:gd name="connsiteX124" fmla="*/ 4013550 w 4682585"/>
              <a:gd name="connsiteY124" fmla="*/ 1725358 h 2174272"/>
              <a:gd name="connsiteX125" fmla="*/ 4013550 w 4682585"/>
              <a:gd name="connsiteY125" fmla="*/ 1871948 h 2174272"/>
              <a:gd name="connsiteX126" fmla="*/ 4171284 w 4682585"/>
              <a:gd name="connsiteY126" fmla="*/ 1871948 h 2174272"/>
              <a:gd name="connsiteX127" fmla="*/ 4171284 w 4682585"/>
              <a:gd name="connsiteY127" fmla="*/ 1725358 h 2174272"/>
              <a:gd name="connsiteX128" fmla="*/ 3846291 w 4682585"/>
              <a:gd name="connsiteY128" fmla="*/ 1725358 h 2174272"/>
              <a:gd name="connsiteX129" fmla="*/ 3846291 w 4682585"/>
              <a:gd name="connsiteY129" fmla="*/ 1871948 h 2174272"/>
              <a:gd name="connsiteX130" fmla="*/ 4004025 w 4682585"/>
              <a:gd name="connsiteY130" fmla="*/ 1871948 h 2174272"/>
              <a:gd name="connsiteX131" fmla="*/ 4004025 w 4682585"/>
              <a:gd name="connsiteY131" fmla="*/ 1725358 h 2174272"/>
              <a:gd name="connsiteX132" fmla="*/ 3678936 w 4682585"/>
              <a:gd name="connsiteY132" fmla="*/ 1725358 h 2174272"/>
              <a:gd name="connsiteX133" fmla="*/ 3678936 w 4682585"/>
              <a:gd name="connsiteY133" fmla="*/ 1871948 h 2174272"/>
              <a:gd name="connsiteX134" fmla="*/ 3836766 w 4682585"/>
              <a:gd name="connsiteY134" fmla="*/ 1871948 h 2174272"/>
              <a:gd name="connsiteX135" fmla="*/ 3836766 w 4682585"/>
              <a:gd name="connsiteY135" fmla="*/ 1725358 h 2174272"/>
              <a:gd name="connsiteX136" fmla="*/ 3511677 w 4682585"/>
              <a:gd name="connsiteY136" fmla="*/ 1725358 h 2174272"/>
              <a:gd name="connsiteX137" fmla="*/ 3511677 w 4682585"/>
              <a:gd name="connsiteY137" fmla="*/ 1871948 h 2174272"/>
              <a:gd name="connsiteX138" fmla="*/ 3669411 w 4682585"/>
              <a:gd name="connsiteY138" fmla="*/ 1871948 h 2174272"/>
              <a:gd name="connsiteX139" fmla="*/ 3669411 w 4682585"/>
              <a:gd name="connsiteY139" fmla="*/ 1725358 h 2174272"/>
              <a:gd name="connsiteX140" fmla="*/ 3344418 w 4682585"/>
              <a:gd name="connsiteY140" fmla="*/ 1725358 h 2174272"/>
              <a:gd name="connsiteX141" fmla="*/ 3344418 w 4682585"/>
              <a:gd name="connsiteY141" fmla="*/ 1871948 h 2174272"/>
              <a:gd name="connsiteX142" fmla="*/ 3502152 w 4682585"/>
              <a:gd name="connsiteY142" fmla="*/ 1871948 h 2174272"/>
              <a:gd name="connsiteX143" fmla="*/ 3502152 w 4682585"/>
              <a:gd name="connsiteY143" fmla="*/ 1725358 h 2174272"/>
              <a:gd name="connsiteX144" fmla="*/ 3177159 w 4682585"/>
              <a:gd name="connsiteY144" fmla="*/ 1725358 h 2174272"/>
              <a:gd name="connsiteX145" fmla="*/ 3177159 w 4682585"/>
              <a:gd name="connsiteY145" fmla="*/ 1871948 h 2174272"/>
              <a:gd name="connsiteX146" fmla="*/ 3334893 w 4682585"/>
              <a:gd name="connsiteY146" fmla="*/ 1871948 h 2174272"/>
              <a:gd name="connsiteX147" fmla="*/ 3334893 w 4682585"/>
              <a:gd name="connsiteY147" fmla="*/ 1725358 h 2174272"/>
              <a:gd name="connsiteX148" fmla="*/ 3009900 w 4682585"/>
              <a:gd name="connsiteY148" fmla="*/ 1725358 h 2174272"/>
              <a:gd name="connsiteX149" fmla="*/ 3009900 w 4682585"/>
              <a:gd name="connsiteY149" fmla="*/ 1871948 h 2174272"/>
              <a:gd name="connsiteX150" fmla="*/ 3167634 w 4682585"/>
              <a:gd name="connsiteY150" fmla="*/ 1871948 h 2174272"/>
              <a:gd name="connsiteX151" fmla="*/ 3167634 w 4682585"/>
              <a:gd name="connsiteY151" fmla="*/ 1725358 h 2174272"/>
              <a:gd name="connsiteX152" fmla="*/ 2842641 w 4682585"/>
              <a:gd name="connsiteY152" fmla="*/ 1725358 h 2174272"/>
              <a:gd name="connsiteX153" fmla="*/ 2842641 w 4682585"/>
              <a:gd name="connsiteY153" fmla="*/ 1871948 h 2174272"/>
              <a:gd name="connsiteX154" fmla="*/ 3000375 w 4682585"/>
              <a:gd name="connsiteY154" fmla="*/ 1871948 h 2174272"/>
              <a:gd name="connsiteX155" fmla="*/ 3000375 w 4682585"/>
              <a:gd name="connsiteY155" fmla="*/ 1725358 h 2174272"/>
              <a:gd name="connsiteX156" fmla="*/ 2675382 w 4682585"/>
              <a:gd name="connsiteY156" fmla="*/ 1725358 h 2174272"/>
              <a:gd name="connsiteX157" fmla="*/ 2675382 w 4682585"/>
              <a:gd name="connsiteY157" fmla="*/ 1871948 h 2174272"/>
              <a:gd name="connsiteX158" fmla="*/ 2833116 w 4682585"/>
              <a:gd name="connsiteY158" fmla="*/ 1871948 h 2174272"/>
              <a:gd name="connsiteX159" fmla="*/ 2833116 w 4682585"/>
              <a:gd name="connsiteY159" fmla="*/ 1725358 h 2174272"/>
              <a:gd name="connsiteX160" fmla="*/ 2508123 w 4682585"/>
              <a:gd name="connsiteY160" fmla="*/ 1725358 h 2174272"/>
              <a:gd name="connsiteX161" fmla="*/ 2508123 w 4682585"/>
              <a:gd name="connsiteY161" fmla="*/ 1871948 h 2174272"/>
              <a:gd name="connsiteX162" fmla="*/ 2665857 w 4682585"/>
              <a:gd name="connsiteY162" fmla="*/ 1871948 h 2174272"/>
              <a:gd name="connsiteX163" fmla="*/ 2665857 w 4682585"/>
              <a:gd name="connsiteY163" fmla="*/ 1725358 h 2174272"/>
              <a:gd name="connsiteX164" fmla="*/ 2340864 w 4682585"/>
              <a:gd name="connsiteY164" fmla="*/ 1725358 h 2174272"/>
              <a:gd name="connsiteX165" fmla="*/ 2340864 w 4682585"/>
              <a:gd name="connsiteY165" fmla="*/ 1871948 h 2174272"/>
              <a:gd name="connsiteX166" fmla="*/ 2498598 w 4682585"/>
              <a:gd name="connsiteY166" fmla="*/ 1871948 h 2174272"/>
              <a:gd name="connsiteX167" fmla="*/ 2498598 w 4682585"/>
              <a:gd name="connsiteY167" fmla="*/ 1725358 h 2174272"/>
              <a:gd name="connsiteX168" fmla="*/ 2173510 w 4682585"/>
              <a:gd name="connsiteY168" fmla="*/ 1725358 h 2174272"/>
              <a:gd name="connsiteX169" fmla="*/ 2173510 w 4682585"/>
              <a:gd name="connsiteY169" fmla="*/ 1871948 h 2174272"/>
              <a:gd name="connsiteX170" fmla="*/ 2331339 w 4682585"/>
              <a:gd name="connsiteY170" fmla="*/ 1871948 h 2174272"/>
              <a:gd name="connsiteX171" fmla="*/ 2331339 w 4682585"/>
              <a:gd name="connsiteY171" fmla="*/ 1725358 h 2174272"/>
              <a:gd name="connsiteX172" fmla="*/ 2006251 w 4682585"/>
              <a:gd name="connsiteY172" fmla="*/ 1725358 h 2174272"/>
              <a:gd name="connsiteX173" fmla="*/ 2006251 w 4682585"/>
              <a:gd name="connsiteY173" fmla="*/ 1871948 h 2174272"/>
              <a:gd name="connsiteX174" fmla="*/ 2163985 w 4682585"/>
              <a:gd name="connsiteY174" fmla="*/ 1871948 h 2174272"/>
              <a:gd name="connsiteX175" fmla="*/ 2163985 w 4682585"/>
              <a:gd name="connsiteY175" fmla="*/ 1725358 h 2174272"/>
              <a:gd name="connsiteX176" fmla="*/ 1838992 w 4682585"/>
              <a:gd name="connsiteY176" fmla="*/ 1725358 h 2174272"/>
              <a:gd name="connsiteX177" fmla="*/ 1838992 w 4682585"/>
              <a:gd name="connsiteY177" fmla="*/ 1871948 h 2174272"/>
              <a:gd name="connsiteX178" fmla="*/ 1996726 w 4682585"/>
              <a:gd name="connsiteY178" fmla="*/ 1871948 h 2174272"/>
              <a:gd name="connsiteX179" fmla="*/ 1996726 w 4682585"/>
              <a:gd name="connsiteY179" fmla="*/ 1725358 h 2174272"/>
              <a:gd name="connsiteX180" fmla="*/ 1671733 w 4682585"/>
              <a:gd name="connsiteY180" fmla="*/ 1725358 h 2174272"/>
              <a:gd name="connsiteX181" fmla="*/ 1671733 w 4682585"/>
              <a:gd name="connsiteY181" fmla="*/ 1871948 h 2174272"/>
              <a:gd name="connsiteX182" fmla="*/ 1829467 w 4682585"/>
              <a:gd name="connsiteY182" fmla="*/ 1871948 h 2174272"/>
              <a:gd name="connsiteX183" fmla="*/ 1829467 w 4682585"/>
              <a:gd name="connsiteY183" fmla="*/ 1725358 h 2174272"/>
              <a:gd name="connsiteX184" fmla="*/ 1504474 w 4682585"/>
              <a:gd name="connsiteY184" fmla="*/ 1725358 h 2174272"/>
              <a:gd name="connsiteX185" fmla="*/ 1504474 w 4682585"/>
              <a:gd name="connsiteY185" fmla="*/ 1871948 h 2174272"/>
              <a:gd name="connsiteX186" fmla="*/ 1662208 w 4682585"/>
              <a:gd name="connsiteY186" fmla="*/ 1871948 h 2174272"/>
              <a:gd name="connsiteX187" fmla="*/ 1662208 w 4682585"/>
              <a:gd name="connsiteY187" fmla="*/ 1725358 h 2174272"/>
              <a:gd name="connsiteX188" fmla="*/ 1337215 w 4682585"/>
              <a:gd name="connsiteY188" fmla="*/ 1725358 h 2174272"/>
              <a:gd name="connsiteX189" fmla="*/ 1337215 w 4682585"/>
              <a:gd name="connsiteY189" fmla="*/ 1871948 h 2174272"/>
              <a:gd name="connsiteX190" fmla="*/ 1494949 w 4682585"/>
              <a:gd name="connsiteY190" fmla="*/ 1871948 h 2174272"/>
              <a:gd name="connsiteX191" fmla="*/ 1494949 w 4682585"/>
              <a:gd name="connsiteY191" fmla="*/ 1725358 h 2174272"/>
              <a:gd name="connsiteX192" fmla="*/ 1169956 w 4682585"/>
              <a:gd name="connsiteY192" fmla="*/ 1725358 h 2174272"/>
              <a:gd name="connsiteX193" fmla="*/ 1169956 w 4682585"/>
              <a:gd name="connsiteY193" fmla="*/ 1871948 h 2174272"/>
              <a:gd name="connsiteX194" fmla="*/ 1327690 w 4682585"/>
              <a:gd name="connsiteY194" fmla="*/ 1871948 h 2174272"/>
              <a:gd name="connsiteX195" fmla="*/ 1327690 w 4682585"/>
              <a:gd name="connsiteY195" fmla="*/ 1725358 h 2174272"/>
              <a:gd name="connsiteX196" fmla="*/ 1002697 w 4682585"/>
              <a:gd name="connsiteY196" fmla="*/ 1725358 h 2174272"/>
              <a:gd name="connsiteX197" fmla="*/ 1002697 w 4682585"/>
              <a:gd name="connsiteY197" fmla="*/ 1871948 h 2174272"/>
              <a:gd name="connsiteX198" fmla="*/ 1160431 w 4682585"/>
              <a:gd name="connsiteY198" fmla="*/ 1871948 h 2174272"/>
              <a:gd name="connsiteX199" fmla="*/ 1160431 w 4682585"/>
              <a:gd name="connsiteY199" fmla="*/ 1725358 h 2174272"/>
              <a:gd name="connsiteX200" fmla="*/ 835438 w 4682585"/>
              <a:gd name="connsiteY200" fmla="*/ 1725358 h 2174272"/>
              <a:gd name="connsiteX201" fmla="*/ 835438 w 4682585"/>
              <a:gd name="connsiteY201" fmla="*/ 1871948 h 2174272"/>
              <a:gd name="connsiteX202" fmla="*/ 993172 w 4682585"/>
              <a:gd name="connsiteY202" fmla="*/ 1871948 h 2174272"/>
              <a:gd name="connsiteX203" fmla="*/ 993172 w 4682585"/>
              <a:gd name="connsiteY203" fmla="*/ 1725358 h 2174272"/>
              <a:gd name="connsiteX204" fmla="*/ 668179 w 4682585"/>
              <a:gd name="connsiteY204" fmla="*/ 1725358 h 2174272"/>
              <a:gd name="connsiteX205" fmla="*/ 668179 w 4682585"/>
              <a:gd name="connsiteY205" fmla="*/ 1871948 h 2174272"/>
              <a:gd name="connsiteX206" fmla="*/ 825913 w 4682585"/>
              <a:gd name="connsiteY206" fmla="*/ 1871948 h 2174272"/>
              <a:gd name="connsiteX207" fmla="*/ 825913 w 4682585"/>
              <a:gd name="connsiteY207" fmla="*/ 1725358 h 2174272"/>
              <a:gd name="connsiteX208" fmla="*/ 500920 w 4682585"/>
              <a:gd name="connsiteY208" fmla="*/ 1725358 h 2174272"/>
              <a:gd name="connsiteX209" fmla="*/ 500920 w 4682585"/>
              <a:gd name="connsiteY209" fmla="*/ 1871948 h 2174272"/>
              <a:gd name="connsiteX210" fmla="*/ 658654 w 4682585"/>
              <a:gd name="connsiteY210" fmla="*/ 1871948 h 2174272"/>
              <a:gd name="connsiteX211" fmla="*/ 658654 w 4682585"/>
              <a:gd name="connsiteY211" fmla="*/ 1725358 h 2174272"/>
              <a:gd name="connsiteX212" fmla="*/ 333566 w 4682585"/>
              <a:gd name="connsiteY212" fmla="*/ 1725358 h 2174272"/>
              <a:gd name="connsiteX213" fmla="*/ 333566 w 4682585"/>
              <a:gd name="connsiteY213" fmla="*/ 1871948 h 2174272"/>
              <a:gd name="connsiteX214" fmla="*/ 491395 w 4682585"/>
              <a:gd name="connsiteY214" fmla="*/ 1871948 h 2174272"/>
              <a:gd name="connsiteX215" fmla="*/ 491395 w 4682585"/>
              <a:gd name="connsiteY215" fmla="*/ 1725358 h 2174272"/>
              <a:gd name="connsiteX216" fmla="*/ 166307 w 4682585"/>
              <a:gd name="connsiteY216" fmla="*/ 1725358 h 2174272"/>
              <a:gd name="connsiteX217" fmla="*/ 166307 w 4682585"/>
              <a:gd name="connsiteY217" fmla="*/ 1871948 h 2174272"/>
              <a:gd name="connsiteX218" fmla="*/ 324041 w 4682585"/>
              <a:gd name="connsiteY218" fmla="*/ 1871948 h 2174272"/>
              <a:gd name="connsiteX219" fmla="*/ 324041 w 4682585"/>
              <a:gd name="connsiteY219" fmla="*/ 1725358 h 2174272"/>
              <a:gd name="connsiteX220" fmla="*/ 9525 w 4682585"/>
              <a:gd name="connsiteY220" fmla="*/ 1725358 h 2174272"/>
              <a:gd name="connsiteX221" fmla="*/ 9525 w 4682585"/>
              <a:gd name="connsiteY221" fmla="*/ 1871948 h 2174272"/>
              <a:gd name="connsiteX222" fmla="*/ 156782 w 4682585"/>
              <a:gd name="connsiteY222" fmla="*/ 1871948 h 2174272"/>
              <a:gd name="connsiteX223" fmla="*/ 156782 w 4682585"/>
              <a:gd name="connsiteY223" fmla="*/ 1725358 h 2174272"/>
              <a:gd name="connsiteX224" fmla="*/ 4515326 w 4682585"/>
              <a:gd name="connsiteY224" fmla="*/ 1569243 h 2174272"/>
              <a:gd name="connsiteX225" fmla="*/ 4515326 w 4682585"/>
              <a:gd name="connsiteY225" fmla="*/ 1715833 h 2174272"/>
              <a:gd name="connsiteX226" fmla="*/ 4673060 w 4682585"/>
              <a:gd name="connsiteY226" fmla="*/ 1715833 h 2174272"/>
              <a:gd name="connsiteX227" fmla="*/ 4673060 w 4682585"/>
              <a:gd name="connsiteY227" fmla="*/ 1569243 h 2174272"/>
              <a:gd name="connsiteX228" fmla="*/ 4348068 w 4682585"/>
              <a:gd name="connsiteY228" fmla="*/ 1569243 h 2174272"/>
              <a:gd name="connsiteX229" fmla="*/ 4348068 w 4682585"/>
              <a:gd name="connsiteY229" fmla="*/ 1715833 h 2174272"/>
              <a:gd name="connsiteX230" fmla="*/ 4505801 w 4682585"/>
              <a:gd name="connsiteY230" fmla="*/ 1715833 h 2174272"/>
              <a:gd name="connsiteX231" fmla="*/ 4505801 w 4682585"/>
              <a:gd name="connsiteY231" fmla="*/ 1569243 h 2174272"/>
              <a:gd name="connsiteX232" fmla="*/ 4180809 w 4682585"/>
              <a:gd name="connsiteY232" fmla="*/ 1569243 h 2174272"/>
              <a:gd name="connsiteX233" fmla="*/ 4180809 w 4682585"/>
              <a:gd name="connsiteY233" fmla="*/ 1715833 h 2174272"/>
              <a:gd name="connsiteX234" fmla="*/ 4338543 w 4682585"/>
              <a:gd name="connsiteY234" fmla="*/ 1715833 h 2174272"/>
              <a:gd name="connsiteX235" fmla="*/ 4338543 w 4682585"/>
              <a:gd name="connsiteY235" fmla="*/ 1569243 h 2174272"/>
              <a:gd name="connsiteX236" fmla="*/ 4013550 w 4682585"/>
              <a:gd name="connsiteY236" fmla="*/ 1569243 h 2174272"/>
              <a:gd name="connsiteX237" fmla="*/ 4013550 w 4682585"/>
              <a:gd name="connsiteY237" fmla="*/ 1715833 h 2174272"/>
              <a:gd name="connsiteX238" fmla="*/ 4171284 w 4682585"/>
              <a:gd name="connsiteY238" fmla="*/ 1715833 h 2174272"/>
              <a:gd name="connsiteX239" fmla="*/ 4171284 w 4682585"/>
              <a:gd name="connsiteY239" fmla="*/ 1569243 h 2174272"/>
              <a:gd name="connsiteX240" fmla="*/ 3846291 w 4682585"/>
              <a:gd name="connsiteY240" fmla="*/ 1569243 h 2174272"/>
              <a:gd name="connsiteX241" fmla="*/ 3846291 w 4682585"/>
              <a:gd name="connsiteY241" fmla="*/ 1715833 h 2174272"/>
              <a:gd name="connsiteX242" fmla="*/ 4004025 w 4682585"/>
              <a:gd name="connsiteY242" fmla="*/ 1715833 h 2174272"/>
              <a:gd name="connsiteX243" fmla="*/ 4004025 w 4682585"/>
              <a:gd name="connsiteY243" fmla="*/ 1569243 h 2174272"/>
              <a:gd name="connsiteX244" fmla="*/ 3678936 w 4682585"/>
              <a:gd name="connsiteY244" fmla="*/ 1569243 h 2174272"/>
              <a:gd name="connsiteX245" fmla="*/ 3678936 w 4682585"/>
              <a:gd name="connsiteY245" fmla="*/ 1715833 h 2174272"/>
              <a:gd name="connsiteX246" fmla="*/ 3836766 w 4682585"/>
              <a:gd name="connsiteY246" fmla="*/ 1715833 h 2174272"/>
              <a:gd name="connsiteX247" fmla="*/ 3836766 w 4682585"/>
              <a:gd name="connsiteY247" fmla="*/ 1569243 h 2174272"/>
              <a:gd name="connsiteX248" fmla="*/ 3511677 w 4682585"/>
              <a:gd name="connsiteY248" fmla="*/ 1569243 h 2174272"/>
              <a:gd name="connsiteX249" fmla="*/ 3511677 w 4682585"/>
              <a:gd name="connsiteY249" fmla="*/ 1715833 h 2174272"/>
              <a:gd name="connsiteX250" fmla="*/ 3669411 w 4682585"/>
              <a:gd name="connsiteY250" fmla="*/ 1715833 h 2174272"/>
              <a:gd name="connsiteX251" fmla="*/ 3669411 w 4682585"/>
              <a:gd name="connsiteY251" fmla="*/ 1569243 h 2174272"/>
              <a:gd name="connsiteX252" fmla="*/ 3344418 w 4682585"/>
              <a:gd name="connsiteY252" fmla="*/ 1569243 h 2174272"/>
              <a:gd name="connsiteX253" fmla="*/ 3344418 w 4682585"/>
              <a:gd name="connsiteY253" fmla="*/ 1715833 h 2174272"/>
              <a:gd name="connsiteX254" fmla="*/ 3502152 w 4682585"/>
              <a:gd name="connsiteY254" fmla="*/ 1715833 h 2174272"/>
              <a:gd name="connsiteX255" fmla="*/ 3502152 w 4682585"/>
              <a:gd name="connsiteY255" fmla="*/ 1569243 h 2174272"/>
              <a:gd name="connsiteX256" fmla="*/ 3177159 w 4682585"/>
              <a:gd name="connsiteY256" fmla="*/ 1569243 h 2174272"/>
              <a:gd name="connsiteX257" fmla="*/ 3177159 w 4682585"/>
              <a:gd name="connsiteY257" fmla="*/ 1715833 h 2174272"/>
              <a:gd name="connsiteX258" fmla="*/ 3334893 w 4682585"/>
              <a:gd name="connsiteY258" fmla="*/ 1715833 h 2174272"/>
              <a:gd name="connsiteX259" fmla="*/ 3334893 w 4682585"/>
              <a:gd name="connsiteY259" fmla="*/ 1569243 h 2174272"/>
              <a:gd name="connsiteX260" fmla="*/ 3009900 w 4682585"/>
              <a:gd name="connsiteY260" fmla="*/ 1569243 h 2174272"/>
              <a:gd name="connsiteX261" fmla="*/ 3009900 w 4682585"/>
              <a:gd name="connsiteY261" fmla="*/ 1715833 h 2174272"/>
              <a:gd name="connsiteX262" fmla="*/ 3167634 w 4682585"/>
              <a:gd name="connsiteY262" fmla="*/ 1715833 h 2174272"/>
              <a:gd name="connsiteX263" fmla="*/ 3167634 w 4682585"/>
              <a:gd name="connsiteY263" fmla="*/ 1569243 h 2174272"/>
              <a:gd name="connsiteX264" fmla="*/ 2842641 w 4682585"/>
              <a:gd name="connsiteY264" fmla="*/ 1569243 h 2174272"/>
              <a:gd name="connsiteX265" fmla="*/ 2842641 w 4682585"/>
              <a:gd name="connsiteY265" fmla="*/ 1715833 h 2174272"/>
              <a:gd name="connsiteX266" fmla="*/ 3000375 w 4682585"/>
              <a:gd name="connsiteY266" fmla="*/ 1715833 h 2174272"/>
              <a:gd name="connsiteX267" fmla="*/ 3000375 w 4682585"/>
              <a:gd name="connsiteY267" fmla="*/ 1569243 h 2174272"/>
              <a:gd name="connsiteX268" fmla="*/ 2675382 w 4682585"/>
              <a:gd name="connsiteY268" fmla="*/ 1569243 h 2174272"/>
              <a:gd name="connsiteX269" fmla="*/ 2675382 w 4682585"/>
              <a:gd name="connsiteY269" fmla="*/ 1715833 h 2174272"/>
              <a:gd name="connsiteX270" fmla="*/ 2833116 w 4682585"/>
              <a:gd name="connsiteY270" fmla="*/ 1715833 h 2174272"/>
              <a:gd name="connsiteX271" fmla="*/ 2833116 w 4682585"/>
              <a:gd name="connsiteY271" fmla="*/ 1569243 h 2174272"/>
              <a:gd name="connsiteX272" fmla="*/ 2508123 w 4682585"/>
              <a:gd name="connsiteY272" fmla="*/ 1569243 h 2174272"/>
              <a:gd name="connsiteX273" fmla="*/ 2508123 w 4682585"/>
              <a:gd name="connsiteY273" fmla="*/ 1715833 h 2174272"/>
              <a:gd name="connsiteX274" fmla="*/ 2665857 w 4682585"/>
              <a:gd name="connsiteY274" fmla="*/ 1715833 h 2174272"/>
              <a:gd name="connsiteX275" fmla="*/ 2665857 w 4682585"/>
              <a:gd name="connsiteY275" fmla="*/ 1569243 h 2174272"/>
              <a:gd name="connsiteX276" fmla="*/ 2340864 w 4682585"/>
              <a:gd name="connsiteY276" fmla="*/ 1569243 h 2174272"/>
              <a:gd name="connsiteX277" fmla="*/ 2340864 w 4682585"/>
              <a:gd name="connsiteY277" fmla="*/ 1715833 h 2174272"/>
              <a:gd name="connsiteX278" fmla="*/ 2498598 w 4682585"/>
              <a:gd name="connsiteY278" fmla="*/ 1715833 h 2174272"/>
              <a:gd name="connsiteX279" fmla="*/ 2498598 w 4682585"/>
              <a:gd name="connsiteY279" fmla="*/ 1569243 h 2174272"/>
              <a:gd name="connsiteX280" fmla="*/ 2173510 w 4682585"/>
              <a:gd name="connsiteY280" fmla="*/ 1569243 h 2174272"/>
              <a:gd name="connsiteX281" fmla="*/ 2173510 w 4682585"/>
              <a:gd name="connsiteY281" fmla="*/ 1715833 h 2174272"/>
              <a:gd name="connsiteX282" fmla="*/ 2331339 w 4682585"/>
              <a:gd name="connsiteY282" fmla="*/ 1715833 h 2174272"/>
              <a:gd name="connsiteX283" fmla="*/ 2331339 w 4682585"/>
              <a:gd name="connsiteY283" fmla="*/ 1569243 h 2174272"/>
              <a:gd name="connsiteX284" fmla="*/ 2006251 w 4682585"/>
              <a:gd name="connsiteY284" fmla="*/ 1569243 h 2174272"/>
              <a:gd name="connsiteX285" fmla="*/ 2006251 w 4682585"/>
              <a:gd name="connsiteY285" fmla="*/ 1715833 h 2174272"/>
              <a:gd name="connsiteX286" fmla="*/ 2163985 w 4682585"/>
              <a:gd name="connsiteY286" fmla="*/ 1715833 h 2174272"/>
              <a:gd name="connsiteX287" fmla="*/ 2163985 w 4682585"/>
              <a:gd name="connsiteY287" fmla="*/ 1569243 h 2174272"/>
              <a:gd name="connsiteX288" fmla="*/ 1838992 w 4682585"/>
              <a:gd name="connsiteY288" fmla="*/ 1569243 h 2174272"/>
              <a:gd name="connsiteX289" fmla="*/ 1838992 w 4682585"/>
              <a:gd name="connsiteY289" fmla="*/ 1715833 h 2174272"/>
              <a:gd name="connsiteX290" fmla="*/ 1996726 w 4682585"/>
              <a:gd name="connsiteY290" fmla="*/ 1715833 h 2174272"/>
              <a:gd name="connsiteX291" fmla="*/ 1996726 w 4682585"/>
              <a:gd name="connsiteY291" fmla="*/ 1569243 h 2174272"/>
              <a:gd name="connsiteX292" fmla="*/ 1671733 w 4682585"/>
              <a:gd name="connsiteY292" fmla="*/ 1569243 h 2174272"/>
              <a:gd name="connsiteX293" fmla="*/ 1671733 w 4682585"/>
              <a:gd name="connsiteY293" fmla="*/ 1715833 h 2174272"/>
              <a:gd name="connsiteX294" fmla="*/ 1829467 w 4682585"/>
              <a:gd name="connsiteY294" fmla="*/ 1715833 h 2174272"/>
              <a:gd name="connsiteX295" fmla="*/ 1829467 w 4682585"/>
              <a:gd name="connsiteY295" fmla="*/ 1569243 h 2174272"/>
              <a:gd name="connsiteX296" fmla="*/ 1504474 w 4682585"/>
              <a:gd name="connsiteY296" fmla="*/ 1569243 h 2174272"/>
              <a:gd name="connsiteX297" fmla="*/ 1504474 w 4682585"/>
              <a:gd name="connsiteY297" fmla="*/ 1715833 h 2174272"/>
              <a:gd name="connsiteX298" fmla="*/ 1662208 w 4682585"/>
              <a:gd name="connsiteY298" fmla="*/ 1715833 h 2174272"/>
              <a:gd name="connsiteX299" fmla="*/ 1662208 w 4682585"/>
              <a:gd name="connsiteY299" fmla="*/ 1569243 h 2174272"/>
              <a:gd name="connsiteX300" fmla="*/ 1337215 w 4682585"/>
              <a:gd name="connsiteY300" fmla="*/ 1569243 h 2174272"/>
              <a:gd name="connsiteX301" fmla="*/ 1337215 w 4682585"/>
              <a:gd name="connsiteY301" fmla="*/ 1715833 h 2174272"/>
              <a:gd name="connsiteX302" fmla="*/ 1494949 w 4682585"/>
              <a:gd name="connsiteY302" fmla="*/ 1715833 h 2174272"/>
              <a:gd name="connsiteX303" fmla="*/ 1494949 w 4682585"/>
              <a:gd name="connsiteY303" fmla="*/ 1569243 h 2174272"/>
              <a:gd name="connsiteX304" fmla="*/ 1169956 w 4682585"/>
              <a:gd name="connsiteY304" fmla="*/ 1569243 h 2174272"/>
              <a:gd name="connsiteX305" fmla="*/ 1169956 w 4682585"/>
              <a:gd name="connsiteY305" fmla="*/ 1715833 h 2174272"/>
              <a:gd name="connsiteX306" fmla="*/ 1327690 w 4682585"/>
              <a:gd name="connsiteY306" fmla="*/ 1715833 h 2174272"/>
              <a:gd name="connsiteX307" fmla="*/ 1327690 w 4682585"/>
              <a:gd name="connsiteY307" fmla="*/ 1569243 h 2174272"/>
              <a:gd name="connsiteX308" fmla="*/ 1002697 w 4682585"/>
              <a:gd name="connsiteY308" fmla="*/ 1569243 h 2174272"/>
              <a:gd name="connsiteX309" fmla="*/ 1002697 w 4682585"/>
              <a:gd name="connsiteY309" fmla="*/ 1715833 h 2174272"/>
              <a:gd name="connsiteX310" fmla="*/ 1160431 w 4682585"/>
              <a:gd name="connsiteY310" fmla="*/ 1715833 h 2174272"/>
              <a:gd name="connsiteX311" fmla="*/ 1160431 w 4682585"/>
              <a:gd name="connsiteY311" fmla="*/ 1569243 h 2174272"/>
              <a:gd name="connsiteX312" fmla="*/ 835438 w 4682585"/>
              <a:gd name="connsiteY312" fmla="*/ 1569243 h 2174272"/>
              <a:gd name="connsiteX313" fmla="*/ 835438 w 4682585"/>
              <a:gd name="connsiteY313" fmla="*/ 1715833 h 2174272"/>
              <a:gd name="connsiteX314" fmla="*/ 993172 w 4682585"/>
              <a:gd name="connsiteY314" fmla="*/ 1715833 h 2174272"/>
              <a:gd name="connsiteX315" fmla="*/ 993172 w 4682585"/>
              <a:gd name="connsiteY315" fmla="*/ 1569243 h 2174272"/>
              <a:gd name="connsiteX316" fmla="*/ 668179 w 4682585"/>
              <a:gd name="connsiteY316" fmla="*/ 1569243 h 2174272"/>
              <a:gd name="connsiteX317" fmla="*/ 668179 w 4682585"/>
              <a:gd name="connsiteY317" fmla="*/ 1715833 h 2174272"/>
              <a:gd name="connsiteX318" fmla="*/ 825913 w 4682585"/>
              <a:gd name="connsiteY318" fmla="*/ 1715833 h 2174272"/>
              <a:gd name="connsiteX319" fmla="*/ 825913 w 4682585"/>
              <a:gd name="connsiteY319" fmla="*/ 1569243 h 2174272"/>
              <a:gd name="connsiteX320" fmla="*/ 500920 w 4682585"/>
              <a:gd name="connsiteY320" fmla="*/ 1569243 h 2174272"/>
              <a:gd name="connsiteX321" fmla="*/ 500920 w 4682585"/>
              <a:gd name="connsiteY321" fmla="*/ 1715833 h 2174272"/>
              <a:gd name="connsiteX322" fmla="*/ 658654 w 4682585"/>
              <a:gd name="connsiteY322" fmla="*/ 1715833 h 2174272"/>
              <a:gd name="connsiteX323" fmla="*/ 658654 w 4682585"/>
              <a:gd name="connsiteY323" fmla="*/ 1569243 h 2174272"/>
              <a:gd name="connsiteX324" fmla="*/ 333566 w 4682585"/>
              <a:gd name="connsiteY324" fmla="*/ 1569243 h 2174272"/>
              <a:gd name="connsiteX325" fmla="*/ 333566 w 4682585"/>
              <a:gd name="connsiteY325" fmla="*/ 1715833 h 2174272"/>
              <a:gd name="connsiteX326" fmla="*/ 491395 w 4682585"/>
              <a:gd name="connsiteY326" fmla="*/ 1715833 h 2174272"/>
              <a:gd name="connsiteX327" fmla="*/ 491395 w 4682585"/>
              <a:gd name="connsiteY327" fmla="*/ 1569243 h 2174272"/>
              <a:gd name="connsiteX328" fmla="*/ 166307 w 4682585"/>
              <a:gd name="connsiteY328" fmla="*/ 1569243 h 2174272"/>
              <a:gd name="connsiteX329" fmla="*/ 166307 w 4682585"/>
              <a:gd name="connsiteY329" fmla="*/ 1715833 h 2174272"/>
              <a:gd name="connsiteX330" fmla="*/ 324041 w 4682585"/>
              <a:gd name="connsiteY330" fmla="*/ 1715833 h 2174272"/>
              <a:gd name="connsiteX331" fmla="*/ 324041 w 4682585"/>
              <a:gd name="connsiteY331" fmla="*/ 1569243 h 2174272"/>
              <a:gd name="connsiteX332" fmla="*/ 9525 w 4682585"/>
              <a:gd name="connsiteY332" fmla="*/ 1569243 h 2174272"/>
              <a:gd name="connsiteX333" fmla="*/ 9525 w 4682585"/>
              <a:gd name="connsiteY333" fmla="*/ 1715833 h 2174272"/>
              <a:gd name="connsiteX334" fmla="*/ 156782 w 4682585"/>
              <a:gd name="connsiteY334" fmla="*/ 1715833 h 2174272"/>
              <a:gd name="connsiteX335" fmla="*/ 156782 w 4682585"/>
              <a:gd name="connsiteY335" fmla="*/ 1569243 h 2174272"/>
              <a:gd name="connsiteX336" fmla="*/ 4515326 w 4682585"/>
              <a:gd name="connsiteY336" fmla="*/ 1413129 h 2174272"/>
              <a:gd name="connsiteX337" fmla="*/ 4515326 w 4682585"/>
              <a:gd name="connsiteY337" fmla="*/ 1559718 h 2174272"/>
              <a:gd name="connsiteX338" fmla="*/ 4673060 w 4682585"/>
              <a:gd name="connsiteY338" fmla="*/ 1559718 h 2174272"/>
              <a:gd name="connsiteX339" fmla="*/ 4673060 w 4682585"/>
              <a:gd name="connsiteY339" fmla="*/ 1413129 h 2174272"/>
              <a:gd name="connsiteX340" fmla="*/ 4348068 w 4682585"/>
              <a:gd name="connsiteY340" fmla="*/ 1413129 h 2174272"/>
              <a:gd name="connsiteX341" fmla="*/ 4348068 w 4682585"/>
              <a:gd name="connsiteY341" fmla="*/ 1559718 h 2174272"/>
              <a:gd name="connsiteX342" fmla="*/ 4505801 w 4682585"/>
              <a:gd name="connsiteY342" fmla="*/ 1559718 h 2174272"/>
              <a:gd name="connsiteX343" fmla="*/ 4505801 w 4682585"/>
              <a:gd name="connsiteY343" fmla="*/ 1413129 h 2174272"/>
              <a:gd name="connsiteX344" fmla="*/ 4180809 w 4682585"/>
              <a:gd name="connsiteY344" fmla="*/ 1413129 h 2174272"/>
              <a:gd name="connsiteX345" fmla="*/ 4180809 w 4682585"/>
              <a:gd name="connsiteY345" fmla="*/ 1559718 h 2174272"/>
              <a:gd name="connsiteX346" fmla="*/ 4338543 w 4682585"/>
              <a:gd name="connsiteY346" fmla="*/ 1559718 h 2174272"/>
              <a:gd name="connsiteX347" fmla="*/ 4338543 w 4682585"/>
              <a:gd name="connsiteY347" fmla="*/ 1413129 h 2174272"/>
              <a:gd name="connsiteX348" fmla="*/ 4013550 w 4682585"/>
              <a:gd name="connsiteY348" fmla="*/ 1413129 h 2174272"/>
              <a:gd name="connsiteX349" fmla="*/ 4013550 w 4682585"/>
              <a:gd name="connsiteY349" fmla="*/ 1559718 h 2174272"/>
              <a:gd name="connsiteX350" fmla="*/ 4171284 w 4682585"/>
              <a:gd name="connsiteY350" fmla="*/ 1559718 h 2174272"/>
              <a:gd name="connsiteX351" fmla="*/ 4171284 w 4682585"/>
              <a:gd name="connsiteY351" fmla="*/ 1413129 h 2174272"/>
              <a:gd name="connsiteX352" fmla="*/ 3846291 w 4682585"/>
              <a:gd name="connsiteY352" fmla="*/ 1413129 h 2174272"/>
              <a:gd name="connsiteX353" fmla="*/ 3846291 w 4682585"/>
              <a:gd name="connsiteY353" fmla="*/ 1559718 h 2174272"/>
              <a:gd name="connsiteX354" fmla="*/ 4004025 w 4682585"/>
              <a:gd name="connsiteY354" fmla="*/ 1559718 h 2174272"/>
              <a:gd name="connsiteX355" fmla="*/ 4004025 w 4682585"/>
              <a:gd name="connsiteY355" fmla="*/ 1413129 h 2174272"/>
              <a:gd name="connsiteX356" fmla="*/ 3678936 w 4682585"/>
              <a:gd name="connsiteY356" fmla="*/ 1413129 h 2174272"/>
              <a:gd name="connsiteX357" fmla="*/ 3678936 w 4682585"/>
              <a:gd name="connsiteY357" fmla="*/ 1559718 h 2174272"/>
              <a:gd name="connsiteX358" fmla="*/ 3836766 w 4682585"/>
              <a:gd name="connsiteY358" fmla="*/ 1559718 h 2174272"/>
              <a:gd name="connsiteX359" fmla="*/ 3836766 w 4682585"/>
              <a:gd name="connsiteY359" fmla="*/ 1413129 h 2174272"/>
              <a:gd name="connsiteX360" fmla="*/ 3511677 w 4682585"/>
              <a:gd name="connsiteY360" fmla="*/ 1413129 h 2174272"/>
              <a:gd name="connsiteX361" fmla="*/ 3511677 w 4682585"/>
              <a:gd name="connsiteY361" fmla="*/ 1559718 h 2174272"/>
              <a:gd name="connsiteX362" fmla="*/ 3669411 w 4682585"/>
              <a:gd name="connsiteY362" fmla="*/ 1559718 h 2174272"/>
              <a:gd name="connsiteX363" fmla="*/ 3669411 w 4682585"/>
              <a:gd name="connsiteY363" fmla="*/ 1413129 h 2174272"/>
              <a:gd name="connsiteX364" fmla="*/ 3344418 w 4682585"/>
              <a:gd name="connsiteY364" fmla="*/ 1413129 h 2174272"/>
              <a:gd name="connsiteX365" fmla="*/ 3344418 w 4682585"/>
              <a:gd name="connsiteY365" fmla="*/ 1559718 h 2174272"/>
              <a:gd name="connsiteX366" fmla="*/ 3502152 w 4682585"/>
              <a:gd name="connsiteY366" fmla="*/ 1559718 h 2174272"/>
              <a:gd name="connsiteX367" fmla="*/ 3502152 w 4682585"/>
              <a:gd name="connsiteY367" fmla="*/ 1413129 h 2174272"/>
              <a:gd name="connsiteX368" fmla="*/ 3177159 w 4682585"/>
              <a:gd name="connsiteY368" fmla="*/ 1413129 h 2174272"/>
              <a:gd name="connsiteX369" fmla="*/ 3177159 w 4682585"/>
              <a:gd name="connsiteY369" fmla="*/ 1559718 h 2174272"/>
              <a:gd name="connsiteX370" fmla="*/ 3334893 w 4682585"/>
              <a:gd name="connsiteY370" fmla="*/ 1559718 h 2174272"/>
              <a:gd name="connsiteX371" fmla="*/ 3334893 w 4682585"/>
              <a:gd name="connsiteY371" fmla="*/ 1413129 h 2174272"/>
              <a:gd name="connsiteX372" fmla="*/ 3009900 w 4682585"/>
              <a:gd name="connsiteY372" fmla="*/ 1413129 h 2174272"/>
              <a:gd name="connsiteX373" fmla="*/ 3009900 w 4682585"/>
              <a:gd name="connsiteY373" fmla="*/ 1559718 h 2174272"/>
              <a:gd name="connsiteX374" fmla="*/ 3167634 w 4682585"/>
              <a:gd name="connsiteY374" fmla="*/ 1559718 h 2174272"/>
              <a:gd name="connsiteX375" fmla="*/ 3167634 w 4682585"/>
              <a:gd name="connsiteY375" fmla="*/ 1413129 h 2174272"/>
              <a:gd name="connsiteX376" fmla="*/ 2842641 w 4682585"/>
              <a:gd name="connsiteY376" fmla="*/ 1413129 h 2174272"/>
              <a:gd name="connsiteX377" fmla="*/ 2842641 w 4682585"/>
              <a:gd name="connsiteY377" fmla="*/ 1559718 h 2174272"/>
              <a:gd name="connsiteX378" fmla="*/ 3000375 w 4682585"/>
              <a:gd name="connsiteY378" fmla="*/ 1559718 h 2174272"/>
              <a:gd name="connsiteX379" fmla="*/ 3000375 w 4682585"/>
              <a:gd name="connsiteY379" fmla="*/ 1413129 h 2174272"/>
              <a:gd name="connsiteX380" fmla="*/ 2675382 w 4682585"/>
              <a:gd name="connsiteY380" fmla="*/ 1413129 h 2174272"/>
              <a:gd name="connsiteX381" fmla="*/ 2675382 w 4682585"/>
              <a:gd name="connsiteY381" fmla="*/ 1559718 h 2174272"/>
              <a:gd name="connsiteX382" fmla="*/ 2833116 w 4682585"/>
              <a:gd name="connsiteY382" fmla="*/ 1559718 h 2174272"/>
              <a:gd name="connsiteX383" fmla="*/ 2833116 w 4682585"/>
              <a:gd name="connsiteY383" fmla="*/ 1413129 h 2174272"/>
              <a:gd name="connsiteX384" fmla="*/ 2508123 w 4682585"/>
              <a:gd name="connsiteY384" fmla="*/ 1413129 h 2174272"/>
              <a:gd name="connsiteX385" fmla="*/ 2508123 w 4682585"/>
              <a:gd name="connsiteY385" fmla="*/ 1559718 h 2174272"/>
              <a:gd name="connsiteX386" fmla="*/ 2665857 w 4682585"/>
              <a:gd name="connsiteY386" fmla="*/ 1559718 h 2174272"/>
              <a:gd name="connsiteX387" fmla="*/ 2665857 w 4682585"/>
              <a:gd name="connsiteY387" fmla="*/ 1413129 h 2174272"/>
              <a:gd name="connsiteX388" fmla="*/ 2340864 w 4682585"/>
              <a:gd name="connsiteY388" fmla="*/ 1413129 h 2174272"/>
              <a:gd name="connsiteX389" fmla="*/ 2340864 w 4682585"/>
              <a:gd name="connsiteY389" fmla="*/ 1559718 h 2174272"/>
              <a:gd name="connsiteX390" fmla="*/ 2498598 w 4682585"/>
              <a:gd name="connsiteY390" fmla="*/ 1559718 h 2174272"/>
              <a:gd name="connsiteX391" fmla="*/ 2498598 w 4682585"/>
              <a:gd name="connsiteY391" fmla="*/ 1413129 h 2174272"/>
              <a:gd name="connsiteX392" fmla="*/ 2173510 w 4682585"/>
              <a:gd name="connsiteY392" fmla="*/ 1413129 h 2174272"/>
              <a:gd name="connsiteX393" fmla="*/ 2173510 w 4682585"/>
              <a:gd name="connsiteY393" fmla="*/ 1559718 h 2174272"/>
              <a:gd name="connsiteX394" fmla="*/ 2331339 w 4682585"/>
              <a:gd name="connsiteY394" fmla="*/ 1559718 h 2174272"/>
              <a:gd name="connsiteX395" fmla="*/ 2331339 w 4682585"/>
              <a:gd name="connsiteY395" fmla="*/ 1413129 h 2174272"/>
              <a:gd name="connsiteX396" fmla="*/ 2006251 w 4682585"/>
              <a:gd name="connsiteY396" fmla="*/ 1413129 h 2174272"/>
              <a:gd name="connsiteX397" fmla="*/ 2006251 w 4682585"/>
              <a:gd name="connsiteY397" fmla="*/ 1559718 h 2174272"/>
              <a:gd name="connsiteX398" fmla="*/ 2163985 w 4682585"/>
              <a:gd name="connsiteY398" fmla="*/ 1559718 h 2174272"/>
              <a:gd name="connsiteX399" fmla="*/ 2163985 w 4682585"/>
              <a:gd name="connsiteY399" fmla="*/ 1413129 h 2174272"/>
              <a:gd name="connsiteX400" fmla="*/ 1838992 w 4682585"/>
              <a:gd name="connsiteY400" fmla="*/ 1413129 h 2174272"/>
              <a:gd name="connsiteX401" fmla="*/ 1838992 w 4682585"/>
              <a:gd name="connsiteY401" fmla="*/ 1559718 h 2174272"/>
              <a:gd name="connsiteX402" fmla="*/ 1996726 w 4682585"/>
              <a:gd name="connsiteY402" fmla="*/ 1559718 h 2174272"/>
              <a:gd name="connsiteX403" fmla="*/ 1996726 w 4682585"/>
              <a:gd name="connsiteY403" fmla="*/ 1413129 h 2174272"/>
              <a:gd name="connsiteX404" fmla="*/ 1671733 w 4682585"/>
              <a:gd name="connsiteY404" fmla="*/ 1413129 h 2174272"/>
              <a:gd name="connsiteX405" fmla="*/ 1671733 w 4682585"/>
              <a:gd name="connsiteY405" fmla="*/ 1559718 h 2174272"/>
              <a:gd name="connsiteX406" fmla="*/ 1829467 w 4682585"/>
              <a:gd name="connsiteY406" fmla="*/ 1559718 h 2174272"/>
              <a:gd name="connsiteX407" fmla="*/ 1829467 w 4682585"/>
              <a:gd name="connsiteY407" fmla="*/ 1413129 h 2174272"/>
              <a:gd name="connsiteX408" fmla="*/ 1504474 w 4682585"/>
              <a:gd name="connsiteY408" fmla="*/ 1413129 h 2174272"/>
              <a:gd name="connsiteX409" fmla="*/ 1504474 w 4682585"/>
              <a:gd name="connsiteY409" fmla="*/ 1559718 h 2174272"/>
              <a:gd name="connsiteX410" fmla="*/ 1662208 w 4682585"/>
              <a:gd name="connsiteY410" fmla="*/ 1559718 h 2174272"/>
              <a:gd name="connsiteX411" fmla="*/ 1662208 w 4682585"/>
              <a:gd name="connsiteY411" fmla="*/ 1413129 h 2174272"/>
              <a:gd name="connsiteX412" fmla="*/ 1337215 w 4682585"/>
              <a:gd name="connsiteY412" fmla="*/ 1413129 h 2174272"/>
              <a:gd name="connsiteX413" fmla="*/ 1337215 w 4682585"/>
              <a:gd name="connsiteY413" fmla="*/ 1559718 h 2174272"/>
              <a:gd name="connsiteX414" fmla="*/ 1494949 w 4682585"/>
              <a:gd name="connsiteY414" fmla="*/ 1559718 h 2174272"/>
              <a:gd name="connsiteX415" fmla="*/ 1494949 w 4682585"/>
              <a:gd name="connsiteY415" fmla="*/ 1413129 h 2174272"/>
              <a:gd name="connsiteX416" fmla="*/ 1169956 w 4682585"/>
              <a:gd name="connsiteY416" fmla="*/ 1413129 h 2174272"/>
              <a:gd name="connsiteX417" fmla="*/ 1169956 w 4682585"/>
              <a:gd name="connsiteY417" fmla="*/ 1559718 h 2174272"/>
              <a:gd name="connsiteX418" fmla="*/ 1327690 w 4682585"/>
              <a:gd name="connsiteY418" fmla="*/ 1559718 h 2174272"/>
              <a:gd name="connsiteX419" fmla="*/ 1327690 w 4682585"/>
              <a:gd name="connsiteY419" fmla="*/ 1413129 h 2174272"/>
              <a:gd name="connsiteX420" fmla="*/ 1002697 w 4682585"/>
              <a:gd name="connsiteY420" fmla="*/ 1413129 h 2174272"/>
              <a:gd name="connsiteX421" fmla="*/ 1002697 w 4682585"/>
              <a:gd name="connsiteY421" fmla="*/ 1559718 h 2174272"/>
              <a:gd name="connsiteX422" fmla="*/ 1160431 w 4682585"/>
              <a:gd name="connsiteY422" fmla="*/ 1559718 h 2174272"/>
              <a:gd name="connsiteX423" fmla="*/ 1160431 w 4682585"/>
              <a:gd name="connsiteY423" fmla="*/ 1413129 h 2174272"/>
              <a:gd name="connsiteX424" fmla="*/ 835438 w 4682585"/>
              <a:gd name="connsiteY424" fmla="*/ 1413129 h 2174272"/>
              <a:gd name="connsiteX425" fmla="*/ 835438 w 4682585"/>
              <a:gd name="connsiteY425" fmla="*/ 1559718 h 2174272"/>
              <a:gd name="connsiteX426" fmla="*/ 993172 w 4682585"/>
              <a:gd name="connsiteY426" fmla="*/ 1559718 h 2174272"/>
              <a:gd name="connsiteX427" fmla="*/ 993172 w 4682585"/>
              <a:gd name="connsiteY427" fmla="*/ 1413129 h 2174272"/>
              <a:gd name="connsiteX428" fmla="*/ 668179 w 4682585"/>
              <a:gd name="connsiteY428" fmla="*/ 1413129 h 2174272"/>
              <a:gd name="connsiteX429" fmla="*/ 668179 w 4682585"/>
              <a:gd name="connsiteY429" fmla="*/ 1559718 h 2174272"/>
              <a:gd name="connsiteX430" fmla="*/ 825913 w 4682585"/>
              <a:gd name="connsiteY430" fmla="*/ 1559718 h 2174272"/>
              <a:gd name="connsiteX431" fmla="*/ 825913 w 4682585"/>
              <a:gd name="connsiteY431" fmla="*/ 1413129 h 2174272"/>
              <a:gd name="connsiteX432" fmla="*/ 500920 w 4682585"/>
              <a:gd name="connsiteY432" fmla="*/ 1413129 h 2174272"/>
              <a:gd name="connsiteX433" fmla="*/ 500920 w 4682585"/>
              <a:gd name="connsiteY433" fmla="*/ 1559718 h 2174272"/>
              <a:gd name="connsiteX434" fmla="*/ 658654 w 4682585"/>
              <a:gd name="connsiteY434" fmla="*/ 1559718 h 2174272"/>
              <a:gd name="connsiteX435" fmla="*/ 658654 w 4682585"/>
              <a:gd name="connsiteY435" fmla="*/ 1413129 h 2174272"/>
              <a:gd name="connsiteX436" fmla="*/ 333566 w 4682585"/>
              <a:gd name="connsiteY436" fmla="*/ 1413129 h 2174272"/>
              <a:gd name="connsiteX437" fmla="*/ 333566 w 4682585"/>
              <a:gd name="connsiteY437" fmla="*/ 1559718 h 2174272"/>
              <a:gd name="connsiteX438" fmla="*/ 491395 w 4682585"/>
              <a:gd name="connsiteY438" fmla="*/ 1559718 h 2174272"/>
              <a:gd name="connsiteX439" fmla="*/ 491395 w 4682585"/>
              <a:gd name="connsiteY439" fmla="*/ 1413129 h 2174272"/>
              <a:gd name="connsiteX440" fmla="*/ 166307 w 4682585"/>
              <a:gd name="connsiteY440" fmla="*/ 1413129 h 2174272"/>
              <a:gd name="connsiteX441" fmla="*/ 166307 w 4682585"/>
              <a:gd name="connsiteY441" fmla="*/ 1559718 h 2174272"/>
              <a:gd name="connsiteX442" fmla="*/ 324041 w 4682585"/>
              <a:gd name="connsiteY442" fmla="*/ 1559718 h 2174272"/>
              <a:gd name="connsiteX443" fmla="*/ 324041 w 4682585"/>
              <a:gd name="connsiteY443" fmla="*/ 1413129 h 2174272"/>
              <a:gd name="connsiteX444" fmla="*/ 9525 w 4682585"/>
              <a:gd name="connsiteY444" fmla="*/ 1413129 h 2174272"/>
              <a:gd name="connsiteX445" fmla="*/ 9525 w 4682585"/>
              <a:gd name="connsiteY445" fmla="*/ 1559718 h 2174272"/>
              <a:gd name="connsiteX446" fmla="*/ 156782 w 4682585"/>
              <a:gd name="connsiteY446" fmla="*/ 1559718 h 2174272"/>
              <a:gd name="connsiteX447" fmla="*/ 156782 w 4682585"/>
              <a:gd name="connsiteY447" fmla="*/ 1413129 h 2174272"/>
              <a:gd name="connsiteX448" fmla="*/ 4515326 w 4682585"/>
              <a:gd name="connsiteY448" fmla="*/ 1257014 h 2174272"/>
              <a:gd name="connsiteX449" fmla="*/ 4515326 w 4682585"/>
              <a:gd name="connsiteY449" fmla="*/ 1403604 h 2174272"/>
              <a:gd name="connsiteX450" fmla="*/ 4673060 w 4682585"/>
              <a:gd name="connsiteY450" fmla="*/ 1403604 h 2174272"/>
              <a:gd name="connsiteX451" fmla="*/ 4673060 w 4682585"/>
              <a:gd name="connsiteY451" fmla="*/ 1257014 h 2174272"/>
              <a:gd name="connsiteX452" fmla="*/ 4348068 w 4682585"/>
              <a:gd name="connsiteY452" fmla="*/ 1257014 h 2174272"/>
              <a:gd name="connsiteX453" fmla="*/ 4348068 w 4682585"/>
              <a:gd name="connsiteY453" fmla="*/ 1403604 h 2174272"/>
              <a:gd name="connsiteX454" fmla="*/ 4505801 w 4682585"/>
              <a:gd name="connsiteY454" fmla="*/ 1403604 h 2174272"/>
              <a:gd name="connsiteX455" fmla="*/ 4505801 w 4682585"/>
              <a:gd name="connsiteY455" fmla="*/ 1257014 h 2174272"/>
              <a:gd name="connsiteX456" fmla="*/ 4180809 w 4682585"/>
              <a:gd name="connsiteY456" fmla="*/ 1257014 h 2174272"/>
              <a:gd name="connsiteX457" fmla="*/ 4180809 w 4682585"/>
              <a:gd name="connsiteY457" fmla="*/ 1403604 h 2174272"/>
              <a:gd name="connsiteX458" fmla="*/ 4338543 w 4682585"/>
              <a:gd name="connsiteY458" fmla="*/ 1403604 h 2174272"/>
              <a:gd name="connsiteX459" fmla="*/ 4338543 w 4682585"/>
              <a:gd name="connsiteY459" fmla="*/ 1257014 h 2174272"/>
              <a:gd name="connsiteX460" fmla="*/ 4013550 w 4682585"/>
              <a:gd name="connsiteY460" fmla="*/ 1257014 h 2174272"/>
              <a:gd name="connsiteX461" fmla="*/ 4013550 w 4682585"/>
              <a:gd name="connsiteY461" fmla="*/ 1403604 h 2174272"/>
              <a:gd name="connsiteX462" fmla="*/ 4171284 w 4682585"/>
              <a:gd name="connsiteY462" fmla="*/ 1403604 h 2174272"/>
              <a:gd name="connsiteX463" fmla="*/ 4171284 w 4682585"/>
              <a:gd name="connsiteY463" fmla="*/ 1257014 h 2174272"/>
              <a:gd name="connsiteX464" fmla="*/ 3846291 w 4682585"/>
              <a:gd name="connsiteY464" fmla="*/ 1257014 h 2174272"/>
              <a:gd name="connsiteX465" fmla="*/ 3846291 w 4682585"/>
              <a:gd name="connsiteY465" fmla="*/ 1403604 h 2174272"/>
              <a:gd name="connsiteX466" fmla="*/ 4004025 w 4682585"/>
              <a:gd name="connsiteY466" fmla="*/ 1403604 h 2174272"/>
              <a:gd name="connsiteX467" fmla="*/ 4004025 w 4682585"/>
              <a:gd name="connsiteY467" fmla="*/ 1257014 h 2174272"/>
              <a:gd name="connsiteX468" fmla="*/ 3678936 w 4682585"/>
              <a:gd name="connsiteY468" fmla="*/ 1257014 h 2174272"/>
              <a:gd name="connsiteX469" fmla="*/ 3678936 w 4682585"/>
              <a:gd name="connsiteY469" fmla="*/ 1403604 h 2174272"/>
              <a:gd name="connsiteX470" fmla="*/ 3836766 w 4682585"/>
              <a:gd name="connsiteY470" fmla="*/ 1403604 h 2174272"/>
              <a:gd name="connsiteX471" fmla="*/ 3836766 w 4682585"/>
              <a:gd name="connsiteY471" fmla="*/ 1257014 h 2174272"/>
              <a:gd name="connsiteX472" fmla="*/ 3511677 w 4682585"/>
              <a:gd name="connsiteY472" fmla="*/ 1257014 h 2174272"/>
              <a:gd name="connsiteX473" fmla="*/ 3511677 w 4682585"/>
              <a:gd name="connsiteY473" fmla="*/ 1403604 h 2174272"/>
              <a:gd name="connsiteX474" fmla="*/ 3669411 w 4682585"/>
              <a:gd name="connsiteY474" fmla="*/ 1403604 h 2174272"/>
              <a:gd name="connsiteX475" fmla="*/ 3669411 w 4682585"/>
              <a:gd name="connsiteY475" fmla="*/ 1257014 h 2174272"/>
              <a:gd name="connsiteX476" fmla="*/ 3344418 w 4682585"/>
              <a:gd name="connsiteY476" fmla="*/ 1257014 h 2174272"/>
              <a:gd name="connsiteX477" fmla="*/ 3344418 w 4682585"/>
              <a:gd name="connsiteY477" fmla="*/ 1403604 h 2174272"/>
              <a:gd name="connsiteX478" fmla="*/ 3502152 w 4682585"/>
              <a:gd name="connsiteY478" fmla="*/ 1403604 h 2174272"/>
              <a:gd name="connsiteX479" fmla="*/ 3502152 w 4682585"/>
              <a:gd name="connsiteY479" fmla="*/ 1257014 h 2174272"/>
              <a:gd name="connsiteX480" fmla="*/ 3177159 w 4682585"/>
              <a:gd name="connsiteY480" fmla="*/ 1257014 h 2174272"/>
              <a:gd name="connsiteX481" fmla="*/ 3177159 w 4682585"/>
              <a:gd name="connsiteY481" fmla="*/ 1403604 h 2174272"/>
              <a:gd name="connsiteX482" fmla="*/ 3334893 w 4682585"/>
              <a:gd name="connsiteY482" fmla="*/ 1403604 h 2174272"/>
              <a:gd name="connsiteX483" fmla="*/ 3334893 w 4682585"/>
              <a:gd name="connsiteY483" fmla="*/ 1257014 h 2174272"/>
              <a:gd name="connsiteX484" fmla="*/ 3009900 w 4682585"/>
              <a:gd name="connsiteY484" fmla="*/ 1257014 h 2174272"/>
              <a:gd name="connsiteX485" fmla="*/ 3009900 w 4682585"/>
              <a:gd name="connsiteY485" fmla="*/ 1403604 h 2174272"/>
              <a:gd name="connsiteX486" fmla="*/ 3167634 w 4682585"/>
              <a:gd name="connsiteY486" fmla="*/ 1403604 h 2174272"/>
              <a:gd name="connsiteX487" fmla="*/ 3167634 w 4682585"/>
              <a:gd name="connsiteY487" fmla="*/ 1257014 h 2174272"/>
              <a:gd name="connsiteX488" fmla="*/ 2842641 w 4682585"/>
              <a:gd name="connsiteY488" fmla="*/ 1257014 h 2174272"/>
              <a:gd name="connsiteX489" fmla="*/ 2842641 w 4682585"/>
              <a:gd name="connsiteY489" fmla="*/ 1403604 h 2174272"/>
              <a:gd name="connsiteX490" fmla="*/ 3000375 w 4682585"/>
              <a:gd name="connsiteY490" fmla="*/ 1403604 h 2174272"/>
              <a:gd name="connsiteX491" fmla="*/ 3000375 w 4682585"/>
              <a:gd name="connsiteY491" fmla="*/ 1257014 h 2174272"/>
              <a:gd name="connsiteX492" fmla="*/ 2675382 w 4682585"/>
              <a:gd name="connsiteY492" fmla="*/ 1257014 h 2174272"/>
              <a:gd name="connsiteX493" fmla="*/ 2675382 w 4682585"/>
              <a:gd name="connsiteY493" fmla="*/ 1403604 h 2174272"/>
              <a:gd name="connsiteX494" fmla="*/ 2833116 w 4682585"/>
              <a:gd name="connsiteY494" fmla="*/ 1403604 h 2174272"/>
              <a:gd name="connsiteX495" fmla="*/ 2833116 w 4682585"/>
              <a:gd name="connsiteY495" fmla="*/ 1257014 h 2174272"/>
              <a:gd name="connsiteX496" fmla="*/ 2508123 w 4682585"/>
              <a:gd name="connsiteY496" fmla="*/ 1257014 h 2174272"/>
              <a:gd name="connsiteX497" fmla="*/ 2508123 w 4682585"/>
              <a:gd name="connsiteY497" fmla="*/ 1403604 h 2174272"/>
              <a:gd name="connsiteX498" fmla="*/ 2665857 w 4682585"/>
              <a:gd name="connsiteY498" fmla="*/ 1403604 h 2174272"/>
              <a:gd name="connsiteX499" fmla="*/ 2665857 w 4682585"/>
              <a:gd name="connsiteY499" fmla="*/ 1257014 h 2174272"/>
              <a:gd name="connsiteX500" fmla="*/ 2340864 w 4682585"/>
              <a:gd name="connsiteY500" fmla="*/ 1257014 h 2174272"/>
              <a:gd name="connsiteX501" fmla="*/ 2340864 w 4682585"/>
              <a:gd name="connsiteY501" fmla="*/ 1403604 h 2174272"/>
              <a:gd name="connsiteX502" fmla="*/ 2498598 w 4682585"/>
              <a:gd name="connsiteY502" fmla="*/ 1403604 h 2174272"/>
              <a:gd name="connsiteX503" fmla="*/ 2498598 w 4682585"/>
              <a:gd name="connsiteY503" fmla="*/ 1257014 h 2174272"/>
              <a:gd name="connsiteX504" fmla="*/ 2173510 w 4682585"/>
              <a:gd name="connsiteY504" fmla="*/ 1257014 h 2174272"/>
              <a:gd name="connsiteX505" fmla="*/ 2173510 w 4682585"/>
              <a:gd name="connsiteY505" fmla="*/ 1403604 h 2174272"/>
              <a:gd name="connsiteX506" fmla="*/ 2331339 w 4682585"/>
              <a:gd name="connsiteY506" fmla="*/ 1403604 h 2174272"/>
              <a:gd name="connsiteX507" fmla="*/ 2331339 w 4682585"/>
              <a:gd name="connsiteY507" fmla="*/ 1257014 h 2174272"/>
              <a:gd name="connsiteX508" fmla="*/ 2006251 w 4682585"/>
              <a:gd name="connsiteY508" fmla="*/ 1257014 h 2174272"/>
              <a:gd name="connsiteX509" fmla="*/ 2006251 w 4682585"/>
              <a:gd name="connsiteY509" fmla="*/ 1403604 h 2174272"/>
              <a:gd name="connsiteX510" fmla="*/ 2163985 w 4682585"/>
              <a:gd name="connsiteY510" fmla="*/ 1403604 h 2174272"/>
              <a:gd name="connsiteX511" fmla="*/ 2163985 w 4682585"/>
              <a:gd name="connsiteY511" fmla="*/ 1257014 h 2174272"/>
              <a:gd name="connsiteX512" fmla="*/ 1838992 w 4682585"/>
              <a:gd name="connsiteY512" fmla="*/ 1257014 h 2174272"/>
              <a:gd name="connsiteX513" fmla="*/ 1838992 w 4682585"/>
              <a:gd name="connsiteY513" fmla="*/ 1403604 h 2174272"/>
              <a:gd name="connsiteX514" fmla="*/ 1996726 w 4682585"/>
              <a:gd name="connsiteY514" fmla="*/ 1403604 h 2174272"/>
              <a:gd name="connsiteX515" fmla="*/ 1996726 w 4682585"/>
              <a:gd name="connsiteY515" fmla="*/ 1257014 h 2174272"/>
              <a:gd name="connsiteX516" fmla="*/ 1671733 w 4682585"/>
              <a:gd name="connsiteY516" fmla="*/ 1257014 h 2174272"/>
              <a:gd name="connsiteX517" fmla="*/ 1671733 w 4682585"/>
              <a:gd name="connsiteY517" fmla="*/ 1403604 h 2174272"/>
              <a:gd name="connsiteX518" fmla="*/ 1829467 w 4682585"/>
              <a:gd name="connsiteY518" fmla="*/ 1403604 h 2174272"/>
              <a:gd name="connsiteX519" fmla="*/ 1829467 w 4682585"/>
              <a:gd name="connsiteY519" fmla="*/ 1257014 h 2174272"/>
              <a:gd name="connsiteX520" fmla="*/ 1504474 w 4682585"/>
              <a:gd name="connsiteY520" fmla="*/ 1257014 h 2174272"/>
              <a:gd name="connsiteX521" fmla="*/ 1504474 w 4682585"/>
              <a:gd name="connsiteY521" fmla="*/ 1403604 h 2174272"/>
              <a:gd name="connsiteX522" fmla="*/ 1662208 w 4682585"/>
              <a:gd name="connsiteY522" fmla="*/ 1403604 h 2174272"/>
              <a:gd name="connsiteX523" fmla="*/ 1662208 w 4682585"/>
              <a:gd name="connsiteY523" fmla="*/ 1257014 h 2174272"/>
              <a:gd name="connsiteX524" fmla="*/ 1337215 w 4682585"/>
              <a:gd name="connsiteY524" fmla="*/ 1257014 h 2174272"/>
              <a:gd name="connsiteX525" fmla="*/ 1337215 w 4682585"/>
              <a:gd name="connsiteY525" fmla="*/ 1403604 h 2174272"/>
              <a:gd name="connsiteX526" fmla="*/ 1494949 w 4682585"/>
              <a:gd name="connsiteY526" fmla="*/ 1403604 h 2174272"/>
              <a:gd name="connsiteX527" fmla="*/ 1494949 w 4682585"/>
              <a:gd name="connsiteY527" fmla="*/ 1257014 h 2174272"/>
              <a:gd name="connsiteX528" fmla="*/ 1169956 w 4682585"/>
              <a:gd name="connsiteY528" fmla="*/ 1257014 h 2174272"/>
              <a:gd name="connsiteX529" fmla="*/ 1169956 w 4682585"/>
              <a:gd name="connsiteY529" fmla="*/ 1403604 h 2174272"/>
              <a:gd name="connsiteX530" fmla="*/ 1327690 w 4682585"/>
              <a:gd name="connsiteY530" fmla="*/ 1403604 h 2174272"/>
              <a:gd name="connsiteX531" fmla="*/ 1327690 w 4682585"/>
              <a:gd name="connsiteY531" fmla="*/ 1257014 h 2174272"/>
              <a:gd name="connsiteX532" fmla="*/ 1002697 w 4682585"/>
              <a:gd name="connsiteY532" fmla="*/ 1257014 h 2174272"/>
              <a:gd name="connsiteX533" fmla="*/ 1002697 w 4682585"/>
              <a:gd name="connsiteY533" fmla="*/ 1403604 h 2174272"/>
              <a:gd name="connsiteX534" fmla="*/ 1160431 w 4682585"/>
              <a:gd name="connsiteY534" fmla="*/ 1403604 h 2174272"/>
              <a:gd name="connsiteX535" fmla="*/ 1160431 w 4682585"/>
              <a:gd name="connsiteY535" fmla="*/ 1257014 h 2174272"/>
              <a:gd name="connsiteX536" fmla="*/ 835438 w 4682585"/>
              <a:gd name="connsiteY536" fmla="*/ 1257014 h 2174272"/>
              <a:gd name="connsiteX537" fmla="*/ 835438 w 4682585"/>
              <a:gd name="connsiteY537" fmla="*/ 1403604 h 2174272"/>
              <a:gd name="connsiteX538" fmla="*/ 993172 w 4682585"/>
              <a:gd name="connsiteY538" fmla="*/ 1403604 h 2174272"/>
              <a:gd name="connsiteX539" fmla="*/ 993172 w 4682585"/>
              <a:gd name="connsiteY539" fmla="*/ 1257014 h 2174272"/>
              <a:gd name="connsiteX540" fmla="*/ 668179 w 4682585"/>
              <a:gd name="connsiteY540" fmla="*/ 1257014 h 2174272"/>
              <a:gd name="connsiteX541" fmla="*/ 668179 w 4682585"/>
              <a:gd name="connsiteY541" fmla="*/ 1403604 h 2174272"/>
              <a:gd name="connsiteX542" fmla="*/ 825913 w 4682585"/>
              <a:gd name="connsiteY542" fmla="*/ 1403604 h 2174272"/>
              <a:gd name="connsiteX543" fmla="*/ 825913 w 4682585"/>
              <a:gd name="connsiteY543" fmla="*/ 1257014 h 2174272"/>
              <a:gd name="connsiteX544" fmla="*/ 500920 w 4682585"/>
              <a:gd name="connsiteY544" fmla="*/ 1257014 h 2174272"/>
              <a:gd name="connsiteX545" fmla="*/ 500920 w 4682585"/>
              <a:gd name="connsiteY545" fmla="*/ 1403604 h 2174272"/>
              <a:gd name="connsiteX546" fmla="*/ 658654 w 4682585"/>
              <a:gd name="connsiteY546" fmla="*/ 1403604 h 2174272"/>
              <a:gd name="connsiteX547" fmla="*/ 658654 w 4682585"/>
              <a:gd name="connsiteY547" fmla="*/ 1257014 h 2174272"/>
              <a:gd name="connsiteX548" fmla="*/ 333566 w 4682585"/>
              <a:gd name="connsiteY548" fmla="*/ 1257014 h 2174272"/>
              <a:gd name="connsiteX549" fmla="*/ 333566 w 4682585"/>
              <a:gd name="connsiteY549" fmla="*/ 1403604 h 2174272"/>
              <a:gd name="connsiteX550" fmla="*/ 491395 w 4682585"/>
              <a:gd name="connsiteY550" fmla="*/ 1403604 h 2174272"/>
              <a:gd name="connsiteX551" fmla="*/ 491395 w 4682585"/>
              <a:gd name="connsiteY551" fmla="*/ 1257014 h 2174272"/>
              <a:gd name="connsiteX552" fmla="*/ 166307 w 4682585"/>
              <a:gd name="connsiteY552" fmla="*/ 1257014 h 2174272"/>
              <a:gd name="connsiteX553" fmla="*/ 166307 w 4682585"/>
              <a:gd name="connsiteY553" fmla="*/ 1403604 h 2174272"/>
              <a:gd name="connsiteX554" fmla="*/ 324041 w 4682585"/>
              <a:gd name="connsiteY554" fmla="*/ 1403604 h 2174272"/>
              <a:gd name="connsiteX555" fmla="*/ 324041 w 4682585"/>
              <a:gd name="connsiteY555" fmla="*/ 1257014 h 2174272"/>
              <a:gd name="connsiteX556" fmla="*/ 9525 w 4682585"/>
              <a:gd name="connsiteY556" fmla="*/ 1257014 h 2174272"/>
              <a:gd name="connsiteX557" fmla="*/ 9525 w 4682585"/>
              <a:gd name="connsiteY557" fmla="*/ 1403604 h 2174272"/>
              <a:gd name="connsiteX558" fmla="*/ 156782 w 4682585"/>
              <a:gd name="connsiteY558" fmla="*/ 1403604 h 2174272"/>
              <a:gd name="connsiteX559" fmla="*/ 156782 w 4682585"/>
              <a:gd name="connsiteY559" fmla="*/ 1257014 h 2174272"/>
              <a:gd name="connsiteX560" fmla="*/ 4515326 w 4682585"/>
              <a:gd name="connsiteY560" fmla="*/ 1100899 h 2174272"/>
              <a:gd name="connsiteX561" fmla="*/ 4515326 w 4682585"/>
              <a:gd name="connsiteY561" fmla="*/ 1247489 h 2174272"/>
              <a:gd name="connsiteX562" fmla="*/ 4673060 w 4682585"/>
              <a:gd name="connsiteY562" fmla="*/ 1247489 h 2174272"/>
              <a:gd name="connsiteX563" fmla="*/ 4673060 w 4682585"/>
              <a:gd name="connsiteY563" fmla="*/ 1100899 h 2174272"/>
              <a:gd name="connsiteX564" fmla="*/ 4348068 w 4682585"/>
              <a:gd name="connsiteY564" fmla="*/ 1100899 h 2174272"/>
              <a:gd name="connsiteX565" fmla="*/ 4348068 w 4682585"/>
              <a:gd name="connsiteY565" fmla="*/ 1247489 h 2174272"/>
              <a:gd name="connsiteX566" fmla="*/ 4505801 w 4682585"/>
              <a:gd name="connsiteY566" fmla="*/ 1247489 h 2174272"/>
              <a:gd name="connsiteX567" fmla="*/ 4505801 w 4682585"/>
              <a:gd name="connsiteY567" fmla="*/ 1100899 h 2174272"/>
              <a:gd name="connsiteX568" fmla="*/ 4180809 w 4682585"/>
              <a:gd name="connsiteY568" fmla="*/ 1100899 h 2174272"/>
              <a:gd name="connsiteX569" fmla="*/ 4180809 w 4682585"/>
              <a:gd name="connsiteY569" fmla="*/ 1247489 h 2174272"/>
              <a:gd name="connsiteX570" fmla="*/ 4338543 w 4682585"/>
              <a:gd name="connsiteY570" fmla="*/ 1247489 h 2174272"/>
              <a:gd name="connsiteX571" fmla="*/ 4338543 w 4682585"/>
              <a:gd name="connsiteY571" fmla="*/ 1100899 h 2174272"/>
              <a:gd name="connsiteX572" fmla="*/ 4013550 w 4682585"/>
              <a:gd name="connsiteY572" fmla="*/ 1100899 h 2174272"/>
              <a:gd name="connsiteX573" fmla="*/ 4013550 w 4682585"/>
              <a:gd name="connsiteY573" fmla="*/ 1247489 h 2174272"/>
              <a:gd name="connsiteX574" fmla="*/ 4171284 w 4682585"/>
              <a:gd name="connsiteY574" fmla="*/ 1247489 h 2174272"/>
              <a:gd name="connsiteX575" fmla="*/ 4171284 w 4682585"/>
              <a:gd name="connsiteY575" fmla="*/ 1100899 h 2174272"/>
              <a:gd name="connsiteX576" fmla="*/ 3846291 w 4682585"/>
              <a:gd name="connsiteY576" fmla="*/ 1100899 h 2174272"/>
              <a:gd name="connsiteX577" fmla="*/ 3846291 w 4682585"/>
              <a:gd name="connsiteY577" fmla="*/ 1247489 h 2174272"/>
              <a:gd name="connsiteX578" fmla="*/ 4004025 w 4682585"/>
              <a:gd name="connsiteY578" fmla="*/ 1247489 h 2174272"/>
              <a:gd name="connsiteX579" fmla="*/ 4004025 w 4682585"/>
              <a:gd name="connsiteY579" fmla="*/ 1100899 h 2174272"/>
              <a:gd name="connsiteX580" fmla="*/ 3678936 w 4682585"/>
              <a:gd name="connsiteY580" fmla="*/ 1100899 h 2174272"/>
              <a:gd name="connsiteX581" fmla="*/ 3678936 w 4682585"/>
              <a:gd name="connsiteY581" fmla="*/ 1247489 h 2174272"/>
              <a:gd name="connsiteX582" fmla="*/ 3836766 w 4682585"/>
              <a:gd name="connsiteY582" fmla="*/ 1247489 h 2174272"/>
              <a:gd name="connsiteX583" fmla="*/ 3836766 w 4682585"/>
              <a:gd name="connsiteY583" fmla="*/ 1100899 h 2174272"/>
              <a:gd name="connsiteX584" fmla="*/ 3511677 w 4682585"/>
              <a:gd name="connsiteY584" fmla="*/ 1100899 h 2174272"/>
              <a:gd name="connsiteX585" fmla="*/ 3511677 w 4682585"/>
              <a:gd name="connsiteY585" fmla="*/ 1247489 h 2174272"/>
              <a:gd name="connsiteX586" fmla="*/ 3669411 w 4682585"/>
              <a:gd name="connsiteY586" fmla="*/ 1247489 h 2174272"/>
              <a:gd name="connsiteX587" fmla="*/ 3669411 w 4682585"/>
              <a:gd name="connsiteY587" fmla="*/ 1100899 h 2174272"/>
              <a:gd name="connsiteX588" fmla="*/ 3344418 w 4682585"/>
              <a:gd name="connsiteY588" fmla="*/ 1100899 h 2174272"/>
              <a:gd name="connsiteX589" fmla="*/ 3344418 w 4682585"/>
              <a:gd name="connsiteY589" fmla="*/ 1247489 h 2174272"/>
              <a:gd name="connsiteX590" fmla="*/ 3502152 w 4682585"/>
              <a:gd name="connsiteY590" fmla="*/ 1247489 h 2174272"/>
              <a:gd name="connsiteX591" fmla="*/ 3502152 w 4682585"/>
              <a:gd name="connsiteY591" fmla="*/ 1100899 h 2174272"/>
              <a:gd name="connsiteX592" fmla="*/ 3177159 w 4682585"/>
              <a:gd name="connsiteY592" fmla="*/ 1100899 h 2174272"/>
              <a:gd name="connsiteX593" fmla="*/ 3177159 w 4682585"/>
              <a:gd name="connsiteY593" fmla="*/ 1247489 h 2174272"/>
              <a:gd name="connsiteX594" fmla="*/ 3334893 w 4682585"/>
              <a:gd name="connsiteY594" fmla="*/ 1247489 h 2174272"/>
              <a:gd name="connsiteX595" fmla="*/ 3334893 w 4682585"/>
              <a:gd name="connsiteY595" fmla="*/ 1100899 h 2174272"/>
              <a:gd name="connsiteX596" fmla="*/ 3009900 w 4682585"/>
              <a:gd name="connsiteY596" fmla="*/ 1100899 h 2174272"/>
              <a:gd name="connsiteX597" fmla="*/ 3009900 w 4682585"/>
              <a:gd name="connsiteY597" fmla="*/ 1247489 h 2174272"/>
              <a:gd name="connsiteX598" fmla="*/ 3167634 w 4682585"/>
              <a:gd name="connsiteY598" fmla="*/ 1247489 h 2174272"/>
              <a:gd name="connsiteX599" fmla="*/ 3167634 w 4682585"/>
              <a:gd name="connsiteY599" fmla="*/ 1100899 h 2174272"/>
              <a:gd name="connsiteX600" fmla="*/ 2842641 w 4682585"/>
              <a:gd name="connsiteY600" fmla="*/ 1100899 h 2174272"/>
              <a:gd name="connsiteX601" fmla="*/ 2842641 w 4682585"/>
              <a:gd name="connsiteY601" fmla="*/ 1247489 h 2174272"/>
              <a:gd name="connsiteX602" fmla="*/ 3000375 w 4682585"/>
              <a:gd name="connsiteY602" fmla="*/ 1247489 h 2174272"/>
              <a:gd name="connsiteX603" fmla="*/ 3000375 w 4682585"/>
              <a:gd name="connsiteY603" fmla="*/ 1100899 h 2174272"/>
              <a:gd name="connsiteX604" fmla="*/ 2675382 w 4682585"/>
              <a:gd name="connsiteY604" fmla="*/ 1100899 h 2174272"/>
              <a:gd name="connsiteX605" fmla="*/ 2675382 w 4682585"/>
              <a:gd name="connsiteY605" fmla="*/ 1247489 h 2174272"/>
              <a:gd name="connsiteX606" fmla="*/ 2833116 w 4682585"/>
              <a:gd name="connsiteY606" fmla="*/ 1247489 h 2174272"/>
              <a:gd name="connsiteX607" fmla="*/ 2833116 w 4682585"/>
              <a:gd name="connsiteY607" fmla="*/ 1100899 h 2174272"/>
              <a:gd name="connsiteX608" fmla="*/ 2508123 w 4682585"/>
              <a:gd name="connsiteY608" fmla="*/ 1100899 h 2174272"/>
              <a:gd name="connsiteX609" fmla="*/ 2508123 w 4682585"/>
              <a:gd name="connsiteY609" fmla="*/ 1247489 h 2174272"/>
              <a:gd name="connsiteX610" fmla="*/ 2665857 w 4682585"/>
              <a:gd name="connsiteY610" fmla="*/ 1247489 h 2174272"/>
              <a:gd name="connsiteX611" fmla="*/ 2665857 w 4682585"/>
              <a:gd name="connsiteY611" fmla="*/ 1100899 h 2174272"/>
              <a:gd name="connsiteX612" fmla="*/ 2340864 w 4682585"/>
              <a:gd name="connsiteY612" fmla="*/ 1100899 h 2174272"/>
              <a:gd name="connsiteX613" fmla="*/ 2340864 w 4682585"/>
              <a:gd name="connsiteY613" fmla="*/ 1247489 h 2174272"/>
              <a:gd name="connsiteX614" fmla="*/ 2498598 w 4682585"/>
              <a:gd name="connsiteY614" fmla="*/ 1247489 h 2174272"/>
              <a:gd name="connsiteX615" fmla="*/ 2498598 w 4682585"/>
              <a:gd name="connsiteY615" fmla="*/ 1100899 h 2174272"/>
              <a:gd name="connsiteX616" fmla="*/ 2173510 w 4682585"/>
              <a:gd name="connsiteY616" fmla="*/ 1100899 h 2174272"/>
              <a:gd name="connsiteX617" fmla="*/ 2173510 w 4682585"/>
              <a:gd name="connsiteY617" fmla="*/ 1247489 h 2174272"/>
              <a:gd name="connsiteX618" fmla="*/ 2331339 w 4682585"/>
              <a:gd name="connsiteY618" fmla="*/ 1247489 h 2174272"/>
              <a:gd name="connsiteX619" fmla="*/ 2331339 w 4682585"/>
              <a:gd name="connsiteY619" fmla="*/ 1100899 h 2174272"/>
              <a:gd name="connsiteX620" fmla="*/ 2006251 w 4682585"/>
              <a:gd name="connsiteY620" fmla="*/ 1100899 h 2174272"/>
              <a:gd name="connsiteX621" fmla="*/ 2006251 w 4682585"/>
              <a:gd name="connsiteY621" fmla="*/ 1247489 h 2174272"/>
              <a:gd name="connsiteX622" fmla="*/ 2163985 w 4682585"/>
              <a:gd name="connsiteY622" fmla="*/ 1247489 h 2174272"/>
              <a:gd name="connsiteX623" fmla="*/ 2163985 w 4682585"/>
              <a:gd name="connsiteY623" fmla="*/ 1100899 h 2174272"/>
              <a:gd name="connsiteX624" fmla="*/ 1838992 w 4682585"/>
              <a:gd name="connsiteY624" fmla="*/ 1100899 h 2174272"/>
              <a:gd name="connsiteX625" fmla="*/ 1838992 w 4682585"/>
              <a:gd name="connsiteY625" fmla="*/ 1247489 h 2174272"/>
              <a:gd name="connsiteX626" fmla="*/ 1996726 w 4682585"/>
              <a:gd name="connsiteY626" fmla="*/ 1247489 h 2174272"/>
              <a:gd name="connsiteX627" fmla="*/ 1996726 w 4682585"/>
              <a:gd name="connsiteY627" fmla="*/ 1100899 h 2174272"/>
              <a:gd name="connsiteX628" fmla="*/ 1671733 w 4682585"/>
              <a:gd name="connsiteY628" fmla="*/ 1100899 h 2174272"/>
              <a:gd name="connsiteX629" fmla="*/ 1671733 w 4682585"/>
              <a:gd name="connsiteY629" fmla="*/ 1247489 h 2174272"/>
              <a:gd name="connsiteX630" fmla="*/ 1829467 w 4682585"/>
              <a:gd name="connsiteY630" fmla="*/ 1247489 h 2174272"/>
              <a:gd name="connsiteX631" fmla="*/ 1829467 w 4682585"/>
              <a:gd name="connsiteY631" fmla="*/ 1100899 h 2174272"/>
              <a:gd name="connsiteX632" fmla="*/ 1504474 w 4682585"/>
              <a:gd name="connsiteY632" fmla="*/ 1100899 h 2174272"/>
              <a:gd name="connsiteX633" fmla="*/ 1504474 w 4682585"/>
              <a:gd name="connsiteY633" fmla="*/ 1247489 h 2174272"/>
              <a:gd name="connsiteX634" fmla="*/ 1662208 w 4682585"/>
              <a:gd name="connsiteY634" fmla="*/ 1247489 h 2174272"/>
              <a:gd name="connsiteX635" fmla="*/ 1662208 w 4682585"/>
              <a:gd name="connsiteY635" fmla="*/ 1100899 h 2174272"/>
              <a:gd name="connsiteX636" fmla="*/ 1337215 w 4682585"/>
              <a:gd name="connsiteY636" fmla="*/ 1100899 h 2174272"/>
              <a:gd name="connsiteX637" fmla="*/ 1337215 w 4682585"/>
              <a:gd name="connsiteY637" fmla="*/ 1247489 h 2174272"/>
              <a:gd name="connsiteX638" fmla="*/ 1494949 w 4682585"/>
              <a:gd name="connsiteY638" fmla="*/ 1247489 h 2174272"/>
              <a:gd name="connsiteX639" fmla="*/ 1494949 w 4682585"/>
              <a:gd name="connsiteY639" fmla="*/ 1100899 h 2174272"/>
              <a:gd name="connsiteX640" fmla="*/ 1169956 w 4682585"/>
              <a:gd name="connsiteY640" fmla="*/ 1100899 h 2174272"/>
              <a:gd name="connsiteX641" fmla="*/ 1169956 w 4682585"/>
              <a:gd name="connsiteY641" fmla="*/ 1247489 h 2174272"/>
              <a:gd name="connsiteX642" fmla="*/ 1327690 w 4682585"/>
              <a:gd name="connsiteY642" fmla="*/ 1247489 h 2174272"/>
              <a:gd name="connsiteX643" fmla="*/ 1327690 w 4682585"/>
              <a:gd name="connsiteY643" fmla="*/ 1100899 h 2174272"/>
              <a:gd name="connsiteX644" fmla="*/ 1002697 w 4682585"/>
              <a:gd name="connsiteY644" fmla="*/ 1100899 h 2174272"/>
              <a:gd name="connsiteX645" fmla="*/ 1002697 w 4682585"/>
              <a:gd name="connsiteY645" fmla="*/ 1247489 h 2174272"/>
              <a:gd name="connsiteX646" fmla="*/ 1160431 w 4682585"/>
              <a:gd name="connsiteY646" fmla="*/ 1247489 h 2174272"/>
              <a:gd name="connsiteX647" fmla="*/ 1160431 w 4682585"/>
              <a:gd name="connsiteY647" fmla="*/ 1100899 h 2174272"/>
              <a:gd name="connsiteX648" fmla="*/ 835438 w 4682585"/>
              <a:gd name="connsiteY648" fmla="*/ 1100899 h 2174272"/>
              <a:gd name="connsiteX649" fmla="*/ 835438 w 4682585"/>
              <a:gd name="connsiteY649" fmla="*/ 1247489 h 2174272"/>
              <a:gd name="connsiteX650" fmla="*/ 993172 w 4682585"/>
              <a:gd name="connsiteY650" fmla="*/ 1247489 h 2174272"/>
              <a:gd name="connsiteX651" fmla="*/ 993172 w 4682585"/>
              <a:gd name="connsiteY651" fmla="*/ 1100899 h 2174272"/>
              <a:gd name="connsiteX652" fmla="*/ 668179 w 4682585"/>
              <a:gd name="connsiteY652" fmla="*/ 1100899 h 2174272"/>
              <a:gd name="connsiteX653" fmla="*/ 668179 w 4682585"/>
              <a:gd name="connsiteY653" fmla="*/ 1247489 h 2174272"/>
              <a:gd name="connsiteX654" fmla="*/ 825913 w 4682585"/>
              <a:gd name="connsiteY654" fmla="*/ 1247489 h 2174272"/>
              <a:gd name="connsiteX655" fmla="*/ 825913 w 4682585"/>
              <a:gd name="connsiteY655" fmla="*/ 1100899 h 2174272"/>
              <a:gd name="connsiteX656" fmla="*/ 500920 w 4682585"/>
              <a:gd name="connsiteY656" fmla="*/ 1100899 h 2174272"/>
              <a:gd name="connsiteX657" fmla="*/ 500920 w 4682585"/>
              <a:gd name="connsiteY657" fmla="*/ 1247489 h 2174272"/>
              <a:gd name="connsiteX658" fmla="*/ 658654 w 4682585"/>
              <a:gd name="connsiteY658" fmla="*/ 1247489 h 2174272"/>
              <a:gd name="connsiteX659" fmla="*/ 658654 w 4682585"/>
              <a:gd name="connsiteY659" fmla="*/ 1100899 h 2174272"/>
              <a:gd name="connsiteX660" fmla="*/ 333566 w 4682585"/>
              <a:gd name="connsiteY660" fmla="*/ 1100899 h 2174272"/>
              <a:gd name="connsiteX661" fmla="*/ 333566 w 4682585"/>
              <a:gd name="connsiteY661" fmla="*/ 1247489 h 2174272"/>
              <a:gd name="connsiteX662" fmla="*/ 491395 w 4682585"/>
              <a:gd name="connsiteY662" fmla="*/ 1247489 h 2174272"/>
              <a:gd name="connsiteX663" fmla="*/ 491395 w 4682585"/>
              <a:gd name="connsiteY663" fmla="*/ 1100899 h 2174272"/>
              <a:gd name="connsiteX664" fmla="*/ 166307 w 4682585"/>
              <a:gd name="connsiteY664" fmla="*/ 1100899 h 2174272"/>
              <a:gd name="connsiteX665" fmla="*/ 166307 w 4682585"/>
              <a:gd name="connsiteY665" fmla="*/ 1247489 h 2174272"/>
              <a:gd name="connsiteX666" fmla="*/ 324041 w 4682585"/>
              <a:gd name="connsiteY666" fmla="*/ 1247489 h 2174272"/>
              <a:gd name="connsiteX667" fmla="*/ 324041 w 4682585"/>
              <a:gd name="connsiteY667" fmla="*/ 1100899 h 2174272"/>
              <a:gd name="connsiteX668" fmla="*/ 9525 w 4682585"/>
              <a:gd name="connsiteY668" fmla="*/ 1100899 h 2174272"/>
              <a:gd name="connsiteX669" fmla="*/ 9525 w 4682585"/>
              <a:gd name="connsiteY669" fmla="*/ 1247489 h 2174272"/>
              <a:gd name="connsiteX670" fmla="*/ 156782 w 4682585"/>
              <a:gd name="connsiteY670" fmla="*/ 1247489 h 2174272"/>
              <a:gd name="connsiteX671" fmla="*/ 156782 w 4682585"/>
              <a:gd name="connsiteY671" fmla="*/ 1100899 h 2174272"/>
              <a:gd name="connsiteX672" fmla="*/ 4515326 w 4682585"/>
              <a:gd name="connsiteY672" fmla="*/ 944784 h 2174272"/>
              <a:gd name="connsiteX673" fmla="*/ 4515326 w 4682585"/>
              <a:gd name="connsiteY673" fmla="*/ 1091374 h 2174272"/>
              <a:gd name="connsiteX674" fmla="*/ 4673060 w 4682585"/>
              <a:gd name="connsiteY674" fmla="*/ 1091374 h 2174272"/>
              <a:gd name="connsiteX675" fmla="*/ 4673060 w 4682585"/>
              <a:gd name="connsiteY675" fmla="*/ 944784 h 2174272"/>
              <a:gd name="connsiteX676" fmla="*/ 4348068 w 4682585"/>
              <a:gd name="connsiteY676" fmla="*/ 944784 h 2174272"/>
              <a:gd name="connsiteX677" fmla="*/ 4348068 w 4682585"/>
              <a:gd name="connsiteY677" fmla="*/ 1091374 h 2174272"/>
              <a:gd name="connsiteX678" fmla="*/ 4505801 w 4682585"/>
              <a:gd name="connsiteY678" fmla="*/ 1091374 h 2174272"/>
              <a:gd name="connsiteX679" fmla="*/ 4505801 w 4682585"/>
              <a:gd name="connsiteY679" fmla="*/ 944784 h 2174272"/>
              <a:gd name="connsiteX680" fmla="*/ 4180809 w 4682585"/>
              <a:gd name="connsiteY680" fmla="*/ 944784 h 2174272"/>
              <a:gd name="connsiteX681" fmla="*/ 4180809 w 4682585"/>
              <a:gd name="connsiteY681" fmla="*/ 1091374 h 2174272"/>
              <a:gd name="connsiteX682" fmla="*/ 4338543 w 4682585"/>
              <a:gd name="connsiteY682" fmla="*/ 1091374 h 2174272"/>
              <a:gd name="connsiteX683" fmla="*/ 4338543 w 4682585"/>
              <a:gd name="connsiteY683" fmla="*/ 944784 h 2174272"/>
              <a:gd name="connsiteX684" fmla="*/ 4013550 w 4682585"/>
              <a:gd name="connsiteY684" fmla="*/ 944784 h 2174272"/>
              <a:gd name="connsiteX685" fmla="*/ 4013550 w 4682585"/>
              <a:gd name="connsiteY685" fmla="*/ 1091374 h 2174272"/>
              <a:gd name="connsiteX686" fmla="*/ 4171284 w 4682585"/>
              <a:gd name="connsiteY686" fmla="*/ 1091374 h 2174272"/>
              <a:gd name="connsiteX687" fmla="*/ 4171284 w 4682585"/>
              <a:gd name="connsiteY687" fmla="*/ 944784 h 2174272"/>
              <a:gd name="connsiteX688" fmla="*/ 3846291 w 4682585"/>
              <a:gd name="connsiteY688" fmla="*/ 944784 h 2174272"/>
              <a:gd name="connsiteX689" fmla="*/ 3846291 w 4682585"/>
              <a:gd name="connsiteY689" fmla="*/ 1091374 h 2174272"/>
              <a:gd name="connsiteX690" fmla="*/ 4004025 w 4682585"/>
              <a:gd name="connsiteY690" fmla="*/ 1091374 h 2174272"/>
              <a:gd name="connsiteX691" fmla="*/ 4004025 w 4682585"/>
              <a:gd name="connsiteY691" fmla="*/ 944784 h 2174272"/>
              <a:gd name="connsiteX692" fmla="*/ 3678936 w 4682585"/>
              <a:gd name="connsiteY692" fmla="*/ 944784 h 2174272"/>
              <a:gd name="connsiteX693" fmla="*/ 3678936 w 4682585"/>
              <a:gd name="connsiteY693" fmla="*/ 1091374 h 2174272"/>
              <a:gd name="connsiteX694" fmla="*/ 3836766 w 4682585"/>
              <a:gd name="connsiteY694" fmla="*/ 1091374 h 2174272"/>
              <a:gd name="connsiteX695" fmla="*/ 3836766 w 4682585"/>
              <a:gd name="connsiteY695" fmla="*/ 944784 h 2174272"/>
              <a:gd name="connsiteX696" fmla="*/ 3511677 w 4682585"/>
              <a:gd name="connsiteY696" fmla="*/ 944784 h 2174272"/>
              <a:gd name="connsiteX697" fmla="*/ 3511677 w 4682585"/>
              <a:gd name="connsiteY697" fmla="*/ 1091374 h 2174272"/>
              <a:gd name="connsiteX698" fmla="*/ 3669411 w 4682585"/>
              <a:gd name="connsiteY698" fmla="*/ 1091374 h 2174272"/>
              <a:gd name="connsiteX699" fmla="*/ 3669411 w 4682585"/>
              <a:gd name="connsiteY699" fmla="*/ 944784 h 2174272"/>
              <a:gd name="connsiteX700" fmla="*/ 3344418 w 4682585"/>
              <a:gd name="connsiteY700" fmla="*/ 944784 h 2174272"/>
              <a:gd name="connsiteX701" fmla="*/ 3344418 w 4682585"/>
              <a:gd name="connsiteY701" fmla="*/ 1091374 h 2174272"/>
              <a:gd name="connsiteX702" fmla="*/ 3502152 w 4682585"/>
              <a:gd name="connsiteY702" fmla="*/ 1091374 h 2174272"/>
              <a:gd name="connsiteX703" fmla="*/ 3502152 w 4682585"/>
              <a:gd name="connsiteY703" fmla="*/ 944784 h 2174272"/>
              <a:gd name="connsiteX704" fmla="*/ 3177159 w 4682585"/>
              <a:gd name="connsiteY704" fmla="*/ 944784 h 2174272"/>
              <a:gd name="connsiteX705" fmla="*/ 3177159 w 4682585"/>
              <a:gd name="connsiteY705" fmla="*/ 1091374 h 2174272"/>
              <a:gd name="connsiteX706" fmla="*/ 3334893 w 4682585"/>
              <a:gd name="connsiteY706" fmla="*/ 1091374 h 2174272"/>
              <a:gd name="connsiteX707" fmla="*/ 3334893 w 4682585"/>
              <a:gd name="connsiteY707" fmla="*/ 944784 h 2174272"/>
              <a:gd name="connsiteX708" fmla="*/ 3009900 w 4682585"/>
              <a:gd name="connsiteY708" fmla="*/ 944784 h 2174272"/>
              <a:gd name="connsiteX709" fmla="*/ 3009900 w 4682585"/>
              <a:gd name="connsiteY709" fmla="*/ 1091374 h 2174272"/>
              <a:gd name="connsiteX710" fmla="*/ 3167634 w 4682585"/>
              <a:gd name="connsiteY710" fmla="*/ 1091374 h 2174272"/>
              <a:gd name="connsiteX711" fmla="*/ 3167634 w 4682585"/>
              <a:gd name="connsiteY711" fmla="*/ 944784 h 2174272"/>
              <a:gd name="connsiteX712" fmla="*/ 2842641 w 4682585"/>
              <a:gd name="connsiteY712" fmla="*/ 944784 h 2174272"/>
              <a:gd name="connsiteX713" fmla="*/ 2842641 w 4682585"/>
              <a:gd name="connsiteY713" fmla="*/ 1091374 h 2174272"/>
              <a:gd name="connsiteX714" fmla="*/ 3000375 w 4682585"/>
              <a:gd name="connsiteY714" fmla="*/ 1091374 h 2174272"/>
              <a:gd name="connsiteX715" fmla="*/ 3000375 w 4682585"/>
              <a:gd name="connsiteY715" fmla="*/ 944784 h 2174272"/>
              <a:gd name="connsiteX716" fmla="*/ 2675382 w 4682585"/>
              <a:gd name="connsiteY716" fmla="*/ 944784 h 2174272"/>
              <a:gd name="connsiteX717" fmla="*/ 2675382 w 4682585"/>
              <a:gd name="connsiteY717" fmla="*/ 1091374 h 2174272"/>
              <a:gd name="connsiteX718" fmla="*/ 2833116 w 4682585"/>
              <a:gd name="connsiteY718" fmla="*/ 1091374 h 2174272"/>
              <a:gd name="connsiteX719" fmla="*/ 2833116 w 4682585"/>
              <a:gd name="connsiteY719" fmla="*/ 944784 h 2174272"/>
              <a:gd name="connsiteX720" fmla="*/ 2508123 w 4682585"/>
              <a:gd name="connsiteY720" fmla="*/ 944784 h 2174272"/>
              <a:gd name="connsiteX721" fmla="*/ 2508123 w 4682585"/>
              <a:gd name="connsiteY721" fmla="*/ 1091374 h 2174272"/>
              <a:gd name="connsiteX722" fmla="*/ 2665857 w 4682585"/>
              <a:gd name="connsiteY722" fmla="*/ 1091374 h 2174272"/>
              <a:gd name="connsiteX723" fmla="*/ 2665857 w 4682585"/>
              <a:gd name="connsiteY723" fmla="*/ 944784 h 2174272"/>
              <a:gd name="connsiteX724" fmla="*/ 2340864 w 4682585"/>
              <a:gd name="connsiteY724" fmla="*/ 944784 h 2174272"/>
              <a:gd name="connsiteX725" fmla="*/ 2340864 w 4682585"/>
              <a:gd name="connsiteY725" fmla="*/ 1091374 h 2174272"/>
              <a:gd name="connsiteX726" fmla="*/ 2498598 w 4682585"/>
              <a:gd name="connsiteY726" fmla="*/ 1091374 h 2174272"/>
              <a:gd name="connsiteX727" fmla="*/ 2498598 w 4682585"/>
              <a:gd name="connsiteY727" fmla="*/ 944784 h 2174272"/>
              <a:gd name="connsiteX728" fmla="*/ 2173510 w 4682585"/>
              <a:gd name="connsiteY728" fmla="*/ 944784 h 2174272"/>
              <a:gd name="connsiteX729" fmla="*/ 2173510 w 4682585"/>
              <a:gd name="connsiteY729" fmla="*/ 1091374 h 2174272"/>
              <a:gd name="connsiteX730" fmla="*/ 2331339 w 4682585"/>
              <a:gd name="connsiteY730" fmla="*/ 1091374 h 2174272"/>
              <a:gd name="connsiteX731" fmla="*/ 2331339 w 4682585"/>
              <a:gd name="connsiteY731" fmla="*/ 944784 h 2174272"/>
              <a:gd name="connsiteX732" fmla="*/ 2006251 w 4682585"/>
              <a:gd name="connsiteY732" fmla="*/ 944784 h 2174272"/>
              <a:gd name="connsiteX733" fmla="*/ 2006251 w 4682585"/>
              <a:gd name="connsiteY733" fmla="*/ 1091374 h 2174272"/>
              <a:gd name="connsiteX734" fmla="*/ 2163985 w 4682585"/>
              <a:gd name="connsiteY734" fmla="*/ 1091374 h 2174272"/>
              <a:gd name="connsiteX735" fmla="*/ 2163985 w 4682585"/>
              <a:gd name="connsiteY735" fmla="*/ 944784 h 2174272"/>
              <a:gd name="connsiteX736" fmla="*/ 1838992 w 4682585"/>
              <a:gd name="connsiteY736" fmla="*/ 944784 h 2174272"/>
              <a:gd name="connsiteX737" fmla="*/ 1838992 w 4682585"/>
              <a:gd name="connsiteY737" fmla="*/ 1091374 h 2174272"/>
              <a:gd name="connsiteX738" fmla="*/ 1996726 w 4682585"/>
              <a:gd name="connsiteY738" fmla="*/ 1091374 h 2174272"/>
              <a:gd name="connsiteX739" fmla="*/ 1996726 w 4682585"/>
              <a:gd name="connsiteY739" fmla="*/ 944784 h 2174272"/>
              <a:gd name="connsiteX740" fmla="*/ 1671733 w 4682585"/>
              <a:gd name="connsiteY740" fmla="*/ 944784 h 2174272"/>
              <a:gd name="connsiteX741" fmla="*/ 1671733 w 4682585"/>
              <a:gd name="connsiteY741" fmla="*/ 1091374 h 2174272"/>
              <a:gd name="connsiteX742" fmla="*/ 1829467 w 4682585"/>
              <a:gd name="connsiteY742" fmla="*/ 1091374 h 2174272"/>
              <a:gd name="connsiteX743" fmla="*/ 1829467 w 4682585"/>
              <a:gd name="connsiteY743" fmla="*/ 944784 h 2174272"/>
              <a:gd name="connsiteX744" fmla="*/ 1504474 w 4682585"/>
              <a:gd name="connsiteY744" fmla="*/ 944784 h 2174272"/>
              <a:gd name="connsiteX745" fmla="*/ 1504474 w 4682585"/>
              <a:gd name="connsiteY745" fmla="*/ 1091374 h 2174272"/>
              <a:gd name="connsiteX746" fmla="*/ 1662208 w 4682585"/>
              <a:gd name="connsiteY746" fmla="*/ 1091374 h 2174272"/>
              <a:gd name="connsiteX747" fmla="*/ 1662208 w 4682585"/>
              <a:gd name="connsiteY747" fmla="*/ 944784 h 2174272"/>
              <a:gd name="connsiteX748" fmla="*/ 1337215 w 4682585"/>
              <a:gd name="connsiteY748" fmla="*/ 944784 h 2174272"/>
              <a:gd name="connsiteX749" fmla="*/ 1337215 w 4682585"/>
              <a:gd name="connsiteY749" fmla="*/ 1091374 h 2174272"/>
              <a:gd name="connsiteX750" fmla="*/ 1494949 w 4682585"/>
              <a:gd name="connsiteY750" fmla="*/ 1091374 h 2174272"/>
              <a:gd name="connsiteX751" fmla="*/ 1494949 w 4682585"/>
              <a:gd name="connsiteY751" fmla="*/ 944784 h 2174272"/>
              <a:gd name="connsiteX752" fmla="*/ 1169956 w 4682585"/>
              <a:gd name="connsiteY752" fmla="*/ 944784 h 2174272"/>
              <a:gd name="connsiteX753" fmla="*/ 1169956 w 4682585"/>
              <a:gd name="connsiteY753" fmla="*/ 1091374 h 2174272"/>
              <a:gd name="connsiteX754" fmla="*/ 1327690 w 4682585"/>
              <a:gd name="connsiteY754" fmla="*/ 1091374 h 2174272"/>
              <a:gd name="connsiteX755" fmla="*/ 1327690 w 4682585"/>
              <a:gd name="connsiteY755" fmla="*/ 944784 h 2174272"/>
              <a:gd name="connsiteX756" fmla="*/ 1002697 w 4682585"/>
              <a:gd name="connsiteY756" fmla="*/ 944784 h 2174272"/>
              <a:gd name="connsiteX757" fmla="*/ 1002697 w 4682585"/>
              <a:gd name="connsiteY757" fmla="*/ 1091374 h 2174272"/>
              <a:gd name="connsiteX758" fmla="*/ 1160431 w 4682585"/>
              <a:gd name="connsiteY758" fmla="*/ 1091374 h 2174272"/>
              <a:gd name="connsiteX759" fmla="*/ 1160431 w 4682585"/>
              <a:gd name="connsiteY759" fmla="*/ 944784 h 2174272"/>
              <a:gd name="connsiteX760" fmla="*/ 835438 w 4682585"/>
              <a:gd name="connsiteY760" fmla="*/ 944784 h 2174272"/>
              <a:gd name="connsiteX761" fmla="*/ 835438 w 4682585"/>
              <a:gd name="connsiteY761" fmla="*/ 1091374 h 2174272"/>
              <a:gd name="connsiteX762" fmla="*/ 993172 w 4682585"/>
              <a:gd name="connsiteY762" fmla="*/ 1091374 h 2174272"/>
              <a:gd name="connsiteX763" fmla="*/ 993172 w 4682585"/>
              <a:gd name="connsiteY763" fmla="*/ 944784 h 2174272"/>
              <a:gd name="connsiteX764" fmla="*/ 668179 w 4682585"/>
              <a:gd name="connsiteY764" fmla="*/ 944784 h 2174272"/>
              <a:gd name="connsiteX765" fmla="*/ 668179 w 4682585"/>
              <a:gd name="connsiteY765" fmla="*/ 1091374 h 2174272"/>
              <a:gd name="connsiteX766" fmla="*/ 825913 w 4682585"/>
              <a:gd name="connsiteY766" fmla="*/ 1091374 h 2174272"/>
              <a:gd name="connsiteX767" fmla="*/ 825913 w 4682585"/>
              <a:gd name="connsiteY767" fmla="*/ 944784 h 2174272"/>
              <a:gd name="connsiteX768" fmla="*/ 500920 w 4682585"/>
              <a:gd name="connsiteY768" fmla="*/ 944784 h 2174272"/>
              <a:gd name="connsiteX769" fmla="*/ 500920 w 4682585"/>
              <a:gd name="connsiteY769" fmla="*/ 1091374 h 2174272"/>
              <a:gd name="connsiteX770" fmla="*/ 658654 w 4682585"/>
              <a:gd name="connsiteY770" fmla="*/ 1091374 h 2174272"/>
              <a:gd name="connsiteX771" fmla="*/ 658654 w 4682585"/>
              <a:gd name="connsiteY771" fmla="*/ 944784 h 2174272"/>
              <a:gd name="connsiteX772" fmla="*/ 333566 w 4682585"/>
              <a:gd name="connsiteY772" fmla="*/ 944784 h 2174272"/>
              <a:gd name="connsiteX773" fmla="*/ 333566 w 4682585"/>
              <a:gd name="connsiteY773" fmla="*/ 1091374 h 2174272"/>
              <a:gd name="connsiteX774" fmla="*/ 491395 w 4682585"/>
              <a:gd name="connsiteY774" fmla="*/ 1091374 h 2174272"/>
              <a:gd name="connsiteX775" fmla="*/ 491395 w 4682585"/>
              <a:gd name="connsiteY775" fmla="*/ 944784 h 2174272"/>
              <a:gd name="connsiteX776" fmla="*/ 166307 w 4682585"/>
              <a:gd name="connsiteY776" fmla="*/ 944784 h 2174272"/>
              <a:gd name="connsiteX777" fmla="*/ 166307 w 4682585"/>
              <a:gd name="connsiteY777" fmla="*/ 1091374 h 2174272"/>
              <a:gd name="connsiteX778" fmla="*/ 324041 w 4682585"/>
              <a:gd name="connsiteY778" fmla="*/ 1091374 h 2174272"/>
              <a:gd name="connsiteX779" fmla="*/ 324041 w 4682585"/>
              <a:gd name="connsiteY779" fmla="*/ 944784 h 2174272"/>
              <a:gd name="connsiteX780" fmla="*/ 9525 w 4682585"/>
              <a:gd name="connsiteY780" fmla="*/ 944784 h 2174272"/>
              <a:gd name="connsiteX781" fmla="*/ 9525 w 4682585"/>
              <a:gd name="connsiteY781" fmla="*/ 1091374 h 2174272"/>
              <a:gd name="connsiteX782" fmla="*/ 156782 w 4682585"/>
              <a:gd name="connsiteY782" fmla="*/ 1091374 h 2174272"/>
              <a:gd name="connsiteX783" fmla="*/ 156782 w 4682585"/>
              <a:gd name="connsiteY783" fmla="*/ 944784 h 2174272"/>
              <a:gd name="connsiteX784" fmla="*/ 4515326 w 4682585"/>
              <a:gd name="connsiteY784" fmla="*/ 788670 h 2174272"/>
              <a:gd name="connsiteX785" fmla="*/ 4515326 w 4682585"/>
              <a:gd name="connsiteY785" fmla="*/ 935259 h 2174272"/>
              <a:gd name="connsiteX786" fmla="*/ 4673060 w 4682585"/>
              <a:gd name="connsiteY786" fmla="*/ 935259 h 2174272"/>
              <a:gd name="connsiteX787" fmla="*/ 4673060 w 4682585"/>
              <a:gd name="connsiteY787" fmla="*/ 788670 h 2174272"/>
              <a:gd name="connsiteX788" fmla="*/ 4348068 w 4682585"/>
              <a:gd name="connsiteY788" fmla="*/ 788670 h 2174272"/>
              <a:gd name="connsiteX789" fmla="*/ 4348068 w 4682585"/>
              <a:gd name="connsiteY789" fmla="*/ 935259 h 2174272"/>
              <a:gd name="connsiteX790" fmla="*/ 4505801 w 4682585"/>
              <a:gd name="connsiteY790" fmla="*/ 935259 h 2174272"/>
              <a:gd name="connsiteX791" fmla="*/ 4505801 w 4682585"/>
              <a:gd name="connsiteY791" fmla="*/ 788670 h 2174272"/>
              <a:gd name="connsiteX792" fmla="*/ 4180809 w 4682585"/>
              <a:gd name="connsiteY792" fmla="*/ 788670 h 2174272"/>
              <a:gd name="connsiteX793" fmla="*/ 4180809 w 4682585"/>
              <a:gd name="connsiteY793" fmla="*/ 935259 h 2174272"/>
              <a:gd name="connsiteX794" fmla="*/ 4338543 w 4682585"/>
              <a:gd name="connsiteY794" fmla="*/ 935259 h 2174272"/>
              <a:gd name="connsiteX795" fmla="*/ 4338543 w 4682585"/>
              <a:gd name="connsiteY795" fmla="*/ 788670 h 2174272"/>
              <a:gd name="connsiteX796" fmla="*/ 4013550 w 4682585"/>
              <a:gd name="connsiteY796" fmla="*/ 788670 h 2174272"/>
              <a:gd name="connsiteX797" fmla="*/ 4013550 w 4682585"/>
              <a:gd name="connsiteY797" fmla="*/ 935259 h 2174272"/>
              <a:gd name="connsiteX798" fmla="*/ 4171284 w 4682585"/>
              <a:gd name="connsiteY798" fmla="*/ 935259 h 2174272"/>
              <a:gd name="connsiteX799" fmla="*/ 4171284 w 4682585"/>
              <a:gd name="connsiteY799" fmla="*/ 788670 h 2174272"/>
              <a:gd name="connsiteX800" fmla="*/ 3846291 w 4682585"/>
              <a:gd name="connsiteY800" fmla="*/ 788670 h 2174272"/>
              <a:gd name="connsiteX801" fmla="*/ 3846291 w 4682585"/>
              <a:gd name="connsiteY801" fmla="*/ 935259 h 2174272"/>
              <a:gd name="connsiteX802" fmla="*/ 4004025 w 4682585"/>
              <a:gd name="connsiteY802" fmla="*/ 935259 h 2174272"/>
              <a:gd name="connsiteX803" fmla="*/ 4004025 w 4682585"/>
              <a:gd name="connsiteY803" fmla="*/ 788670 h 2174272"/>
              <a:gd name="connsiteX804" fmla="*/ 3678936 w 4682585"/>
              <a:gd name="connsiteY804" fmla="*/ 788670 h 2174272"/>
              <a:gd name="connsiteX805" fmla="*/ 3678936 w 4682585"/>
              <a:gd name="connsiteY805" fmla="*/ 935259 h 2174272"/>
              <a:gd name="connsiteX806" fmla="*/ 3836766 w 4682585"/>
              <a:gd name="connsiteY806" fmla="*/ 935259 h 2174272"/>
              <a:gd name="connsiteX807" fmla="*/ 3836766 w 4682585"/>
              <a:gd name="connsiteY807" fmla="*/ 788670 h 2174272"/>
              <a:gd name="connsiteX808" fmla="*/ 3511677 w 4682585"/>
              <a:gd name="connsiteY808" fmla="*/ 788670 h 2174272"/>
              <a:gd name="connsiteX809" fmla="*/ 3511677 w 4682585"/>
              <a:gd name="connsiteY809" fmla="*/ 935259 h 2174272"/>
              <a:gd name="connsiteX810" fmla="*/ 3669411 w 4682585"/>
              <a:gd name="connsiteY810" fmla="*/ 935259 h 2174272"/>
              <a:gd name="connsiteX811" fmla="*/ 3669411 w 4682585"/>
              <a:gd name="connsiteY811" fmla="*/ 788670 h 2174272"/>
              <a:gd name="connsiteX812" fmla="*/ 3344418 w 4682585"/>
              <a:gd name="connsiteY812" fmla="*/ 788670 h 2174272"/>
              <a:gd name="connsiteX813" fmla="*/ 3344418 w 4682585"/>
              <a:gd name="connsiteY813" fmla="*/ 935259 h 2174272"/>
              <a:gd name="connsiteX814" fmla="*/ 3502152 w 4682585"/>
              <a:gd name="connsiteY814" fmla="*/ 935259 h 2174272"/>
              <a:gd name="connsiteX815" fmla="*/ 3502152 w 4682585"/>
              <a:gd name="connsiteY815" fmla="*/ 788670 h 2174272"/>
              <a:gd name="connsiteX816" fmla="*/ 3177159 w 4682585"/>
              <a:gd name="connsiteY816" fmla="*/ 788670 h 2174272"/>
              <a:gd name="connsiteX817" fmla="*/ 3177159 w 4682585"/>
              <a:gd name="connsiteY817" fmla="*/ 935259 h 2174272"/>
              <a:gd name="connsiteX818" fmla="*/ 3334893 w 4682585"/>
              <a:gd name="connsiteY818" fmla="*/ 935259 h 2174272"/>
              <a:gd name="connsiteX819" fmla="*/ 3334893 w 4682585"/>
              <a:gd name="connsiteY819" fmla="*/ 788670 h 2174272"/>
              <a:gd name="connsiteX820" fmla="*/ 3009900 w 4682585"/>
              <a:gd name="connsiteY820" fmla="*/ 788670 h 2174272"/>
              <a:gd name="connsiteX821" fmla="*/ 3009900 w 4682585"/>
              <a:gd name="connsiteY821" fmla="*/ 935259 h 2174272"/>
              <a:gd name="connsiteX822" fmla="*/ 3167634 w 4682585"/>
              <a:gd name="connsiteY822" fmla="*/ 935259 h 2174272"/>
              <a:gd name="connsiteX823" fmla="*/ 3167634 w 4682585"/>
              <a:gd name="connsiteY823" fmla="*/ 788670 h 2174272"/>
              <a:gd name="connsiteX824" fmla="*/ 2842641 w 4682585"/>
              <a:gd name="connsiteY824" fmla="*/ 788670 h 2174272"/>
              <a:gd name="connsiteX825" fmla="*/ 2842641 w 4682585"/>
              <a:gd name="connsiteY825" fmla="*/ 935259 h 2174272"/>
              <a:gd name="connsiteX826" fmla="*/ 3000375 w 4682585"/>
              <a:gd name="connsiteY826" fmla="*/ 935259 h 2174272"/>
              <a:gd name="connsiteX827" fmla="*/ 3000375 w 4682585"/>
              <a:gd name="connsiteY827" fmla="*/ 788670 h 2174272"/>
              <a:gd name="connsiteX828" fmla="*/ 2675382 w 4682585"/>
              <a:gd name="connsiteY828" fmla="*/ 788670 h 2174272"/>
              <a:gd name="connsiteX829" fmla="*/ 2675382 w 4682585"/>
              <a:gd name="connsiteY829" fmla="*/ 935259 h 2174272"/>
              <a:gd name="connsiteX830" fmla="*/ 2833116 w 4682585"/>
              <a:gd name="connsiteY830" fmla="*/ 935259 h 2174272"/>
              <a:gd name="connsiteX831" fmla="*/ 2833116 w 4682585"/>
              <a:gd name="connsiteY831" fmla="*/ 788670 h 2174272"/>
              <a:gd name="connsiteX832" fmla="*/ 2508123 w 4682585"/>
              <a:gd name="connsiteY832" fmla="*/ 788670 h 2174272"/>
              <a:gd name="connsiteX833" fmla="*/ 2508123 w 4682585"/>
              <a:gd name="connsiteY833" fmla="*/ 935259 h 2174272"/>
              <a:gd name="connsiteX834" fmla="*/ 2665857 w 4682585"/>
              <a:gd name="connsiteY834" fmla="*/ 935259 h 2174272"/>
              <a:gd name="connsiteX835" fmla="*/ 2665857 w 4682585"/>
              <a:gd name="connsiteY835" fmla="*/ 788670 h 2174272"/>
              <a:gd name="connsiteX836" fmla="*/ 2340864 w 4682585"/>
              <a:gd name="connsiteY836" fmla="*/ 788670 h 2174272"/>
              <a:gd name="connsiteX837" fmla="*/ 2340864 w 4682585"/>
              <a:gd name="connsiteY837" fmla="*/ 935259 h 2174272"/>
              <a:gd name="connsiteX838" fmla="*/ 2498598 w 4682585"/>
              <a:gd name="connsiteY838" fmla="*/ 935259 h 2174272"/>
              <a:gd name="connsiteX839" fmla="*/ 2498598 w 4682585"/>
              <a:gd name="connsiteY839" fmla="*/ 788670 h 2174272"/>
              <a:gd name="connsiteX840" fmla="*/ 2173510 w 4682585"/>
              <a:gd name="connsiteY840" fmla="*/ 788670 h 2174272"/>
              <a:gd name="connsiteX841" fmla="*/ 2173510 w 4682585"/>
              <a:gd name="connsiteY841" fmla="*/ 935259 h 2174272"/>
              <a:gd name="connsiteX842" fmla="*/ 2331339 w 4682585"/>
              <a:gd name="connsiteY842" fmla="*/ 935259 h 2174272"/>
              <a:gd name="connsiteX843" fmla="*/ 2331339 w 4682585"/>
              <a:gd name="connsiteY843" fmla="*/ 788670 h 2174272"/>
              <a:gd name="connsiteX844" fmla="*/ 2006251 w 4682585"/>
              <a:gd name="connsiteY844" fmla="*/ 788670 h 2174272"/>
              <a:gd name="connsiteX845" fmla="*/ 2006251 w 4682585"/>
              <a:gd name="connsiteY845" fmla="*/ 935259 h 2174272"/>
              <a:gd name="connsiteX846" fmla="*/ 2163985 w 4682585"/>
              <a:gd name="connsiteY846" fmla="*/ 935259 h 2174272"/>
              <a:gd name="connsiteX847" fmla="*/ 2163985 w 4682585"/>
              <a:gd name="connsiteY847" fmla="*/ 788670 h 2174272"/>
              <a:gd name="connsiteX848" fmla="*/ 1838992 w 4682585"/>
              <a:gd name="connsiteY848" fmla="*/ 788670 h 2174272"/>
              <a:gd name="connsiteX849" fmla="*/ 1838992 w 4682585"/>
              <a:gd name="connsiteY849" fmla="*/ 935259 h 2174272"/>
              <a:gd name="connsiteX850" fmla="*/ 1996726 w 4682585"/>
              <a:gd name="connsiteY850" fmla="*/ 935259 h 2174272"/>
              <a:gd name="connsiteX851" fmla="*/ 1996726 w 4682585"/>
              <a:gd name="connsiteY851" fmla="*/ 788670 h 2174272"/>
              <a:gd name="connsiteX852" fmla="*/ 1671733 w 4682585"/>
              <a:gd name="connsiteY852" fmla="*/ 788670 h 2174272"/>
              <a:gd name="connsiteX853" fmla="*/ 1671733 w 4682585"/>
              <a:gd name="connsiteY853" fmla="*/ 935259 h 2174272"/>
              <a:gd name="connsiteX854" fmla="*/ 1829467 w 4682585"/>
              <a:gd name="connsiteY854" fmla="*/ 935259 h 2174272"/>
              <a:gd name="connsiteX855" fmla="*/ 1829467 w 4682585"/>
              <a:gd name="connsiteY855" fmla="*/ 788670 h 2174272"/>
              <a:gd name="connsiteX856" fmla="*/ 1504474 w 4682585"/>
              <a:gd name="connsiteY856" fmla="*/ 788670 h 2174272"/>
              <a:gd name="connsiteX857" fmla="*/ 1504474 w 4682585"/>
              <a:gd name="connsiteY857" fmla="*/ 935259 h 2174272"/>
              <a:gd name="connsiteX858" fmla="*/ 1662208 w 4682585"/>
              <a:gd name="connsiteY858" fmla="*/ 935259 h 2174272"/>
              <a:gd name="connsiteX859" fmla="*/ 1662208 w 4682585"/>
              <a:gd name="connsiteY859" fmla="*/ 788670 h 2174272"/>
              <a:gd name="connsiteX860" fmla="*/ 1337215 w 4682585"/>
              <a:gd name="connsiteY860" fmla="*/ 788670 h 2174272"/>
              <a:gd name="connsiteX861" fmla="*/ 1337215 w 4682585"/>
              <a:gd name="connsiteY861" fmla="*/ 935259 h 2174272"/>
              <a:gd name="connsiteX862" fmla="*/ 1494949 w 4682585"/>
              <a:gd name="connsiteY862" fmla="*/ 935259 h 2174272"/>
              <a:gd name="connsiteX863" fmla="*/ 1494949 w 4682585"/>
              <a:gd name="connsiteY863" fmla="*/ 788670 h 2174272"/>
              <a:gd name="connsiteX864" fmla="*/ 1169956 w 4682585"/>
              <a:gd name="connsiteY864" fmla="*/ 788670 h 2174272"/>
              <a:gd name="connsiteX865" fmla="*/ 1169956 w 4682585"/>
              <a:gd name="connsiteY865" fmla="*/ 935259 h 2174272"/>
              <a:gd name="connsiteX866" fmla="*/ 1327690 w 4682585"/>
              <a:gd name="connsiteY866" fmla="*/ 935259 h 2174272"/>
              <a:gd name="connsiteX867" fmla="*/ 1327690 w 4682585"/>
              <a:gd name="connsiteY867" fmla="*/ 788670 h 2174272"/>
              <a:gd name="connsiteX868" fmla="*/ 1002697 w 4682585"/>
              <a:gd name="connsiteY868" fmla="*/ 788670 h 2174272"/>
              <a:gd name="connsiteX869" fmla="*/ 1002697 w 4682585"/>
              <a:gd name="connsiteY869" fmla="*/ 935259 h 2174272"/>
              <a:gd name="connsiteX870" fmla="*/ 1160431 w 4682585"/>
              <a:gd name="connsiteY870" fmla="*/ 935259 h 2174272"/>
              <a:gd name="connsiteX871" fmla="*/ 1160431 w 4682585"/>
              <a:gd name="connsiteY871" fmla="*/ 788670 h 2174272"/>
              <a:gd name="connsiteX872" fmla="*/ 835438 w 4682585"/>
              <a:gd name="connsiteY872" fmla="*/ 788670 h 2174272"/>
              <a:gd name="connsiteX873" fmla="*/ 835438 w 4682585"/>
              <a:gd name="connsiteY873" fmla="*/ 935259 h 2174272"/>
              <a:gd name="connsiteX874" fmla="*/ 993172 w 4682585"/>
              <a:gd name="connsiteY874" fmla="*/ 935259 h 2174272"/>
              <a:gd name="connsiteX875" fmla="*/ 993172 w 4682585"/>
              <a:gd name="connsiteY875" fmla="*/ 788670 h 2174272"/>
              <a:gd name="connsiteX876" fmla="*/ 668179 w 4682585"/>
              <a:gd name="connsiteY876" fmla="*/ 788670 h 2174272"/>
              <a:gd name="connsiteX877" fmla="*/ 668179 w 4682585"/>
              <a:gd name="connsiteY877" fmla="*/ 935259 h 2174272"/>
              <a:gd name="connsiteX878" fmla="*/ 825913 w 4682585"/>
              <a:gd name="connsiteY878" fmla="*/ 935259 h 2174272"/>
              <a:gd name="connsiteX879" fmla="*/ 825913 w 4682585"/>
              <a:gd name="connsiteY879" fmla="*/ 788670 h 2174272"/>
              <a:gd name="connsiteX880" fmla="*/ 500920 w 4682585"/>
              <a:gd name="connsiteY880" fmla="*/ 788670 h 2174272"/>
              <a:gd name="connsiteX881" fmla="*/ 500920 w 4682585"/>
              <a:gd name="connsiteY881" fmla="*/ 935259 h 2174272"/>
              <a:gd name="connsiteX882" fmla="*/ 658654 w 4682585"/>
              <a:gd name="connsiteY882" fmla="*/ 935259 h 2174272"/>
              <a:gd name="connsiteX883" fmla="*/ 658654 w 4682585"/>
              <a:gd name="connsiteY883" fmla="*/ 788670 h 2174272"/>
              <a:gd name="connsiteX884" fmla="*/ 333566 w 4682585"/>
              <a:gd name="connsiteY884" fmla="*/ 788670 h 2174272"/>
              <a:gd name="connsiteX885" fmla="*/ 333566 w 4682585"/>
              <a:gd name="connsiteY885" fmla="*/ 935259 h 2174272"/>
              <a:gd name="connsiteX886" fmla="*/ 491395 w 4682585"/>
              <a:gd name="connsiteY886" fmla="*/ 935259 h 2174272"/>
              <a:gd name="connsiteX887" fmla="*/ 491395 w 4682585"/>
              <a:gd name="connsiteY887" fmla="*/ 788670 h 2174272"/>
              <a:gd name="connsiteX888" fmla="*/ 166307 w 4682585"/>
              <a:gd name="connsiteY888" fmla="*/ 788670 h 2174272"/>
              <a:gd name="connsiteX889" fmla="*/ 166307 w 4682585"/>
              <a:gd name="connsiteY889" fmla="*/ 935259 h 2174272"/>
              <a:gd name="connsiteX890" fmla="*/ 324041 w 4682585"/>
              <a:gd name="connsiteY890" fmla="*/ 935259 h 2174272"/>
              <a:gd name="connsiteX891" fmla="*/ 324041 w 4682585"/>
              <a:gd name="connsiteY891" fmla="*/ 788670 h 2174272"/>
              <a:gd name="connsiteX892" fmla="*/ 9525 w 4682585"/>
              <a:gd name="connsiteY892" fmla="*/ 788670 h 2174272"/>
              <a:gd name="connsiteX893" fmla="*/ 9525 w 4682585"/>
              <a:gd name="connsiteY893" fmla="*/ 935259 h 2174272"/>
              <a:gd name="connsiteX894" fmla="*/ 156782 w 4682585"/>
              <a:gd name="connsiteY894" fmla="*/ 935259 h 2174272"/>
              <a:gd name="connsiteX895" fmla="*/ 156782 w 4682585"/>
              <a:gd name="connsiteY895" fmla="*/ 788670 h 2174272"/>
              <a:gd name="connsiteX896" fmla="*/ 4515326 w 4682585"/>
              <a:gd name="connsiteY896" fmla="*/ 632555 h 2174272"/>
              <a:gd name="connsiteX897" fmla="*/ 4515326 w 4682585"/>
              <a:gd name="connsiteY897" fmla="*/ 779145 h 2174272"/>
              <a:gd name="connsiteX898" fmla="*/ 4673060 w 4682585"/>
              <a:gd name="connsiteY898" fmla="*/ 779145 h 2174272"/>
              <a:gd name="connsiteX899" fmla="*/ 4673060 w 4682585"/>
              <a:gd name="connsiteY899" fmla="*/ 632555 h 2174272"/>
              <a:gd name="connsiteX900" fmla="*/ 4348068 w 4682585"/>
              <a:gd name="connsiteY900" fmla="*/ 632555 h 2174272"/>
              <a:gd name="connsiteX901" fmla="*/ 4348068 w 4682585"/>
              <a:gd name="connsiteY901" fmla="*/ 779145 h 2174272"/>
              <a:gd name="connsiteX902" fmla="*/ 4505801 w 4682585"/>
              <a:gd name="connsiteY902" fmla="*/ 779145 h 2174272"/>
              <a:gd name="connsiteX903" fmla="*/ 4505801 w 4682585"/>
              <a:gd name="connsiteY903" fmla="*/ 632555 h 2174272"/>
              <a:gd name="connsiteX904" fmla="*/ 4180809 w 4682585"/>
              <a:gd name="connsiteY904" fmla="*/ 632555 h 2174272"/>
              <a:gd name="connsiteX905" fmla="*/ 4180809 w 4682585"/>
              <a:gd name="connsiteY905" fmla="*/ 779145 h 2174272"/>
              <a:gd name="connsiteX906" fmla="*/ 4338543 w 4682585"/>
              <a:gd name="connsiteY906" fmla="*/ 779145 h 2174272"/>
              <a:gd name="connsiteX907" fmla="*/ 4338543 w 4682585"/>
              <a:gd name="connsiteY907" fmla="*/ 632555 h 2174272"/>
              <a:gd name="connsiteX908" fmla="*/ 4013550 w 4682585"/>
              <a:gd name="connsiteY908" fmla="*/ 632555 h 2174272"/>
              <a:gd name="connsiteX909" fmla="*/ 4013550 w 4682585"/>
              <a:gd name="connsiteY909" fmla="*/ 779145 h 2174272"/>
              <a:gd name="connsiteX910" fmla="*/ 4171284 w 4682585"/>
              <a:gd name="connsiteY910" fmla="*/ 779145 h 2174272"/>
              <a:gd name="connsiteX911" fmla="*/ 4171284 w 4682585"/>
              <a:gd name="connsiteY911" fmla="*/ 632555 h 2174272"/>
              <a:gd name="connsiteX912" fmla="*/ 3846291 w 4682585"/>
              <a:gd name="connsiteY912" fmla="*/ 632555 h 2174272"/>
              <a:gd name="connsiteX913" fmla="*/ 3846291 w 4682585"/>
              <a:gd name="connsiteY913" fmla="*/ 779145 h 2174272"/>
              <a:gd name="connsiteX914" fmla="*/ 4004025 w 4682585"/>
              <a:gd name="connsiteY914" fmla="*/ 779145 h 2174272"/>
              <a:gd name="connsiteX915" fmla="*/ 4004025 w 4682585"/>
              <a:gd name="connsiteY915" fmla="*/ 632555 h 2174272"/>
              <a:gd name="connsiteX916" fmla="*/ 3678936 w 4682585"/>
              <a:gd name="connsiteY916" fmla="*/ 632555 h 2174272"/>
              <a:gd name="connsiteX917" fmla="*/ 3678936 w 4682585"/>
              <a:gd name="connsiteY917" fmla="*/ 779145 h 2174272"/>
              <a:gd name="connsiteX918" fmla="*/ 3836766 w 4682585"/>
              <a:gd name="connsiteY918" fmla="*/ 779145 h 2174272"/>
              <a:gd name="connsiteX919" fmla="*/ 3836766 w 4682585"/>
              <a:gd name="connsiteY919" fmla="*/ 632555 h 2174272"/>
              <a:gd name="connsiteX920" fmla="*/ 3511677 w 4682585"/>
              <a:gd name="connsiteY920" fmla="*/ 632555 h 2174272"/>
              <a:gd name="connsiteX921" fmla="*/ 3511677 w 4682585"/>
              <a:gd name="connsiteY921" fmla="*/ 779145 h 2174272"/>
              <a:gd name="connsiteX922" fmla="*/ 3669411 w 4682585"/>
              <a:gd name="connsiteY922" fmla="*/ 779145 h 2174272"/>
              <a:gd name="connsiteX923" fmla="*/ 3669411 w 4682585"/>
              <a:gd name="connsiteY923" fmla="*/ 632555 h 2174272"/>
              <a:gd name="connsiteX924" fmla="*/ 3344418 w 4682585"/>
              <a:gd name="connsiteY924" fmla="*/ 632555 h 2174272"/>
              <a:gd name="connsiteX925" fmla="*/ 3344418 w 4682585"/>
              <a:gd name="connsiteY925" fmla="*/ 779145 h 2174272"/>
              <a:gd name="connsiteX926" fmla="*/ 3502152 w 4682585"/>
              <a:gd name="connsiteY926" fmla="*/ 779145 h 2174272"/>
              <a:gd name="connsiteX927" fmla="*/ 3502152 w 4682585"/>
              <a:gd name="connsiteY927" fmla="*/ 632555 h 2174272"/>
              <a:gd name="connsiteX928" fmla="*/ 3177159 w 4682585"/>
              <a:gd name="connsiteY928" fmla="*/ 632555 h 2174272"/>
              <a:gd name="connsiteX929" fmla="*/ 3177159 w 4682585"/>
              <a:gd name="connsiteY929" fmla="*/ 779145 h 2174272"/>
              <a:gd name="connsiteX930" fmla="*/ 3334893 w 4682585"/>
              <a:gd name="connsiteY930" fmla="*/ 779145 h 2174272"/>
              <a:gd name="connsiteX931" fmla="*/ 3334893 w 4682585"/>
              <a:gd name="connsiteY931" fmla="*/ 632555 h 2174272"/>
              <a:gd name="connsiteX932" fmla="*/ 3009900 w 4682585"/>
              <a:gd name="connsiteY932" fmla="*/ 632555 h 2174272"/>
              <a:gd name="connsiteX933" fmla="*/ 3009900 w 4682585"/>
              <a:gd name="connsiteY933" fmla="*/ 779145 h 2174272"/>
              <a:gd name="connsiteX934" fmla="*/ 3167634 w 4682585"/>
              <a:gd name="connsiteY934" fmla="*/ 779145 h 2174272"/>
              <a:gd name="connsiteX935" fmla="*/ 3167634 w 4682585"/>
              <a:gd name="connsiteY935" fmla="*/ 632555 h 2174272"/>
              <a:gd name="connsiteX936" fmla="*/ 2842641 w 4682585"/>
              <a:gd name="connsiteY936" fmla="*/ 632555 h 2174272"/>
              <a:gd name="connsiteX937" fmla="*/ 2842641 w 4682585"/>
              <a:gd name="connsiteY937" fmla="*/ 779145 h 2174272"/>
              <a:gd name="connsiteX938" fmla="*/ 3000375 w 4682585"/>
              <a:gd name="connsiteY938" fmla="*/ 779145 h 2174272"/>
              <a:gd name="connsiteX939" fmla="*/ 3000375 w 4682585"/>
              <a:gd name="connsiteY939" fmla="*/ 632555 h 2174272"/>
              <a:gd name="connsiteX940" fmla="*/ 2675382 w 4682585"/>
              <a:gd name="connsiteY940" fmla="*/ 632555 h 2174272"/>
              <a:gd name="connsiteX941" fmla="*/ 2675382 w 4682585"/>
              <a:gd name="connsiteY941" fmla="*/ 779145 h 2174272"/>
              <a:gd name="connsiteX942" fmla="*/ 2833116 w 4682585"/>
              <a:gd name="connsiteY942" fmla="*/ 779145 h 2174272"/>
              <a:gd name="connsiteX943" fmla="*/ 2833116 w 4682585"/>
              <a:gd name="connsiteY943" fmla="*/ 632555 h 2174272"/>
              <a:gd name="connsiteX944" fmla="*/ 2508123 w 4682585"/>
              <a:gd name="connsiteY944" fmla="*/ 632555 h 2174272"/>
              <a:gd name="connsiteX945" fmla="*/ 2508123 w 4682585"/>
              <a:gd name="connsiteY945" fmla="*/ 779145 h 2174272"/>
              <a:gd name="connsiteX946" fmla="*/ 2665857 w 4682585"/>
              <a:gd name="connsiteY946" fmla="*/ 779145 h 2174272"/>
              <a:gd name="connsiteX947" fmla="*/ 2665857 w 4682585"/>
              <a:gd name="connsiteY947" fmla="*/ 632555 h 2174272"/>
              <a:gd name="connsiteX948" fmla="*/ 2340864 w 4682585"/>
              <a:gd name="connsiteY948" fmla="*/ 632555 h 2174272"/>
              <a:gd name="connsiteX949" fmla="*/ 2340864 w 4682585"/>
              <a:gd name="connsiteY949" fmla="*/ 779145 h 2174272"/>
              <a:gd name="connsiteX950" fmla="*/ 2498598 w 4682585"/>
              <a:gd name="connsiteY950" fmla="*/ 779145 h 2174272"/>
              <a:gd name="connsiteX951" fmla="*/ 2498598 w 4682585"/>
              <a:gd name="connsiteY951" fmla="*/ 632555 h 2174272"/>
              <a:gd name="connsiteX952" fmla="*/ 2173510 w 4682585"/>
              <a:gd name="connsiteY952" fmla="*/ 632555 h 2174272"/>
              <a:gd name="connsiteX953" fmla="*/ 2173510 w 4682585"/>
              <a:gd name="connsiteY953" fmla="*/ 779145 h 2174272"/>
              <a:gd name="connsiteX954" fmla="*/ 2331339 w 4682585"/>
              <a:gd name="connsiteY954" fmla="*/ 779145 h 2174272"/>
              <a:gd name="connsiteX955" fmla="*/ 2331339 w 4682585"/>
              <a:gd name="connsiteY955" fmla="*/ 632555 h 2174272"/>
              <a:gd name="connsiteX956" fmla="*/ 2006251 w 4682585"/>
              <a:gd name="connsiteY956" fmla="*/ 632555 h 2174272"/>
              <a:gd name="connsiteX957" fmla="*/ 2006251 w 4682585"/>
              <a:gd name="connsiteY957" fmla="*/ 779145 h 2174272"/>
              <a:gd name="connsiteX958" fmla="*/ 2163985 w 4682585"/>
              <a:gd name="connsiteY958" fmla="*/ 779145 h 2174272"/>
              <a:gd name="connsiteX959" fmla="*/ 2163985 w 4682585"/>
              <a:gd name="connsiteY959" fmla="*/ 632555 h 2174272"/>
              <a:gd name="connsiteX960" fmla="*/ 1838992 w 4682585"/>
              <a:gd name="connsiteY960" fmla="*/ 632555 h 2174272"/>
              <a:gd name="connsiteX961" fmla="*/ 1838992 w 4682585"/>
              <a:gd name="connsiteY961" fmla="*/ 779145 h 2174272"/>
              <a:gd name="connsiteX962" fmla="*/ 1996726 w 4682585"/>
              <a:gd name="connsiteY962" fmla="*/ 779145 h 2174272"/>
              <a:gd name="connsiteX963" fmla="*/ 1996726 w 4682585"/>
              <a:gd name="connsiteY963" fmla="*/ 632555 h 2174272"/>
              <a:gd name="connsiteX964" fmla="*/ 1671733 w 4682585"/>
              <a:gd name="connsiteY964" fmla="*/ 632555 h 2174272"/>
              <a:gd name="connsiteX965" fmla="*/ 1671733 w 4682585"/>
              <a:gd name="connsiteY965" fmla="*/ 779145 h 2174272"/>
              <a:gd name="connsiteX966" fmla="*/ 1829467 w 4682585"/>
              <a:gd name="connsiteY966" fmla="*/ 779145 h 2174272"/>
              <a:gd name="connsiteX967" fmla="*/ 1829467 w 4682585"/>
              <a:gd name="connsiteY967" fmla="*/ 632555 h 2174272"/>
              <a:gd name="connsiteX968" fmla="*/ 1504474 w 4682585"/>
              <a:gd name="connsiteY968" fmla="*/ 632555 h 2174272"/>
              <a:gd name="connsiteX969" fmla="*/ 1504474 w 4682585"/>
              <a:gd name="connsiteY969" fmla="*/ 779145 h 2174272"/>
              <a:gd name="connsiteX970" fmla="*/ 1662208 w 4682585"/>
              <a:gd name="connsiteY970" fmla="*/ 779145 h 2174272"/>
              <a:gd name="connsiteX971" fmla="*/ 1662208 w 4682585"/>
              <a:gd name="connsiteY971" fmla="*/ 632555 h 2174272"/>
              <a:gd name="connsiteX972" fmla="*/ 1337215 w 4682585"/>
              <a:gd name="connsiteY972" fmla="*/ 632555 h 2174272"/>
              <a:gd name="connsiteX973" fmla="*/ 1337215 w 4682585"/>
              <a:gd name="connsiteY973" fmla="*/ 779145 h 2174272"/>
              <a:gd name="connsiteX974" fmla="*/ 1494949 w 4682585"/>
              <a:gd name="connsiteY974" fmla="*/ 779145 h 2174272"/>
              <a:gd name="connsiteX975" fmla="*/ 1494949 w 4682585"/>
              <a:gd name="connsiteY975" fmla="*/ 632555 h 2174272"/>
              <a:gd name="connsiteX976" fmla="*/ 1169956 w 4682585"/>
              <a:gd name="connsiteY976" fmla="*/ 632555 h 2174272"/>
              <a:gd name="connsiteX977" fmla="*/ 1169956 w 4682585"/>
              <a:gd name="connsiteY977" fmla="*/ 779145 h 2174272"/>
              <a:gd name="connsiteX978" fmla="*/ 1327690 w 4682585"/>
              <a:gd name="connsiteY978" fmla="*/ 779145 h 2174272"/>
              <a:gd name="connsiteX979" fmla="*/ 1327690 w 4682585"/>
              <a:gd name="connsiteY979" fmla="*/ 632555 h 2174272"/>
              <a:gd name="connsiteX980" fmla="*/ 1002697 w 4682585"/>
              <a:gd name="connsiteY980" fmla="*/ 632555 h 2174272"/>
              <a:gd name="connsiteX981" fmla="*/ 1002697 w 4682585"/>
              <a:gd name="connsiteY981" fmla="*/ 779145 h 2174272"/>
              <a:gd name="connsiteX982" fmla="*/ 1160431 w 4682585"/>
              <a:gd name="connsiteY982" fmla="*/ 779145 h 2174272"/>
              <a:gd name="connsiteX983" fmla="*/ 1160431 w 4682585"/>
              <a:gd name="connsiteY983" fmla="*/ 632555 h 2174272"/>
              <a:gd name="connsiteX984" fmla="*/ 835438 w 4682585"/>
              <a:gd name="connsiteY984" fmla="*/ 632555 h 2174272"/>
              <a:gd name="connsiteX985" fmla="*/ 835438 w 4682585"/>
              <a:gd name="connsiteY985" fmla="*/ 779145 h 2174272"/>
              <a:gd name="connsiteX986" fmla="*/ 993172 w 4682585"/>
              <a:gd name="connsiteY986" fmla="*/ 779145 h 2174272"/>
              <a:gd name="connsiteX987" fmla="*/ 993172 w 4682585"/>
              <a:gd name="connsiteY987" fmla="*/ 632555 h 2174272"/>
              <a:gd name="connsiteX988" fmla="*/ 668179 w 4682585"/>
              <a:gd name="connsiteY988" fmla="*/ 632555 h 2174272"/>
              <a:gd name="connsiteX989" fmla="*/ 668179 w 4682585"/>
              <a:gd name="connsiteY989" fmla="*/ 779145 h 2174272"/>
              <a:gd name="connsiteX990" fmla="*/ 825913 w 4682585"/>
              <a:gd name="connsiteY990" fmla="*/ 779145 h 2174272"/>
              <a:gd name="connsiteX991" fmla="*/ 825913 w 4682585"/>
              <a:gd name="connsiteY991" fmla="*/ 632555 h 2174272"/>
              <a:gd name="connsiteX992" fmla="*/ 500920 w 4682585"/>
              <a:gd name="connsiteY992" fmla="*/ 632555 h 2174272"/>
              <a:gd name="connsiteX993" fmla="*/ 500920 w 4682585"/>
              <a:gd name="connsiteY993" fmla="*/ 779145 h 2174272"/>
              <a:gd name="connsiteX994" fmla="*/ 658654 w 4682585"/>
              <a:gd name="connsiteY994" fmla="*/ 779145 h 2174272"/>
              <a:gd name="connsiteX995" fmla="*/ 658654 w 4682585"/>
              <a:gd name="connsiteY995" fmla="*/ 632555 h 2174272"/>
              <a:gd name="connsiteX996" fmla="*/ 333566 w 4682585"/>
              <a:gd name="connsiteY996" fmla="*/ 632555 h 2174272"/>
              <a:gd name="connsiteX997" fmla="*/ 333566 w 4682585"/>
              <a:gd name="connsiteY997" fmla="*/ 779145 h 2174272"/>
              <a:gd name="connsiteX998" fmla="*/ 491395 w 4682585"/>
              <a:gd name="connsiteY998" fmla="*/ 779145 h 2174272"/>
              <a:gd name="connsiteX999" fmla="*/ 491395 w 4682585"/>
              <a:gd name="connsiteY999" fmla="*/ 632555 h 2174272"/>
              <a:gd name="connsiteX1000" fmla="*/ 166307 w 4682585"/>
              <a:gd name="connsiteY1000" fmla="*/ 632555 h 2174272"/>
              <a:gd name="connsiteX1001" fmla="*/ 166307 w 4682585"/>
              <a:gd name="connsiteY1001" fmla="*/ 779145 h 2174272"/>
              <a:gd name="connsiteX1002" fmla="*/ 324041 w 4682585"/>
              <a:gd name="connsiteY1002" fmla="*/ 779145 h 2174272"/>
              <a:gd name="connsiteX1003" fmla="*/ 324041 w 4682585"/>
              <a:gd name="connsiteY1003" fmla="*/ 632555 h 2174272"/>
              <a:gd name="connsiteX1004" fmla="*/ 9525 w 4682585"/>
              <a:gd name="connsiteY1004" fmla="*/ 632555 h 2174272"/>
              <a:gd name="connsiteX1005" fmla="*/ 9525 w 4682585"/>
              <a:gd name="connsiteY1005" fmla="*/ 779145 h 2174272"/>
              <a:gd name="connsiteX1006" fmla="*/ 156782 w 4682585"/>
              <a:gd name="connsiteY1006" fmla="*/ 779145 h 2174272"/>
              <a:gd name="connsiteX1007" fmla="*/ 156782 w 4682585"/>
              <a:gd name="connsiteY1007" fmla="*/ 632555 h 2174272"/>
              <a:gd name="connsiteX1008" fmla="*/ 4515326 w 4682585"/>
              <a:gd name="connsiteY1008" fmla="*/ 476440 h 2174272"/>
              <a:gd name="connsiteX1009" fmla="*/ 4515326 w 4682585"/>
              <a:gd name="connsiteY1009" fmla="*/ 623030 h 2174272"/>
              <a:gd name="connsiteX1010" fmla="*/ 4673060 w 4682585"/>
              <a:gd name="connsiteY1010" fmla="*/ 623030 h 2174272"/>
              <a:gd name="connsiteX1011" fmla="*/ 4673060 w 4682585"/>
              <a:gd name="connsiteY1011" fmla="*/ 476440 h 2174272"/>
              <a:gd name="connsiteX1012" fmla="*/ 4348068 w 4682585"/>
              <a:gd name="connsiteY1012" fmla="*/ 476440 h 2174272"/>
              <a:gd name="connsiteX1013" fmla="*/ 4348068 w 4682585"/>
              <a:gd name="connsiteY1013" fmla="*/ 623030 h 2174272"/>
              <a:gd name="connsiteX1014" fmla="*/ 4505801 w 4682585"/>
              <a:gd name="connsiteY1014" fmla="*/ 623030 h 2174272"/>
              <a:gd name="connsiteX1015" fmla="*/ 4505801 w 4682585"/>
              <a:gd name="connsiteY1015" fmla="*/ 476440 h 2174272"/>
              <a:gd name="connsiteX1016" fmla="*/ 4180809 w 4682585"/>
              <a:gd name="connsiteY1016" fmla="*/ 476440 h 2174272"/>
              <a:gd name="connsiteX1017" fmla="*/ 4180809 w 4682585"/>
              <a:gd name="connsiteY1017" fmla="*/ 623030 h 2174272"/>
              <a:gd name="connsiteX1018" fmla="*/ 4338543 w 4682585"/>
              <a:gd name="connsiteY1018" fmla="*/ 623030 h 2174272"/>
              <a:gd name="connsiteX1019" fmla="*/ 4338543 w 4682585"/>
              <a:gd name="connsiteY1019" fmla="*/ 476440 h 2174272"/>
              <a:gd name="connsiteX1020" fmla="*/ 4013550 w 4682585"/>
              <a:gd name="connsiteY1020" fmla="*/ 476440 h 2174272"/>
              <a:gd name="connsiteX1021" fmla="*/ 4013550 w 4682585"/>
              <a:gd name="connsiteY1021" fmla="*/ 623030 h 2174272"/>
              <a:gd name="connsiteX1022" fmla="*/ 4171284 w 4682585"/>
              <a:gd name="connsiteY1022" fmla="*/ 623030 h 2174272"/>
              <a:gd name="connsiteX1023" fmla="*/ 4171284 w 4682585"/>
              <a:gd name="connsiteY1023" fmla="*/ 476440 h 2174272"/>
              <a:gd name="connsiteX1024" fmla="*/ 3846291 w 4682585"/>
              <a:gd name="connsiteY1024" fmla="*/ 476440 h 2174272"/>
              <a:gd name="connsiteX1025" fmla="*/ 3846291 w 4682585"/>
              <a:gd name="connsiteY1025" fmla="*/ 623030 h 2174272"/>
              <a:gd name="connsiteX1026" fmla="*/ 4004025 w 4682585"/>
              <a:gd name="connsiteY1026" fmla="*/ 623030 h 2174272"/>
              <a:gd name="connsiteX1027" fmla="*/ 4004025 w 4682585"/>
              <a:gd name="connsiteY1027" fmla="*/ 476440 h 2174272"/>
              <a:gd name="connsiteX1028" fmla="*/ 3678936 w 4682585"/>
              <a:gd name="connsiteY1028" fmla="*/ 476440 h 2174272"/>
              <a:gd name="connsiteX1029" fmla="*/ 3678936 w 4682585"/>
              <a:gd name="connsiteY1029" fmla="*/ 623030 h 2174272"/>
              <a:gd name="connsiteX1030" fmla="*/ 3836766 w 4682585"/>
              <a:gd name="connsiteY1030" fmla="*/ 623030 h 2174272"/>
              <a:gd name="connsiteX1031" fmla="*/ 3836766 w 4682585"/>
              <a:gd name="connsiteY1031" fmla="*/ 476440 h 2174272"/>
              <a:gd name="connsiteX1032" fmla="*/ 3511677 w 4682585"/>
              <a:gd name="connsiteY1032" fmla="*/ 476440 h 2174272"/>
              <a:gd name="connsiteX1033" fmla="*/ 3511677 w 4682585"/>
              <a:gd name="connsiteY1033" fmla="*/ 623030 h 2174272"/>
              <a:gd name="connsiteX1034" fmla="*/ 3669411 w 4682585"/>
              <a:gd name="connsiteY1034" fmla="*/ 623030 h 2174272"/>
              <a:gd name="connsiteX1035" fmla="*/ 3669411 w 4682585"/>
              <a:gd name="connsiteY1035" fmla="*/ 476440 h 2174272"/>
              <a:gd name="connsiteX1036" fmla="*/ 3344418 w 4682585"/>
              <a:gd name="connsiteY1036" fmla="*/ 476440 h 2174272"/>
              <a:gd name="connsiteX1037" fmla="*/ 3344418 w 4682585"/>
              <a:gd name="connsiteY1037" fmla="*/ 623030 h 2174272"/>
              <a:gd name="connsiteX1038" fmla="*/ 3502152 w 4682585"/>
              <a:gd name="connsiteY1038" fmla="*/ 623030 h 2174272"/>
              <a:gd name="connsiteX1039" fmla="*/ 3502152 w 4682585"/>
              <a:gd name="connsiteY1039" fmla="*/ 476440 h 2174272"/>
              <a:gd name="connsiteX1040" fmla="*/ 3177159 w 4682585"/>
              <a:gd name="connsiteY1040" fmla="*/ 476440 h 2174272"/>
              <a:gd name="connsiteX1041" fmla="*/ 3177159 w 4682585"/>
              <a:gd name="connsiteY1041" fmla="*/ 623030 h 2174272"/>
              <a:gd name="connsiteX1042" fmla="*/ 3334893 w 4682585"/>
              <a:gd name="connsiteY1042" fmla="*/ 623030 h 2174272"/>
              <a:gd name="connsiteX1043" fmla="*/ 3334893 w 4682585"/>
              <a:gd name="connsiteY1043" fmla="*/ 476440 h 2174272"/>
              <a:gd name="connsiteX1044" fmla="*/ 3009900 w 4682585"/>
              <a:gd name="connsiteY1044" fmla="*/ 476440 h 2174272"/>
              <a:gd name="connsiteX1045" fmla="*/ 3009900 w 4682585"/>
              <a:gd name="connsiteY1045" fmla="*/ 623030 h 2174272"/>
              <a:gd name="connsiteX1046" fmla="*/ 3167634 w 4682585"/>
              <a:gd name="connsiteY1046" fmla="*/ 623030 h 2174272"/>
              <a:gd name="connsiteX1047" fmla="*/ 3167634 w 4682585"/>
              <a:gd name="connsiteY1047" fmla="*/ 476440 h 2174272"/>
              <a:gd name="connsiteX1048" fmla="*/ 2842641 w 4682585"/>
              <a:gd name="connsiteY1048" fmla="*/ 476440 h 2174272"/>
              <a:gd name="connsiteX1049" fmla="*/ 2842641 w 4682585"/>
              <a:gd name="connsiteY1049" fmla="*/ 623030 h 2174272"/>
              <a:gd name="connsiteX1050" fmla="*/ 3000375 w 4682585"/>
              <a:gd name="connsiteY1050" fmla="*/ 623030 h 2174272"/>
              <a:gd name="connsiteX1051" fmla="*/ 3000375 w 4682585"/>
              <a:gd name="connsiteY1051" fmla="*/ 476440 h 2174272"/>
              <a:gd name="connsiteX1052" fmla="*/ 2675382 w 4682585"/>
              <a:gd name="connsiteY1052" fmla="*/ 476440 h 2174272"/>
              <a:gd name="connsiteX1053" fmla="*/ 2675382 w 4682585"/>
              <a:gd name="connsiteY1053" fmla="*/ 623030 h 2174272"/>
              <a:gd name="connsiteX1054" fmla="*/ 2833116 w 4682585"/>
              <a:gd name="connsiteY1054" fmla="*/ 623030 h 2174272"/>
              <a:gd name="connsiteX1055" fmla="*/ 2833116 w 4682585"/>
              <a:gd name="connsiteY1055" fmla="*/ 476440 h 2174272"/>
              <a:gd name="connsiteX1056" fmla="*/ 2508123 w 4682585"/>
              <a:gd name="connsiteY1056" fmla="*/ 476440 h 2174272"/>
              <a:gd name="connsiteX1057" fmla="*/ 2508123 w 4682585"/>
              <a:gd name="connsiteY1057" fmla="*/ 623030 h 2174272"/>
              <a:gd name="connsiteX1058" fmla="*/ 2665857 w 4682585"/>
              <a:gd name="connsiteY1058" fmla="*/ 623030 h 2174272"/>
              <a:gd name="connsiteX1059" fmla="*/ 2665857 w 4682585"/>
              <a:gd name="connsiteY1059" fmla="*/ 476440 h 2174272"/>
              <a:gd name="connsiteX1060" fmla="*/ 2340864 w 4682585"/>
              <a:gd name="connsiteY1060" fmla="*/ 476440 h 2174272"/>
              <a:gd name="connsiteX1061" fmla="*/ 2340864 w 4682585"/>
              <a:gd name="connsiteY1061" fmla="*/ 623030 h 2174272"/>
              <a:gd name="connsiteX1062" fmla="*/ 2498598 w 4682585"/>
              <a:gd name="connsiteY1062" fmla="*/ 623030 h 2174272"/>
              <a:gd name="connsiteX1063" fmla="*/ 2498598 w 4682585"/>
              <a:gd name="connsiteY1063" fmla="*/ 476440 h 2174272"/>
              <a:gd name="connsiteX1064" fmla="*/ 2173510 w 4682585"/>
              <a:gd name="connsiteY1064" fmla="*/ 476440 h 2174272"/>
              <a:gd name="connsiteX1065" fmla="*/ 2173510 w 4682585"/>
              <a:gd name="connsiteY1065" fmla="*/ 623030 h 2174272"/>
              <a:gd name="connsiteX1066" fmla="*/ 2331339 w 4682585"/>
              <a:gd name="connsiteY1066" fmla="*/ 623030 h 2174272"/>
              <a:gd name="connsiteX1067" fmla="*/ 2331339 w 4682585"/>
              <a:gd name="connsiteY1067" fmla="*/ 476440 h 2174272"/>
              <a:gd name="connsiteX1068" fmla="*/ 2006251 w 4682585"/>
              <a:gd name="connsiteY1068" fmla="*/ 476440 h 2174272"/>
              <a:gd name="connsiteX1069" fmla="*/ 2006251 w 4682585"/>
              <a:gd name="connsiteY1069" fmla="*/ 623030 h 2174272"/>
              <a:gd name="connsiteX1070" fmla="*/ 2163985 w 4682585"/>
              <a:gd name="connsiteY1070" fmla="*/ 623030 h 2174272"/>
              <a:gd name="connsiteX1071" fmla="*/ 2163985 w 4682585"/>
              <a:gd name="connsiteY1071" fmla="*/ 476440 h 2174272"/>
              <a:gd name="connsiteX1072" fmla="*/ 1838992 w 4682585"/>
              <a:gd name="connsiteY1072" fmla="*/ 476440 h 2174272"/>
              <a:gd name="connsiteX1073" fmla="*/ 1838992 w 4682585"/>
              <a:gd name="connsiteY1073" fmla="*/ 623030 h 2174272"/>
              <a:gd name="connsiteX1074" fmla="*/ 1996726 w 4682585"/>
              <a:gd name="connsiteY1074" fmla="*/ 623030 h 2174272"/>
              <a:gd name="connsiteX1075" fmla="*/ 1996726 w 4682585"/>
              <a:gd name="connsiteY1075" fmla="*/ 476440 h 2174272"/>
              <a:gd name="connsiteX1076" fmla="*/ 1671733 w 4682585"/>
              <a:gd name="connsiteY1076" fmla="*/ 476440 h 2174272"/>
              <a:gd name="connsiteX1077" fmla="*/ 1671733 w 4682585"/>
              <a:gd name="connsiteY1077" fmla="*/ 623030 h 2174272"/>
              <a:gd name="connsiteX1078" fmla="*/ 1829467 w 4682585"/>
              <a:gd name="connsiteY1078" fmla="*/ 623030 h 2174272"/>
              <a:gd name="connsiteX1079" fmla="*/ 1829467 w 4682585"/>
              <a:gd name="connsiteY1079" fmla="*/ 476440 h 2174272"/>
              <a:gd name="connsiteX1080" fmla="*/ 1504474 w 4682585"/>
              <a:gd name="connsiteY1080" fmla="*/ 476440 h 2174272"/>
              <a:gd name="connsiteX1081" fmla="*/ 1504474 w 4682585"/>
              <a:gd name="connsiteY1081" fmla="*/ 623030 h 2174272"/>
              <a:gd name="connsiteX1082" fmla="*/ 1662208 w 4682585"/>
              <a:gd name="connsiteY1082" fmla="*/ 623030 h 2174272"/>
              <a:gd name="connsiteX1083" fmla="*/ 1662208 w 4682585"/>
              <a:gd name="connsiteY1083" fmla="*/ 476440 h 2174272"/>
              <a:gd name="connsiteX1084" fmla="*/ 1337215 w 4682585"/>
              <a:gd name="connsiteY1084" fmla="*/ 476440 h 2174272"/>
              <a:gd name="connsiteX1085" fmla="*/ 1337215 w 4682585"/>
              <a:gd name="connsiteY1085" fmla="*/ 623030 h 2174272"/>
              <a:gd name="connsiteX1086" fmla="*/ 1494949 w 4682585"/>
              <a:gd name="connsiteY1086" fmla="*/ 623030 h 2174272"/>
              <a:gd name="connsiteX1087" fmla="*/ 1494949 w 4682585"/>
              <a:gd name="connsiteY1087" fmla="*/ 476440 h 2174272"/>
              <a:gd name="connsiteX1088" fmla="*/ 1169956 w 4682585"/>
              <a:gd name="connsiteY1088" fmla="*/ 476440 h 2174272"/>
              <a:gd name="connsiteX1089" fmla="*/ 1169956 w 4682585"/>
              <a:gd name="connsiteY1089" fmla="*/ 623030 h 2174272"/>
              <a:gd name="connsiteX1090" fmla="*/ 1327690 w 4682585"/>
              <a:gd name="connsiteY1090" fmla="*/ 623030 h 2174272"/>
              <a:gd name="connsiteX1091" fmla="*/ 1327690 w 4682585"/>
              <a:gd name="connsiteY1091" fmla="*/ 476440 h 2174272"/>
              <a:gd name="connsiteX1092" fmla="*/ 1002697 w 4682585"/>
              <a:gd name="connsiteY1092" fmla="*/ 476440 h 2174272"/>
              <a:gd name="connsiteX1093" fmla="*/ 1002697 w 4682585"/>
              <a:gd name="connsiteY1093" fmla="*/ 623030 h 2174272"/>
              <a:gd name="connsiteX1094" fmla="*/ 1160431 w 4682585"/>
              <a:gd name="connsiteY1094" fmla="*/ 623030 h 2174272"/>
              <a:gd name="connsiteX1095" fmla="*/ 1160431 w 4682585"/>
              <a:gd name="connsiteY1095" fmla="*/ 476440 h 2174272"/>
              <a:gd name="connsiteX1096" fmla="*/ 835438 w 4682585"/>
              <a:gd name="connsiteY1096" fmla="*/ 476440 h 2174272"/>
              <a:gd name="connsiteX1097" fmla="*/ 835438 w 4682585"/>
              <a:gd name="connsiteY1097" fmla="*/ 623030 h 2174272"/>
              <a:gd name="connsiteX1098" fmla="*/ 993172 w 4682585"/>
              <a:gd name="connsiteY1098" fmla="*/ 623030 h 2174272"/>
              <a:gd name="connsiteX1099" fmla="*/ 993172 w 4682585"/>
              <a:gd name="connsiteY1099" fmla="*/ 476440 h 2174272"/>
              <a:gd name="connsiteX1100" fmla="*/ 668179 w 4682585"/>
              <a:gd name="connsiteY1100" fmla="*/ 476440 h 2174272"/>
              <a:gd name="connsiteX1101" fmla="*/ 668179 w 4682585"/>
              <a:gd name="connsiteY1101" fmla="*/ 623030 h 2174272"/>
              <a:gd name="connsiteX1102" fmla="*/ 825913 w 4682585"/>
              <a:gd name="connsiteY1102" fmla="*/ 623030 h 2174272"/>
              <a:gd name="connsiteX1103" fmla="*/ 825913 w 4682585"/>
              <a:gd name="connsiteY1103" fmla="*/ 476440 h 2174272"/>
              <a:gd name="connsiteX1104" fmla="*/ 500920 w 4682585"/>
              <a:gd name="connsiteY1104" fmla="*/ 476440 h 2174272"/>
              <a:gd name="connsiteX1105" fmla="*/ 500920 w 4682585"/>
              <a:gd name="connsiteY1105" fmla="*/ 623030 h 2174272"/>
              <a:gd name="connsiteX1106" fmla="*/ 658654 w 4682585"/>
              <a:gd name="connsiteY1106" fmla="*/ 623030 h 2174272"/>
              <a:gd name="connsiteX1107" fmla="*/ 658654 w 4682585"/>
              <a:gd name="connsiteY1107" fmla="*/ 476440 h 2174272"/>
              <a:gd name="connsiteX1108" fmla="*/ 333566 w 4682585"/>
              <a:gd name="connsiteY1108" fmla="*/ 476440 h 2174272"/>
              <a:gd name="connsiteX1109" fmla="*/ 333566 w 4682585"/>
              <a:gd name="connsiteY1109" fmla="*/ 623030 h 2174272"/>
              <a:gd name="connsiteX1110" fmla="*/ 491395 w 4682585"/>
              <a:gd name="connsiteY1110" fmla="*/ 623030 h 2174272"/>
              <a:gd name="connsiteX1111" fmla="*/ 491395 w 4682585"/>
              <a:gd name="connsiteY1111" fmla="*/ 476440 h 2174272"/>
              <a:gd name="connsiteX1112" fmla="*/ 166307 w 4682585"/>
              <a:gd name="connsiteY1112" fmla="*/ 476440 h 2174272"/>
              <a:gd name="connsiteX1113" fmla="*/ 166307 w 4682585"/>
              <a:gd name="connsiteY1113" fmla="*/ 623030 h 2174272"/>
              <a:gd name="connsiteX1114" fmla="*/ 324041 w 4682585"/>
              <a:gd name="connsiteY1114" fmla="*/ 623030 h 2174272"/>
              <a:gd name="connsiteX1115" fmla="*/ 324041 w 4682585"/>
              <a:gd name="connsiteY1115" fmla="*/ 476440 h 2174272"/>
              <a:gd name="connsiteX1116" fmla="*/ 9525 w 4682585"/>
              <a:gd name="connsiteY1116" fmla="*/ 476440 h 2174272"/>
              <a:gd name="connsiteX1117" fmla="*/ 9525 w 4682585"/>
              <a:gd name="connsiteY1117" fmla="*/ 623030 h 2174272"/>
              <a:gd name="connsiteX1118" fmla="*/ 156782 w 4682585"/>
              <a:gd name="connsiteY1118" fmla="*/ 623030 h 2174272"/>
              <a:gd name="connsiteX1119" fmla="*/ 156782 w 4682585"/>
              <a:gd name="connsiteY1119" fmla="*/ 476440 h 2174272"/>
              <a:gd name="connsiteX1120" fmla="*/ 4515326 w 4682585"/>
              <a:gd name="connsiteY1120" fmla="*/ 320325 h 2174272"/>
              <a:gd name="connsiteX1121" fmla="*/ 4515326 w 4682585"/>
              <a:gd name="connsiteY1121" fmla="*/ 466915 h 2174272"/>
              <a:gd name="connsiteX1122" fmla="*/ 4673060 w 4682585"/>
              <a:gd name="connsiteY1122" fmla="*/ 466915 h 2174272"/>
              <a:gd name="connsiteX1123" fmla="*/ 4673060 w 4682585"/>
              <a:gd name="connsiteY1123" fmla="*/ 320325 h 2174272"/>
              <a:gd name="connsiteX1124" fmla="*/ 4348068 w 4682585"/>
              <a:gd name="connsiteY1124" fmla="*/ 320325 h 2174272"/>
              <a:gd name="connsiteX1125" fmla="*/ 4348068 w 4682585"/>
              <a:gd name="connsiteY1125" fmla="*/ 466915 h 2174272"/>
              <a:gd name="connsiteX1126" fmla="*/ 4505801 w 4682585"/>
              <a:gd name="connsiteY1126" fmla="*/ 466915 h 2174272"/>
              <a:gd name="connsiteX1127" fmla="*/ 4505801 w 4682585"/>
              <a:gd name="connsiteY1127" fmla="*/ 320325 h 2174272"/>
              <a:gd name="connsiteX1128" fmla="*/ 4180809 w 4682585"/>
              <a:gd name="connsiteY1128" fmla="*/ 320325 h 2174272"/>
              <a:gd name="connsiteX1129" fmla="*/ 4180809 w 4682585"/>
              <a:gd name="connsiteY1129" fmla="*/ 466915 h 2174272"/>
              <a:gd name="connsiteX1130" fmla="*/ 4338543 w 4682585"/>
              <a:gd name="connsiteY1130" fmla="*/ 466915 h 2174272"/>
              <a:gd name="connsiteX1131" fmla="*/ 4338543 w 4682585"/>
              <a:gd name="connsiteY1131" fmla="*/ 320325 h 2174272"/>
              <a:gd name="connsiteX1132" fmla="*/ 4013550 w 4682585"/>
              <a:gd name="connsiteY1132" fmla="*/ 320325 h 2174272"/>
              <a:gd name="connsiteX1133" fmla="*/ 4013550 w 4682585"/>
              <a:gd name="connsiteY1133" fmla="*/ 466915 h 2174272"/>
              <a:gd name="connsiteX1134" fmla="*/ 4171284 w 4682585"/>
              <a:gd name="connsiteY1134" fmla="*/ 466915 h 2174272"/>
              <a:gd name="connsiteX1135" fmla="*/ 4171284 w 4682585"/>
              <a:gd name="connsiteY1135" fmla="*/ 320325 h 2174272"/>
              <a:gd name="connsiteX1136" fmla="*/ 3846291 w 4682585"/>
              <a:gd name="connsiteY1136" fmla="*/ 320325 h 2174272"/>
              <a:gd name="connsiteX1137" fmla="*/ 3846291 w 4682585"/>
              <a:gd name="connsiteY1137" fmla="*/ 466915 h 2174272"/>
              <a:gd name="connsiteX1138" fmla="*/ 4004025 w 4682585"/>
              <a:gd name="connsiteY1138" fmla="*/ 466915 h 2174272"/>
              <a:gd name="connsiteX1139" fmla="*/ 4004025 w 4682585"/>
              <a:gd name="connsiteY1139" fmla="*/ 320325 h 2174272"/>
              <a:gd name="connsiteX1140" fmla="*/ 3678936 w 4682585"/>
              <a:gd name="connsiteY1140" fmla="*/ 320325 h 2174272"/>
              <a:gd name="connsiteX1141" fmla="*/ 3678936 w 4682585"/>
              <a:gd name="connsiteY1141" fmla="*/ 466915 h 2174272"/>
              <a:gd name="connsiteX1142" fmla="*/ 3836766 w 4682585"/>
              <a:gd name="connsiteY1142" fmla="*/ 466915 h 2174272"/>
              <a:gd name="connsiteX1143" fmla="*/ 3836766 w 4682585"/>
              <a:gd name="connsiteY1143" fmla="*/ 320325 h 2174272"/>
              <a:gd name="connsiteX1144" fmla="*/ 3511677 w 4682585"/>
              <a:gd name="connsiteY1144" fmla="*/ 320325 h 2174272"/>
              <a:gd name="connsiteX1145" fmla="*/ 3511677 w 4682585"/>
              <a:gd name="connsiteY1145" fmla="*/ 466915 h 2174272"/>
              <a:gd name="connsiteX1146" fmla="*/ 3669411 w 4682585"/>
              <a:gd name="connsiteY1146" fmla="*/ 466915 h 2174272"/>
              <a:gd name="connsiteX1147" fmla="*/ 3669411 w 4682585"/>
              <a:gd name="connsiteY1147" fmla="*/ 320325 h 2174272"/>
              <a:gd name="connsiteX1148" fmla="*/ 3344418 w 4682585"/>
              <a:gd name="connsiteY1148" fmla="*/ 320325 h 2174272"/>
              <a:gd name="connsiteX1149" fmla="*/ 3344418 w 4682585"/>
              <a:gd name="connsiteY1149" fmla="*/ 466915 h 2174272"/>
              <a:gd name="connsiteX1150" fmla="*/ 3502152 w 4682585"/>
              <a:gd name="connsiteY1150" fmla="*/ 466915 h 2174272"/>
              <a:gd name="connsiteX1151" fmla="*/ 3502152 w 4682585"/>
              <a:gd name="connsiteY1151" fmla="*/ 320325 h 2174272"/>
              <a:gd name="connsiteX1152" fmla="*/ 3177159 w 4682585"/>
              <a:gd name="connsiteY1152" fmla="*/ 320325 h 2174272"/>
              <a:gd name="connsiteX1153" fmla="*/ 3177159 w 4682585"/>
              <a:gd name="connsiteY1153" fmla="*/ 466915 h 2174272"/>
              <a:gd name="connsiteX1154" fmla="*/ 3334893 w 4682585"/>
              <a:gd name="connsiteY1154" fmla="*/ 466915 h 2174272"/>
              <a:gd name="connsiteX1155" fmla="*/ 3334893 w 4682585"/>
              <a:gd name="connsiteY1155" fmla="*/ 320325 h 2174272"/>
              <a:gd name="connsiteX1156" fmla="*/ 3009900 w 4682585"/>
              <a:gd name="connsiteY1156" fmla="*/ 320325 h 2174272"/>
              <a:gd name="connsiteX1157" fmla="*/ 3009900 w 4682585"/>
              <a:gd name="connsiteY1157" fmla="*/ 466915 h 2174272"/>
              <a:gd name="connsiteX1158" fmla="*/ 3167634 w 4682585"/>
              <a:gd name="connsiteY1158" fmla="*/ 466915 h 2174272"/>
              <a:gd name="connsiteX1159" fmla="*/ 3167634 w 4682585"/>
              <a:gd name="connsiteY1159" fmla="*/ 320325 h 2174272"/>
              <a:gd name="connsiteX1160" fmla="*/ 2842641 w 4682585"/>
              <a:gd name="connsiteY1160" fmla="*/ 320325 h 2174272"/>
              <a:gd name="connsiteX1161" fmla="*/ 2842641 w 4682585"/>
              <a:gd name="connsiteY1161" fmla="*/ 466915 h 2174272"/>
              <a:gd name="connsiteX1162" fmla="*/ 3000375 w 4682585"/>
              <a:gd name="connsiteY1162" fmla="*/ 466915 h 2174272"/>
              <a:gd name="connsiteX1163" fmla="*/ 3000375 w 4682585"/>
              <a:gd name="connsiteY1163" fmla="*/ 320325 h 2174272"/>
              <a:gd name="connsiteX1164" fmla="*/ 2675382 w 4682585"/>
              <a:gd name="connsiteY1164" fmla="*/ 320325 h 2174272"/>
              <a:gd name="connsiteX1165" fmla="*/ 2675382 w 4682585"/>
              <a:gd name="connsiteY1165" fmla="*/ 466915 h 2174272"/>
              <a:gd name="connsiteX1166" fmla="*/ 2833116 w 4682585"/>
              <a:gd name="connsiteY1166" fmla="*/ 466915 h 2174272"/>
              <a:gd name="connsiteX1167" fmla="*/ 2833116 w 4682585"/>
              <a:gd name="connsiteY1167" fmla="*/ 320325 h 2174272"/>
              <a:gd name="connsiteX1168" fmla="*/ 2508123 w 4682585"/>
              <a:gd name="connsiteY1168" fmla="*/ 320325 h 2174272"/>
              <a:gd name="connsiteX1169" fmla="*/ 2508123 w 4682585"/>
              <a:gd name="connsiteY1169" fmla="*/ 466915 h 2174272"/>
              <a:gd name="connsiteX1170" fmla="*/ 2665857 w 4682585"/>
              <a:gd name="connsiteY1170" fmla="*/ 466915 h 2174272"/>
              <a:gd name="connsiteX1171" fmla="*/ 2665857 w 4682585"/>
              <a:gd name="connsiteY1171" fmla="*/ 320325 h 2174272"/>
              <a:gd name="connsiteX1172" fmla="*/ 2340864 w 4682585"/>
              <a:gd name="connsiteY1172" fmla="*/ 320325 h 2174272"/>
              <a:gd name="connsiteX1173" fmla="*/ 2340864 w 4682585"/>
              <a:gd name="connsiteY1173" fmla="*/ 466915 h 2174272"/>
              <a:gd name="connsiteX1174" fmla="*/ 2498598 w 4682585"/>
              <a:gd name="connsiteY1174" fmla="*/ 466915 h 2174272"/>
              <a:gd name="connsiteX1175" fmla="*/ 2498598 w 4682585"/>
              <a:gd name="connsiteY1175" fmla="*/ 320325 h 2174272"/>
              <a:gd name="connsiteX1176" fmla="*/ 2173510 w 4682585"/>
              <a:gd name="connsiteY1176" fmla="*/ 320325 h 2174272"/>
              <a:gd name="connsiteX1177" fmla="*/ 2173510 w 4682585"/>
              <a:gd name="connsiteY1177" fmla="*/ 466915 h 2174272"/>
              <a:gd name="connsiteX1178" fmla="*/ 2331339 w 4682585"/>
              <a:gd name="connsiteY1178" fmla="*/ 466915 h 2174272"/>
              <a:gd name="connsiteX1179" fmla="*/ 2331339 w 4682585"/>
              <a:gd name="connsiteY1179" fmla="*/ 320325 h 2174272"/>
              <a:gd name="connsiteX1180" fmla="*/ 2006251 w 4682585"/>
              <a:gd name="connsiteY1180" fmla="*/ 320325 h 2174272"/>
              <a:gd name="connsiteX1181" fmla="*/ 2006251 w 4682585"/>
              <a:gd name="connsiteY1181" fmla="*/ 466915 h 2174272"/>
              <a:gd name="connsiteX1182" fmla="*/ 2163985 w 4682585"/>
              <a:gd name="connsiteY1182" fmla="*/ 466915 h 2174272"/>
              <a:gd name="connsiteX1183" fmla="*/ 2163985 w 4682585"/>
              <a:gd name="connsiteY1183" fmla="*/ 320325 h 2174272"/>
              <a:gd name="connsiteX1184" fmla="*/ 1838992 w 4682585"/>
              <a:gd name="connsiteY1184" fmla="*/ 320325 h 2174272"/>
              <a:gd name="connsiteX1185" fmla="*/ 1838992 w 4682585"/>
              <a:gd name="connsiteY1185" fmla="*/ 466915 h 2174272"/>
              <a:gd name="connsiteX1186" fmla="*/ 1996726 w 4682585"/>
              <a:gd name="connsiteY1186" fmla="*/ 466915 h 2174272"/>
              <a:gd name="connsiteX1187" fmla="*/ 1996726 w 4682585"/>
              <a:gd name="connsiteY1187" fmla="*/ 320325 h 2174272"/>
              <a:gd name="connsiteX1188" fmla="*/ 1671733 w 4682585"/>
              <a:gd name="connsiteY1188" fmla="*/ 320325 h 2174272"/>
              <a:gd name="connsiteX1189" fmla="*/ 1671733 w 4682585"/>
              <a:gd name="connsiteY1189" fmla="*/ 466915 h 2174272"/>
              <a:gd name="connsiteX1190" fmla="*/ 1829467 w 4682585"/>
              <a:gd name="connsiteY1190" fmla="*/ 466915 h 2174272"/>
              <a:gd name="connsiteX1191" fmla="*/ 1829467 w 4682585"/>
              <a:gd name="connsiteY1191" fmla="*/ 320325 h 2174272"/>
              <a:gd name="connsiteX1192" fmla="*/ 1504474 w 4682585"/>
              <a:gd name="connsiteY1192" fmla="*/ 320325 h 2174272"/>
              <a:gd name="connsiteX1193" fmla="*/ 1504474 w 4682585"/>
              <a:gd name="connsiteY1193" fmla="*/ 466915 h 2174272"/>
              <a:gd name="connsiteX1194" fmla="*/ 1662208 w 4682585"/>
              <a:gd name="connsiteY1194" fmla="*/ 466915 h 2174272"/>
              <a:gd name="connsiteX1195" fmla="*/ 1662208 w 4682585"/>
              <a:gd name="connsiteY1195" fmla="*/ 320325 h 2174272"/>
              <a:gd name="connsiteX1196" fmla="*/ 1337215 w 4682585"/>
              <a:gd name="connsiteY1196" fmla="*/ 320325 h 2174272"/>
              <a:gd name="connsiteX1197" fmla="*/ 1337215 w 4682585"/>
              <a:gd name="connsiteY1197" fmla="*/ 466915 h 2174272"/>
              <a:gd name="connsiteX1198" fmla="*/ 1494949 w 4682585"/>
              <a:gd name="connsiteY1198" fmla="*/ 466915 h 2174272"/>
              <a:gd name="connsiteX1199" fmla="*/ 1494949 w 4682585"/>
              <a:gd name="connsiteY1199" fmla="*/ 320325 h 2174272"/>
              <a:gd name="connsiteX1200" fmla="*/ 1169956 w 4682585"/>
              <a:gd name="connsiteY1200" fmla="*/ 320325 h 2174272"/>
              <a:gd name="connsiteX1201" fmla="*/ 1169956 w 4682585"/>
              <a:gd name="connsiteY1201" fmla="*/ 466915 h 2174272"/>
              <a:gd name="connsiteX1202" fmla="*/ 1327690 w 4682585"/>
              <a:gd name="connsiteY1202" fmla="*/ 466915 h 2174272"/>
              <a:gd name="connsiteX1203" fmla="*/ 1327690 w 4682585"/>
              <a:gd name="connsiteY1203" fmla="*/ 320325 h 2174272"/>
              <a:gd name="connsiteX1204" fmla="*/ 1002697 w 4682585"/>
              <a:gd name="connsiteY1204" fmla="*/ 320325 h 2174272"/>
              <a:gd name="connsiteX1205" fmla="*/ 1002697 w 4682585"/>
              <a:gd name="connsiteY1205" fmla="*/ 466915 h 2174272"/>
              <a:gd name="connsiteX1206" fmla="*/ 1160431 w 4682585"/>
              <a:gd name="connsiteY1206" fmla="*/ 466915 h 2174272"/>
              <a:gd name="connsiteX1207" fmla="*/ 1160431 w 4682585"/>
              <a:gd name="connsiteY1207" fmla="*/ 320325 h 2174272"/>
              <a:gd name="connsiteX1208" fmla="*/ 835438 w 4682585"/>
              <a:gd name="connsiteY1208" fmla="*/ 320325 h 2174272"/>
              <a:gd name="connsiteX1209" fmla="*/ 835438 w 4682585"/>
              <a:gd name="connsiteY1209" fmla="*/ 466915 h 2174272"/>
              <a:gd name="connsiteX1210" fmla="*/ 993172 w 4682585"/>
              <a:gd name="connsiteY1210" fmla="*/ 466915 h 2174272"/>
              <a:gd name="connsiteX1211" fmla="*/ 993172 w 4682585"/>
              <a:gd name="connsiteY1211" fmla="*/ 320325 h 2174272"/>
              <a:gd name="connsiteX1212" fmla="*/ 668179 w 4682585"/>
              <a:gd name="connsiteY1212" fmla="*/ 320325 h 2174272"/>
              <a:gd name="connsiteX1213" fmla="*/ 668179 w 4682585"/>
              <a:gd name="connsiteY1213" fmla="*/ 466915 h 2174272"/>
              <a:gd name="connsiteX1214" fmla="*/ 825913 w 4682585"/>
              <a:gd name="connsiteY1214" fmla="*/ 466915 h 2174272"/>
              <a:gd name="connsiteX1215" fmla="*/ 825913 w 4682585"/>
              <a:gd name="connsiteY1215" fmla="*/ 320325 h 2174272"/>
              <a:gd name="connsiteX1216" fmla="*/ 500920 w 4682585"/>
              <a:gd name="connsiteY1216" fmla="*/ 320325 h 2174272"/>
              <a:gd name="connsiteX1217" fmla="*/ 500920 w 4682585"/>
              <a:gd name="connsiteY1217" fmla="*/ 466915 h 2174272"/>
              <a:gd name="connsiteX1218" fmla="*/ 658654 w 4682585"/>
              <a:gd name="connsiteY1218" fmla="*/ 466915 h 2174272"/>
              <a:gd name="connsiteX1219" fmla="*/ 658654 w 4682585"/>
              <a:gd name="connsiteY1219" fmla="*/ 320325 h 2174272"/>
              <a:gd name="connsiteX1220" fmla="*/ 333566 w 4682585"/>
              <a:gd name="connsiteY1220" fmla="*/ 320325 h 2174272"/>
              <a:gd name="connsiteX1221" fmla="*/ 333566 w 4682585"/>
              <a:gd name="connsiteY1221" fmla="*/ 466915 h 2174272"/>
              <a:gd name="connsiteX1222" fmla="*/ 491395 w 4682585"/>
              <a:gd name="connsiteY1222" fmla="*/ 466915 h 2174272"/>
              <a:gd name="connsiteX1223" fmla="*/ 491395 w 4682585"/>
              <a:gd name="connsiteY1223" fmla="*/ 320325 h 2174272"/>
              <a:gd name="connsiteX1224" fmla="*/ 166307 w 4682585"/>
              <a:gd name="connsiteY1224" fmla="*/ 320325 h 2174272"/>
              <a:gd name="connsiteX1225" fmla="*/ 166307 w 4682585"/>
              <a:gd name="connsiteY1225" fmla="*/ 466915 h 2174272"/>
              <a:gd name="connsiteX1226" fmla="*/ 324041 w 4682585"/>
              <a:gd name="connsiteY1226" fmla="*/ 466915 h 2174272"/>
              <a:gd name="connsiteX1227" fmla="*/ 324041 w 4682585"/>
              <a:gd name="connsiteY1227" fmla="*/ 320325 h 2174272"/>
              <a:gd name="connsiteX1228" fmla="*/ 9525 w 4682585"/>
              <a:gd name="connsiteY1228" fmla="*/ 320325 h 2174272"/>
              <a:gd name="connsiteX1229" fmla="*/ 9525 w 4682585"/>
              <a:gd name="connsiteY1229" fmla="*/ 466915 h 2174272"/>
              <a:gd name="connsiteX1230" fmla="*/ 156782 w 4682585"/>
              <a:gd name="connsiteY1230" fmla="*/ 466915 h 2174272"/>
              <a:gd name="connsiteX1231" fmla="*/ 156782 w 4682585"/>
              <a:gd name="connsiteY1231" fmla="*/ 320325 h 2174272"/>
              <a:gd name="connsiteX1232" fmla="*/ 4515326 w 4682585"/>
              <a:gd name="connsiteY1232" fmla="*/ 164211 h 2174272"/>
              <a:gd name="connsiteX1233" fmla="*/ 4515326 w 4682585"/>
              <a:gd name="connsiteY1233" fmla="*/ 310800 h 2174272"/>
              <a:gd name="connsiteX1234" fmla="*/ 4673060 w 4682585"/>
              <a:gd name="connsiteY1234" fmla="*/ 310800 h 2174272"/>
              <a:gd name="connsiteX1235" fmla="*/ 4673060 w 4682585"/>
              <a:gd name="connsiteY1235" fmla="*/ 164211 h 2174272"/>
              <a:gd name="connsiteX1236" fmla="*/ 4348068 w 4682585"/>
              <a:gd name="connsiteY1236" fmla="*/ 164211 h 2174272"/>
              <a:gd name="connsiteX1237" fmla="*/ 4348068 w 4682585"/>
              <a:gd name="connsiteY1237" fmla="*/ 310800 h 2174272"/>
              <a:gd name="connsiteX1238" fmla="*/ 4505801 w 4682585"/>
              <a:gd name="connsiteY1238" fmla="*/ 310800 h 2174272"/>
              <a:gd name="connsiteX1239" fmla="*/ 4505801 w 4682585"/>
              <a:gd name="connsiteY1239" fmla="*/ 164211 h 2174272"/>
              <a:gd name="connsiteX1240" fmla="*/ 4180809 w 4682585"/>
              <a:gd name="connsiteY1240" fmla="*/ 164211 h 2174272"/>
              <a:gd name="connsiteX1241" fmla="*/ 4180809 w 4682585"/>
              <a:gd name="connsiteY1241" fmla="*/ 310800 h 2174272"/>
              <a:gd name="connsiteX1242" fmla="*/ 4338543 w 4682585"/>
              <a:gd name="connsiteY1242" fmla="*/ 310800 h 2174272"/>
              <a:gd name="connsiteX1243" fmla="*/ 4338543 w 4682585"/>
              <a:gd name="connsiteY1243" fmla="*/ 164211 h 2174272"/>
              <a:gd name="connsiteX1244" fmla="*/ 4013550 w 4682585"/>
              <a:gd name="connsiteY1244" fmla="*/ 164211 h 2174272"/>
              <a:gd name="connsiteX1245" fmla="*/ 4013550 w 4682585"/>
              <a:gd name="connsiteY1245" fmla="*/ 310800 h 2174272"/>
              <a:gd name="connsiteX1246" fmla="*/ 4171284 w 4682585"/>
              <a:gd name="connsiteY1246" fmla="*/ 310800 h 2174272"/>
              <a:gd name="connsiteX1247" fmla="*/ 4171284 w 4682585"/>
              <a:gd name="connsiteY1247" fmla="*/ 164211 h 2174272"/>
              <a:gd name="connsiteX1248" fmla="*/ 3846291 w 4682585"/>
              <a:gd name="connsiteY1248" fmla="*/ 164211 h 2174272"/>
              <a:gd name="connsiteX1249" fmla="*/ 3846291 w 4682585"/>
              <a:gd name="connsiteY1249" fmla="*/ 310800 h 2174272"/>
              <a:gd name="connsiteX1250" fmla="*/ 4004025 w 4682585"/>
              <a:gd name="connsiteY1250" fmla="*/ 310800 h 2174272"/>
              <a:gd name="connsiteX1251" fmla="*/ 4004025 w 4682585"/>
              <a:gd name="connsiteY1251" fmla="*/ 164211 h 2174272"/>
              <a:gd name="connsiteX1252" fmla="*/ 3678936 w 4682585"/>
              <a:gd name="connsiteY1252" fmla="*/ 164211 h 2174272"/>
              <a:gd name="connsiteX1253" fmla="*/ 3678936 w 4682585"/>
              <a:gd name="connsiteY1253" fmla="*/ 310800 h 2174272"/>
              <a:gd name="connsiteX1254" fmla="*/ 3836766 w 4682585"/>
              <a:gd name="connsiteY1254" fmla="*/ 310800 h 2174272"/>
              <a:gd name="connsiteX1255" fmla="*/ 3836766 w 4682585"/>
              <a:gd name="connsiteY1255" fmla="*/ 164211 h 2174272"/>
              <a:gd name="connsiteX1256" fmla="*/ 3511677 w 4682585"/>
              <a:gd name="connsiteY1256" fmla="*/ 164211 h 2174272"/>
              <a:gd name="connsiteX1257" fmla="*/ 3511677 w 4682585"/>
              <a:gd name="connsiteY1257" fmla="*/ 310800 h 2174272"/>
              <a:gd name="connsiteX1258" fmla="*/ 3669411 w 4682585"/>
              <a:gd name="connsiteY1258" fmla="*/ 310800 h 2174272"/>
              <a:gd name="connsiteX1259" fmla="*/ 3669411 w 4682585"/>
              <a:gd name="connsiteY1259" fmla="*/ 164211 h 2174272"/>
              <a:gd name="connsiteX1260" fmla="*/ 3344418 w 4682585"/>
              <a:gd name="connsiteY1260" fmla="*/ 164211 h 2174272"/>
              <a:gd name="connsiteX1261" fmla="*/ 3344418 w 4682585"/>
              <a:gd name="connsiteY1261" fmla="*/ 310800 h 2174272"/>
              <a:gd name="connsiteX1262" fmla="*/ 3502152 w 4682585"/>
              <a:gd name="connsiteY1262" fmla="*/ 310800 h 2174272"/>
              <a:gd name="connsiteX1263" fmla="*/ 3502152 w 4682585"/>
              <a:gd name="connsiteY1263" fmla="*/ 164211 h 2174272"/>
              <a:gd name="connsiteX1264" fmla="*/ 3177159 w 4682585"/>
              <a:gd name="connsiteY1264" fmla="*/ 164211 h 2174272"/>
              <a:gd name="connsiteX1265" fmla="*/ 3177159 w 4682585"/>
              <a:gd name="connsiteY1265" fmla="*/ 310800 h 2174272"/>
              <a:gd name="connsiteX1266" fmla="*/ 3334893 w 4682585"/>
              <a:gd name="connsiteY1266" fmla="*/ 310800 h 2174272"/>
              <a:gd name="connsiteX1267" fmla="*/ 3334893 w 4682585"/>
              <a:gd name="connsiteY1267" fmla="*/ 164211 h 2174272"/>
              <a:gd name="connsiteX1268" fmla="*/ 3009900 w 4682585"/>
              <a:gd name="connsiteY1268" fmla="*/ 164211 h 2174272"/>
              <a:gd name="connsiteX1269" fmla="*/ 3009900 w 4682585"/>
              <a:gd name="connsiteY1269" fmla="*/ 310800 h 2174272"/>
              <a:gd name="connsiteX1270" fmla="*/ 3167634 w 4682585"/>
              <a:gd name="connsiteY1270" fmla="*/ 310800 h 2174272"/>
              <a:gd name="connsiteX1271" fmla="*/ 3167634 w 4682585"/>
              <a:gd name="connsiteY1271" fmla="*/ 164211 h 2174272"/>
              <a:gd name="connsiteX1272" fmla="*/ 2842641 w 4682585"/>
              <a:gd name="connsiteY1272" fmla="*/ 164211 h 2174272"/>
              <a:gd name="connsiteX1273" fmla="*/ 2842641 w 4682585"/>
              <a:gd name="connsiteY1273" fmla="*/ 310800 h 2174272"/>
              <a:gd name="connsiteX1274" fmla="*/ 3000375 w 4682585"/>
              <a:gd name="connsiteY1274" fmla="*/ 310800 h 2174272"/>
              <a:gd name="connsiteX1275" fmla="*/ 3000375 w 4682585"/>
              <a:gd name="connsiteY1275" fmla="*/ 164211 h 2174272"/>
              <a:gd name="connsiteX1276" fmla="*/ 2675382 w 4682585"/>
              <a:gd name="connsiteY1276" fmla="*/ 164211 h 2174272"/>
              <a:gd name="connsiteX1277" fmla="*/ 2675382 w 4682585"/>
              <a:gd name="connsiteY1277" fmla="*/ 310800 h 2174272"/>
              <a:gd name="connsiteX1278" fmla="*/ 2833116 w 4682585"/>
              <a:gd name="connsiteY1278" fmla="*/ 310800 h 2174272"/>
              <a:gd name="connsiteX1279" fmla="*/ 2833116 w 4682585"/>
              <a:gd name="connsiteY1279" fmla="*/ 164211 h 2174272"/>
              <a:gd name="connsiteX1280" fmla="*/ 2508123 w 4682585"/>
              <a:gd name="connsiteY1280" fmla="*/ 164211 h 2174272"/>
              <a:gd name="connsiteX1281" fmla="*/ 2508123 w 4682585"/>
              <a:gd name="connsiteY1281" fmla="*/ 310800 h 2174272"/>
              <a:gd name="connsiteX1282" fmla="*/ 2665857 w 4682585"/>
              <a:gd name="connsiteY1282" fmla="*/ 310800 h 2174272"/>
              <a:gd name="connsiteX1283" fmla="*/ 2665857 w 4682585"/>
              <a:gd name="connsiteY1283" fmla="*/ 164211 h 2174272"/>
              <a:gd name="connsiteX1284" fmla="*/ 2340864 w 4682585"/>
              <a:gd name="connsiteY1284" fmla="*/ 164211 h 2174272"/>
              <a:gd name="connsiteX1285" fmla="*/ 2340864 w 4682585"/>
              <a:gd name="connsiteY1285" fmla="*/ 310800 h 2174272"/>
              <a:gd name="connsiteX1286" fmla="*/ 2498598 w 4682585"/>
              <a:gd name="connsiteY1286" fmla="*/ 310800 h 2174272"/>
              <a:gd name="connsiteX1287" fmla="*/ 2498598 w 4682585"/>
              <a:gd name="connsiteY1287" fmla="*/ 164211 h 2174272"/>
              <a:gd name="connsiteX1288" fmla="*/ 2173510 w 4682585"/>
              <a:gd name="connsiteY1288" fmla="*/ 164211 h 2174272"/>
              <a:gd name="connsiteX1289" fmla="*/ 2173510 w 4682585"/>
              <a:gd name="connsiteY1289" fmla="*/ 310800 h 2174272"/>
              <a:gd name="connsiteX1290" fmla="*/ 2331339 w 4682585"/>
              <a:gd name="connsiteY1290" fmla="*/ 310800 h 2174272"/>
              <a:gd name="connsiteX1291" fmla="*/ 2331339 w 4682585"/>
              <a:gd name="connsiteY1291" fmla="*/ 164211 h 2174272"/>
              <a:gd name="connsiteX1292" fmla="*/ 2006251 w 4682585"/>
              <a:gd name="connsiteY1292" fmla="*/ 164211 h 2174272"/>
              <a:gd name="connsiteX1293" fmla="*/ 2006251 w 4682585"/>
              <a:gd name="connsiteY1293" fmla="*/ 310800 h 2174272"/>
              <a:gd name="connsiteX1294" fmla="*/ 2163985 w 4682585"/>
              <a:gd name="connsiteY1294" fmla="*/ 310800 h 2174272"/>
              <a:gd name="connsiteX1295" fmla="*/ 2163985 w 4682585"/>
              <a:gd name="connsiteY1295" fmla="*/ 164211 h 2174272"/>
              <a:gd name="connsiteX1296" fmla="*/ 1838992 w 4682585"/>
              <a:gd name="connsiteY1296" fmla="*/ 164211 h 2174272"/>
              <a:gd name="connsiteX1297" fmla="*/ 1838992 w 4682585"/>
              <a:gd name="connsiteY1297" fmla="*/ 310800 h 2174272"/>
              <a:gd name="connsiteX1298" fmla="*/ 1996726 w 4682585"/>
              <a:gd name="connsiteY1298" fmla="*/ 310800 h 2174272"/>
              <a:gd name="connsiteX1299" fmla="*/ 1996726 w 4682585"/>
              <a:gd name="connsiteY1299" fmla="*/ 164211 h 2174272"/>
              <a:gd name="connsiteX1300" fmla="*/ 1671733 w 4682585"/>
              <a:gd name="connsiteY1300" fmla="*/ 164211 h 2174272"/>
              <a:gd name="connsiteX1301" fmla="*/ 1671733 w 4682585"/>
              <a:gd name="connsiteY1301" fmla="*/ 310800 h 2174272"/>
              <a:gd name="connsiteX1302" fmla="*/ 1829467 w 4682585"/>
              <a:gd name="connsiteY1302" fmla="*/ 310800 h 2174272"/>
              <a:gd name="connsiteX1303" fmla="*/ 1829467 w 4682585"/>
              <a:gd name="connsiteY1303" fmla="*/ 164211 h 2174272"/>
              <a:gd name="connsiteX1304" fmla="*/ 1504474 w 4682585"/>
              <a:gd name="connsiteY1304" fmla="*/ 164211 h 2174272"/>
              <a:gd name="connsiteX1305" fmla="*/ 1504474 w 4682585"/>
              <a:gd name="connsiteY1305" fmla="*/ 310800 h 2174272"/>
              <a:gd name="connsiteX1306" fmla="*/ 1662208 w 4682585"/>
              <a:gd name="connsiteY1306" fmla="*/ 310800 h 2174272"/>
              <a:gd name="connsiteX1307" fmla="*/ 1662208 w 4682585"/>
              <a:gd name="connsiteY1307" fmla="*/ 164211 h 2174272"/>
              <a:gd name="connsiteX1308" fmla="*/ 1337215 w 4682585"/>
              <a:gd name="connsiteY1308" fmla="*/ 164211 h 2174272"/>
              <a:gd name="connsiteX1309" fmla="*/ 1337215 w 4682585"/>
              <a:gd name="connsiteY1309" fmla="*/ 310800 h 2174272"/>
              <a:gd name="connsiteX1310" fmla="*/ 1494949 w 4682585"/>
              <a:gd name="connsiteY1310" fmla="*/ 310800 h 2174272"/>
              <a:gd name="connsiteX1311" fmla="*/ 1494949 w 4682585"/>
              <a:gd name="connsiteY1311" fmla="*/ 164211 h 2174272"/>
              <a:gd name="connsiteX1312" fmla="*/ 1169956 w 4682585"/>
              <a:gd name="connsiteY1312" fmla="*/ 164211 h 2174272"/>
              <a:gd name="connsiteX1313" fmla="*/ 1169956 w 4682585"/>
              <a:gd name="connsiteY1313" fmla="*/ 310800 h 2174272"/>
              <a:gd name="connsiteX1314" fmla="*/ 1327690 w 4682585"/>
              <a:gd name="connsiteY1314" fmla="*/ 310800 h 2174272"/>
              <a:gd name="connsiteX1315" fmla="*/ 1327690 w 4682585"/>
              <a:gd name="connsiteY1315" fmla="*/ 164211 h 2174272"/>
              <a:gd name="connsiteX1316" fmla="*/ 1002697 w 4682585"/>
              <a:gd name="connsiteY1316" fmla="*/ 164211 h 2174272"/>
              <a:gd name="connsiteX1317" fmla="*/ 1002697 w 4682585"/>
              <a:gd name="connsiteY1317" fmla="*/ 310800 h 2174272"/>
              <a:gd name="connsiteX1318" fmla="*/ 1160431 w 4682585"/>
              <a:gd name="connsiteY1318" fmla="*/ 310800 h 2174272"/>
              <a:gd name="connsiteX1319" fmla="*/ 1160431 w 4682585"/>
              <a:gd name="connsiteY1319" fmla="*/ 164211 h 2174272"/>
              <a:gd name="connsiteX1320" fmla="*/ 835438 w 4682585"/>
              <a:gd name="connsiteY1320" fmla="*/ 164211 h 2174272"/>
              <a:gd name="connsiteX1321" fmla="*/ 835438 w 4682585"/>
              <a:gd name="connsiteY1321" fmla="*/ 310800 h 2174272"/>
              <a:gd name="connsiteX1322" fmla="*/ 993172 w 4682585"/>
              <a:gd name="connsiteY1322" fmla="*/ 310800 h 2174272"/>
              <a:gd name="connsiteX1323" fmla="*/ 993172 w 4682585"/>
              <a:gd name="connsiteY1323" fmla="*/ 164211 h 2174272"/>
              <a:gd name="connsiteX1324" fmla="*/ 668179 w 4682585"/>
              <a:gd name="connsiteY1324" fmla="*/ 164211 h 2174272"/>
              <a:gd name="connsiteX1325" fmla="*/ 668179 w 4682585"/>
              <a:gd name="connsiteY1325" fmla="*/ 310800 h 2174272"/>
              <a:gd name="connsiteX1326" fmla="*/ 825913 w 4682585"/>
              <a:gd name="connsiteY1326" fmla="*/ 310800 h 2174272"/>
              <a:gd name="connsiteX1327" fmla="*/ 825913 w 4682585"/>
              <a:gd name="connsiteY1327" fmla="*/ 164211 h 2174272"/>
              <a:gd name="connsiteX1328" fmla="*/ 500920 w 4682585"/>
              <a:gd name="connsiteY1328" fmla="*/ 164211 h 2174272"/>
              <a:gd name="connsiteX1329" fmla="*/ 500920 w 4682585"/>
              <a:gd name="connsiteY1329" fmla="*/ 310800 h 2174272"/>
              <a:gd name="connsiteX1330" fmla="*/ 658654 w 4682585"/>
              <a:gd name="connsiteY1330" fmla="*/ 310800 h 2174272"/>
              <a:gd name="connsiteX1331" fmla="*/ 658654 w 4682585"/>
              <a:gd name="connsiteY1331" fmla="*/ 164211 h 2174272"/>
              <a:gd name="connsiteX1332" fmla="*/ 333566 w 4682585"/>
              <a:gd name="connsiteY1332" fmla="*/ 164211 h 2174272"/>
              <a:gd name="connsiteX1333" fmla="*/ 333566 w 4682585"/>
              <a:gd name="connsiteY1333" fmla="*/ 310800 h 2174272"/>
              <a:gd name="connsiteX1334" fmla="*/ 491395 w 4682585"/>
              <a:gd name="connsiteY1334" fmla="*/ 310800 h 2174272"/>
              <a:gd name="connsiteX1335" fmla="*/ 491395 w 4682585"/>
              <a:gd name="connsiteY1335" fmla="*/ 164211 h 2174272"/>
              <a:gd name="connsiteX1336" fmla="*/ 166307 w 4682585"/>
              <a:gd name="connsiteY1336" fmla="*/ 164211 h 2174272"/>
              <a:gd name="connsiteX1337" fmla="*/ 166307 w 4682585"/>
              <a:gd name="connsiteY1337" fmla="*/ 310800 h 2174272"/>
              <a:gd name="connsiteX1338" fmla="*/ 324041 w 4682585"/>
              <a:gd name="connsiteY1338" fmla="*/ 310800 h 2174272"/>
              <a:gd name="connsiteX1339" fmla="*/ 324041 w 4682585"/>
              <a:gd name="connsiteY1339" fmla="*/ 164211 h 2174272"/>
              <a:gd name="connsiteX1340" fmla="*/ 9525 w 4682585"/>
              <a:gd name="connsiteY1340" fmla="*/ 164211 h 2174272"/>
              <a:gd name="connsiteX1341" fmla="*/ 9525 w 4682585"/>
              <a:gd name="connsiteY1341" fmla="*/ 310800 h 2174272"/>
              <a:gd name="connsiteX1342" fmla="*/ 156782 w 4682585"/>
              <a:gd name="connsiteY1342" fmla="*/ 310800 h 2174272"/>
              <a:gd name="connsiteX1343" fmla="*/ 156782 w 4682585"/>
              <a:gd name="connsiteY1343" fmla="*/ 164211 h 2174272"/>
              <a:gd name="connsiteX1344" fmla="*/ 0 w 4682585"/>
              <a:gd name="connsiteY1344" fmla="*/ 0 h 2174272"/>
              <a:gd name="connsiteX1345" fmla="*/ 9525 w 4682585"/>
              <a:gd name="connsiteY1345" fmla="*/ 0 h 2174272"/>
              <a:gd name="connsiteX1346" fmla="*/ 9525 w 4682585"/>
              <a:gd name="connsiteY1346" fmla="*/ 154686 h 2174272"/>
              <a:gd name="connsiteX1347" fmla="*/ 156782 w 4682585"/>
              <a:gd name="connsiteY1347" fmla="*/ 154686 h 2174272"/>
              <a:gd name="connsiteX1348" fmla="*/ 156782 w 4682585"/>
              <a:gd name="connsiteY1348" fmla="*/ 0 h 2174272"/>
              <a:gd name="connsiteX1349" fmla="*/ 166307 w 4682585"/>
              <a:gd name="connsiteY1349" fmla="*/ 0 h 2174272"/>
              <a:gd name="connsiteX1350" fmla="*/ 166307 w 4682585"/>
              <a:gd name="connsiteY1350" fmla="*/ 154686 h 2174272"/>
              <a:gd name="connsiteX1351" fmla="*/ 324041 w 4682585"/>
              <a:gd name="connsiteY1351" fmla="*/ 154686 h 2174272"/>
              <a:gd name="connsiteX1352" fmla="*/ 324041 w 4682585"/>
              <a:gd name="connsiteY1352" fmla="*/ 0 h 2174272"/>
              <a:gd name="connsiteX1353" fmla="*/ 333566 w 4682585"/>
              <a:gd name="connsiteY1353" fmla="*/ 0 h 2174272"/>
              <a:gd name="connsiteX1354" fmla="*/ 333566 w 4682585"/>
              <a:gd name="connsiteY1354" fmla="*/ 154686 h 2174272"/>
              <a:gd name="connsiteX1355" fmla="*/ 491395 w 4682585"/>
              <a:gd name="connsiteY1355" fmla="*/ 154686 h 2174272"/>
              <a:gd name="connsiteX1356" fmla="*/ 491395 w 4682585"/>
              <a:gd name="connsiteY1356" fmla="*/ 0 h 2174272"/>
              <a:gd name="connsiteX1357" fmla="*/ 500920 w 4682585"/>
              <a:gd name="connsiteY1357" fmla="*/ 0 h 2174272"/>
              <a:gd name="connsiteX1358" fmla="*/ 500920 w 4682585"/>
              <a:gd name="connsiteY1358" fmla="*/ 154686 h 2174272"/>
              <a:gd name="connsiteX1359" fmla="*/ 658654 w 4682585"/>
              <a:gd name="connsiteY1359" fmla="*/ 154686 h 2174272"/>
              <a:gd name="connsiteX1360" fmla="*/ 658654 w 4682585"/>
              <a:gd name="connsiteY1360" fmla="*/ 0 h 2174272"/>
              <a:gd name="connsiteX1361" fmla="*/ 668179 w 4682585"/>
              <a:gd name="connsiteY1361" fmla="*/ 0 h 2174272"/>
              <a:gd name="connsiteX1362" fmla="*/ 668179 w 4682585"/>
              <a:gd name="connsiteY1362" fmla="*/ 154686 h 2174272"/>
              <a:gd name="connsiteX1363" fmla="*/ 825913 w 4682585"/>
              <a:gd name="connsiteY1363" fmla="*/ 154686 h 2174272"/>
              <a:gd name="connsiteX1364" fmla="*/ 825913 w 4682585"/>
              <a:gd name="connsiteY1364" fmla="*/ 0 h 2174272"/>
              <a:gd name="connsiteX1365" fmla="*/ 835438 w 4682585"/>
              <a:gd name="connsiteY1365" fmla="*/ 0 h 2174272"/>
              <a:gd name="connsiteX1366" fmla="*/ 835438 w 4682585"/>
              <a:gd name="connsiteY1366" fmla="*/ 154686 h 2174272"/>
              <a:gd name="connsiteX1367" fmla="*/ 993172 w 4682585"/>
              <a:gd name="connsiteY1367" fmla="*/ 154686 h 2174272"/>
              <a:gd name="connsiteX1368" fmla="*/ 993172 w 4682585"/>
              <a:gd name="connsiteY1368" fmla="*/ 0 h 2174272"/>
              <a:gd name="connsiteX1369" fmla="*/ 1002697 w 4682585"/>
              <a:gd name="connsiteY1369" fmla="*/ 0 h 2174272"/>
              <a:gd name="connsiteX1370" fmla="*/ 1002697 w 4682585"/>
              <a:gd name="connsiteY1370" fmla="*/ 154686 h 2174272"/>
              <a:gd name="connsiteX1371" fmla="*/ 1160431 w 4682585"/>
              <a:gd name="connsiteY1371" fmla="*/ 154686 h 2174272"/>
              <a:gd name="connsiteX1372" fmla="*/ 1160431 w 4682585"/>
              <a:gd name="connsiteY1372" fmla="*/ 0 h 2174272"/>
              <a:gd name="connsiteX1373" fmla="*/ 1169956 w 4682585"/>
              <a:gd name="connsiteY1373" fmla="*/ 0 h 2174272"/>
              <a:gd name="connsiteX1374" fmla="*/ 1169956 w 4682585"/>
              <a:gd name="connsiteY1374" fmla="*/ 154686 h 2174272"/>
              <a:gd name="connsiteX1375" fmla="*/ 1327690 w 4682585"/>
              <a:gd name="connsiteY1375" fmla="*/ 154686 h 2174272"/>
              <a:gd name="connsiteX1376" fmla="*/ 1327690 w 4682585"/>
              <a:gd name="connsiteY1376" fmla="*/ 0 h 2174272"/>
              <a:gd name="connsiteX1377" fmla="*/ 1337215 w 4682585"/>
              <a:gd name="connsiteY1377" fmla="*/ 0 h 2174272"/>
              <a:gd name="connsiteX1378" fmla="*/ 1337215 w 4682585"/>
              <a:gd name="connsiteY1378" fmla="*/ 154686 h 2174272"/>
              <a:gd name="connsiteX1379" fmla="*/ 1494949 w 4682585"/>
              <a:gd name="connsiteY1379" fmla="*/ 154686 h 2174272"/>
              <a:gd name="connsiteX1380" fmla="*/ 1494949 w 4682585"/>
              <a:gd name="connsiteY1380" fmla="*/ 0 h 2174272"/>
              <a:gd name="connsiteX1381" fmla="*/ 1504474 w 4682585"/>
              <a:gd name="connsiteY1381" fmla="*/ 0 h 2174272"/>
              <a:gd name="connsiteX1382" fmla="*/ 1504474 w 4682585"/>
              <a:gd name="connsiteY1382" fmla="*/ 154686 h 2174272"/>
              <a:gd name="connsiteX1383" fmla="*/ 1662208 w 4682585"/>
              <a:gd name="connsiteY1383" fmla="*/ 154686 h 2174272"/>
              <a:gd name="connsiteX1384" fmla="*/ 1662208 w 4682585"/>
              <a:gd name="connsiteY1384" fmla="*/ 0 h 2174272"/>
              <a:gd name="connsiteX1385" fmla="*/ 1671733 w 4682585"/>
              <a:gd name="connsiteY1385" fmla="*/ 0 h 2174272"/>
              <a:gd name="connsiteX1386" fmla="*/ 1671733 w 4682585"/>
              <a:gd name="connsiteY1386" fmla="*/ 154686 h 2174272"/>
              <a:gd name="connsiteX1387" fmla="*/ 1829467 w 4682585"/>
              <a:gd name="connsiteY1387" fmla="*/ 154686 h 2174272"/>
              <a:gd name="connsiteX1388" fmla="*/ 1829467 w 4682585"/>
              <a:gd name="connsiteY1388" fmla="*/ 0 h 2174272"/>
              <a:gd name="connsiteX1389" fmla="*/ 1838992 w 4682585"/>
              <a:gd name="connsiteY1389" fmla="*/ 0 h 2174272"/>
              <a:gd name="connsiteX1390" fmla="*/ 1838992 w 4682585"/>
              <a:gd name="connsiteY1390" fmla="*/ 154686 h 2174272"/>
              <a:gd name="connsiteX1391" fmla="*/ 1996726 w 4682585"/>
              <a:gd name="connsiteY1391" fmla="*/ 154686 h 2174272"/>
              <a:gd name="connsiteX1392" fmla="*/ 1996726 w 4682585"/>
              <a:gd name="connsiteY1392" fmla="*/ 0 h 2174272"/>
              <a:gd name="connsiteX1393" fmla="*/ 2006251 w 4682585"/>
              <a:gd name="connsiteY1393" fmla="*/ 0 h 2174272"/>
              <a:gd name="connsiteX1394" fmla="*/ 2006251 w 4682585"/>
              <a:gd name="connsiteY1394" fmla="*/ 154686 h 2174272"/>
              <a:gd name="connsiteX1395" fmla="*/ 2163985 w 4682585"/>
              <a:gd name="connsiteY1395" fmla="*/ 154686 h 2174272"/>
              <a:gd name="connsiteX1396" fmla="*/ 2163985 w 4682585"/>
              <a:gd name="connsiteY1396" fmla="*/ 0 h 2174272"/>
              <a:gd name="connsiteX1397" fmla="*/ 2173510 w 4682585"/>
              <a:gd name="connsiteY1397" fmla="*/ 0 h 2174272"/>
              <a:gd name="connsiteX1398" fmla="*/ 2173510 w 4682585"/>
              <a:gd name="connsiteY1398" fmla="*/ 154686 h 2174272"/>
              <a:gd name="connsiteX1399" fmla="*/ 2331339 w 4682585"/>
              <a:gd name="connsiteY1399" fmla="*/ 154686 h 2174272"/>
              <a:gd name="connsiteX1400" fmla="*/ 2331339 w 4682585"/>
              <a:gd name="connsiteY1400" fmla="*/ 0 h 2174272"/>
              <a:gd name="connsiteX1401" fmla="*/ 2340864 w 4682585"/>
              <a:gd name="connsiteY1401" fmla="*/ 0 h 2174272"/>
              <a:gd name="connsiteX1402" fmla="*/ 2340864 w 4682585"/>
              <a:gd name="connsiteY1402" fmla="*/ 154686 h 2174272"/>
              <a:gd name="connsiteX1403" fmla="*/ 2498598 w 4682585"/>
              <a:gd name="connsiteY1403" fmla="*/ 154686 h 2174272"/>
              <a:gd name="connsiteX1404" fmla="*/ 2498598 w 4682585"/>
              <a:gd name="connsiteY1404" fmla="*/ 0 h 2174272"/>
              <a:gd name="connsiteX1405" fmla="*/ 2508123 w 4682585"/>
              <a:gd name="connsiteY1405" fmla="*/ 0 h 2174272"/>
              <a:gd name="connsiteX1406" fmla="*/ 2508123 w 4682585"/>
              <a:gd name="connsiteY1406" fmla="*/ 154686 h 2174272"/>
              <a:gd name="connsiteX1407" fmla="*/ 2665857 w 4682585"/>
              <a:gd name="connsiteY1407" fmla="*/ 154686 h 2174272"/>
              <a:gd name="connsiteX1408" fmla="*/ 2665857 w 4682585"/>
              <a:gd name="connsiteY1408" fmla="*/ 0 h 2174272"/>
              <a:gd name="connsiteX1409" fmla="*/ 2675382 w 4682585"/>
              <a:gd name="connsiteY1409" fmla="*/ 0 h 2174272"/>
              <a:gd name="connsiteX1410" fmla="*/ 2675382 w 4682585"/>
              <a:gd name="connsiteY1410" fmla="*/ 154686 h 2174272"/>
              <a:gd name="connsiteX1411" fmla="*/ 2833116 w 4682585"/>
              <a:gd name="connsiteY1411" fmla="*/ 154686 h 2174272"/>
              <a:gd name="connsiteX1412" fmla="*/ 2833116 w 4682585"/>
              <a:gd name="connsiteY1412" fmla="*/ 0 h 2174272"/>
              <a:gd name="connsiteX1413" fmla="*/ 2842641 w 4682585"/>
              <a:gd name="connsiteY1413" fmla="*/ 0 h 2174272"/>
              <a:gd name="connsiteX1414" fmla="*/ 2842641 w 4682585"/>
              <a:gd name="connsiteY1414" fmla="*/ 154686 h 2174272"/>
              <a:gd name="connsiteX1415" fmla="*/ 3000375 w 4682585"/>
              <a:gd name="connsiteY1415" fmla="*/ 154686 h 2174272"/>
              <a:gd name="connsiteX1416" fmla="*/ 3000375 w 4682585"/>
              <a:gd name="connsiteY1416" fmla="*/ 0 h 2174272"/>
              <a:gd name="connsiteX1417" fmla="*/ 3009900 w 4682585"/>
              <a:gd name="connsiteY1417" fmla="*/ 0 h 2174272"/>
              <a:gd name="connsiteX1418" fmla="*/ 3009900 w 4682585"/>
              <a:gd name="connsiteY1418" fmla="*/ 154686 h 2174272"/>
              <a:gd name="connsiteX1419" fmla="*/ 3167634 w 4682585"/>
              <a:gd name="connsiteY1419" fmla="*/ 154686 h 2174272"/>
              <a:gd name="connsiteX1420" fmla="*/ 3167634 w 4682585"/>
              <a:gd name="connsiteY1420" fmla="*/ 0 h 2174272"/>
              <a:gd name="connsiteX1421" fmla="*/ 3177159 w 4682585"/>
              <a:gd name="connsiteY1421" fmla="*/ 0 h 2174272"/>
              <a:gd name="connsiteX1422" fmla="*/ 3177159 w 4682585"/>
              <a:gd name="connsiteY1422" fmla="*/ 154686 h 2174272"/>
              <a:gd name="connsiteX1423" fmla="*/ 3334893 w 4682585"/>
              <a:gd name="connsiteY1423" fmla="*/ 154686 h 2174272"/>
              <a:gd name="connsiteX1424" fmla="*/ 3334893 w 4682585"/>
              <a:gd name="connsiteY1424" fmla="*/ 0 h 2174272"/>
              <a:gd name="connsiteX1425" fmla="*/ 3344418 w 4682585"/>
              <a:gd name="connsiteY1425" fmla="*/ 0 h 2174272"/>
              <a:gd name="connsiteX1426" fmla="*/ 3344418 w 4682585"/>
              <a:gd name="connsiteY1426" fmla="*/ 154686 h 2174272"/>
              <a:gd name="connsiteX1427" fmla="*/ 3502152 w 4682585"/>
              <a:gd name="connsiteY1427" fmla="*/ 154686 h 2174272"/>
              <a:gd name="connsiteX1428" fmla="*/ 3502152 w 4682585"/>
              <a:gd name="connsiteY1428" fmla="*/ 0 h 2174272"/>
              <a:gd name="connsiteX1429" fmla="*/ 3511677 w 4682585"/>
              <a:gd name="connsiteY1429" fmla="*/ 0 h 2174272"/>
              <a:gd name="connsiteX1430" fmla="*/ 3511677 w 4682585"/>
              <a:gd name="connsiteY1430" fmla="*/ 154686 h 2174272"/>
              <a:gd name="connsiteX1431" fmla="*/ 3669411 w 4682585"/>
              <a:gd name="connsiteY1431" fmla="*/ 154686 h 2174272"/>
              <a:gd name="connsiteX1432" fmla="*/ 3669411 w 4682585"/>
              <a:gd name="connsiteY1432" fmla="*/ 0 h 2174272"/>
              <a:gd name="connsiteX1433" fmla="*/ 3678936 w 4682585"/>
              <a:gd name="connsiteY1433" fmla="*/ 0 h 2174272"/>
              <a:gd name="connsiteX1434" fmla="*/ 3678936 w 4682585"/>
              <a:gd name="connsiteY1434" fmla="*/ 154686 h 2174272"/>
              <a:gd name="connsiteX1435" fmla="*/ 3836766 w 4682585"/>
              <a:gd name="connsiteY1435" fmla="*/ 154686 h 2174272"/>
              <a:gd name="connsiteX1436" fmla="*/ 3836766 w 4682585"/>
              <a:gd name="connsiteY1436" fmla="*/ 0 h 2174272"/>
              <a:gd name="connsiteX1437" fmla="*/ 3846291 w 4682585"/>
              <a:gd name="connsiteY1437" fmla="*/ 0 h 2174272"/>
              <a:gd name="connsiteX1438" fmla="*/ 3846291 w 4682585"/>
              <a:gd name="connsiteY1438" fmla="*/ 154686 h 2174272"/>
              <a:gd name="connsiteX1439" fmla="*/ 4004025 w 4682585"/>
              <a:gd name="connsiteY1439" fmla="*/ 154686 h 2174272"/>
              <a:gd name="connsiteX1440" fmla="*/ 4004025 w 4682585"/>
              <a:gd name="connsiteY1440" fmla="*/ 0 h 2174272"/>
              <a:gd name="connsiteX1441" fmla="*/ 4013550 w 4682585"/>
              <a:gd name="connsiteY1441" fmla="*/ 0 h 2174272"/>
              <a:gd name="connsiteX1442" fmla="*/ 4013550 w 4682585"/>
              <a:gd name="connsiteY1442" fmla="*/ 154686 h 2174272"/>
              <a:gd name="connsiteX1443" fmla="*/ 4171284 w 4682585"/>
              <a:gd name="connsiteY1443" fmla="*/ 154686 h 2174272"/>
              <a:gd name="connsiteX1444" fmla="*/ 4171284 w 4682585"/>
              <a:gd name="connsiteY1444" fmla="*/ 0 h 2174272"/>
              <a:gd name="connsiteX1445" fmla="*/ 4180809 w 4682585"/>
              <a:gd name="connsiteY1445" fmla="*/ 0 h 2174272"/>
              <a:gd name="connsiteX1446" fmla="*/ 4180809 w 4682585"/>
              <a:gd name="connsiteY1446" fmla="*/ 154686 h 2174272"/>
              <a:gd name="connsiteX1447" fmla="*/ 4338543 w 4682585"/>
              <a:gd name="connsiteY1447" fmla="*/ 154686 h 2174272"/>
              <a:gd name="connsiteX1448" fmla="*/ 4338543 w 4682585"/>
              <a:gd name="connsiteY1448" fmla="*/ 0 h 2174272"/>
              <a:gd name="connsiteX1449" fmla="*/ 4348068 w 4682585"/>
              <a:gd name="connsiteY1449" fmla="*/ 0 h 2174272"/>
              <a:gd name="connsiteX1450" fmla="*/ 4348068 w 4682585"/>
              <a:gd name="connsiteY1450" fmla="*/ 154686 h 2174272"/>
              <a:gd name="connsiteX1451" fmla="*/ 4505801 w 4682585"/>
              <a:gd name="connsiteY1451" fmla="*/ 154686 h 2174272"/>
              <a:gd name="connsiteX1452" fmla="*/ 4505801 w 4682585"/>
              <a:gd name="connsiteY1452" fmla="*/ 0 h 2174272"/>
              <a:gd name="connsiteX1453" fmla="*/ 4515326 w 4682585"/>
              <a:gd name="connsiteY1453" fmla="*/ 0 h 2174272"/>
              <a:gd name="connsiteX1454" fmla="*/ 4515326 w 4682585"/>
              <a:gd name="connsiteY1454" fmla="*/ 154686 h 2174272"/>
              <a:gd name="connsiteX1455" fmla="*/ 4673060 w 4682585"/>
              <a:gd name="connsiteY1455" fmla="*/ 154686 h 2174272"/>
              <a:gd name="connsiteX1456" fmla="*/ 4673060 w 4682585"/>
              <a:gd name="connsiteY1456" fmla="*/ 0 h 2174272"/>
              <a:gd name="connsiteX1457" fmla="*/ 4682585 w 4682585"/>
              <a:gd name="connsiteY1457" fmla="*/ 0 h 2174272"/>
              <a:gd name="connsiteX1458" fmla="*/ 4682585 w 4682585"/>
              <a:gd name="connsiteY1458" fmla="*/ 2174272 h 2174272"/>
              <a:gd name="connsiteX1459" fmla="*/ 4673060 w 4682585"/>
              <a:gd name="connsiteY1459" fmla="*/ 2174272 h 2174272"/>
              <a:gd name="connsiteX1460" fmla="*/ 4673060 w 4682585"/>
              <a:gd name="connsiteY1460" fmla="*/ 2037588 h 2174272"/>
              <a:gd name="connsiteX1461" fmla="*/ 4515326 w 4682585"/>
              <a:gd name="connsiteY1461" fmla="*/ 2037588 h 2174272"/>
              <a:gd name="connsiteX1462" fmla="*/ 4515326 w 4682585"/>
              <a:gd name="connsiteY1462" fmla="*/ 2174272 h 2174272"/>
              <a:gd name="connsiteX1463" fmla="*/ 4505801 w 4682585"/>
              <a:gd name="connsiteY1463" fmla="*/ 2174272 h 2174272"/>
              <a:gd name="connsiteX1464" fmla="*/ 4505801 w 4682585"/>
              <a:gd name="connsiteY1464" fmla="*/ 2037588 h 2174272"/>
              <a:gd name="connsiteX1465" fmla="*/ 4348068 w 4682585"/>
              <a:gd name="connsiteY1465" fmla="*/ 2037588 h 2174272"/>
              <a:gd name="connsiteX1466" fmla="*/ 4348068 w 4682585"/>
              <a:gd name="connsiteY1466" fmla="*/ 2174272 h 2174272"/>
              <a:gd name="connsiteX1467" fmla="*/ 4338543 w 4682585"/>
              <a:gd name="connsiteY1467" fmla="*/ 2174272 h 2174272"/>
              <a:gd name="connsiteX1468" fmla="*/ 4338543 w 4682585"/>
              <a:gd name="connsiteY1468" fmla="*/ 2037588 h 2174272"/>
              <a:gd name="connsiteX1469" fmla="*/ 4180809 w 4682585"/>
              <a:gd name="connsiteY1469" fmla="*/ 2037588 h 2174272"/>
              <a:gd name="connsiteX1470" fmla="*/ 4180809 w 4682585"/>
              <a:gd name="connsiteY1470" fmla="*/ 2174272 h 2174272"/>
              <a:gd name="connsiteX1471" fmla="*/ 4171284 w 4682585"/>
              <a:gd name="connsiteY1471" fmla="*/ 2174272 h 2174272"/>
              <a:gd name="connsiteX1472" fmla="*/ 4171284 w 4682585"/>
              <a:gd name="connsiteY1472" fmla="*/ 2037588 h 2174272"/>
              <a:gd name="connsiteX1473" fmla="*/ 4013550 w 4682585"/>
              <a:gd name="connsiteY1473" fmla="*/ 2037588 h 2174272"/>
              <a:gd name="connsiteX1474" fmla="*/ 4013550 w 4682585"/>
              <a:gd name="connsiteY1474" fmla="*/ 2174272 h 2174272"/>
              <a:gd name="connsiteX1475" fmla="*/ 4004025 w 4682585"/>
              <a:gd name="connsiteY1475" fmla="*/ 2174272 h 2174272"/>
              <a:gd name="connsiteX1476" fmla="*/ 4004025 w 4682585"/>
              <a:gd name="connsiteY1476" fmla="*/ 2037588 h 2174272"/>
              <a:gd name="connsiteX1477" fmla="*/ 3846291 w 4682585"/>
              <a:gd name="connsiteY1477" fmla="*/ 2037588 h 2174272"/>
              <a:gd name="connsiteX1478" fmla="*/ 3846291 w 4682585"/>
              <a:gd name="connsiteY1478" fmla="*/ 2174272 h 2174272"/>
              <a:gd name="connsiteX1479" fmla="*/ 3836766 w 4682585"/>
              <a:gd name="connsiteY1479" fmla="*/ 2174272 h 2174272"/>
              <a:gd name="connsiteX1480" fmla="*/ 3836766 w 4682585"/>
              <a:gd name="connsiteY1480" fmla="*/ 2037588 h 2174272"/>
              <a:gd name="connsiteX1481" fmla="*/ 3678936 w 4682585"/>
              <a:gd name="connsiteY1481" fmla="*/ 2037588 h 2174272"/>
              <a:gd name="connsiteX1482" fmla="*/ 3678936 w 4682585"/>
              <a:gd name="connsiteY1482" fmla="*/ 2174272 h 2174272"/>
              <a:gd name="connsiteX1483" fmla="*/ 3669411 w 4682585"/>
              <a:gd name="connsiteY1483" fmla="*/ 2174272 h 2174272"/>
              <a:gd name="connsiteX1484" fmla="*/ 3669411 w 4682585"/>
              <a:gd name="connsiteY1484" fmla="*/ 2037588 h 2174272"/>
              <a:gd name="connsiteX1485" fmla="*/ 3511677 w 4682585"/>
              <a:gd name="connsiteY1485" fmla="*/ 2037588 h 2174272"/>
              <a:gd name="connsiteX1486" fmla="*/ 3511677 w 4682585"/>
              <a:gd name="connsiteY1486" fmla="*/ 2174272 h 2174272"/>
              <a:gd name="connsiteX1487" fmla="*/ 3502152 w 4682585"/>
              <a:gd name="connsiteY1487" fmla="*/ 2174272 h 2174272"/>
              <a:gd name="connsiteX1488" fmla="*/ 3502152 w 4682585"/>
              <a:gd name="connsiteY1488" fmla="*/ 2037588 h 2174272"/>
              <a:gd name="connsiteX1489" fmla="*/ 3344418 w 4682585"/>
              <a:gd name="connsiteY1489" fmla="*/ 2037588 h 2174272"/>
              <a:gd name="connsiteX1490" fmla="*/ 3344418 w 4682585"/>
              <a:gd name="connsiteY1490" fmla="*/ 2174272 h 2174272"/>
              <a:gd name="connsiteX1491" fmla="*/ 3334893 w 4682585"/>
              <a:gd name="connsiteY1491" fmla="*/ 2174272 h 2174272"/>
              <a:gd name="connsiteX1492" fmla="*/ 3334893 w 4682585"/>
              <a:gd name="connsiteY1492" fmla="*/ 2037588 h 2174272"/>
              <a:gd name="connsiteX1493" fmla="*/ 3177159 w 4682585"/>
              <a:gd name="connsiteY1493" fmla="*/ 2037588 h 2174272"/>
              <a:gd name="connsiteX1494" fmla="*/ 3177159 w 4682585"/>
              <a:gd name="connsiteY1494" fmla="*/ 2174272 h 2174272"/>
              <a:gd name="connsiteX1495" fmla="*/ 3167634 w 4682585"/>
              <a:gd name="connsiteY1495" fmla="*/ 2174272 h 2174272"/>
              <a:gd name="connsiteX1496" fmla="*/ 3167634 w 4682585"/>
              <a:gd name="connsiteY1496" fmla="*/ 2037588 h 2174272"/>
              <a:gd name="connsiteX1497" fmla="*/ 3009900 w 4682585"/>
              <a:gd name="connsiteY1497" fmla="*/ 2037588 h 2174272"/>
              <a:gd name="connsiteX1498" fmla="*/ 3009900 w 4682585"/>
              <a:gd name="connsiteY1498" fmla="*/ 2174272 h 2174272"/>
              <a:gd name="connsiteX1499" fmla="*/ 3000375 w 4682585"/>
              <a:gd name="connsiteY1499" fmla="*/ 2174272 h 2174272"/>
              <a:gd name="connsiteX1500" fmla="*/ 3000375 w 4682585"/>
              <a:gd name="connsiteY1500" fmla="*/ 2037588 h 2174272"/>
              <a:gd name="connsiteX1501" fmla="*/ 2842641 w 4682585"/>
              <a:gd name="connsiteY1501" fmla="*/ 2037588 h 2174272"/>
              <a:gd name="connsiteX1502" fmla="*/ 2842641 w 4682585"/>
              <a:gd name="connsiteY1502" fmla="*/ 2174272 h 2174272"/>
              <a:gd name="connsiteX1503" fmla="*/ 2833116 w 4682585"/>
              <a:gd name="connsiteY1503" fmla="*/ 2174272 h 2174272"/>
              <a:gd name="connsiteX1504" fmla="*/ 2833116 w 4682585"/>
              <a:gd name="connsiteY1504" fmla="*/ 2037588 h 2174272"/>
              <a:gd name="connsiteX1505" fmla="*/ 2675382 w 4682585"/>
              <a:gd name="connsiteY1505" fmla="*/ 2037588 h 2174272"/>
              <a:gd name="connsiteX1506" fmla="*/ 2675382 w 4682585"/>
              <a:gd name="connsiteY1506" fmla="*/ 2174272 h 2174272"/>
              <a:gd name="connsiteX1507" fmla="*/ 2665857 w 4682585"/>
              <a:gd name="connsiteY1507" fmla="*/ 2174272 h 2174272"/>
              <a:gd name="connsiteX1508" fmla="*/ 2665857 w 4682585"/>
              <a:gd name="connsiteY1508" fmla="*/ 2037588 h 2174272"/>
              <a:gd name="connsiteX1509" fmla="*/ 2508123 w 4682585"/>
              <a:gd name="connsiteY1509" fmla="*/ 2037588 h 2174272"/>
              <a:gd name="connsiteX1510" fmla="*/ 2508123 w 4682585"/>
              <a:gd name="connsiteY1510" fmla="*/ 2174272 h 2174272"/>
              <a:gd name="connsiteX1511" fmla="*/ 2498598 w 4682585"/>
              <a:gd name="connsiteY1511" fmla="*/ 2174272 h 2174272"/>
              <a:gd name="connsiteX1512" fmla="*/ 2498598 w 4682585"/>
              <a:gd name="connsiteY1512" fmla="*/ 2037588 h 2174272"/>
              <a:gd name="connsiteX1513" fmla="*/ 2340864 w 4682585"/>
              <a:gd name="connsiteY1513" fmla="*/ 2037588 h 2174272"/>
              <a:gd name="connsiteX1514" fmla="*/ 2340864 w 4682585"/>
              <a:gd name="connsiteY1514" fmla="*/ 2174272 h 2174272"/>
              <a:gd name="connsiteX1515" fmla="*/ 2331339 w 4682585"/>
              <a:gd name="connsiteY1515" fmla="*/ 2174272 h 2174272"/>
              <a:gd name="connsiteX1516" fmla="*/ 2331339 w 4682585"/>
              <a:gd name="connsiteY1516" fmla="*/ 2037588 h 2174272"/>
              <a:gd name="connsiteX1517" fmla="*/ 2173510 w 4682585"/>
              <a:gd name="connsiteY1517" fmla="*/ 2037588 h 2174272"/>
              <a:gd name="connsiteX1518" fmla="*/ 2173510 w 4682585"/>
              <a:gd name="connsiteY1518" fmla="*/ 2174272 h 2174272"/>
              <a:gd name="connsiteX1519" fmla="*/ 2163985 w 4682585"/>
              <a:gd name="connsiteY1519" fmla="*/ 2174272 h 2174272"/>
              <a:gd name="connsiteX1520" fmla="*/ 2163985 w 4682585"/>
              <a:gd name="connsiteY1520" fmla="*/ 2037588 h 2174272"/>
              <a:gd name="connsiteX1521" fmla="*/ 2006251 w 4682585"/>
              <a:gd name="connsiteY1521" fmla="*/ 2037588 h 2174272"/>
              <a:gd name="connsiteX1522" fmla="*/ 2006251 w 4682585"/>
              <a:gd name="connsiteY1522" fmla="*/ 2174272 h 2174272"/>
              <a:gd name="connsiteX1523" fmla="*/ 1996726 w 4682585"/>
              <a:gd name="connsiteY1523" fmla="*/ 2174272 h 2174272"/>
              <a:gd name="connsiteX1524" fmla="*/ 1996726 w 4682585"/>
              <a:gd name="connsiteY1524" fmla="*/ 2037588 h 2174272"/>
              <a:gd name="connsiteX1525" fmla="*/ 1838992 w 4682585"/>
              <a:gd name="connsiteY1525" fmla="*/ 2037588 h 2174272"/>
              <a:gd name="connsiteX1526" fmla="*/ 1838992 w 4682585"/>
              <a:gd name="connsiteY1526" fmla="*/ 2174272 h 2174272"/>
              <a:gd name="connsiteX1527" fmla="*/ 1829467 w 4682585"/>
              <a:gd name="connsiteY1527" fmla="*/ 2174272 h 2174272"/>
              <a:gd name="connsiteX1528" fmla="*/ 1829467 w 4682585"/>
              <a:gd name="connsiteY1528" fmla="*/ 2037588 h 2174272"/>
              <a:gd name="connsiteX1529" fmla="*/ 1671733 w 4682585"/>
              <a:gd name="connsiteY1529" fmla="*/ 2037588 h 2174272"/>
              <a:gd name="connsiteX1530" fmla="*/ 1671733 w 4682585"/>
              <a:gd name="connsiteY1530" fmla="*/ 2174272 h 2174272"/>
              <a:gd name="connsiteX1531" fmla="*/ 1662208 w 4682585"/>
              <a:gd name="connsiteY1531" fmla="*/ 2174272 h 2174272"/>
              <a:gd name="connsiteX1532" fmla="*/ 1662208 w 4682585"/>
              <a:gd name="connsiteY1532" fmla="*/ 2037588 h 2174272"/>
              <a:gd name="connsiteX1533" fmla="*/ 1504474 w 4682585"/>
              <a:gd name="connsiteY1533" fmla="*/ 2037588 h 2174272"/>
              <a:gd name="connsiteX1534" fmla="*/ 1504474 w 4682585"/>
              <a:gd name="connsiteY1534" fmla="*/ 2174272 h 2174272"/>
              <a:gd name="connsiteX1535" fmla="*/ 1494949 w 4682585"/>
              <a:gd name="connsiteY1535" fmla="*/ 2174272 h 2174272"/>
              <a:gd name="connsiteX1536" fmla="*/ 1494949 w 4682585"/>
              <a:gd name="connsiteY1536" fmla="*/ 2037588 h 2174272"/>
              <a:gd name="connsiteX1537" fmla="*/ 1337215 w 4682585"/>
              <a:gd name="connsiteY1537" fmla="*/ 2037588 h 2174272"/>
              <a:gd name="connsiteX1538" fmla="*/ 1337215 w 4682585"/>
              <a:gd name="connsiteY1538" fmla="*/ 2174272 h 2174272"/>
              <a:gd name="connsiteX1539" fmla="*/ 1327690 w 4682585"/>
              <a:gd name="connsiteY1539" fmla="*/ 2174272 h 2174272"/>
              <a:gd name="connsiteX1540" fmla="*/ 1327690 w 4682585"/>
              <a:gd name="connsiteY1540" fmla="*/ 2037588 h 2174272"/>
              <a:gd name="connsiteX1541" fmla="*/ 1169956 w 4682585"/>
              <a:gd name="connsiteY1541" fmla="*/ 2037588 h 2174272"/>
              <a:gd name="connsiteX1542" fmla="*/ 1169956 w 4682585"/>
              <a:gd name="connsiteY1542" fmla="*/ 2174272 h 2174272"/>
              <a:gd name="connsiteX1543" fmla="*/ 1160431 w 4682585"/>
              <a:gd name="connsiteY1543" fmla="*/ 2174272 h 2174272"/>
              <a:gd name="connsiteX1544" fmla="*/ 1160431 w 4682585"/>
              <a:gd name="connsiteY1544" fmla="*/ 2037588 h 2174272"/>
              <a:gd name="connsiteX1545" fmla="*/ 1002697 w 4682585"/>
              <a:gd name="connsiteY1545" fmla="*/ 2037588 h 2174272"/>
              <a:gd name="connsiteX1546" fmla="*/ 1002697 w 4682585"/>
              <a:gd name="connsiteY1546" fmla="*/ 2174272 h 2174272"/>
              <a:gd name="connsiteX1547" fmla="*/ 993172 w 4682585"/>
              <a:gd name="connsiteY1547" fmla="*/ 2174272 h 2174272"/>
              <a:gd name="connsiteX1548" fmla="*/ 993172 w 4682585"/>
              <a:gd name="connsiteY1548" fmla="*/ 2037588 h 2174272"/>
              <a:gd name="connsiteX1549" fmla="*/ 835438 w 4682585"/>
              <a:gd name="connsiteY1549" fmla="*/ 2037588 h 2174272"/>
              <a:gd name="connsiteX1550" fmla="*/ 835438 w 4682585"/>
              <a:gd name="connsiteY1550" fmla="*/ 2174272 h 2174272"/>
              <a:gd name="connsiteX1551" fmla="*/ 825913 w 4682585"/>
              <a:gd name="connsiteY1551" fmla="*/ 2174272 h 2174272"/>
              <a:gd name="connsiteX1552" fmla="*/ 825913 w 4682585"/>
              <a:gd name="connsiteY1552" fmla="*/ 2037588 h 2174272"/>
              <a:gd name="connsiteX1553" fmla="*/ 668179 w 4682585"/>
              <a:gd name="connsiteY1553" fmla="*/ 2037588 h 2174272"/>
              <a:gd name="connsiteX1554" fmla="*/ 668179 w 4682585"/>
              <a:gd name="connsiteY1554" fmla="*/ 2174272 h 2174272"/>
              <a:gd name="connsiteX1555" fmla="*/ 658654 w 4682585"/>
              <a:gd name="connsiteY1555" fmla="*/ 2174272 h 2174272"/>
              <a:gd name="connsiteX1556" fmla="*/ 658654 w 4682585"/>
              <a:gd name="connsiteY1556" fmla="*/ 2037588 h 2174272"/>
              <a:gd name="connsiteX1557" fmla="*/ 500920 w 4682585"/>
              <a:gd name="connsiteY1557" fmla="*/ 2037588 h 2174272"/>
              <a:gd name="connsiteX1558" fmla="*/ 500920 w 4682585"/>
              <a:gd name="connsiteY1558" fmla="*/ 2174272 h 2174272"/>
              <a:gd name="connsiteX1559" fmla="*/ 491395 w 4682585"/>
              <a:gd name="connsiteY1559" fmla="*/ 2174272 h 2174272"/>
              <a:gd name="connsiteX1560" fmla="*/ 491395 w 4682585"/>
              <a:gd name="connsiteY1560" fmla="*/ 2037588 h 2174272"/>
              <a:gd name="connsiteX1561" fmla="*/ 333566 w 4682585"/>
              <a:gd name="connsiteY1561" fmla="*/ 2037588 h 2174272"/>
              <a:gd name="connsiteX1562" fmla="*/ 333566 w 4682585"/>
              <a:gd name="connsiteY1562" fmla="*/ 2174272 h 2174272"/>
              <a:gd name="connsiteX1563" fmla="*/ 324041 w 4682585"/>
              <a:gd name="connsiteY1563" fmla="*/ 2174272 h 2174272"/>
              <a:gd name="connsiteX1564" fmla="*/ 324041 w 4682585"/>
              <a:gd name="connsiteY1564" fmla="*/ 2037588 h 2174272"/>
              <a:gd name="connsiteX1565" fmla="*/ 166307 w 4682585"/>
              <a:gd name="connsiteY1565" fmla="*/ 2037588 h 2174272"/>
              <a:gd name="connsiteX1566" fmla="*/ 166307 w 4682585"/>
              <a:gd name="connsiteY1566" fmla="*/ 2174272 h 2174272"/>
              <a:gd name="connsiteX1567" fmla="*/ 156782 w 4682585"/>
              <a:gd name="connsiteY1567" fmla="*/ 2174272 h 2174272"/>
              <a:gd name="connsiteX1568" fmla="*/ 156782 w 4682585"/>
              <a:gd name="connsiteY1568" fmla="*/ 2037588 h 2174272"/>
              <a:gd name="connsiteX1569" fmla="*/ 9525 w 4682585"/>
              <a:gd name="connsiteY1569" fmla="*/ 2037588 h 2174272"/>
              <a:gd name="connsiteX1570" fmla="*/ 9525 w 4682585"/>
              <a:gd name="connsiteY1570" fmla="*/ 2174272 h 2174272"/>
              <a:gd name="connsiteX1571" fmla="*/ 0 w 4682585"/>
              <a:gd name="connsiteY1571" fmla="*/ 2174272 h 217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Lst>
            <a:rect l="l" t="t" r="r" b="b"/>
            <a:pathLst>
              <a:path w="15164" h="6460">
                <a:moveTo>
                  <a:pt x="15133" y="6460"/>
                </a:moveTo>
                <a:lnTo>
                  <a:pt x="15164" y="6460"/>
                </a:lnTo>
                <a:lnTo>
                  <a:pt x="15164" y="6460"/>
                </a:lnTo>
                <a:lnTo>
                  <a:pt x="15133" y="6460"/>
                </a:lnTo>
                <a:lnTo>
                  <a:pt x="15133" y="6460"/>
                </a:lnTo>
                <a:close/>
                <a:moveTo>
                  <a:pt x="14592" y="6460"/>
                </a:moveTo>
                <a:lnTo>
                  <a:pt x="14622" y="6460"/>
                </a:lnTo>
                <a:lnTo>
                  <a:pt x="14622" y="6460"/>
                </a:lnTo>
                <a:lnTo>
                  <a:pt x="14592" y="6460"/>
                </a:lnTo>
                <a:lnTo>
                  <a:pt x="14592" y="6460"/>
                </a:lnTo>
                <a:close/>
                <a:moveTo>
                  <a:pt x="14050" y="6460"/>
                </a:moveTo>
                <a:lnTo>
                  <a:pt x="14081" y="6460"/>
                </a:lnTo>
                <a:lnTo>
                  <a:pt x="14081" y="6460"/>
                </a:lnTo>
                <a:lnTo>
                  <a:pt x="14050" y="6460"/>
                </a:lnTo>
                <a:lnTo>
                  <a:pt x="14050" y="6460"/>
                </a:lnTo>
                <a:close/>
                <a:moveTo>
                  <a:pt x="13539" y="5590"/>
                </a:moveTo>
                <a:lnTo>
                  <a:pt x="13539" y="6026"/>
                </a:lnTo>
                <a:lnTo>
                  <a:pt x="14050" y="6026"/>
                </a:lnTo>
                <a:lnTo>
                  <a:pt x="14050" y="5590"/>
                </a:lnTo>
                <a:lnTo>
                  <a:pt x="13539" y="5590"/>
                </a:lnTo>
                <a:close/>
                <a:moveTo>
                  <a:pt x="12997" y="5590"/>
                </a:moveTo>
                <a:lnTo>
                  <a:pt x="12997" y="6026"/>
                </a:lnTo>
                <a:lnTo>
                  <a:pt x="13508" y="6026"/>
                </a:lnTo>
                <a:lnTo>
                  <a:pt x="13508" y="5590"/>
                </a:lnTo>
                <a:lnTo>
                  <a:pt x="12997" y="5590"/>
                </a:lnTo>
                <a:close/>
                <a:moveTo>
                  <a:pt x="12456" y="5590"/>
                </a:moveTo>
                <a:lnTo>
                  <a:pt x="12456" y="6026"/>
                </a:lnTo>
                <a:lnTo>
                  <a:pt x="12967" y="6026"/>
                </a:lnTo>
                <a:lnTo>
                  <a:pt x="12967" y="5590"/>
                </a:lnTo>
                <a:lnTo>
                  <a:pt x="12456" y="5590"/>
                </a:lnTo>
                <a:close/>
                <a:moveTo>
                  <a:pt x="11914" y="5590"/>
                </a:moveTo>
                <a:lnTo>
                  <a:pt x="11914" y="6026"/>
                </a:lnTo>
                <a:lnTo>
                  <a:pt x="12425" y="6026"/>
                </a:lnTo>
                <a:lnTo>
                  <a:pt x="12425" y="5590"/>
                </a:lnTo>
                <a:lnTo>
                  <a:pt x="11914" y="5590"/>
                </a:lnTo>
                <a:close/>
                <a:moveTo>
                  <a:pt x="11372" y="5590"/>
                </a:moveTo>
                <a:lnTo>
                  <a:pt x="11372" y="6026"/>
                </a:lnTo>
                <a:lnTo>
                  <a:pt x="11883" y="6026"/>
                </a:lnTo>
                <a:lnTo>
                  <a:pt x="11883" y="5590"/>
                </a:lnTo>
                <a:lnTo>
                  <a:pt x="11372" y="5590"/>
                </a:lnTo>
                <a:close/>
                <a:moveTo>
                  <a:pt x="10831" y="5590"/>
                </a:moveTo>
                <a:lnTo>
                  <a:pt x="10831" y="6026"/>
                </a:lnTo>
                <a:lnTo>
                  <a:pt x="11341" y="6026"/>
                </a:lnTo>
                <a:lnTo>
                  <a:pt x="11341" y="5590"/>
                </a:lnTo>
                <a:lnTo>
                  <a:pt x="10831" y="5590"/>
                </a:lnTo>
                <a:close/>
                <a:moveTo>
                  <a:pt x="10289" y="5590"/>
                </a:moveTo>
                <a:lnTo>
                  <a:pt x="10289" y="6026"/>
                </a:lnTo>
                <a:lnTo>
                  <a:pt x="10800" y="6026"/>
                </a:lnTo>
                <a:lnTo>
                  <a:pt x="10800" y="5590"/>
                </a:lnTo>
                <a:lnTo>
                  <a:pt x="10289" y="5590"/>
                </a:lnTo>
                <a:close/>
                <a:moveTo>
                  <a:pt x="9747" y="5590"/>
                </a:moveTo>
                <a:lnTo>
                  <a:pt x="9747" y="6026"/>
                </a:lnTo>
                <a:lnTo>
                  <a:pt x="10258" y="6026"/>
                </a:lnTo>
                <a:lnTo>
                  <a:pt x="10258" y="5590"/>
                </a:lnTo>
                <a:lnTo>
                  <a:pt x="9747" y="5590"/>
                </a:lnTo>
                <a:close/>
                <a:moveTo>
                  <a:pt x="9206" y="5590"/>
                </a:moveTo>
                <a:lnTo>
                  <a:pt x="9206" y="6026"/>
                </a:lnTo>
                <a:lnTo>
                  <a:pt x="9716" y="6026"/>
                </a:lnTo>
                <a:lnTo>
                  <a:pt x="9716" y="5590"/>
                </a:lnTo>
                <a:lnTo>
                  <a:pt x="9206" y="5590"/>
                </a:lnTo>
                <a:close/>
                <a:moveTo>
                  <a:pt x="8664" y="5590"/>
                </a:moveTo>
                <a:lnTo>
                  <a:pt x="8664" y="6026"/>
                </a:lnTo>
                <a:lnTo>
                  <a:pt x="9175" y="6026"/>
                </a:lnTo>
                <a:lnTo>
                  <a:pt x="9175" y="5590"/>
                </a:lnTo>
                <a:lnTo>
                  <a:pt x="8664" y="5590"/>
                </a:lnTo>
                <a:close/>
                <a:moveTo>
                  <a:pt x="8122" y="5590"/>
                </a:moveTo>
                <a:lnTo>
                  <a:pt x="8122" y="6026"/>
                </a:lnTo>
                <a:lnTo>
                  <a:pt x="8633" y="6026"/>
                </a:lnTo>
                <a:lnTo>
                  <a:pt x="8633" y="5590"/>
                </a:lnTo>
                <a:lnTo>
                  <a:pt x="8122" y="5590"/>
                </a:lnTo>
                <a:close/>
                <a:moveTo>
                  <a:pt x="7581" y="5590"/>
                </a:moveTo>
                <a:lnTo>
                  <a:pt x="7581" y="6026"/>
                </a:lnTo>
                <a:lnTo>
                  <a:pt x="8091" y="6026"/>
                </a:lnTo>
                <a:lnTo>
                  <a:pt x="8091" y="5590"/>
                </a:lnTo>
                <a:lnTo>
                  <a:pt x="7581" y="5590"/>
                </a:lnTo>
                <a:close/>
                <a:moveTo>
                  <a:pt x="7039" y="5590"/>
                </a:moveTo>
                <a:lnTo>
                  <a:pt x="7039" y="6026"/>
                </a:lnTo>
                <a:lnTo>
                  <a:pt x="7550" y="6026"/>
                </a:lnTo>
                <a:lnTo>
                  <a:pt x="7550" y="5590"/>
                </a:lnTo>
                <a:lnTo>
                  <a:pt x="7039" y="5590"/>
                </a:lnTo>
                <a:close/>
                <a:moveTo>
                  <a:pt x="6497" y="5590"/>
                </a:moveTo>
                <a:lnTo>
                  <a:pt x="6497" y="6026"/>
                </a:lnTo>
                <a:lnTo>
                  <a:pt x="7008" y="6026"/>
                </a:lnTo>
                <a:lnTo>
                  <a:pt x="7008" y="5590"/>
                </a:lnTo>
                <a:lnTo>
                  <a:pt x="6497" y="5590"/>
                </a:lnTo>
                <a:close/>
                <a:moveTo>
                  <a:pt x="5955" y="5590"/>
                </a:moveTo>
                <a:lnTo>
                  <a:pt x="5955" y="6026"/>
                </a:lnTo>
                <a:lnTo>
                  <a:pt x="6466" y="6026"/>
                </a:lnTo>
                <a:lnTo>
                  <a:pt x="6466" y="5590"/>
                </a:lnTo>
                <a:lnTo>
                  <a:pt x="5955" y="5590"/>
                </a:lnTo>
                <a:close/>
                <a:moveTo>
                  <a:pt x="5414" y="5590"/>
                </a:moveTo>
                <a:lnTo>
                  <a:pt x="5414" y="6026"/>
                </a:lnTo>
                <a:lnTo>
                  <a:pt x="5925" y="6026"/>
                </a:lnTo>
                <a:lnTo>
                  <a:pt x="5925" y="5590"/>
                </a:lnTo>
                <a:lnTo>
                  <a:pt x="5414" y="5590"/>
                </a:lnTo>
                <a:close/>
                <a:moveTo>
                  <a:pt x="4872" y="5590"/>
                </a:moveTo>
                <a:lnTo>
                  <a:pt x="4872" y="6026"/>
                </a:lnTo>
                <a:lnTo>
                  <a:pt x="5383" y="6026"/>
                </a:lnTo>
                <a:lnTo>
                  <a:pt x="5383" y="5590"/>
                </a:lnTo>
                <a:lnTo>
                  <a:pt x="4872" y="5590"/>
                </a:lnTo>
                <a:close/>
                <a:moveTo>
                  <a:pt x="4330" y="5590"/>
                </a:moveTo>
                <a:lnTo>
                  <a:pt x="4330" y="6026"/>
                </a:lnTo>
                <a:lnTo>
                  <a:pt x="4841" y="6026"/>
                </a:lnTo>
                <a:lnTo>
                  <a:pt x="4841" y="5590"/>
                </a:lnTo>
                <a:lnTo>
                  <a:pt x="4330" y="5590"/>
                </a:lnTo>
                <a:close/>
                <a:moveTo>
                  <a:pt x="3789" y="5590"/>
                </a:moveTo>
                <a:lnTo>
                  <a:pt x="3789" y="6026"/>
                </a:lnTo>
                <a:lnTo>
                  <a:pt x="4300" y="6026"/>
                </a:lnTo>
                <a:lnTo>
                  <a:pt x="4300" y="5590"/>
                </a:lnTo>
                <a:lnTo>
                  <a:pt x="3789" y="5590"/>
                </a:lnTo>
                <a:close/>
                <a:moveTo>
                  <a:pt x="3247" y="5590"/>
                </a:moveTo>
                <a:lnTo>
                  <a:pt x="3247" y="6026"/>
                </a:lnTo>
                <a:lnTo>
                  <a:pt x="3758" y="6026"/>
                </a:lnTo>
                <a:lnTo>
                  <a:pt x="3758" y="5590"/>
                </a:lnTo>
                <a:lnTo>
                  <a:pt x="3247" y="5590"/>
                </a:lnTo>
                <a:close/>
                <a:moveTo>
                  <a:pt x="2705" y="5590"/>
                </a:moveTo>
                <a:lnTo>
                  <a:pt x="2705" y="6026"/>
                </a:lnTo>
                <a:lnTo>
                  <a:pt x="3216" y="6026"/>
                </a:lnTo>
                <a:lnTo>
                  <a:pt x="3216" y="5590"/>
                </a:lnTo>
                <a:lnTo>
                  <a:pt x="2705" y="5590"/>
                </a:lnTo>
                <a:close/>
                <a:moveTo>
                  <a:pt x="2164" y="5590"/>
                </a:moveTo>
                <a:lnTo>
                  <a:pt x="2164" y="6026"/>
                </a:lnTo>
                <a:lnTo>
                  <a:pt x="2675" y="6026"/>
                </a:lnTo>
                <a:lnTo>
                  <a:pt x="2675" y="5590"/>
                </a:lnTo>
                <a:lnTo>
                  <a:pt x="2164" y="5590"/>
                </a:lnTo>
                <a:close/>
                <a:moveTo>
                  <a:pt x="1622" y="5590"/>
                </a:moveTo>
                <a:lnTo>
                  <a:pt x="1622" y="6026"/>
                </a:lnTo>
                <a:lnTo>
                  <a:pt x="2133" y="6026"/>
                </a:lnTo>
                <a:lnTo>
                  <a:pt x="2133" y="5590"/>
                </a:lnTo>
                <a:lnTo>
                  <a:pt x="1622" y="5590"/>
                </a:lnTo>
                <a:close/>
                <a:moveTo>
                  <a:pt x="1080" y="5590"/>
                </a:moveTo>
                <a:lnTo>
                  <a:pt x="1080" y="6026"/>
                </a:lnTo>
                <a:lnTo>
                  <a:pt x="1591" y="6026"/>
                </a:lnTo>
                <a:lnTo>
                  <a:pt x="1591" y="5590"/>
                </a:lnTo>
                <a:lnTo>
                  <a:pt x="1080" y="5590"/>
                </a:lnTo>
                <a:close/>
                <a:moveTo>
                  <a:pt x="539" y="5590"/>
                </a:moveTo>
                <a:lnTo>
                  <a:pt x="539" y="6026"/>
                </a:lnTo>
                <a:lnTo>
                  <a:pt x="1049" y="6026"/>
                </a:lnTo>
                <a:lnTo>
                  <a:pt x="1049" y="5590"/>
                </a:lnTo>
                <a:lnTo>
                  <a:pt x="539" y="5590"/>
                </a:lnTo>
                <a:close/>
                <a:moveTo>
                  <a:pt x="31" y="5590"/>
                </a:moveTo>
                <a:lnTo>
                  <a:pt x="31" y="6026"/>
                </a:lnTo>
                <a:lnTo>
                  <a:pt x="508" y="6026"/>
                </a:lnTo>
                <a:lnTo>
                  <a:pt x="508" y="5590"/>
                </a:lnTo>
                <a:lnTo>
                  <a:pt x="31" y="5590"/>
                </a:lnTo>
                <a:close/>
                <a:moveTo>
                  <a:pt x="14081" y="5126"/>
                </a:moveTo>
                <a:lnTo>
                  <a:pt x="14081" y="5562"/>
                </a:lnTo>
                <a:lnTo>
                  <a:pt x="14592" y="5562"/>
                </a:lnTo>
                <a:lnTo>
                  <a:pt x="14592" y="5126"/>
                </a:lnTo>
                <a:lnTo>
                  <a:pt x="14081" y="5126"/>
                </a:lnTo>
                <a:close/>
                <a:moveTo>
                  <a:pt x="13539" y="5126"/>
                </a:moveTo>
                <a:lnTo>
                  <a:pt x="13539" y="5562"/>
                </a:lnTo>
                <a:lnTo>
                  <a:pt x="14050" y="5562"/>
                </a:lnTo>
                <a:lnTo>
                  <a:pt x="14050" y="5126"/>
                </a:lnTo>
                <a:lnTo>
                  <a:pt x="13539" y="5126"/>
                </a:lnTo>
                <a:close/>
                <a:moveTo>
                  <a:pt x="12997" y="5126"/>
                </a:moveTo>
                <a:lnTo>
                  <a:pt x="12997" y="5562"/>
                </a:lnTo>
                <a:lnTo>
                  <a:pt x="13508" y="5562"/>
                </a:lnTo>
                <a:lnTo>
                  <a:pt x="13508" y="5126"/>
                </a:lnTo>
                <a:lnTo>
                  <a:pt x="12997" y="5126"/>
                </a:lnTo>
                <a:close/>
                <a:moveTo>
                  <a:pt x="12456" y="5126"/>
                </a:moveTo>
                <a:lnTo>
                  <a:pt x="12456" y="5562"/>
                </a:lnTo>
                <a:lnTo>
                  <a:pt x="12967" y="5562"/>
                </a:lnTo>
                <a:lnTo>
                  <a:pt x="12967" y="5126"/>
                </a:lnTo>
                <a:lnTo>
                  <a:pt x="12456" y="5126"/>
                </a:lnTo>
                <a:close/>
                <a:moveTo>
                  <a:pt x="11914" y="5126"/>
                </a:moveTo>
                <a:lnTo>
                  <a:pt x="11914" y="5562"/>
                </a:lnTo>
                <a:lnTo>
                  <a:pt x="12425" y="5562"/>
                </a:lnTo>
                <a:lnTo>
                  <a:pt x="12425" y="5126"/>
                </a:lnTo>
                <a:lnTo>
                  <a:pt x="11914" y="5126"/>
                </a:lnTo>
                <a:close/>
                <a:moveTo>
                  <a:pt x="11372" y="5126"/>
                </a:moveTo>
                <a:lnTo>
                  <a:pt x="11372" y="5562"/>
                </a:lnTo>
                <a:lnTo>
                  <a:pt x="11883" y="5562"/>
                </a:lnTo>
                <a:lnTo>
                  <a:pt x="11883" y="5126"/>
                </a:lnTo>
                <a:lnTo>
                  <a:pt x="11372" y="5126"/>
                </a:lnTo>
                <a:close/>
                <a:moveTo>
                  <a:pt x="10831" y="5126"/>
                </a:moveTo>
                <a:lnTo>
                  <a:pt x="10831" y="5562"/>
                </a:lnTo>
                <a:lnTo>
                  <a:pt x="11341" y="5562"/>
                </a:lnTo>
                <a:lnTo>
                  <a:pt x="11341" y="5126"/>
                </a:lnTo>
                <a:lnTo>
                  <a:pt x="10831" y="5126"/>
                </a:lnTo>
                <a:close/>
                <a:moveTo>
                  <a:pt x="10289" y="5126"/>
                </a:moveTo>
                <a:lnTo>
                  <a:pt x="10289" y="5562"/>
                </a:lnTo>
                <a:lnTo>
                  <a:pt x="10800" y="5562"/>
                </a:lnTo>
                <a:lnTo>
                  <a:pt x="10800" y="5126"/>
                </a:lnTo>
                <a:lnTo>
                  <a:pt x="10289" y="5126"/>
                </a:lnTo>
                <a:close/>
                <a:moveTo>
                  <a:pt x="9747" y="5126"/>
                </a:moveTo>
                <a:lnTo>
                  <a:pt x="9747" y="5562"/>
                </a:lnTo>
                <a:lnTo>
                  <a:pt x="10258" y="5562"/>
                </a:lnTo>
                <a:lnTo>
                  <a:pt x="10258" y="5126"/>
                </a:lnTo>
                <a:lnTo>
                  <a:pt x="9747" y="5126"/>
                </a:lnTo>
                <a:close/>
                <a:moveTo>
                  <a:pt x="9206" y="5126"/>
                </a:moveTo>
                <a:lnTo>
                  <a:pt x="9206" y="5562"/>
                </a:lnTo>
                <a:lnTo>
                  <a:pt x="9716" y="5562"/>
                </a:lnTo>
                <a:lnTo>
                  <a:pt x="9716" y="5126"/>
                </a:lnTo>
                <a:lnTo>
                  <a:pt x="9206" y="5126"/>
                </a:lnTo>
                <a:close/>
                <a:moveTo>
                  <a:pt x="8664" y="5126"/>
                </a:moveTo>
                <a:lnTo>
                  <a:pt x="8664" y="5562"/>
                </a:lnTo>
                <a:lnTo>
                  <a:pt x="9175" y="5562"/>
                </a:lnTo>
                <a:lnTo>
                  <a:pt x="9175" y="5126"/>
                </a:lnTo>
                <a:lnTo>
                  <a:pt x="8664" y="5126"/>
                </a:lnTo>
                <a:close/>
                <a:moveTo>
                  <a:pt x="8122" y="5126"/>
                </a:moveTo>
                <a:lnTo>
                  <a:pt x="8122" y="5562"/>
                </a:lnTo>
                <a:lnTo>
                  <a:pt x="8633" y="5562"/>
                </a:lnTo>
                <a:lnTo>
                  <a:pt x="8633" y="5126"/>
                </a:lnTo>
                <a:lnTo>
                  <a:pt x="8122" y="5126"/>
                </a:lnTo>
                <a:close/>
                <a:moveTo>
                  <a:pt x="7581" y="5126"/>
                </a:moveTo>
                <a:lnTo>
                  <a:pt x="7581" y="5562"/>
                </a:lnTo>
                <a:lnTo>
                  <a:pt x="8091" y="5562"/>
                </a:lnTo>
                <a:lnTo>
                  <a:pt x="8091" y="5126"/>
                </a:lnTo>
                <a:lnTo>
                  <a:pt x="7581" y="5126"/>
                </a:lnTo>
                <a:close/>
                <a:moveTo>
                  <a:pt x="7039" y="5126"/>
                </a:moveTo>
                <a:lnTo>
                  <a:pt x="7039" y="5562"/>
                </a:lnTo>
                <a:lnTo>
                  <a:pt x="7550" y="5562"/>
                </a:lnTo>
                <a:lnTo>
                  <a:pt x="7550" y="5126"/>
                </a:lnTo>
                <a:lnTo>
                  <a:pt x="7039" y="5126"/>
                </a:lnTo>
                <a:close/>
                <a:moveTo>
                  <a:pt x="6497" y="5126"/>
                </a:moveTo>
                <a:lnTo>
                  <a:pt x="6497" y="5562"/>
                </a:lnTo>
                <a:lnTo>
                  <a:pt x="7008" y="5562"/>
                </a:lnTo>
                <a:lnTo>
                  <a:pt x="7008" y="5126"/>
                </a:lnTo>
                <a:lnTo>
                  <a:pt x="6497" y="5126"/>
                </a:lnTo>
                <a:close/>
                <a:moveTo>
                  <a:pt x="5955" y="5126"/>
                </a:moveTo>
                <a:lnTo>
                  <a:pt x="5955" y="5562"/>
                </a:lnTo>
                <a:lnTo>
                  <a:pt x="6466" y="5562"/>
                </a:lnTo>
                <a:lnTo>
                  <a:pt x="6466" y="5126"/>
                </a:lnTo>
                <a:lnTo>
                  <a:pt x="5955" y="5126"/>
                </a:lnTo>
                <a:close/>
                <a:moveTo>
                  <a:pt x="5414" y="5126"/>
                </a:moveTo>
                <a:lnTo>
                  <a:pt x="5414" y="5562"/>
                </a:lnTo>
                <a:lnTo>
                  <a:pt x="5925" y="5562"/>
                </a:lnTo>
                <a:lnTo>
                  <a:pt x="5925" y="5126"/>
                </a:lnTo>
                <a:lnTo>
                  <a:pt x="5414" y="5126"/>
                </a:lnTo>
                <a:close/>
                <a:moveTo>
                  <a:pt x="4872" y="5126"/>
                </a:moveTo>
                <a:lnTo>
                  <a:pt x="4872" y="5562"/>
                </a:lnTo>
                <a:lnTo>
                  <a:pt x="5383" y="5562"/>
                </a:lnTo>
                <a:lnTo>
                  <a:pt x="5383" y="5126"/>
                </a:lnTo>
                <a:lnTo>
                  <a:pt x="4872" y="5126"/>
                </a:lnTo>
                <a:close/>
                <a:moveTo>
                  <a:pt x="4330" y="5126"/>
                </a:moveTo>
                <a:lnTo>
                  <a:pt x="4330" y="5562"/>
                </a:lnTo>
                <a:lnTo>
                  <a:pt x="4841" y="5562"/>
                </a:lnTo>
                <a:lnTo>
                  <a:pt x="4841" y="5126"/>
                </a:lnTo>
                <a:lnTo>
                  <a:pt x="4330" y="5126"/>
                </a:lnTo>
                <a:close/>
                <a:moveTo>
                  <a:pt x="3789" y="5126"/>
                </a:moveTo>
                <a:lnTo>
                  <a:pt x="3789" y="5562"/>
                </a:lnTo>
                <a:lnTo>
                  <a:pt x="4300" y="5562"/>
                </a:lnTo>
                <a:lnTo>
                  <a:pt x="4300" y="5126"/>
                </a:lnTo>
                <a:lnTo>
                  <a:pt x="3789" y="5126"/>
                </a:lnTo>
                <a:close/>
                <a:moveTo>
                  <a:pt x="3247" y="5126"/>
                </a:moveTo>
                <a:lnTo>
                  <a:pt x="3247" y="5562"/>
                </a:lnTo>
                <a:lnTo>
                  <a:pt x="3758" y="5562"/>
                </a:lnTo>
                <a:lnTo>
                  <a:pt x="3758" y="5126"/>
                </a:lnTo>
                <a:lnTo>
                  <a:pt x="3247" y="5126"/>
                </a:lnTo>
                <a:close/>
                <a:moveTo>
                  <a:pt x="2705" y="5126"/>
                </a:moveTo>
                <a:lnTo>
                  <a:pt x="2705" y="5562"/>
                </a:lnTo>
                <a:lnTo>
                  <a:pt x="3216" y="5562"/>
                </a:lnTo>
                <a:lnTo>
                  <a:pt x="3216" y="5126"/>
                </a:lnTo>
                <a:lnTo>
                  <a:pt x="2705" y="5126"/>
                </a:lnTo>
                <a:close/>
                <a:moveTo>
                  <a:pt x="2164" y="5126"/>
                </a:moveTo>
                <a:lnTo>
                  <a:pt x="2164" y="5562"/>
                </a:lnTo>
                <a:lnTo>
                  <a:pt x="2675" y="5562"/>
                </a:lnTo>
                <a:lnTo>
                  <a:pt x="2675" y="5126"/>
                </a:lnTo>
                <a:lnTo>
                  <a:pt x="2164" y="5126"/>
                </a:lnTo>
                <a:close/>
                <a:moveTo>
                  <a:pt x="1622" y="5126"/>
                </a:moveTo>
                <a:lnTo>
                  <a:pt x="1622" y="5562"/>
                </a:lnTo>
                <a:lnTo>
                  <a:pt x="2133" y="5562"/>
                </a:lnTo>
                <a:lnTo>
                  <a:pt x="2133" y="5126"/>
                </a:lnTo>
                <a:lnTo>
                  <a:pt x="1622" y="5126"/>
                </a:lnTo>
                <a:close/>
                <a:moveTo>
                  <a:pt x="1080" y="5126"/>
                </a:moveTo>
                <a:lnTo>
                  <a:pt x="1080" y="5562"/>
                </a:lnTo>
                <a:lnTo>
                  <a:pt x="1591" y="5562"/>
                </a:lnTo>
                <a:lnTo>
                  <a:pt x="1591" y="5126"/>
                </a:lnTo>
                <a:lnTo>
                  <a:pt x="1080" y="5126"/>
                </a:lnTo>
                <a:close/>
                <a:moveTo>
                  <a:pt x="539" y="5126"/>
                </a:moveTo>
                <a:lnTo>
                  <a:pt x="539" y="5562"/>
                </a:lnTo>
                <a:lnTo>
                  <a:pt x="1049" y="5562"/>
                </a:lnTo>
                <a:lnTo>
                  <a:pt x="1049" y="5126"/>
                </a:lnTo>
                <a:lnTo>
                  <a:pt x="539" y="5126"/>
                </a:lnTo>
                <a:close/>
                <a:moveTo>
                  <a:pt x="31" y="5126"/>
                </a:moveTo>
                <a:lnTo>
                  <a:pt x="31" y="5562"/>
                </a:lnTo>
                <a:lnTo>
                  <a:pt x="508" y="5562"/>
                </a:lnTo>
                <a:lnTo>
                  <a:pt x="508" y="5126"/>
                </a:lnTo>
                <a:lnTo>
                  <a:pt x="31" y="5126"/>
                </a:lnTo>
                <a:close/>
                <a:moveTo>
                  <a:pt x="14622" y="4662"/>
                </a:moveTo>
                <a:lnTo>
                  <a:pt x="14622" y="5098"/>
                </a:lnTo>
                <a:lnTo>
                  <a:pt x="15133" y="5098"/>
                </a:lnTo>
                <a:lnTo>
                  <a:pt x="15133" y="4662"/>
                </a:lnTo>
                <a:lnTo>
                  <a:pt x="14622" y="4662"/>
                </a:lnTo>
                <a:close/>
                <a:moveTo>
                  <a:pt x="14081" y="4662"/>
                </a:moveTo>
                <a:lnTo>
                  <a:pt x="14081" y="5098"/>
                </a:lnTo>
                <a:lnTo>
                  <a:pt x="14592" y="5098"/>
                </a:lnTo>
                <a:lnTo>
                  <a:pt x="14592" y="4662"/>
                </a:lnTo>
                <a:lnTo>
                  <a:pt x="14081" y="4662"/>
                </a:lnTo>
                <a:close/>
                <a:moveTo>
                  <a:pt x="13539" y="4662"/>
                </a:moveTo>
                <a:lnTo>
                  <a:pt x="13539" y="5098"/>
                </a:lnTo>
                <a:lnTo>
                  <a:pt x="14050" y="5098"/>
                </a:lnTo>
                <a:lnTo>
                  <a:pt x="14050" y="4662"/>
                </a:lnTo>
                <a:lnTo>
                  <a:pt x="13539" y="4662"/>
                </a:lnTo>
                <a:close/>
                <a:moveTo>
                  <a:pt x="12997" y="4662"/>
                </a:moveTo>
                <a:lnTo>
                  <a:pt x="12997" y="5098"/>
                </a:lnTo>
                <a:lnTo>
                  <a:pt x="13508" y="5098"/>
                </a:lnTo>
                <a:lnTo>
                  <a:pt x="13508" y="4662"/>
                </a:lnTo>
                <a:lnTo>
                  <a:pt x="12997" y="4662"/>
                </a:lnTo>
                <a:close/>
                <a:moveTo>
                  <a:pt x="12456" y="4662"/>
                </a:moveTo>
                <a:lnTo>
                  <a:pt x="12456" y="5098"/>
                </a:lnTo>
                <a:lnTo>
                  <a:pt x="12967" y="5098"/>
                </a:lnTo>
                <a:lnTo>
                  <a:pt x="12967" y="4662"/>
                </a:lnTo>
                <a:lnTo>
                  <a:pt x="12456" y="4662"/>
                </a:lnTo>
                <a:close/>
                <a:moveTo>
                  <a:pt x="11914" y="4662"/>
                </a:moveTo>
                <a:lnTo>
                  <a:pt x="11914" y="5098"/>
                </a:lnTo>
                <a:lnTo>
                  <a:pt x="12425" y="5098"/>
                </a:lnTo>
                <a:lnTo>
                  <a:pt x="12425" y="4662"/>
                </a:lnTo>
                <a:lnTo>
                  <a:pt x="11914" y="4662"/>
                </a:lnTo>
                <a:close/>
                <a:moveTo>
                  <a:pt x="11372" y="4662"/>
                </a:moveTo>
                <a:lnTo>
                  <a:pt x="11372" y="5098"/>
                </a:lnTo>
                <a:lnTo>
                  <a:pt x="11883" y="5098"/>
                </a:lnTo>
                <a:lnTo>
                  <a:pt x="11883" y="4662"/>
                </a:lnTo>
                <a:lnTo>
                  <a:pt x="11372" y="4662"/>
                </a:lnTo>
                <a:close/>
                <a:moveTo>
                  <a:pt x="10831" y="4662"/>
                </a:moveTo>
                <a:lnTo>
                  <a:pt x="10831" y="5098"/>
                </a:lnTo>
                <a:lnTo>
                  <a:pt x="11341" y="5098"/>
                </a:lnTo>
                <a:lnTo>
                  <a:pt x="11341" y="4662"/>
                </a:lnTo>
                <a:lnTo>
                  <a:pt x="10831" y="4662"/>
                </a:lnTo>
                <a:close/>
                <a:moveTo>
                  <a:pt x="10289" y="4662"/>
                </a:moveTo>
                <a:lnTo>
                  <a:pt x="10289" y="5098"/>
                </a:lnTo>
                <a:lnTo>
                  <a:pt x="10800" y="5098"/>
                </a:lnTo>
                <a:lnTo>
                  <a:pt x="10800" y="4662"/>
                </a:lnTo>
                <a:lnTo>
                  <a:pt x="10289" y="4662"/>
                </a:lnTo>
                <a:close/>
                <a:moveTo>
                  <a:pt x="9747" y="4662"/>
                </a:moveTo>
                <a:lnTo>
                  <a:pt x="9747" y="5098"/>
                </a:lnTo>
                <a:lnTo>
                  <a:pt x="10258" y="5098"/>
                </a:lnTo>
                <a:lnTo>
                  <a:pt x="10258" y="4662"/>
                </a:lnTo>
                <a:lnTo>
                  <a:pt x="9747" y="4662"/>
                </a:lnTo>
                <a:close/>
                <a:moveTo>
                  <a:pt x="9206" y="4662"/>
                </a:moveTo>
                <a:lnTo>
                  <a:pt x="9206" y="5098"/>
                </a:lnTo>
                <a:lnTo>
                  <a:pt x="9716" y="5098"/>
                </a:lnTo>
                <a:lnTo>
                  <a:pt x="9716" y="4662"/>
                </a:lnTo>
                <a:lnTo>
                  <a:pt x="9206" y="4662"/>
                </a:lnTo>
                <a:close/>
                <a:moveTo>
                  <a:pt x="8664" y="4662"/>
                </a:moveTo>
                <a:lnTo>
                  <a:pt x="8664" y="5098"/>
                </a:lnTo>
                <a:lnTo>
                  <a:pt x="9175" y="5098"/>
                </a:lnTo>
                <a:lnTo>
                  <a:pt x="9175" y="4662"/>
                </a:lnTo>
                <a:lnTo>
                  <a:pt x="8664" y="4662"/>
                </a:lnTo>
                <a:close/>
                <a:moveTo>
                  <a:pt x="8122" y="4662"/>
                </a:moveTo>
                <a:lnTo>
                  <a:pt x="8122" y="5098"/>
                </a:lnTo>
                <a:lnTo>
                  <a:pt x="8633" y="5098"/>
                </a:lnTo>
                <a:lnTo>
                  <a:pt x="8633" y="4662"/>
                </a:lnTo>
                <a:lnTo>
                  <a:pt x="8122" y="4662"/>
                </a:lnTo>
                <a:close/>
                <a:moveTo>
                  <a:pt x="7581" y="4662"/>
                </a:moveTo>
                <a:lnTo>
                  <a:pt x="7581" y="5098"/>
                </a:lnTo>
                <a:lnTo>
                  <a:pt x="8091" y="5098"/>
                </a:lnTo>
                <a:lnTo>
                  <a:pt x="8091" y="4662"/>
                </a:lnTo>
                <a:lnTo>
                  <a:pt x="7581" y="4662"/>
                </a:lnTo>
                <a:close/>
                <a:moveTo>
                  <a:pt x="7039" y="4662"/>
                </a:moveTo>
                <a:lnTo>
                  <a:pt x="7039" y="5098"/>
                </a:lnTo>
                <a:lnTo>
                  <a:pt x="7550" y="5098"/>
                </a:lnTo>
                <a:lnTo>
                  <a:pt x="7550" y="4662"/>
                </a:lnTo>
                <a:lnTo>
                  <a:pt x="7039" y="4662"/>
                </a:lnTo>
                <a:close/>
                <a:moveTo>
                  <a:pt x="6497" y="4662"/>
                </a:moveTo>
                <a:lnTo>
                  <a:pt x="6497" y="5098"/>
                </a:lnTo>
                <a:lnTo>
                  <a:pt x="7008" y="5098"/>
                </a:lnTo>
                <a:lnTo>
                  <a:pt x="7008" y="4662"/>
                </a:lnTo>
                <a:lnTo>
                  <a:pt x="6497" y="4662"/>
                </a:lnTo>
                <a:close/>
                <a:moveTo>
                  <a:pt x="5955" y="4662"/>
                </a:moveTo>
                <a:lnTo>
                  <a:pt x="5955" y="5098"/>
                </a:lnTo>
                <a:lnTo>
                  <a:pt x="6466" y="5098"/>
                </a:lnTo>
                <a:lnTo>
                  <a:pt x="6466" y="4662"/>
                </a:lnTo>
                <a:lnTo>
                  <a:pt x="5955" y="4662"/>
                </a:lnTo>
                <a:close/>
                <a:moveTo>
                  <a:pt x="5414" y="4662"/>
                </a:moveTo>
                <a:lnTo>
                  <a:pt x="5414" y="5098"/>
                </a:lnTo>
                <a:lnTo>
                  <a:pt x="5925" y="5098"/>
                </a:lnTo>
                <a:lnTo>
                  <a:pt x="5925" y="4662"/>
                </a:lnTo>
                <a:lnTo>
                  <a:pt x="5414" y="4662"/>
                </a:lnTo>
                <a:close/>
                <a:moveTo>
                  <a:pt x="4872" y="4662"/>
                </a:moveTo>
                <a:lnTo>
                  <a:pt x="4872" y="5098"/>
                </a:lnTo>
                <a:lnTo>
                  <a:pt x="5383" y="5098"/>
                </a:lnTo>
                <a:lnTo>
                  <a:pt x="5383" y="4662"/>
                </a:lnTo>
                <a:lnTo>
                  <a:pt x="4872" y="4662"/>
                </a:lnTo>
                <a:close/>
                <a:moveTo>
                  <a:pt x="4330" y="4662"/>
                </a:moveTo>
                <a:lnTo>
                  <a:pt x="4330" y="5098"/>
                </a:lnTo>
                <a:lnTo>
                  <a:pt x="4841" y="5098"/>
                </a:lnTo>
                <a:lnTo>
                  <a:pt x="4841" y="4662"/>
                </a:lnTo>
                <a:lnTo>
                  <a:pt x="4330" y="4662"/>
                </a:lnTo>
                <a:close/>
                <a:moveTo>
                  <a:pt x="3789" y="4662"/>
                </a:moveTo>
                <a:lnTo>
                  <a:pt x="3789" y="5098"/>
                </a:lnTo>
                <a:lnTo>
                  <a:pt x="4300" y="5098"/>
                </a:lnTo>
                <a:lnTo>
                  <a:pt x="4300" y="4662"/>
                </a:lnTo>
                <a:lnTo>
                  <a:pt x="3789" y="4662"/>
                </a:lnTo>
                <a:close/>
                <a:moveTo>
                  <a:pt x="3247" y="4662"/>
                </a:moveTo>
                <a:lnTo>
                  <a:pt x="3247" y="5098"/>
                </a:lnTo>
                <a:lnTo>
                  <a:pt x="3758" y="5098"/>
                </a:lnTo>
                <a:lnTo>
                  <a:pt x="3758" y="4662"/>
                </a:lnTo>
                <a:lnTo>
                  <a:pt x="3247" y="4662"/>
                </a:lnTo>
                <a:close/>
                <a:moveTo>
                  <a:pt x="2705" y="4662"/>
                </a:moveTo>
                <a:lnTo>
                  <a:pt x="2705" y="5098"/>
                </a:lnTo>
                <a:lnTo>
                  <a:pt x="3216" y="5098"/>
                </a:lnTo>
                <a:lnTo>
                  <a:pt x="3216" y="4662"/>
                </a:lnTo>
                <a:lnTo>
                  <a:pt x="2705" y="4662"/>
                </a:lnTo>
                <a:close/>
                <a:moveTo>
                  <a:pt x="2164" y="4662"/>
                </a:moveTo>
                <a:lnTo>
                  <a:pt x="2164" y="5098"/>
                </a:lnTo>
                <a:lnTo>
                  <a:pt x="2675" y="5098"/>
                </a:lnTo>
                <a:lnTo>
                  <a:pt x="2675" y="4662"/>
                </a:lnTo>
                <a:lnTo>
                  <a:pt x="2164" y="4662"/>
                </a:lnTo>
                <a:close/>
                <a:moveTo>
                  <a:pt x="1622" y="4662"/>
                </a:moveTo>
                <a:lnTo>
                  <a:pt x="1622" y="5098"/>
                </a:lnTo>
                <a:lnTo>
                  <a:pt x="2133" y="5098"/>
                </a:lnTo>
                <a:lnTo>
                  <a:pt x="2133" y="4662"/>
                </a:lnTo>
                <a:lnTo>
                  <a:pt x="1622" y="4662"/>
                </a:lnTo>
                <a:close/>
                <a:moveTo>
                  <a:pt x="1080" y="4662"/>
                </a:moveTo>
                <a:lnTo>
                  <a:pt x="1080" y="5098"/>
                </a:lnTo>
                <a:lnTo>
                  <a:pt x="1591" y="5098"/>
                </a:lnTo>
                <a:lnTo>
                  <a:pt x="1591" y="4662"/>
                </a:lnTo>
                <a:lnTo>
                  <a:pt x="1080" y="4662"/>
                </a:lnTo>
                <a:close/>
                <a:moveTo>
                  <a:pt x="539" y="4662"/>
                </a:moveTo>
                <a:lnTo>
                  <a:pt x="539" y="5098"/>
                </a:lnTo>
                <a:lnTo>
                  <a:pt x="1049" y="5098"/>
                </a:lnTo>
                <a:lnTo>
                  <a:pt x="1049" y="4662"/>
                </a:lnTo>
                <a:lnTo>
                  <a:pt x="539" y="4662"/>
                </a:lnTo>
                <a:close/>
                <a:moveTo>
                  <a:pt x="31" y="4662"/>
                </a:moveTo>
                <a:lnTo>
                  <a:pt x="31" y="5098"/>
                </a:lnTo>
                <a:lnTo>
                  <a:pt x="508" y="5098"/>
                </a:lnTo>
                <a:lnTo>
                  <a:pt x="508" y="4662"/>
                </a:lnTo>
                <a:lnTo>
                  <a:pt x="31" y="4662"/>
                </a:lnTo>
                <a:close/>
                <a:moveTo>
                  <a:pt x="14622" y="4199"/>
                </a:moveTo>
                <a:lnTo>
                  <a:pt x="14622" y="4634"/>
                </a:lnTo>
                <a:lnTo>
                  <a:pt x="15133" y="4634"/>
                </a:lnTo>
                <a:lnTo>
                  <a:pt x="15133" y="4199"/>
                </a:lnTo>
                <a:lnTo>
                  <a:pt x="14622" y="4199"/>
                </a:lnTo>
                <a:close/>
                <a:moveTo>
                  <a:pt x="14081" y="4199"/>
                </a:moveTo>
                <a:lnTo>
                  <a:pt x="14081" y="4634"/>
                </a:lnTo>
                <a:lnTo>
                  <a:pt x="14592" y="4634"/>
                </a:lnTo>
                <a:lnTo>
                  <a:pt x="14592" y="4199"/>
                </a:lnTo>
                <a:lnTo>
                  <a:pt x="14081" y="4199"/>
                </a:lnTo>
                <a:close/>
                <a:moveTo>
                  <a:pt x="13539" y="4199"/>
                </a:moveTo>
                <a:lnTo>
                  <a:pt x="13539" y="4634"/>
                </a:lnTo>
                <a:lnTo>
                  <a:pt x="14050" y="4634"/>
                </a:lnTo>
                <a:lnTo>
                  <a:pt x="14050" y="4199"/>
                </a:lnTo>
                <a:lnTo>
                  <a:pt x="13539" y="4199"/>
                </a:lnTo>
                <a:close/>
                <a:moveTo>
                  <a:pt x="12997" y="4199"/>
                </a:moveTo>
                <a:lnTo>
                  <a:pt x="12997" y="4634"/>
                </a:lnTo>
                <a:lnTo>
                  <a:pt x="13508" y="4634"/>
                </a:lnTo>
                <a:lnTo>
                  <a:pt x="13508" y="4199"/>
                </a:lnTo>
                <a:lnTo>
                  <a:pt x="12997" y="4199"/>
                </a:lnTo>
                <a:close/>
                <a:moveTo>
                  <a:pt x="12456" y="4199"/>
                </a:moveTo>
                <a:lnTo>
                  <a:pt x="12456" y="4634"/>
                </a:lnTo>
                <a:lnTo>
                  <a:pt x="12967" y="4634"/>
                </a:lnTo>
                <a:lnTo>
                  <a:pt x="12967" y="4199"/>
                </a:lnTo>
                <a:lnTo>
                  <a:pt x="12456" y="4199"/>
                </a:lnTo>
                <a:close/>
                <a:moveTo>
                  <a:pt x="11914" y="4199"/>
                </a:moveTo>
                <a:lnTo>
                  <a:pt x="11914" y="4634"/>
                </a:lnTo>
                <a:lnTo>
                  <a:pt x="12425" y="4634"/>
                </a:lnTo>
                <a:lnTo>
                  <a:pt x="12425" y="4199"/>
                </a:lnTo>
                <a:lnTo>
                  <a:pt x="11914" y="4199"/>
                </a:lnTo>
                <a:close/>
                <a:moveTo>
                  <a:pt x="11372" y="4199"/>
                </a:moveTo>
                <a:lnTo>
                  <a:pt x="11372" y="4634"/>
                </a:lnTo>
                <a:lnTo>
                  <a:pt x="11883" y="4634"/>
                </a:lnTo>
                <a:lnTo>
                  <a:pt x="11883" y="4199"/>
                </a:lnTo>
                <a:lnTo>
                  <a:pt x="11372" y="4199"/>
                </a:lnTo>
                <a:close/>
                <a:moveTo>
                  <a:pt x="10831" y="4199"/>
                </a:moveTo>
                <a:lnTo>
                  <a:pt x="10831" y="4634"/>
                </a:lnTo>
                <a:lnTo>
                  <a:pt x="11341" y="4634"/>
                </a:lnTo>
                <a:lnTo>
                  <a:pt x="11341" y="4199"/>
                </a:lnTo>
                <a:lnTo>
                  <a:pt x="10831" y="4199"/>
                </a:lnTo>
                <a:close/>
                <a:moveTo>
                  <a:pt x="10289" y="4199"/>
                </a:moveTo>
                <a:lnTo>
                  <a:pt x="10289" y="4634"/>
                </a:lnTo>
                <a:lnTo>
                  <a:pt x="10800" y="4634"/>
                </a:lnTo>
                <a:lnTo>
                  <a:pt x="10800" y="4199"/>
                </a:lnTo>
                <a:lnTo>
                  <a:pt x="10289" y="4199"/>
                </a:lnTo>
                <a:close/>
                <a:moveTo>
                  <a:pt x="9747" y="4199"/>
                </a:moveTo>
                <a:lnTo>
                  <a:pt x="9747" y="4634"/>
                </a:lnTo>
                <a:lnTo>
                  <a:pt x="10258" y="4634"/>
                </a:lnTo>
                <a:lnTo>
                  <a:pt x="10258" y="4199"/>
                </a:lnTo>
                <a:lnTo>
                  <a:pt x="9747" y="4199"/>
                </a:lnTo>
                <a:close/>
                <a:moveTo>
                  <a:pt x="9206" y="4199"/>
                </a:moveTo>
                <a:lnTo>
                  <a:pt x="9206" y="4634"/>
                </a:lnTo>
                <a:lnTo>
                  <a:pt x="9716" y="4634"/>
                </a:lnTo>
                <a:lnTo>
                  <a:pt x="9716" y="4199"/>
                </a:lnTo>
                <a:lnTo>
                  <a:pt x="9206" y="4199"/>
                </a:lnTo>
                <a:close/>
                <a:moveTo>
                  <a:pt x="8664" y="4199"/>
                </a:moveTo>
                <a:lnTo>
                  <a:pt x="8664" y="4634"/>
                </a:lnTo>
                <a:lnTo>
                  <a:pt x="9175" y="4634"/>
                </a:lnTo>
                <a:lnTo>
                  <a:pt x="9175" y="4199"/>
                </a:lnTo>
                <a:lnTo>
                  <a:pt x="8664" y="4199"/>
                </a:lnTo>
                <a:close/>
                <a:moveTo>
                  <a:pt x="8122" y="4199"/>
                </a:moveTo>
                <a:lnTo>
                  <a:pt x="8122" y="4634"/>
                </a:lnTo>
                <a:lnTo>
                  <a:pt x="8633" y="4634"/>
                </a:lnTo>
                <a:lnTo>
                  <a:pt x="8633" y="4199"/>
                </a:lnTo>
                <a:lnTo>
                  <a:pt x="8122" y="4199"/>
                </a:lnTo>
                <a:close/>
                <a:moveTo>
                  <a:pt x="7581" y="4199"/>
                </a:moveTo>
                <a:lnTo>
                  <a:pt x="7581" y="4634"/>
                </a:lnTo>
                <a:lnTo>
                  <a:pt x="8091" y="4634"/>
                </a:lnTo>
                <a:lnTo>
                  <a:pt x="8091" y="4199"/>
                </a:lnTo>
                <a:lnTo>
                  <a:pt x="7581" y="4199"/>
                </a:lnTo>
                <a:close/>
                <a:moveTo>
                  <a:pt x="7039" y="4199"/>
                </a:moveTo>
                <a:lnTo>
                  <a:pt x="7039" y="4634"/>
                </a:lnTo>
                <a:lnTo>
                  <a:pt x="7550" y="4634"/>
                </a:lnTo>
                <a:lnTo>
                  <a:pt x="7550" y="4199"/>
                </a:lnTo>
                <a:lnTo>
                  <a:pt x="7039" y="4199"/>
                </a:lnTo>
                <a:close/>
                <a:moveTo>
                  <a:pt x="6497" y="4199"/>
                </a:moveTo>
                <a:lnTo>
                  <a:pt x="6497" y="4634"/>
                </a:lnTo>
                <a:lnTo>
                  <a:pt x="7008" y="4634"/>
                </a:lnTo>
                <a:lnTo>
                  <a:pt x="7008" y="4199"/>
                </a:lnTo>
                <a:lnTo>
                  <a:pt x="6497" y="4199"/>
                </a:lnTo>
                <a:close/>
                <a:moveTo>
                  <a:pt x="5955" y="4199"/>
                </a:moveTo>
                <a:lnTo>
                  <a:pt x="5955" y="4634"/>
                </a:lnTo>
                <a:lnTo>
                  <a:pt x="6466" y="4634"/>
                </a:lnTo>
                <a:lnTo>
                  <a:pt x="6466" y="4199"/>
                </a:lnTo>
                <a:lnTo>
                  <a:pt x="5955" y="4199"/>
                </a:lnTo>
                <a:close/>
                <a:moveTo>
                  <a:pt x="5414" y="4199"/>
                </a:moveTo>
                <a:lnTo>
                  <a:pt x="5414" y="4634"/>
                </a:lnTo>
                <a:lnTo>
                  <a:pt x="5925" y="4634"/>
                </a:lnTo>
                <a:lnTo>
                  <a:pt x="5925" y="4199"/>
                </a:lnTo>
                <a:lnTo>
                  <a:pt x="5414" y="4199"/>
                </a:lnTo>
                <a:close/>
                <a:moveTo>
                  <a:pt x="4872" y="4199"/>
                </a:moveTo>
                <a:lnTo>
                  <a:pt x="4872" y="4634"/>
                </a:lnTo>
                <a:lnTo>
                  <a:pt x="5383" y="4634"/>
                </a:lnTo>
                <a:lnTo>
                  <a:pt x="5383" y="4199"/>
                </a:lnTo>
                <a:lnTo>
                  <a:pt x="4872" y="4199"/>
                </a:lnTo>
                <a:close/>
                <a:moveTo>
                  <a:pt x="4330" y="4199"/>
                </a:moveTo>
                <a:lnTo>
                  <a:pt x="4330" y="4634"/>
                </a:lnTo>
                <a:lnTo>
                  <a:pt x="4841" y="4634"/>
                </a:lnTo>
                <a:lnTo>
                  <a:pt x="4841" y="4199"/>
                </a:lnTo>
                <a:lnTo>
                  <a:pt x="4330" y="4199"/>
                </a:lnTo>
                <a:close/>
                <a:moveTo>
                  <a:pt x="3789" y="4199"/>
                </a:moveTo>
                <a:lnTo>
                  <a:pt x="3789" y="4634"/>
                </a:lnTo>
                <a:lnTo>
                  <a:pt x="4300" y="4634"/>
                </a:lnTo>
                <a:lnTo>
                  <a:pt x="4300" y="4199"/>
                </a:lnTo>
                <a:lnTo>
                  <a:pt x="3789" y="4199"/>
                </a:lnTo>
                <a:close/>
                <a:moveTo>
                  <a:pt x="3247" y="4199"/>
                </a:moveTo>
                <a:lnTo>
                  <a:pt x="3247" y="4634"/>
                </a:lnTo>
                <a:lnTo>
                  <a:pt x="3758" y="4634"/>
                </a:lnTo>
                <a:lnTo>
                  <a:pt x="3758" y="4199"/>
                </a:lnTo>
                <a:lnTo>
                  <a:pt x="3247" y="4199"/>
                </a:lnTo>
                <a:close/>
                <a:moveTo>
                  <a:pt x="2705" y="4199"/>
                </a:moveTo>
                <a:lnTo>
                  <a:pt x="2705" y="4634"/>
                </a:lnTo>
                <a:lnTo>
                  <a:pt x="3216" y="4634"/>
                </a:lnTo>
                <a:lnTo>
                  <a:pt x="3216" y="4199"/>
                </a:lnTo>
                <a:lnTo>
                  <a:pt x="2705" y="4199"/>
                </a:lnTo>
                <a:close/>
                <a:moveTo>
                  <a:pt x="2164" y="4199"/>
                </a:moveTo>
                <a:lnTo>
                  <a:pt x="2164" y="4634"/>
                </a:lnTo>
                <a:lnTo>
                  <a:pt x="2675" y="4634"/>
                </a:lnTo>
                <a:lnTo>
                  <a:pt x="2675" y="4199"/>
                </a:lnTo>
                <a:lnTo>
                  <a:pt x="2164" y="4199"/>
                </a:lnTo>
                <a:close/>
                <a:moveTo>
                  <a:pt x="1622" y="4199"/>
                </a:moveTo>
                <a:lnTo>
                  <a:pt x="1622" y="4634"/>
                </a:lnTo>
                <a:lnTo>
                  <a:pt x="2133" y="4634"/>
                </a:lnTo>
                <a:lnTo>
                  <a:pt x="2133" y="4199"/>
                </a:lnTo>
                <a:lnTo>
                  <a:pt x="1622" y="4199"/>
                </a:lnTo>
                <a:close/>
                <a:moveTo>
                  <a:pt x="1080" y="4199"/>
                </a:moveTo>
                <a:lnTo>
                  <a:pt x="1080" y="4634"/>
                </a:lnTo>
                <a:lnTo>
                  <a:pt x="1591" y="4634"/>
                </a:lnTo>
                <a:lnTo>
                  <a:pt x="1591" y="4199"/>
                </a:lnTo>
                <a:lnTo>
                  <a:pt x="1080" y="4199"/>
                </a:lnTo>
                <a:close/>
                <a:moveTo>
                  <a:pt x="539" y="4199"/>
                </a:moveTo>
                <a:lnTo>
                  <a:pt x="539" y="4634"/>
                </a:lnTo>
                <a:lnTo>
                  <a:pt x="1049" y="4634"/>
                </a:lnTo>
                <a:lnTo>
                  <a:pt x="1049" y="4199"/>
                </a:lnTo>
                <a:lnTo>
                  <a:pt x="539" y="4199"/>
                </a:lnTo>
                <a:close/>
                <a:moveTo>
                  <a:pt x="31" y="4199"/>
                </a:moveTo>
                <a:lnTo>
                  <a:pt x="31" y="4634"/>
                </a:lnTo>
                <a:lnTo>
                  <a:pt x="508" y="4634"/>
                </a:lnTo>
                <a:lnTo>
                  <a:pt x="508" y="4199"/>
                </a:lnTo>
                <a:lnTo>
                  <a:pt x="31" y="4199"/>
                </a:lnTo>
                <a:close/>
                <a:moveTo>
                  <a:pt x="14622" y="3735"/>
                </a:moveTo>
                <a:lnTo>
                  <a:pt x="14622" y="4170"/>
                </a:lnTo>
                <a:lnTo>
                  <a:pt x="15133" y="4170"/>
                </a:lnTo>
                <a:lnTo>
                  <a:pt x="15133" y="3735"/>
                </a:lnTo>
                <a:lnTo>
                  <a:pt x="14622" y="3735"/>
                </a:lnTo>
                <a:close/>
                <a:moveTo>
                  <a:pt x="14081" y="3735"/>
                </a:moveTo>
                <a:lnTo>
                  <a:pt x="14081" y="4170"/>
                </a:lnTo>
                <a:lnTo>
                  <a:pt x="14592" y="4170"/>
                </a:lnTo>
                <a:lnTo>
                  <a:pt x="14592" y="3735"/>
                </a:lnTo>
                <a:lnTo>
                  <a:pt x="14081" y="3735"/>
                </a:lnTo>
                <a:close/>
                <a:moveTo>
                  <a:pt x="13539" y="3735"/>
                </a:moveTo>
                <a:lnTo>
                  <a:pt x="13539" y="4170"/>
                </a:lnTo>
                <a:lnTo>
                  <a:pt x="14050" y="4170"/>
                </a:lnTo>
                <a:lnTo>
                  <a:pt x="14050" y="3735"/>
                </a:lnTo>
                <a:lnTo>
                  <a:pt x="13539" y="3735"/>
                </a:lnTo>
                <a:close/>
                <a:moveTo>
                  <a:pt x="12997" y="3735"/>
                </a:moveTo>
                <a:lnTo>
                  <a:pt x="12997" y="4170"/>
                </a:lnTo>
                <a:lnTo>
                  <a:pt x="13508" y="4170"/>
                </a:lnTo>
                <a:lnTo>
                  <a:pt x="13508" y="3735"/>
                </a:lnTo>
                <a:lnTo>
                  <a:pt x="12997" y="3735"/>
                </a:lnTo>
                <a:close/>
                <a:moveTo>
                  <a:pt x="12456" y="3735"/>
                </a:moveTo>
                <a:lnTo>
                  <a:pt x="12456" y="4170"/>
                </a:lnTo>
                <a:lnTo>
                  <a:pt x="12967" y="4170"/>
                </a:lnTo>
                <a:lnTo>
                  <a:pt x="12967" y="3735"/>
                </a:lnTo>
                <a:lnTo>
                  <a:pt x="12456" y="3735"/>
                </a:lnTo>
                <a:close/>
                <a:moveTo>
                  <a:pt x="11914" y="3735"/>
                </a:moveTo>
                <a:lnTo>
                  <a:pt x="11914" y="4170"/>
                </a:lnTo>
                <a:lnTo>
                  <a:pt x="12425" y="4170"/>
                </a:lnTo>
                <a:lnTo>
                  <a:pt x="12425" y="3735"/>
                </a:lnTo>
                <a:lnTo>
                  <a:pt x="11914" y="3735"/>
                </a:lnTo>
                <a:close/>
                <a:moveTo>
                  <a:pt x="11372" y="3735"/>
                </a:moveTo>
                <a:lnTo>
                  <a:pt x="11372" y="4170"/>
                </a:lnTo>
                <a:lnTo>
                  <a:pt x="11883" y="4170"/>
                </a:lnTo>
                <a:lnTo>
                  <a:pt x="11883" y="3735"/>
                </a:lnTo>
                <a:lnTo>
                  <a:pt x="11372" y="3735"/>
                </a:lnTo>
                <a:close/>
                <a:moveTo>
                  <a:pt x="10831" y="3735"/>
                </a:moveTo>
                <a:lnTo>
                  <a:pt x="10831" y="4170"/>
                </a:lnTo>
                <a:lnTo>
                  <a:pt x="11341" y="4170"/>
                </a:lnTo>
                <a:lnTo>
                  <a:pt x="11341" y="3735"/>
                </a:lnTo>
                <a:lnTo>
                  <a:pt x="10831" y="3735"/>
                </a:lnTo>
                <a:close/>
                <a:moveTo>
                  <a:pt x="10289" y="3735"/>
                </a:moveTo>
                <a:lnTo>
                  <a:pt x="10289" y="4170"/>
                </a:lnTo>
                <a:lnTo>
                  <a:pt x="10800" y="4170"/>
                </a:lnTo>
                <a:lnTo>
                  <a:pt x="10800" y="3735"/>
                </a:lnTo>
                <a:lnTo>
                  <a:pt x="10289" y="3735"/>
                </a:lnTo>
                <a:close/>
                <a:moveTo>
                  <a:pt x="9747" y="3735"/>
                </a:moveTo>
                <a:lnTo>
                  <a:pt x="9747" y="4170"/>
                </a:lnTo>
                <a:lnTo>
                  <a:pt x="10258" y="4170"/>
                </a:lnTo>
                <a:lnTo>
                  <a:pt x="10258" y="3735"/>
                </a:lnTo>
                <a:lnTo>
                  <a:pt x="9747" y="3735"/>
                </a:lnTo>
                <a:close/>
                <a:moveTo>
                  <a:pt x="9206" y="3735"/>
                </a:moveTo>
                <a:lnTo>
                  <a:pt x="9206" y="4170"/>
                </a:lnTo>
                <a:lnTo>
                  <a:pt x="9716" y="4170"/>
                </a:lnTo>
                <a:lnTo>
                  <a:pt x="9716" y="3735"/>
                </a:lnTo>
                <a:lnTo>
                  <a:pt x="9206" y="3735"/>
                </a:lnTo>
                <a:close/>
                <a:moveTo>
                  <a:pt x="8664" y="3735"/>
                </a:moveTo>
                <a:lnTo>
                  <a:pt x="8664" y="4170"/>
                </a:lnTo>
                <a:lnTo>
                  <a:pt x="9175" y="4170"/>
                </a:lnTo>
                <a:lnTo>
                  <a:pt x="9175" y="3735"/>
                </a:lnTo>
                <a:lnTo>
                  <a:pt x="8664" y="3735"/>
                </a:lnTo>
                <a:close/>
                <a:moveTo>
                  <a:pt x="8122" y="3735"/>
                </a:moveTo>
                <a:lnTo>
                  <a:pt x="8122" y="4170"/>
                </a:lnTo>
                <a:lnTo>
                  <a:pt x="8633" y="4170"/>
                </a:lnTo>
                <a:lnTo>
                  <a:pt x="8633" y="3735"/>
                </a:lnTo>
                <a:lnTo>
                  <a:pt x="8122" y="3735"/>
                </a:lnTo>
                <a:close/>
                <a:moveTo>
                  <a:pt x="7581" y="3735"/>
                </a:moveTo>
                <a:lnTo>
                  <a:pt x="7581" y="4170"/>
                </a:lnTo>
                <a:lnTo>
                  <a:pt x="8091" y="4170"/>
                </a:lnTo>
                <a:lnTo>
                  <a:pt x="8091" y="3735"/>
                </a:lnTo>
                <a:lnTo>
                  <a:pt x="7581" y="3735"/>
                </a:lnTo>
                <a:close/>
                <a:moveTo>
                  <a:pt x="7039" y="3735"/>
                </a:moveTo>
                <a:lnTo>
                  <a:pt x="7039" y="4170"/>
                </a:lnTo>
                <a:lnTo>
                  <a:pt x="7550" y="4170"/>
                </a:lnTo>
                <a:lnTo>
                  <a:pt x="7550" y="3735"/>
                </a:lnTo>
                <a:lnTo>
                  <a:pt x="7039" y="3735"/>
                </a:lnTo>
                <a:close/>
                <a:moveTo>
                  <a:pt x="6497" y="3735"/>
                </a:moveTo>
                <a:lnTo>
                  <a:pt x="6497" y="4170"/>
                </a:lnTo>
                <a:lnTo>
                  <a:pt x="7008" y="4170"/>
                </a:lnTo>
                <a:lnTo>
                  <a:pt x="7008" y="3735"/>
                </a:lnTo>
                <a:lnTo>
                  <a:pt x="6497" y="3735"/>
                </a:lnTo>
                <a:close/>
                <a:moveTo>
                  <a:pt x="5955" y="3735"/>
                </a:moveTo>
                <a:lnTo>
                  <a:pt x="5955" y="4170"/>
                </a:lnTo>
                <a:lnTo>
                  <a:pt x="6466" y="4170"/>
                </a:lnTo>
                <a:lnTo>
                  <a:pt x="6466" y="3735"/>
                </a:lnTo>
                <a:lnTo>
                  <a:pt x="5955" y="3735"/>
                </a:lnTo>
                <a:close/>
                <a:moveTo>
                  <a:pt x="5414" y="3735"/>
                </a:moveTo>
                <a:lnTo>
                  <a:pt x="5414" y="4170"/>
                </a:lnTo>
                <a:lnTo>
                  <a:pt x="5925" y="4170"/>
                </a:lnTo>
                <a:lnTo>
                  <a:pt x="5925" y="3735"/>
                </a:lnTo>
                <a:lnTo>
                  <a:pt x="5414" y="3735"/>
                </a:lnTo>
                <a:close/>
                <a:moveTo>
                  <a:pt x="4872" y="3735"/>
                </a:moveTo>
                <a:lnTo>
                  <a:pt x="4872" y="4170"/>
                </a:lnTo>
                <a:lnTo>
                  <a:pt x="5383" y="4170"/>
                </a:lnTo>
                <a:lnTo>
                  <a:pt x="5383" y="3735"/>
                </a:lnTo>
                <a:lnTo>
                  <a:pt x="4872" y="3735"/>
                </a:lnTo>
                <a:close/>
                <a:moveTo>
                  <a:pt x="4330" y="3735"/>
                </a:moveTo>
                <a:lnTo>
                  <a:pt x="4330" y="4170"/>
                </a:lnTo>
                <a:lnTo>
                  <a:pt x="4841" y="4170"/>
                </a:lnTo>
                <a:lnTo>
                  <a:pt x="4841" y="3735"/>
                </a:lnTo>
                <a:lnTo>
                  <a:pt x="4330" y="3735"/>
                </a:lnTo>
                <a:close/>
                <a:moveTo>
                  <a:pt x="3789" y="3735"/>
                </a:moveTo>
                <a:lnTo>
                  <a:pt x="3789" y="4170"/>
                </a:lnTo>
                <a:lnTo>
                  <a:pt x="4300" y="4170"/>
                </a:lnTo>
                <a:lnTo>
                  <a:pt x="4300" y="3735"/>
                </a:lnTo>
                <a:lnTo>
                  <a:pt x="3789" y="3735"/>
                </a:lnTo>
                <a:close/>
                <a:moveTo>
                  <a:pt x="3247" y="3735"/>
                </a:moveTo>
                <a:lnTo>
                  <a:pt x="3247" y="4170"/>
                </a:lnTo>
                <a:lnTo>
                  <a:pt x="3758" y="4170"/>
                </a:lnTo>
                <a:lnTo>
                  <a:pt x="3758" y="3735"/>
                </a:lnTo>
                <a:lnTo>
                  <a:pt x="3247" y="3735"/>
                </a:lnTo>
                <a:close/>
                <a:moveTo>
                  <a:pt x="2705" y="3735"/>
                </a:moveTo>
                <a:lnTo>
                  <a:pt x="2705" y="4170"/>
                </a:lnTo>
                <a:lnTo>
                  <a:pt x="3216" y="4170"/>
                </a:lnTo>
                <a:lnTo>
                  <a:pt x="3216" y="3735"/>
                </a:lnTo>
                <a:lnTo>
                  <a:pt x="2705" y="3735"/>
                </a:lnTo>
                <a:close/>
                <a:moveTo>
                  <a:pt x="2164" y="3735"/>
                </a:moveTo>
                <a:lnTo>
                  <a:pt x="2164" y="4170"/>
                </a:lnTo>
                <a:lnTo>
                  <a:pt x="2675" y="4170"/>
                </a:lnTo>
                <a:lnTo>
                  <a:pt x="2675" y="3735"/>
                </a:lnTo>
                <a:lnTo>
                  <a:pt x="2164" y="3735"/>
                </a:lnTo>
                <a:close/>
                <a:moveTo>
                  <a:pt x="1622" y="3735"/>
                </a:moveTo>
                <a:lnTo>
                  <a:pt x="1622" y="4170"/>
                </a:lnTo>
                <a:lnTo>
                  <a:pt x="2133" y="4170"/>
                </a:lnTo>
                <a:lnTo>
                  <a:pt x="2133" y="3735"/>
                </a:lnTo>
                <a:lnTo>
                  <a:pt x="1622" y="3735"/>
                </a:lnTo>
                <a:close/>
                <a:moveTo>
                  <a:pt x="1080" y="3735"/>
                </a:moveTo>
                <a:lnTo>
                  <a:pt x="1080" y="4170"/>
                </a:lnTo>
                <a:lnTo>
                  <a:pt x="1591" y="4170"/>
                </a:lnTo>
                <a:lnTo>
                  <a:pt x="1591" y="3735"/>
                </a:lnTo>
                <a:lnTo>
                  <a:pt x="1080" y="3735"/>
                </a:lnTo>
                <a:close/>
                <a:moveTo>
                  <a:pt x="539" y="3735"/>
                </a:moveTo>
                <a:lnTo>
                  <a:pt x="539" y="4170"/>
                </a:lnTo>
                <a:lnTo>
                  <a:pt x="1049" y="4170"/>
                </a:lnTo>
                <a:lnTo>
                  <a:pt x="1049" y="3735"/>
                </a:lnTo>
                <a:lnTo>
                  <a:pt x="539" y="3735"/>
                </a:lnTo>
                <a:close/>
                <a:moveTo>
                  <a:pt x="31" y="3735"/>
                </a:moveTo>
                <a:lnTo>
                  <a:pt x="31" y="4170"/>
                </a:lnTo>
                <a:lnTo>
                  <a:pt x="508" y="4170"/>
                </a:lnTo>
                <a:lnTo>
                  <a:pt x="508" y="3735"/>
                </a:lnTo>
                <a:lnTo>
                  <a:pt x="31" y="3735"/>
                </a:lnTo>
                <a:close/>
                <a:moveTo>
                  <a:pt x="14622" y="3271"/>
                </a:moveTo>
                <a:lnTo>
                  <a:pt x="14622" y="3706"/>
                </a:lnTo>
                <a:lnTo>
                  <a:pt x="15133" y="3706"/>
                </a:lnTo>
                <a:lnTo>
                  <a:pt x="15133" y="3271"/>
                </a:lnTo>
                <a:lnTo>
                  <a:pt x="14622" y="3271"/>
                </a:lnTo>
                <a:close/>
                <a:moveTo>
                  <a:pt x="14081" y="3271"/>
                </a:moveTo>
                <a:lnTo>
                  <a:pt x="14081" y="3706"/>
                </a:lnTo>
                <a:lnTo>
                  <a:pt x="14592" y="3706"/>
                </a:lnTo>
                <a:lnTo>
                  <a:pt x="14592" y="3271"/>
                </a:lnTo>
                <a:lnTo>
                  <a:pt x="14081" y="3271"/>
                </a:lnTo>
                <a:close/>
                <a:moveTo>
                  <a:pt x="13539" y="3271"/>
                </a:moveTo>
                <a:lnTo>
                  <a:pt x="13539" y="3706"/>
                </a:lnTo>
                <a:lnTo>
                  <a:pt x="14050" y="3706"/>
                </a:lnTo>
                <a:lnTo>
                  <a:pt x="14050" y="3271"/>
                </a:lnTo>
                <a:lnTo>
                  <a:pt x="13539" y="3271"/>
                </a:lnTo>
                <a:close/>
                <a:moveTo>
                  <a:pt x="12997" y="3271"/>
                </a:moveTo>
                <a:lnTo>
                  <a:pt x="12997" y="3706"/>
                </a:lnTo>
                <a:lnTo>
                  <a:pt x="13508" y="3706"/>
                </a:lnTo>
                <a:lnTo>
                  <a:pt x="13508" y="3271"/>
                </a:lnTo>
                <a:lnTo>
                  <a:pt x="12997" y="3271"/>
                </a:lnTo>
                <a:close/>
                <a:moveTo>
                  <a:pt x="12456" y="3271"/>
                </a:moveTo>
                <a:lnTo>
                  <a:pt x="12456" y="3706"/>
                </a:lnTo>
                <a:lnTo>
                  <a:pt x="12967" y="3706"/>
                </a:lnTo>
                <a:lnTo>
                  <a:pt x="12967" y="3271"/>
                </a:lnTo>
                <a:lnTo>
                  <a:pt x="12456" y="3271"/>
                </a:lnTo>
                <a:close/>
                <a:moveTo>
                  <a:pt x="11914" y="3271"/>
                </a:moveTo>
                <a:lnTo>
                  <a:pt x="11914" y="3706"/>
                </a:lnTo>
                <a:lnTo>
                  <a:pt x="12425" y="3706"/>
                </a:lnTo>
                <a:lnTo>
                  <a:pt x="12425" y="3271"/>
                </a:lnTo>
                <a:lnTo>
                  <a:pt x="11914" y="3271"/>
                </a:lnTo>
                <a:close/>
                <a:moveTo>
                  <a:pt x="11372" y="3271"/>
                </a:moveTo>
                <a:lnTo>
                  <a:pt x="11372" y="3706"/>
                </a:lnTo>
                <a:lnTo>
                  <a:pt x="11883" y="3706"/>
                </a:lnTo>
                <a:lnTo>
                  <a:pt x="11883" y="3271"/>
                </a:lnTo>
                <a:lnTo>
                  <a:pt x="11372" y="3271"/>
                </a:lnTo>
                <a:close/>
                <a:moveTo>
                  <a:pt x="10831" y="3271"/>
                </a:moveTo>
                <a:lnTo>
                  <a:pt x="10831" y="3706"/>
                </a:lnTo>
                <a:lnTo>
                  <a:pt x="11341" y="3706"/>
                </a:lnTo>
                <a:lnTo>
                  <a:pt x="11341" y="3271"/>
                </a:lnTo>
                <a:lnTo>
                  <a:pt x="10831" y="3271"/>
                </a:lnTo>
                <a:close/>
                <a:moveTo>
                  <a:pt x="10289" y="3271"/>
                </a:moveTo>
                <a:lnTo>
                  <a:pt x="10289" y="3706"/>
                </a:lnTo>
                <a:lnTo>
                  <a:pt x="10800" y="3706"/>
                </a:lnTo>
                <a:lnTo>
                  <a:pt x="10800" y="3271"/>
                </a:lnTo>
                <a:lnTo>
                  <a:pt x="10289" y="3271"/>
                </a:lnTo>
                <a:close/>
                <a:moveTo>
                  <a:pt x="9747" y="3271"/>
                </a:moveTo>
                <a:lnTo>
                  <a:pt x="9747" y="3706"/>
                </a:lnTo>
                <a:lnTo>
                  <a:pt x="10258" y="3706"/>
                </a:lnTo>
                <a:lnTo>
                  <a:pt x="10258" y="3271"/>
                </a:lnTo>
                <a:lnTo>
                  <a:pt x="9747" y="3271"/>
                </a:lnTo>
                <a:close/>
                <a:moveTo>
                  <a:pt x="9206" y="3271"/>
                </a:moveTo>
                <a:lnTo>
                  <a:pt x="9206" y="3706"/>
                </a:lnTo>
                <a:lnTo>
                  <a:pt x="9716" y="3706"/>
                </a:lnTo>
                <a:lnTo>
                  <a:pt x="9716" y="3271"/>
                </a:lnTo>
                <a:lnTo>
                  <a:pt x="9206" y="3271"/>
                </a:lnTo>
                <a:close/>
                <a:moveTo>
                  <a:pt x="8664" y="3271"/>
                </a:moveTo>
                <a:lnTo>
                  <a:pt x="8664" y="3706"/>
                </a:lnTo>
                <a:lnTo>
                  <a:pt x="9175" y="3706"/>
                </a:lnTo>
                <a:lnTo>
                  <a:pt x="9175" y="3271"/>
                </a:lnTo>
                <a:lnTo>
                  <a:pt x="8664" y="3271"/>
                </a:lnTo>
                <a:close/>
                <a:moveTo>
                  <a:pt x="8122" y="3271"/>
                </a:moveTo>
                <a:lnTo>
                  <a:pt x="8122" y="3706"/>
                </a:lnTo>
                <a:lnTo>
                  <a:pt x="8633" y="3706"/>
                </a:lnTo>
                <a:lnTo>
                  <a:pt x="8633" y="3271"/>
                </a:lnTo>
                <a:lnTo>
                  <a:pt x="8122" y="3271"/>
                </a:lnTo>
                <a:close/>
                <a:moveTo>
                  <a:pt x="7581" y="3271"/>
                </a:moveTo>
                <a:lnTo>
                  <a:pt x="7581" y="3706"/>
                </a:lnTo>
                <a:lnTo>
                  <a:pt x="8091" y="3706"/>
                </a:lnTo>
                <a:lnTo>
                  <a:pt x="8091" y="3271"/>
                </a:lnTo>
                <a:lnTo>
                  <a:pt x="7581" y="3271"/>
                </a:lnTo>
                <a:close/>
                <a:moveTo>
                  <a:pt x="7039" y="3271"/>
                </a:moveTo>
                <a:lnTo>
                  <a:pt x="7039" y="3706"/>
                </a:lnTo>
                <a:lnTo>
                  <a:pt x="7550" y="3706"/>
                </a:lnTo>
                <a:lnTo>
                  <a:pt x="7550" y="3271"/>
                </a:lnTo>
                <a:lnTo>
                  <a:pt x="7039" y="3271"/>
                </a:lnTo>
                <a:close/>
                <a:moveTo>
                  <a:pt x="6497" y="3271"/>
                </a:moveTo>
                <a:lnTo>
                  <a:pt x="6497" y="3706"/>
                </a:lnTo>
                <a:lnTo>
                  <a:pt x="7008" y="3706"/>
                </a:lnTo>
                <a:lnTo>
                  <a:pt x="7008" y="3271"/>
                </a:lnTo>
                <a:lnTo>
                  <a:pt x="6497" y="3271"/>
                </a:lnTo>
                <a:close/>
                <a:moveTo>
                  <a:pt x="5955" y="3271"/>
                </a:moveTo>
                <a:lnTo>
                  <a:pt x="5955" y="3706"/>
                </a:lnTo>
                <a:lnTo>
                  <a:pt x="6466" y="3706"/>
                </a:lnTo>
                <a:lnTo>
                  <a:pt x="6466" y="3271"/>
                </a:lnTo>
                <a:lnTo>
                  <a:pt x="5955" y="3271"/>
                </a:lnTo>
                <a:close/>
                <a:moveTo>
                  <a:pt x="5414" y="3271"/>
                </a:moveTo>
                <a:lnTo>
                  <a:pt x="5414" y="3706"/>
                </a:lnTo>
                <a:lnTo>
                  <a:pt x="5925" y="3706"/>
                </a:lnTo>
                <a:lnTo>
                  <a:pt x="5925" y="3271"/>
                </a:lnTo>
                <a:lnTo>
                  <a:pt x="5414" y="3271"/>
                </a:lnTo>
                <a:close/>
                <a:moveTo>
                  <a:pt x="4872" y="3271"/>
                </a:moveTo>
                <a:lnTo>
                  <a:pt x="4872" y="3706"/>
                </a:lnTo>
                <a:lnTo>
                  <a:pt x="5383" y="3706"/>
                </a:lnTo>
                <a:lnTo>
                  <a:pt x="5383" y="3271"/>
                </a:lnTo>
                <a:lnTo>
                  <a:pt x="4872" y="3271"/>
                </a:lnTo>
                <a:close/>
                <a:moveTo>
                  <a:pt x="4330" y="3271"/>
                </a:moveTo>
                <a:lnTo>
                  <a:pt x="4330" y="3706"/>
                </a:lnTo>
                <a:lnTo>
                  <a:pt x="4841" y="3706"/>
                </a:lnTo>
                <a:lnTo>
                  <a:pt x="4841" y="3271"/>
                </a:lnTo>
                <a:lnTo>
                  <a:pt x="4330" y="3271"/>
                </a:lnTo>
                <a:close/>
                <a:moveTo>
                  <a:pt x="3789" y="3271"/>
                </a:moveTo>
                <a:lnTo>
                  <a:pt x="3789" y="3706"/>
                </a:lnTo>
                <a:lnTo>
                  <a:pt x="4300" y="3706"/>
                </a:lnTo>
                <a:lnTo>
                  <a:pt x="4300" y="3271"/>
                </a:lnTo>
                <a:lnTo>
                  <a:pt x="3789" y="3271"/>
                </a:lnTo>
                <a:close/>
                <a:moveTo>
                  <a:pt x="3247" y="3271"/>
                </a:moveTo>
                <a:lnTo>
                  <a:pt x="3247" y="3706"/>
                </a:lnTo>
                <a:lnTo>
                  <a:pt x="3758" y="3706"/>
                </a:lnTo>
                <a:lnTo>
                  <a:pt x="3758" y="3271"/>
                </a:lnTo>
                <a:lnTo>
                  <a:pt x="3247" y="3271"/>
                </a:lnTo>
                <a:close/>
                <a:moveTo>
                  <a:pt x="2705" y="3271"/>
                </a:moveTo>
                <a:lnTo>
                  <a:pt x="2705" y="3706"/>
                </a:lnTo>
                <a:lnTo>
                  <a:pt x="3216" y="3706"/>
                </a:lnTo>
                <a:lnTo>
                  <a:pt x="3216" y="3271"/>
                </a:lnTo>
                <a:lnTo>
                  <a:pt x="2705" y="3271"/>
                </a:lnTo>
                <a:close/>
                <a:moveTo>
                  <a:pt x="2164" y="3271"/>
                </a:moveTo>
                <a:lnTo>
                  <a:pt x="2164" y="3706"/>
                </a:lnTo>
                <a:lnTo>
                  <a:pt x="2675" y="3706"/>
                </a:lnTo>
                <a:lnTo>
                  <a:pt x="2675" y="3271"/>
                </a:lnTo>
                <a:lnTo>
                  <a:pt x="2164" y="3271"/>
                </a:lnTo>
                <a:close/>
                <a:moveTo>
                  <a:pt x="1622" y="3271"/>
                </a:moveTo>
                <a:lnTo>
                  <a:pt x="1622" y="3706"/>
                </a:lnTo>
                <a:lnTo>
                  <a:pt x="2133" y="3706"/>
                </a:lnTo>
                <a:lnTo>
                  <a:pt x="2133" y="3271"/>
                </a:lnTo>
                <a:lnTo>
                  <a:pt x="1622" y="3271"/>
                </a:lnTo>
                <a:close/>
                <a:moveTo>
                  <a:pt x="1080" y="3271"/>
                </a:moveTo>
                <a:lnTo>
                  <a:pt x="1080" y="3706"/>
                </a:lnTo>
                <a:lnTo>
                  <a:pt x="1591" y="3706"/>
                </a:lnTo>
                <a:lnTo>
                  <a:pt x="1591" y="3271"/>
                </a:lnTo>
                <a:lnTo>
                  <a:pt x="1080" y="3271"/>
                </a:lnTo>
                <a:close/>
                <a:moveTo>
                  <a:pt x="539" y="3271"/>
                </a:moveTo>
                <a:lnTo>
                  <a:pt x="539" y="3706"/>
                </a:lnTo>
                <a:lnTo>
                  <a:pt x="1049" y="3706"/>
                </a:lnTo>
                <a:lnTo>
                  <a:pt x="1049" y="3271"/>
                </a:lnTo>
                <a:lnTo>
                  <a:pt x="539" y="3271"/>
                </a:lnTo>
                <a:close/>
                <a:moveTo>
                  <a:pt x="31" y="3271"/>
                </a:moveTo>
                <a:lnTo>
                  <a:pt x="31" y="3706"/>
                </a:lnTo>
                <a:lnTo>
                  <a:pt x="508" y="3706"/>
                </a:lnTo>
                <a:lnTo>
                  <a:pt x="508" y="3271"/>
                </a:lnTo>
                <a:lnTo>
                  <a:pt x="31" y="3271"/>
                </a:lnTo>
                <a:close/>
                <a:moveTo>
                  <a:pt x="14622" y="2807"/>
                </a:moveTo>
                <a:lnTo>
                  <a:pt x="14622" y="3243"/>
                </a:lnTo>
                <a:lnTo>
                  <a:pt x="15133" y="3243"/>
                </a:lnTo>
                <a:lnTo>
                  <a:pt x="15133" y="2807"/>
                </a:lnTo>
                <a:lnTo>
                  <a:pt x="14622" y="2807"/>
                </a:lnTo>
                <a:close/>
                <a:moveTo>
                  <a:pt x="14081" y="2807"/>
                </a:moveTo>
                <a:lnTo>
                  <a:pt x="14081" y="3243"/>
                </a:lnTo>
                <a:lnTo>
                  <a:pt x="14592" y="3243"/>
                </a:lnTo>
                <a:lnTo>
                  <a:pt x="14592" y="2807"/>
                </a:lnTo>
                <a:lnTo>
                  <a:pt x="14081" y="2807"/>
                </a:lnTo>
                <a:close/>
                <a:moveTo>
                  <a:pt x="13539" y="2807"/>
                </a:moveTo>
                <a:lnTo>
                  <a:pt x="13539" y="3243"/>
                </a:lnTo>
                <a:lnTo>
                  <a:pt x="14050" y="3243"/>
                </a:lnTo>
                <a:lnTo>
                  <a:pt x="14050" y="2807"/>
                </a:lnTo>
                <a:lnTo>
                  <a:pt x="13539" y="2807"/>
                </a:lnTo>
                <a:close/>
                <a:moveTo>
                  <a:pt x="12997" y="2807"/>
                </a:moveTo>
                <a:lnTo>
                  <a:pt x="12997" y="3243"/>
                </a:lnTo>
                <a:lnTo>
                  <a:pt x="13508" y="3243"/>
                </a:lnTo>
                <a:lnTo>
                  <a:pt x="13508" y="2807"/>
                </a:lnTo>
                <a:lnTo>
                  <a:pt x="12997" y="2807"/>
                </a:lnTo>
                <a:close/>
                <a:moveTo>
                  <a:pt x="12456" y="2807"/>
                </a:moveTo>
                <a:lnTo>
                  <a:pt x="12456" y="3243"/>
                </a:lnTo>
                <a:lnTo>
                  <a:pt x="12967" y="3243"/>
                </a:lnTo>
                <a:lnTo>
                  <a:pt x="12967" y="2807"/>
                </a:lnTo>
                <a:lnTo>
                  <a:pt x="12456" y="2807"/>
                </a:lnTo>
                <a:close/>
                <a:moveTo>
                  <a:pt x="11914" y="2807"/>
                </a:moveTo>
                <a:lnTo>
                  <a:pt x="11914" y="3243"/>
                </a:lnTo>
                <a:lnTo>
                  <a:pt x="12425" y="3243"/>
                </a:lnTo>
                <a:lnTo>
                  <a:pt x="12425" y="2807"/>
                </a:lnTo>
                <a:lnTo>
                  <a:pt x="11914" y="2807"/>
                </a:lnTo>
                <a:close/>
                <a:moveTo>
                  <a:pt x="11372" y="2807"/>
                </a:moveTo>
                <a:lnTo>
                  <a:pt x="11372" y="3243"/>
                </a:lnTo>
                <a:lnTo>
                  <a:pt x="11883" y="3243"/>
                </a:lnTo>
                <a:lnTo>
                  <a:pt x="11883" y="2807"/>
                </a:lnTo>
                <a:lnTo>
                  <a:pt x="11372" y="2807"/>
                </a:lnTo>
                <a:close/>
                <a:moveTo>
                  <a:pt x="10831" y="2807"/>
                </a:moveTo>
                <a:lnTo>
                  <a:pt x="10831" y="3243"/>
                </a:lnTo>
                <a:lnTo>
                  <a:pt x="11341" y="3243"/>
                </a:lnTo>
                <a:lnTo>
                  <a:pt x="11341" y="2807"/>
                </a:lnTo>
                <a:lnTo>
                  <a:pt x="10831" y="2807"/>
                </a:lnTo>
                <a:close/>
                <a:moveTo>
                  <a:pt x="10289" y="2807"/>
                </a:moveTo>
                <a:lnTo>
                  <a:pt x="10289" y="3243"/>
                </a:lnTo>
                <a:lnTo>
                  <a:pt x="10800" y="3243"/>
                </a:lnTo>
                <a:lnTo>
                  <a:pt x="10800" y="2807"/>
                </a:lnTo>
                <a:lnTo>
                  <a:pt x="10289" y="2807"/>
                </a:lnTo>
                <a:close/>
                <a:moveTo>
                  <a:pt x="9747" y="2807"/>
                </a:moveTo>
                <a:lnTo>
                  <a:pt x="9747" y="3243"/>
                </a:lnTo>
                <a:lnTo>
                  <a:pt x="10258" y="3243"/>
                </a:lnTo>
                <a:lnTo>
                  <a:pt x="10258" y="2807"/>
                </a:lnTo>
                <a:lnTo>
                  <a:pt x="9747" y="2807"/>
                </a:lnTo>
                <a:close/>
                <a:moveTo>
                  <a:pt x="9206" y="2807"/>
                </a:moveTo>
                <a:lnTo>
                  <a:pt x="9206" y="3243"/>
                </a:lnTo>
                <a:lnTo>
                  <a:pt x="9716" y="3243"/>
                </a:lnTo>
                <a:lnTo>
                  <a:pt x="9716" y="2807"/>
                </a:lnTo>
                <a:lnTo>
                  <a:pt x="9206" y="2807"/>
                </a:lnTo>
                <a:close/>
                <a:moveTo>
                  <a:pt x="8664" y="2807"/>
                </a:moveTo>
                <a:lnTo>
                  <a:pt x="8664" y="3243"/>
                </a:lnTo>
                <a:lnTo>
                  <a:pt x="9175" y="3243"/>
                </a:lnTo>
                <a:lnTo>
                  <a:pt x="9175" y="2807"/>
                </a:lnTo>
                <a:lnTo>
                  <a:pt x="8664" y="2807"/>
                </a:lnTo>
                <a:close/>
                <a:moveTo>
                  <a:pt x="8122" y="2807"/>
                </a:moveTo>
                <a:lnTo>
                  <a:pt x="8122" y="3243"/>
                </a:lnTo>
                <a:lnTo>
                  <a:pt x="8633" y="3243"/>
                </a:lnTo>
                <a:lnTo>
                  <a:pt x="8633" y="2807"/>
                </a:lnTo>
                <a:lnTo>
                  <a:pt x="8122" y="2807"/>
                </a:lnTo>
                <a:close/>
                <a:moveTo>
                  <a:pt x="7581" y="2807"/>
                </a:moveTo>
                <a:lnTo>
                  <a:pt x="7581" y="3243"/>
                </a:lnTo>
                <a:lnTo>
                  <a:pt x="8091" y="3243"/>
                </a:lnTo>
                <a:lnTo>
                  <a:pt x="8091" y="2807"/>
                </a:lnTo>
                <a:lnTo>
                  <a:pt x="7581" y="2807"/>
                </a:lnTo>
                <a:close/>
                <a:moveTo>
                  <a:pt x="7039" y="2807"/>
                </a:moveTo>
                <a:lnTo>
                  <a:pt x="7039" y="3243"/>
                </a:lnTo>
                <a:lnTo>
                  <a:pt x="7550" y="3243"/>
                </a:lnTo>
                <a:lnTo>
                  <a:pt x="7550" y="2807"/>
                </a:lnTo>
                <a:lnTo>
                  <a:pt x="7039" y="2807"/>
                </a:lnTo>
                <a:close/>
                <a:moveTo>
                  <a:pt x="6497" y="2807"/>
                </a:moveTo>
                <a:lnTo>
                  <a:pt x="6497" y="3243"/>
                </a:lnTo>
                <a:lnTo>
                  <a:pt x="7008" y="3243"/>
                </a:lnTo>
                <a:lnTo>
                  <a:pt x="7008" y="2807"/>
                </a:lnTo>
                <a:lnTo>
                  <a:pt x="6497" y="2807"/>
                </a:lnTo>
                <a:close/>
                <a:moveTo>
                  <a:pt x="5955" y="2807"/>
                </a:moveTo>
                <a:lnTo>
                  <a:pt x="5955" y="3243"/>
                </a:lnTo>
                <a:lnTo>
                  <a:pt x="6466" y="3243"/>
                </a:lnTo>
                <a:lnTo>
                  <a:pt x="6466" y="2807"/>
                </a:lnTo>
                <a:lnTo>
                  <a:pt x="5955" y="2807"/>
                </a:lnTo>
                <a:close/>
                <a:moveTo>
                  <a:pt x="5414" y="2807"/>
                </a:moveTo>
                <a:lnTo>
                  <a:pt x="5414" y="3243"/>
                </a:lnTo>
                <a:lnTo>
                  <a:pt x="5925" y="3243"/>
                </a:lnTo>
                <a:lnTo>
                  <a:pt x="5925" y="2807"/>
                </a:lnTo>
                <a:lnTo>
                  <a:pt x="5414" y="2807"/>
                </a:lnTo>
                <a:close/>
                <a:moveTo>
                  <a:pt x="4872" y="2807"/>
                </a:moveTo>
                <a:lnTo>
                  <a:pt x="4872" y="3243"/>
                </a:lnTo>
                <a:lnTo>
                  <a:pt x="5383" y="3243"/>
                </a:lnTo>
                <a:lnTo>
                  <a:pt x="5383" y="2807"/>
                </a:lnTo>
                <a:lnTo>
                  <a:pt x="4872" y="2807"/>
                </a:lnTo>
                <a:close/>
                <a:moveTo>
                  <a:pt x="4330" y="2807"/>
                </a:moveTo>
                <a:lnTo>
                  <a:pt x="4330" y="3243"/>
                </a:lnTo>
                <a:lnTo>
                  <a:pt x="4841" y="3243"/>
                </a:lnTo>
                <a:lnTo>
                  <a:pt x="4841" y="2807"/>
                </a:lnTo>
                <a:lnTo>
                  <a:pt x="4330" y="2807"/>
                </a:lnTo>
                <a:close/>
                <a:moveTo>
                  <a:pt x="3789" y="2807"/>
                </a:moveTo>
                <a:lnTo>
                  <a:pt x="3789" y="3243"/>
                </a:lnTo>
                <a:lnTo>
                  <a:pt x="4300" y="3243"/>
                </a:lnTo>
                <a:lnTo>
                  <a:pt x="4300" y="2807"/>
                </a:lnTo>
                <a:lnTo>
                  <a:pt x="3789" y="2807"/>
                </a:lnTo>
                <a:close/>
                <a:moveTo>
                  <a:pt x="3247" y="2807"/>
                </a:moveTo>
                <a:lnTo>
                  <a:pt x="3247" y="3243"/>
                </a:lnTo>
                <a:lnTo>
                  <a:pt x="3758" y="3243"/>
                </a:lnTo>
                <a:lnTo>
                  <a:pt x="3758" y="2807"/>
                </a:lnTo>
                <a:lnTo>
                  <a:pt x="3247" y="2807"/>
                </a:lnTo>
                <a:close/>
                <a:moveTo>
                  <a:pt x="2705" y="2807"/>
                </a:moveTo>
                <a:lnTo>
                  <a:pt x="2705" y="3243"/>
                </a:lnTo>
                <a:lnTo>
                  <a:pt x="3216" y="3243"/>
                </a:lnTo>
                <a:lnTo>
                  <a:pt x="3216" y="2807"/>
                </a:lnTo>
                <a:lnTo>
                  <a:pt x="2705" y="2807"/>
                </a:lnTo>
                <a:close/>
                <a:moveTo>
                  <a:pt x="2164" y="2807"/>
                </a:moveTo>
                <a:lnTo>
                  <a:pt x="2164" y="3243"/>
                </a:lnTo>
                <a:lnTo>
                  <a:pt x="2675" y="3243"/>
                </a:lnTo>
                <a:lnTo>
                  <a:pt x="2675" y="2807"/>
                </a:lnTo>
                <a:lnTo>
                  <a:pt x="2164" y="2807"/>
                </a:lnTo>
                <a:close/>
                <a:moveTo>
                  <a:pt x="1622" y="2807"/>
                </a:moveTo>
                <a:lnTo>
                  <a:pt x="1622" y="3243"/>
                </a:lnTo>
                <a:lnTo>
                  <a:pt x="2133" y="3243"/>
                </a:lnTo>
                <a:lnTo>
                  <a:pt x="2133" y="2807"/>
                </a:lnTo>
                <a:lnTo>
                  <a:pt x="1622" y="2807"/>
                </a:lnTo>
                <a:close/>
                <a:moveTo>
                  <a:pt x="1080" y="2807"/>
                </a:moveTo>
                <a:lnTo>
                  <a:pt x="1080" y="3243"/>
                </a:lnTo>
                <a:lnTo>
                  <a:pt x="1591" y="3243"/>
                </a:lnTo>
                <a:lnTo>
                  <a:pt x="1591" y="2807"/>
                </a:lnTo>
                <a:lnTo>
                  <a:pt x="1080" y="2807"/>
                </a:lnTo>
                <a:close/>
                <a:moveTo>
                  <a:pt x="539" y="2807"/>
                </a:moveTo>
                <a:lnTo>
                  <a:pt x="539" y="3243"/>
                </a:lnTo>
                <a:lnTo>
                  <a:pt x="1049" y="3243"/>
                </a:lnTo>
                <a:lnTo>
                  <a:pt x="1049" y="2807"/>
                </a:lnTo>
                <a:lnTo>
                  <a:pt x="539" y="2807"/>
                </a:lnTo>
                <a:close/>
                <a:moveTo>
                  <a:pt x="31" y="2807"/>
                </a:moveTo>
                <a:lnTo>
                  <a:pt x="31" y="3243"/>
                </a:lnTo>
                <a:lnTo>
                  <a:pt x="508" y="3243"/>
                </a:lnTo>
                <a:lnTo>
                  <a:pt x="508" y="2807"/>
                </a:lnTo>
                <a:lnTo>
                  <a:pt x="31" y="2807"/>
                </a:lnTo>
                <a:close/>
                <a:moveTo>
                  <a:pt x="14622" y="2343"/>
                </a:moveTo>
                <a:lnTo>
                  <a:pt x="14622" y="2779"/>
                </a:lnTo>
                <a:lnTo>
                  <a:pt x="15133" y="2779"/>
                </a:lnTo>
                <a:lnTo>
                  <a:pt x="15133" y="2343"/>
                </a:lnTo>
                <a:lnTo>
                  <a:pt x="14622" y="2343"/>
                </a:lnTo>
                <a:close/>
                <a:moveTo>
                  <a:pt x="14081" y="2343"/>
                </a:moveTo>
                <a:lnTo>
                  <a:pt x="14081" y="2779"/>
                </a:lnTo>
                <a:lnTo>
                  <a:pt x="14592" y="2779"/>
                </a:lnTo>
                <a:lnTo>
                  <a:pt x="14592" y="2343"/>
                </a:lnTo>
                <a:lnTo>
                  <a:pt x="14081" y="2343"/>
                </a:lnTo>
                <a:close/>
                <a:moveTo>
                  <a:pt x="13539" y="2343"/>
                </a:moveTo>
                <a:lnTo>
                  <a:pt x="13539" y="2779"/>
                </a:lnTo>
                <a:lnTo>
                  <a:pt x="14050" y="2779"/>
                </a:lnTo>
                <a:lnTo>
                  <a:pt x="14050" y="2343"/>
                </a:lnTo>
                <a:lnTo>
                  <a:pt x="13539" y="2343"/>
                </a:lnTo>
                <a:close/>
                <a:moveTo>
                  <a:pt x="12997" y="2343"/>
                </a:moveTo>
                <a:lnTo>
                  <a:pt x="12997" y="2779"/>
                </a:lnTo>
                <a:lnTo>
                  <a:pt x="13508" y="2779"/>
                </a:lnTo>
                <a:lnTo>
                  <a:pt x="13508" y="2343"/>
                </a:lnTo>
                <a:lnTo>
                  <a:pt x="12997" y="2343"/>
                </a:lnTo>
                <a:close/>
                <a:moveTo>
                  <a:pt x="12456" y="2343"/>
                </a:moveTo>
                <a:lnTo>
                  <a:pt x="12456" y="2779"/>
                </a:lnTo>
                <a:lnTo>
                  <a:pt x="12967" y="2779"/>
                </a:lnTo>
                <a:lnTo>
                  <a:pt x="12967" y="2343"/>
                </a:lnTo>
                <a:lnTo>
                  <a:pt x="12456" y="2343"/>
                </a:lnTo>
                <a:close/>
                <a:moveTo>
                  <a:pt x="11914" y="2343"/>
                </a:moveTo>
                <a:lnTo>
                  <a:pt x="11914" y="2779"/>
                </a:lnTo>
                <a:lnTo>
                  <a:pt x="12425" y="2779"/>
                </a:lnTo>
                <a:lnTo>
                  <a:pt x="12425" y="2343"/>
                </a:lnTo>
                <a:lnTo>
                  <a:pt x="11914" y="2343"/>
                </a:lnTo>
                <a:close/>
                <a:moveTo>
                  <a:pt x="11372" y="2343"/>
                </a:moveTo>
                <a:lnTo>
                  <a:pt x="11372" y="2779"/>
                </a:lnTo>
                <a:lnTo>
                  <a:pt x="11883" y="2779"/>
                </a:lnTo>
                <a:lnTo>
                  <a:pt x="11883" y="2343"/>
                </a:lnTo>
                <a:lnTo>
                  <a:pt x="11372" y="2343"/>
                </a:lnTo>
                <a:close/>
                <a:moveTo>
                  <a:pt x="10831" y="2343"/>
                </a:moveTo>
                <a:lnTo>
                  <a:pt x="10831" y="2779"/>
                </a:lnTo>
                <a:lnTo>
                  <a:pt x="11341" y="2779"/>
                </a:lnTo>
                <a:lnTo>
                  <a:pt x="11341" y="2343"/>
                </a:lnTo>
                <a:lnTo>
                  <a:pt x="10831" y="2343"/>
                </a:lnTo>
                <a:close/>
                <a:moveTo>
                  <a:pt x="10289" y="2343"/>
                </a:moveTo>
                <a:lnTo>
                  <a:pt x="10289" y="2779"/>
                </a:lnTo>
                <a:lnTo>
                  <a:pt x="10800" y="2779"/>
                </a:lnTo>
                <a:lnTo>
                  <a:pt x="10800" y="2343"/>
                </a:lnTo>
                <a:lnTo>
                  <a:pt x="10289" y="2343"/>
                </a:lnTo>
                <a:close/>
                <a:moveTo>
                  <a:pt x="9747" y="2343"/>
                </a:moveTo>
                <a:lnTo>
                  <a:pt x="9747" y="2779"/>
                </a:lnTo>
                <a:lnTo>
                  <a:pt x="10258" y="2779"/>
                </a:lnTo>
                <a:lnTo>
                  <a:pt x="10258" y="2343"/>
                </a:lnTo>
                <a:lnTo>
                  <a:pt x="9747" y="2343"/>
                </a:lnTo>
                <a:close/>
                <a:moveTo>
                  <a:pt x="9206" y="2343"/>
                </a:moveTo>
                <a:lnTo>
                  <a:pt x="9206" y="2779"/>
                </a:lnTo>
                <a:lnTo>
                  <a:pt x="9716" y="2779"/>
                </a:lnTo>
                <a:lnTo>
                  <a:pt x="9716" y="2343"/>
                </a:lnTo>
                <a:lnTo>
                  <a:pt x="9206" y="2343"/>
                </a:lnTo>
                <a:close/>
                <a:moveTo>
                  <a:pt x="8664" y="2343"/>
                </a:moveTo>
                <a:lnTo>
                  <a:pt x="8664" y="2779"/>
                </a:lnTo>
                <a:lnTo>
                  <a:pt x="9175" y="2779"/>
                </a:lnTo>
                <a:lnTo>
                  <a:pt x="9175" y="2343"/>
                </a:lnTo>
                <a:lnTo>
                  <a:pt x="8664" y="2343"/>
                </a:lnTo>
                <a:close/>
                <a:moveTo>
                  <a:pt x="8122" y="2343"/>
                </a:moveTo>
                <a:lnTo>
                  <a:pt x="8122" y="2779"/>
                </a:lnTo>
                <a:lnTo>
                  <a:pt x="8633" y="2779"/>
                </a:lnTo>
                <a:lnTo>
                  <a:pt x="8633" y="2343"/>
                </a:lnTo>
                <a:lnTo>
                  <a:pt x="8122" y="2343"/>
                </a:lnTo>
                <a:close/>
                <a:moveTo>
                  <a:pt x="7581" y="2343"/>
                </a:moveTo>
                <a:lnTo>
                  <a:pt x="7581" y="2779"/>
                </a:lnTo>
                <a:lnTo>
                  <a:pt x="8091" y="2779"/>
                </a:lnTo>
                <a:lnTo>
                  <a:pt x="8091" y="2343"/>
                </a:lnTo>
                <a:lnTo>
                  <a:pt x="7581" y="2343"/>
                </a:lnTo>
                <a:close/>
                <a:moveTo>
                  <a:pt x="7039" y="2343"/>
                </a:moveTo>
                <a:lnTo>
                  <a:pt x="7039" y="2779"/>
                </a:lnTo>
                <a:lnTo>
                  <a:pt x="7550" y="2779"/>
                </a:lnTo>
                <a:lnTo>
                  <a:pt x="7550" y="2343"/>
                </a:lnTo>
                <a:lnTo>
                  <a:pt x="7039" y="2343"/>
                </a:lnTo>
                <a:close/>
                <a:moveTo>
                  <a:pt x="6497" y="2343"/>
                </a:moveTo>
                <a:lnTo>
                  <a:pt x="6497" y="2779"/>
                </a:lnTo>
                <a:lnTo>
                  <a:pt x="7008" y="2779"/>
                </a:lnTo>
                <a:lnTo>
                  <a:pt x="7008" y="2343"/>
                </a:lnTo>
                <a:lnTo>
                  <a:pt x="6497" y="2343"/>
                </a:lnTo>
                <a:close/>
                <a:moveTo>
                  <a:pt x="5955" y="2343"/>
                </a:moveTo>
                <a:lnTo>
                  <a:pt x="5955" y="2779"/>
                </a:lnTo>
                <a:lnTo>
                  <a:pt x="6466" y="2779"/>
                </a:lnTo>
                <a:lnTo>
                  <a:pt x="6466" y="2343"/>
                </a:lnTo>
                <a:lnTo>
                  <a:pt x="5955" y="2343"/>
                </a:lnTo>
                <a:close/>
                <a:moveTo>
                  <a:pt x="5414" y="2343"/>
                </a:moveTo>
                <a:lnTo>
                  <a:pt x="5414" y="2779"/>
                </a:lnTo>
                <a:lnTo>
                  <a:pt x="5925" y="2779"/>
                </a:lnTo>
                <a:lnTo>
                  <a:pt x="5925" y="2343"/>
                </a:lnTo>
                <a:lnTo>
                  <a:pt x="5414" y="2343"/>
                </a:lnTo>
                <a:close/>
                <a:moveTo>
                  <a:pt x="4872" y="2343"/>
                </a:moveTo>
                <a:lnTo>
                  <a:pt x="4872" y="2779"/>
                </a:lnTo>
                <a:lnTo>
                  <a:pt x="5383" y="2779"/>
                </a:lnTo>
                <a:lnTo>
                  <a:pt x="5383" y="2343"/>
                </a:lnTo>
                <a:lnTo>
                  <a:pt x="4872" y="2343"/>
                </a:lnTo>
                <a:close/>
                <a:moveTo>
                  <a:pt x="4330" y="2343"/>
                </a:moveTo>
                <a:lnTo>
                  <a:pt x="4330" y="2779"/>
                </a:lnTo>
                <a:lnTo>
                  <a:pt x="4841" y="2779"/>
                </a:lnTo>
                <a:lnTo>
                  <a:pt x="4841" y="2343"/>
                </a:lnTo>
                <a:lnTo>
                  <a:pt x="4330" y="2343"/>
                </a:lnTo>
                <a:close/>
                <a:moveTo>
                  <a:pt x="3789" y="2343"/>
                </a:moveTo>
                <a:lnTo>
                  <a:pt x="3789" y="2779"/>
                </a:lnTo>
                <a:lnTo>
                  <a:pt x="4300" y="2779"/>
                </a:lnTo>
                <a:lnTo>
                  <a:pt x="4300" y="2343"/>
                </a:lnTo>
                <a:lnTo>
                  <a:pt x="3789" y="2343"/>
                </a:lnTo>
                <a:close/>
                <a:moveTo>
                  <a:pt x="3247" y="2343"/>
                </a:moveTo>
                <a:lnTo>
                  <a:pt x="3247" y="2779"/>
                </a:lnTo>
                <a:lnTo>
                  <a:pt x="3758" y="2779"/>
                </a:lnTo>
                <a:lnTo>
                  <a:pt x="3758" y="2343"/>
                </a:lnTo>
                <a:lnTo>
                  <a:pt x="3247" y="2343"/>
                </a:lnTo>
                <a:close/>
                <a:moveTo>
                  <a:pt x="2705" y="2343"/>
                </a:moveTo>
                <a:lnTo>
                  <a:pt x="2705" y="2779"/>
                </a:lnTo>
                <a:lnTo>
                  <a:pt x="3216" y="2779"/>
                </a:lnTo>
                <a:lnTo>
                  <a:pt x="3216" y="2343"/>
                </a:lnTo>
                <a:lnTo>
                  <a:pt x="2705" y="2343"/>
                </a:lnTo>
                <a:close/>
                <a:moveTo>
                  <a:pt x="2164" y="2343"/>
                </a:moveTo>
                <a:lnTo>
                  <a:pt x="2164" y="2779"/>
                </a:lnTo>
                <a:lnTo>
                  <a:pt x="2675" y="2779"/>
                </a:lnTo>
                <a:lnTo>
                  <a:pt x="2675" y="2343"/>
                </a:lnTo>
                <a:lnTo>
                  <a:pt x="2164" y="2343"/>
                </a:lnTo>
                <a:close/>
                <a:moveTo>
                  <a:pt x="1622" y="2343"/>
                </a:moveTo>
                <a:lnTo>
                  <a:pt x="1622" y="2779"/>
                </a:lnTo>
                <a:lnTo>
                  <a:pt x="2133" y="2779"/>
                </a:lnTo>
                <a:lnTo>
                  <a:pt x="2133" y="2343"/>
                </a:lnTo>
                <a:lnTo>
                  <a:pt x="1622" y="2343"/>
                </a:lnTo>
                <a:close/>
                <a:moveTo>
                  <a:pt x="1080" y="2343"/>
                </a:moveTo>
                <a:lnTo>
                  <a:pt x="1080" y="2779"/>
                </a:lnTo>
                <a:lnTo>
                  <a:pt x="1591" y="2779"/>
                </a:lnTo>
                <a:lnTo>
                  <a:pt x="1591" y="2343"/>
                </a:lnTo>
                <a:lnTo>
                  <a:pt x="1080" y="2343"/>
                </a:lnTo>
                <a:close/>
                <a:moveTo>
                  <a:pt x="539" y="2343"/>
                </a:moveTo>
                <a:lnTo>
                  <a:pt x="539" y="2779"/>
                </a:lnTo>
                <a:lnTo>
                  <a:pt x="1049" y="2779"/>
                </a:lnTo>
                <a:lnTo>
                  <a:pt x="1049" y="2343"/>
                </a:lnTo>
                <a:lnTo>
                  <a:pt x="539" y="2343"/>
                </a:lnTo>
                <a:close/>
                <a:moveTo>
                  <a:pt x="31" y="2343"/>
                </a:moveTo>
                <a:lnTo>
                  <a:pt x="31" y="2779"/>
                </a:lnTo>
                <a:lnTo>
                  <a:pt x="508" y="2779"/>
                </a:lnTo>
                <a:lnTo>
                  <a:pt x="508" y="2343"/>
                </a:lnTo>
                <a:lnTo>
                  <a:pt x="31" y="2343"/>
                </a:lnTo>
                <a:close/>
                <a:moveTo>
                  <a:pt x="14622" y="1879"/>
                </a:moveTo>
                <a:lnTo>
                  <a:pt x="14622" y="2315"/>
                </a:lnTo>
                <a:lnTo>
                  <a:pt x="15133" y="2315"/>
                </a:lnTo>
                <a:lnTo>
                  <a:pt x="15133" y="1879"/>
                </a:lnTo>
                <a:lnTo>
                  <a:pt x="14622" y="1879"/>
                </a:lnTo>
                <a:close/>
                <a:moveTo>
                  <a:pt x="14081" y="1879"/>
                </a:moveTo>
                <a:lnTo>
                  <a:pt x="14081" y="2315"/>
                </a:lnTo>
                <a:lnTo>
                  <a:pt x="14592" y="2315"/>
                </a:lnTo>
                <a:lnTo>
                  <a:pt x="14592" y="1879"/>
                </a:lnTo>
                <a:lnTo>
                  <a:pt x="14081" y="1879"/>
                </a:lnTo>
                <a:close/>
                <a:moveTo>
                  <a:pt x="13539" y="1879"/>
                </a:moveTo>
                <a:lnTo>
                  <a:pt x="13539" y="2315"/>
                </a:lnTo>
                <a:lnTo>
                  <a:pt x="14050" y="2315"/>
                </a:lnTo>
                <a:lnTo>
                  <a:pt x="14050" y="1879"/>
                </a:lnTo>
                <a:lnTo>
                  <a:pt x="13539" y="1879"/>
                </a:lnTo>
                <a:close/>
                <a:moveTo>
                  <a:pt x="12997" y="1879"/>
                </a:moveTo>
                <a:lnTo>
                  <a:pt x="12997" y="2315"/>
                </a:lnTo>
                <a:lnTo>
                  <a:pt x="13508" y="2315"/>
                </a:lnTo>
                <a:lnTo>
                  <a:pt x="13508" y="1879"/>
                </a:lnTo>
                <a:lnTo>
                  <a:pt x="12997" y="1879"/>
                </a:lnTo>
                <a:close/>
                <a:moveTo>
                  <a:pt x="12456" y="1879"/>
                </a:moveTo>
                <a:lnTo>
                  <a:pt x="12456" y="2315"/>
                </a:lnTo>
                <a:lnTo>
                  <a:pt x="12967" y="2315"/>
                </a:lnTo>
                <a:lnTo>
                  <a:pt x="12967" y="1879"/>
                </a:lnTo>
                <a:lnTo>
                  <a:pt x="12456" y="1879"/>
                </a:lnTo>
                <a:close/>
                <a:moveTo>
                  <a:pt x="11914" y="1879"/>
                </a:moveTo>
                <a:lnTo>
                  <a:pt x="11914" y="2315"/>
                </a:lnTo>
                <a:lnTo>
                  <a:pt x="12425" y="2315"/>
                </a:lnTo>
                <a:lnTo>
                  <a:pt x="12425" y="1879"/>
                </a:lnTo>
                <a:lnTo>
                  <a:pt x="11914" y="1879"/>
                </a:lnTo>
                <a:close/>
                <a:moveTo>
                  <a:pt x="11372" y="1879"/>
                </a:moveTo>
                <a:lnTo>
                  <a:pt x="11372" y="2315"/>
                </a:lnTo>
                <a:lnTo>
                  <a:pt x="11883" y="2315"/>
                </a:lnTo>
                <a:lnTo>
                  <a:pt x="11883" y="1879"/>
                </a:lnTo>
                <a:lnTo>
                  <a:pt x="11372" y="1879"/>
                </a:lnTo>
                <a:close/>
                <a:moveTo>
                  <a:pt x="10831" y="1879"/>
                </a:moveTo>
                <a:lnTo>
                  <a:pt x="10831" y="2315"/>
                </a:lnTo>
                <a:lnTo>
                  <a:pt x="11341" y="2315"/>
                </a:lnTo>
                <a:lnTo>
                  <a:pt x="11341" y="1879"/>
                </a:lnTo>
                <a:lnTo>
                  <a:pt x="10831" y="1879"/>
                </a:lnTo>
                <a:close/>
                <a:moveTo>
                  <a:pt x="10289" y="1879"/>
                </a:moveTo>
                <a:lnTo>
                  <a:pt x="10289" y="2315"/>
                </a:lnTo>
                <a:lnTo>
                  <a:pt x="10800" y="2315"/>
                </a:lnTo>
                <a:lnTo>
                  <a:pt x="10800" y="1879"/>
                </a:lnTo>
                <a:lnTo>
                  <a:pt x="10289" y="1879"/>
                </a:lnTo>
                <a:close/>
                <a:moveTo>
                  <a:pt x="9747" y="1879"/>
                </a:moveTo>
                <a:lnTo>
                  <a:pt x="9747" y="2315"/>
                </a:lnTo>
                <a:lnTo>
                  <a:pt x="10258" y="2315"/>
                </a:lnTo>
                <a:lnTo>
                  <a:pt x="10258" y="1879"/>
                </a:lnTo>
                <a:lnTo>
                  <a:pt x="9747" y="1879"/>
                </a:lnTo>
                <a:close/>
                <a:moveTo>
                  <a:pt x="9206" y="1879"/>
                </a:moveTo>
                <a:lnTo>
                  <a:pt x="9206" y="2315"/>
                </a:lnTo>
                <a:lnTo>
                  <a:pt x="9716" y="2315"/>
                </a:lnTo>
                <a:lnTo>
                  <a:pt x="9716" y="1879"/>
                </a:lnTo>
                <a:lnTo>
                  <a:pt x="9206" y="1879"/>
                </a:lnTo>
                <a:close/>
                <a:moveTo>
                  <a:pt x="8664" y="1879"/>
                </a:moveTo>
                <a:lnTo>
                  <a:pt x="8664" y="2315"/>
                </a:lnTo>
                <a:lnTo>
                  <a:pt x="9175" y="2315"/>
                </a:lnTo>
                <a:lnTo>
                  <a:pt x="9175" y="1879"/>
                </a:lnTo>
                <a:lnTo>
                  <a:pt x="8664" y="1879"/>
                </a:lnTo>
                <a:close/>
                <a:moveTo>
                  <a:pt x="8122" y="1879"/>
                </a:moveTo>
                <a:lnTo>
                  <a:pt x="8122" y="2315"/>
                </a:lnTo>
                <a:lnTo>
                  <a:pt x="8633" y="2315"/>
                </a:lnTo>
                <a:lnTo>
                  <a:pt x="8633" y="1879"/>
                </a:lnTo>
                <a:lnTo>
                  <a:pt x="8122" y="1879"/>
                </a:lnTo>
                <a:close/>
                <a:moveTo>
                  <a:pt x="7581" y="1879"/>
                </a:moveTo>
                <a:lnTo>
                  <a:pt x="7581" y="2315"/>
                </a:lnTo>
                <a:lnTo>
                  <a:pt x="8091" y="2315"/>
                </a:lnTo>
                <a:lnTo>
                  <a:pt x="8091" y="1879"/>
                </a:lnTo>
                <a:lnTo>
                  <a:pt x="7581" y="1879"/>
                </a:lnTo>
                <a:close/>
                <a:moveTo>
                  <a:pt x="7039" y="1879"/>
                </a:moveTo>
                <a:lnTo>
                  <a:pt x="7039" y="2315"/>
                </a:lnTo>
                <a:lnTo>
                  <a:pt x="7550" y="2315"/>
                </a:lnTo>
                <a:lnTo>
                  <a:pt x="7550" y="1879"/>
                </a:lnTo>
                <a:lnTo>
                  <a:pt x="7039" y="1879"/>
                </a:lnTo>
                <a:close/>
                <a:moveTo>
                  <a:pt x="6497" y="1879"/>
                </a:moveTo>
                <a:lnTo>
                  <a:pt x="6497" y="2315"/>
                </a:lnTo>
                <a:lnTo>
                  <a:pt x="7008" y="2315"/>
                </a:lnTo>
                <a:lnTo>
                  <a:pt x="7008" y="1879"/>
                </a:lnTo>
                <a:lnTo>
                  <a:pt x="6497" y="1879"/>
                </a:lnTo>
                <a:close/>
                <a:moveTo>
                  <a:pt x="5955" y="1879"/>
                </a:moveTo>
                <a:lnTo>
                  <a:pt x="5955" y="2315"/>
                </a:lnTo>
                <a:lnTo>
                  <a:pt x="6466" y="2315"/>
                </a:lnTo>
                <a:lnTo>
                  <a:pt x="6466" y="1879"/>
                </a:lnTo>
                <a:lnTo>
                  <a:pt x="5955" y="1879"/>
                </a:lnTo>
                <a:close/>
                <a:moveTo>
                  <a:pt x="5414" y="1879"/>
                </a:moveTo>
                <a:lnTo>
                  <a:pt x="5414" y="2315"/>
                </a:lnTo>
                <a:lnTo>
                  <a:pt x="5925" y="2315"/>
                </a:lnTo>
                <a:lnTo>
                  <a:pt x="5925" y="1879"/>
                </a:lnTo>
                <a:lnTo>
                  <a:pt x="5414" y="1879"/>
                </a:lnTo>
                <a:close/>
                <a:moveTo>
                  <a:pt x="4872" y="1879"/>
                </a:moveTo>
                <a:lnTo>
                  <a:pt x="4872" y="2315"/>
                </a:lnTo>
                <a:lnTo>
                  <a:pt x="5383" y="2315"/>
                </a:lnTo>
                <a:lnTo>
                  <a:pt x="5383" y="1879"/>
                </a:lnTo>
                <a:lnTo>
                  <a:pt x="4872" y="1879"/>
                </a:lnTo>
                <a:close/>
                <a:moveTo>
                  <a:pt x="4330" y="1879"/>
                </a:moveTo>
                <a:lnTo>
                  <a:pt x="4330" y="2315"/>
                </a:lnTo>
                <a:lnTo>
                  <a:pt x="4841" y="2315"/>
                </a:lnTo>
                <a:lnTo>
                  <a:pt x="4841" y="1879"/>
                </a:lnTo>
                <a:lnTo>
                  <a:pt x="4330" y="1879"/>
                </a:lnTo>
                <a:close/>
                <a:moveTo>
                  <a:pt x="3789" y="1879"/>
                </a:moveTo>
                <a:lnTo>
                  <a:pt x="3789" y="2315"/>
                </a:lnTo>
                <a:lnTo>
                  <a:pt x="4300" y="2315"/>
                </a:lnTo>
                <a:lnTo>
                  <a:pt x="4300" y="1879"/>
                </a:lnTo>
                <a:lnTo>
                  <a:pt x="3789" y="1879"/>
                </a:lnTo>
                <a:close/>
                <a:moveTo>
                  <a:pt x="3247" y="1879"/>
                </a:moveTo>
                <a:lnTo>
                  <a:pt x="3247" y="2315"/>
                </a:lnTo>
                <a:lnTo>
                  <a:pt x="3758" y="2315"/>
                </a:lnTo>
                <a:lnTo>
                  <a:pt x="3758" y="1879"/>
                </a:lnTo>
                <a:lnTo>
                  <a:pt x="3247" y="1879"/>
                </a:lnTo>
                <a:close/>
                <a:moveTo>
                  <a:pt x="2705" y="1879"/>
                </a:moveTo>
                <a:lnTo>
                  <a:pt x="2705" y="2315"/>
                </a:lnTo>
                <a:lnTo>
                  <a:pt x="3216" y="2315"/>
                </a:lnTo>
                <a:lnTo>
                  <a:pt x="3216" y="1879"/>
                </a:lnTo>
                <a:lnTo>
                  <a:pt x="2705" y="1879"/>
                </a:lnTo>
                <a:close/>
                <a:moveTo>
                  <a:pt x="2164" y="1879"/>
                </a:moveTo>
                <a:lnTo>
                  <a:pt x="2164" y="2315"/>
                </a:lnTo>
                <a:lnTo>
                  <a:pt x="2675" y="2315"/>
                </a:lnTo>
                <a:lnTo>
                  <a:pt x="2675" y="1879"/>
                </a:lnTo>
                <a:lnTo>
                  <a:pt x="2164" y="1879"/>
                </a:lnTo>
                <a:close/>
                <a:moveTo>
                  <a:pt x="1622" y="1879"/>
                </a:moveTo>
                <a:lnTo>
                  <a:pt x="1622" y="2315"/>
                </a:lnTo>
                <a:lnTo>
                  <a:pt x="2133" y="2315"/>
                </a:lnTo>
                <a:lnTo>
                  <a:pt x="2133" y="1879"/>
                </a:lnTo>
                <a:lnTo>
                  <a:pt x="1622" y="1879"/>
                </a:lnTo>
                <a:close/>
                <a:moveTo>
                  <a:pt x="1080" y="1879"/>
                </a:moveTo>
                <a:lnTo>
                  <a:pt x="1080" y="2315"/>
                </a:lnTo>
                <a:lnTo>
                  <a:pt x="1591" y="2315"/>
                </a:lnTo>
                <a:lnTo>
                  <a:pt x="1591" y="1879"/>
                </a:lnTo>
                <a:lnTo>
                  <a:pt x="1080" y="1879"/>
                </a:lnTo>
                <a:close/>
                <a:moveTo>
                  <a:pt x="539" y="1879"/>
                </a:moveTo>
                <a:lnTo>
                  <a:pt x="539" y="2315"/>
                </a:lnTo>
                <a:lnTo>
                  <a:pt x="1049" y="2315"/>
                </a:lnTo>
                <a:lnTo>
                  <a:pt x="1049" y="1879"/>
                </a:lnTo>
                <a:lnTo>
                  <a:pt x="539" y="1879"/>
                </a:lnTo>
                <a:close/>
                <a:moveTo>
                  <a:pt x="31" y="1879"/>
                </a:moveTo>
                <a:lnTo>
                  <a:pt x="31" y="2315"/>
                </a:lnTo>
                <a:lnTo>
                  <a:pt x="508" y="2315"/>
                </a:lnTo>
                <a:lnTo>
                  <a:pt x="508" y="1879"/>
                </a:lnTo>
                <a:lnTo>
                  <a:pt x="31" y="1879"/>
                </a:lnTo>
                <a:close/>
                <a:moveTo>
                  <a:pt x="14622" y="1416"/>
                </a:moveTo>
                <a:lnTo>
                  <a:pt x="14622" y="1851"/>
                </a:lnTo>
                <a:lnTo>
                  <a:pt x="15133" y="1851"/>
                </a:lnTo>
                <a:lnTo>
                  <a:pt x="15133" y="1416"/>
                </a:lnTo>
                <a:lnTo>
                  <a:pt x="14622" y="1416"/>
                </a:lnTo>
                <a:close/>
                <a:moveTo>
                  <a:pt x="14081" y="1416"/>
                </a:moveTo>
                <a:lnTo>
                  <a:pt x="14081" y="1851"/>
                </a:lnTo>
                <a:lnTo>
                  <a:pt x="14592" y="1851"/>
                </a:lnTo>
                <a:lnTo>
                  <a:pt x="14592" y="1416"/>
                </a:lnTo>
                <a:lnTo>
                  <a:pt x="14081" y="1416"/>
                </a:lnTo>
                <a:close/>
                <a:moveTo>
                  <a:pt x="13539" y="1416"/>
                </a:moveTo>
                <a:lnTo>
                  <a:pt x="13539" y="1851"/>
                </a:lnTo>
                <a:lnTo>
                  <a:pt x="14050" y="1851"/>
                </a:lnTo>
                <a:lnTo>
                  <a:pt x="14050" y="1416"/>
                </a:lnTo>
                <a:lnTo>
                  <a:pt x="13539" y="1416"/>
                </a:lnTo>
                <a:close/>
                <a:moveTo>
                  <a:pt x="12997" y="1416"/>
                </a:moveTo>
                <a:lnTo>
                  <a:pt x="12997" y="1851"/>
                </a:lnTo>
                <a:lnTo>
                  <a:pt x="13508" y="1851"/>
                </a:lnTo>
                <a:lnTo>
                  <a:pt x="13508" y="1416"/>
                </a:lnTo>
                <a:lnTo>
                  <a:pt x="12997" y="1416"/>
                </a:lnTo>
                <a:close/>
                <a:moveTo>
                  <a:pt x="12456" y="1416"/>
                </a:moveTo>
                <a:lnTo>
                  <a:pt x="12456" y="1851"/>
                </a:lnTo>
                <a:lnTo>
                  <a:pt x="12967" y="1851"/>
                </a:lnTo>
                <a:lnTo>
                  <a:pt x="12967" y="1416"/>
                </a:lnTo>
                <a:lnTo>
                  <a:pt x="12456" y="1416"/>
                </a:lnTo>
                <a:close/>
                <a:moveTo>
                  <a:pt x="11914" y="1416"/>
                </a:moveTo>
                <a:lnTo>
                  <a:pt x="11914" y="1851"/>
                </a:lnTo>
                <a:lnTo>
                  <a:pt x="12425" y="1851"/>
                </a:lnTo>
                <a:lnTo>
                  <a:pt x="12425" y="1416"/>
                </a:lnTo>
                <a:lnTo>
                  <a:pt x="11914" y="1416"/>
                </a:lnTo>
                <a:close/>
                <a:moveTo>
                  <a:pt x="11372" y="1416"/>
                </a:moveTo>
                <a:lnTo>
                  <a:pt x="11372" y="1851"/>
                </a:lnTo>
                <a:lnTo>
                  <a:pt x="11883" y="1851"/>
                </a:lnTo>
                <a:lnTo>
                  <a:pt x="11883" y="1416"/>
                </a:lnTo>
                <a:lnTo>
                  <a:pt x="11372" y="1416"/>
                </a:lnTo>
                <a:close/>
                <a:moveTo>
                  <a:pt x="10831" y="1416"/>
                </a:moveTo>
                <a:lnTo>
                  <a:pt x="10831" y="1851"/>
                </a:lnTo>
                <a:lnTo>
                  <a:pt x="11341" y="1851"/>
                </a:lnTo>
                <a:lnTo>
                  <a:pt x="11341" y="1416"/>
                </a:lnTo>
                <a:lnTo>
                  <a:pt x="10831" y="1416"/>
                </a:lnTo>
                <a:close/>
                <a:moveTo>
                  <a:pt x="10289" y="1416"/>
                </a:moveTo>
                <a:lnTo>
                  <a:pt x="10289" y="1851"/>
                </a:lnTo>
                <a:lnTo>
                  <a:pt x="10800" y="1851"/>
                </a:lnTo>
                <a:lnTo>
                  <a:pt x="10800" y="1416"/>
                </a:lnTo>
                <a:lnTo>
                  <a:pt x="10289" y="1416"/>
                </a:lnTo>
                <a:close/>
                <a:moveTo>
                  <a:pt x="9747" y="1416"/>
                </a:moveTo>
                <a:lnTo>
                  <a:pt x="9747" y="1851"/>
                </a:lnTo>
                <a:lnTo>
                  <a:pt x="10258" y="1851"/>
                </a:lnTo>
                <a:lnTo>
                  <a:pt x="10258" y="1416"/>
                </a:lnTo>
                <a:lnTo>
                  <a:pt x="9747" y="1416"/>
                </a:lnTo>
                <a:close/>
                <a:moveTo>
                  <a:pt x="9206" y="1416"/>
                </a:moveTo>
                <a:lnTo>
                  <a:pt x="9206" y="1851"/>
                </a:lnTo>
                <a:lnTo>
                  <a:pt x="9716" y="1851"/>
                </a:lnTo>
                <a:lnTo>
                  <a:pt x="9716" y="1416"/>
                </a:lnTo>
                <a:lnTo>
                  <a:pt x="9206" y="1416"/>
                </a:lnTo>
                <a:close/>
                <a:moveTo>
                  <a:pt x="8664" y="1416"/>
                </a:moveTo>
                <a:lnTo>
                  <a:pt x="8664" y="1851"/>
                </a:lnTo>
                <a:lnTo>
                  <a:pt x="9175" y="1851"/>
                </a:lnTo>
                <a:lnTo>
                  <a:pt x="9175" y="1416"/>
                </a:lnTo>
                <a:lnTo>
                  <a:pt x="8664" y="1416"/>
                </a:lnTo>
                <a:close/>
                <a:moveTo>
                  <a:pt x="8122" y="1416"/>
                </a:moveTo>
                <a:lnTo>
                  <a:pt x="8122" y="1851"/>
                </a:lnTo>
                <a:lnTo>
                  <a:pt x="8633" y="1851"/>
                </a:lnTo>
                <a:lnTo>
                  <a:pt x="8633" y="1416"/>
                </a:lnTo>
                <a:lnTo>
                  <a:pt x="8122" y="1416"/>
                </a:lnTo>
                <a:close/>
                <a:moveTo>
                  <a:pt x="7581" y="1416"/>
                </a:moveTo>
                <a:lnTo>
                  <a:pt x="7581" y="1851"/>
                </a:lnTo>
                <a:lnTo>
                  <a:pt x="8091" y="1851"/>
                </a:lnTo>
                <a:lnTo>
                  <a:pt x="8091" y="1416"/>
                </a:lnTo>
                <a:lnTo>
                  <a:pt x="7581" y="1416"/>
                </a:lnTo>
                <a:close/>
                <a:moveTo>
                  <a:pt x="7039" y="1416"/>
                </a:moveTo>
                <a:lnTo>
                  <a:pt x="7039" y="1851"/>
                </a:lnTo>
                <a:lnTo>
                  <a:pt x="7550" y="1851"/>
                </a:lnTo>
                <a:lnTo>
                  <a:pt x="7550" y="1416"/>
                </a:lnTo>
                <a:lnTo>
                  <a:pt x="7039" y="1416"/>
                </a:lnTo>
                <a:close/>
                <a:moveTo>
                  <a:pt x="6497" y="1416"/>
                </a:moveTo>
                <a:lnTo>
                  <a:pt x="6497" y="1851"/>
                </a:lnTo>
                <a:lnTo>
                  <a:pt x="7008" y="1851"/>
                </a:lnTo>
                <a:lnTo>
                  <a:pt x="7008" y="1416"/>
                </a:lnTo>
                <a:lnTo>
                  <a:pt x="6497" y="1416"/>
                </a:lnTo>
                <a:close/>
                <a:moveTo>
                  <a:pt x="5955" y="1416"/>
                </a:moveTo>
                <a:lnTo>
                  <a:pt x="5955" y="1851"/>
                </a:lnTo>
                <a:lnTo>
                  <a:pt x="6466" y="1851"/>
                </a:lnTo>
                <a:lnTo>
                  <a:pt x="6466" y="1416"/>
                </a:lnTo>
                <a:lnTo>
                  <a:pt x="5955" y="1416"/>
                </a:lnTo>
                <a:close/>
                <a:moveTo>
                  <a:pt x="5414" y="1416"/>
                </a:moveTo>
                <a:lnTo>
                  <a:pt x="5414" y="1851"/>
                </a:lnTo>
                <a:lnTo>
                  <a:pt x="5925" y="1851"/>
                </a:lnTo>
                <a:lnTo>
                  <a:pt x="5925" y="1416"/>
                </a:lnTo>
                <a:lnTo>
                  <a:pt x="5414" y="1416"/>
                </a:lnTo>
                <a:close/>
                <a:moveTo>
                  <a:pt x="4872" y="1416"/>
                </a:moveTo>
                <a:lnTo>
                  <a:pt x="4872" y="1851"/>
                </a:lnTo>
                <a:lnTo>
                  <a:pt x="5383" y="1851"/>
                </a:lnTo>
                <a:lnTo>
                  <a:pt x="5383" y="1416"/>
                </a:lnTo>
                <a:lnTo>
                  <a:pt x="4872" y="1416"/>
                </a:lnTo>
                <a:close/>
                <a:moveTo>
                  <a:pt x="4330" y="1416"/>
                </a:moveTo>
                <a:lnTo>
                  <a:pt x="4330" y="1851"/>
                </a:lnTo>
                <a:lnTo>
                  <a:pt x="4841" y="1851"/>
                </a:lnTo>
                <a:lnTo>
                  <a:pt x="4841" y="1416"/>
                </a:lnTo>
                <a:lnTo>
                  <a:pt x="4330" y="1416"/>
                </a:lnTo>
                <a:close/>
                <a:moveTo>
                  <a:pt x="3789" y="1416"/>
                </a:moveTo>
                <a:lnTo>
                  <a:pt x="3789" y="1851"/>
                </a:lnTo>
                <a:lnTo>
                  <a:pt x="4300" y="1851"/>
                </a:lnTo>
                <a:lnTo>
                  <a:pt x="4300" y="1416"/>
                </a:lnTo>
                <a:lnTo>
                  <a:pt x="3789" y="1416"/>
                </a:lnTo>
                <a:close/>
                <a:moveTo>
                  <a:pt x="3247" y="1416"/>
                </a:moveTo>
                <a:lnTo>
                  <a:pt x="3247" y="1851"/>
                </a:lnTo>
                <a:lnTo>
                  <a:pt x="3758" y="1851"/>
                </a:lnTo>
                <a:lnTo>
                  <a:pt x="3758" y="1416"/>
                </a:lnTo>
                <a:lnTo>
                  <a:pt x="3247" y="1416"/>
                </a:lnTo>
                <a:close/>
                <a:moveTo>
                  <a:pt x="2705" y="1416"/>
                </a:moveTo>
                <a:lnTo>
                  <a:pt x="2705" y="1851"/>
                </a:lnTo>
                <a:lnTo>
                  <a:pt x="3216" y="1851"/>
                </a:lnTo>
                <a:lnTo>
                  <a:pt x="3216" y="1416"/>
                </a:lnTo>
                <a:lnTo>
                  <a:pt x="2705" y="1416"/>
                </a:lnTo>
                <a:close/>
                <a:moveTo>
                  <a:pt x="2164" y="1416"/>
                </a:moveTo>
                <a:lnTo>
                  <a:pt x="2164" y="1851"/>
                </a:lnTo>
                <a:lnTo>
                  <a:pt x="2675" y="1851"/>
                </a:lnTo>
                <a:lnTo>
                  <a:pt x="2675" y="1416"/>
                </a:lnTo>
                <a:lnTo>
                  <a:pt x="2164" y="1416"/>
                </a:lnTo>
                <a:close/>
                <a:moveTo>
                  <a:pt x="1622" y="1416"/>
                </a:moveTo>
                <a:lnTo>
                  <a:pt x="1622" y="1851"/>
                </a:lnTo>
                <a:lnTo>
                  <a:pt x="2133" y="1851"/>
                </a:lnTo>
                <a:lnTo>
                  <a:pt x="2133" y="1416"/>
                </a:lnTo>
                <a:lnTo>
                  <a:pt x="1622" y="1416"/>
                </a:lnTo>
                <a:close/>
                <a:moveTo>
                  <a:pt x="1080" y="1416"/>
                </a:moveTo>
                <a:lnTo>
                  <a:pt x="1080" y="1851"/>
                </a:lnTo>
                <a:lnTo>
                  <a:pt x="1591" y="1851"/>
                </a:lnTo>
                <a:lnTo>
                  <a:pt x="1591" y="1416"/>
                </a:lnTo>
                <a:lnTo>
                  <a:pt x="1080" y="1416"/>
                </a:lnTo>
                <a:close/>
                <a:moveTo>
                  <a:pt x="539" y="1416"/>
                </a:moveTo>
                <a:lnTo>
                  <a:pt x="539" y="1851"/>
                </a:lnTo>
                <a:lnTo>
                  <a:pt x="1049" y="1851"/>
                </a:lnTo>
                <a:lnTo>
                  <a:pt x="1049" y="1416"/>
                </a:lnTo>
                <a:lnTo>
                  <a:pt x="539" y="1416"/>
                </a:lnTo>
                <a:close/>
                <a:moveTo>
                  <a:pt x="31" y="1416"/>
                </a:moveTo>
                <a:lnTo>
                  <a:pt x="31" y="1851"/>
                </a:lnTo>
                <a:lnTo>
                  <a:pt x="508" y="1851"/>
                </a:lnTo>
                <a:lnTo>
                  <a:pt x="508" y="1416"/>
                </a:lnTo>
                <a:lnTo>
                  <a:pt x="31" y="1416"/>
                </a:lnTo>
                <a:close/>
                <a:moveTo>
                  <a:pt x="14622" y="952"/>
                </a:moveTo>
                <a:lnTo>
                  <a:pt x="14622" y="1387"/>
                </a:lnTo>
                <a:lnTo>
                  <a:pt x="15133" y="1387"/>
                </a:lnTo>
                <a:lnTo>
                  <a:pt x="15133" y="952"/>
                </a:lnTo>
                <a:lnTo>
                  <a:pt x="14622" y="952"/>
                </a:lnTo>
                <a:close/>
                <a:moveTo>
                  <a:pt x="14081" y="952"/>
                </a:moveTo>
                <a:lnTo>
                  <a:pt x="14081" y="1387"/>
                </a:lnTo>
                <a:lnTo>
                  <a:pt x="14592" y="1387"/>
                </a:lnTo>
                <a:lnTo>
                  <a:pt x="14592" y="952"/>
                </a:lnTo>
                <a:lnTo>
                  <a:pt x="14081" y="952"/>
                </a:lnTo>
                <a:close/>
                <a:moveTo>
                  <a:pt x="13539" y="952"/>
                </a:moveTo>
                <a:lnTo>
                  <a:pt x="13539" y="1387"/>
                </a:lnTo>
                <a:lnTo>
                  <a:pt x="14050" y="1387"/>
                </a:lnTo>
                <a:lnTo>
                  <a:pt x="14050" y="952"/>
                </a:lnTo>
                <a:lnTo>
                  <a:pt x="13539" y="952"/>
                </a:lnTo>
                <a:close/>
                <a:moveTo>
                  <a:pt x="12997" y="952"/>
                </a:moveTo>
                <a:lnTo>
                  <a:pt x="12997" y="1387"/>
                </a:lnTo>
                <a:lnTo>
                  <a:pt x="13508" y="1387"/>
                </a:lnTo>
                <a:lnTo>
                  <a:pt x="13508" y="952"/>
                </a:lnTo>
                <a:lnTo>
                  <a:pt x="12997" y="952"/>
                </a:lnTo>
                <a:close/>
                <a:moveTo>
                  <a:pt x="12456" y="952"/>
                </a:moveTo>
                <a:lnTo>
                  <a:pt x="12456" y="1387"/>
                </a:lnTo>
                <a:lnTo>
                  <a:pt x="12967" y="1387"/>
                </a:lnTo>
                <a:lnTo>
                  <a:pt x="12967" y="952"/>
                </a:lnTo>
                <a:lnTo>
                  <a:pt x="12456" y="952"/>
                </a:lnTo>
                <a:close/>
                <a:moveTo>
                  <a:pt x="11914" y="952"/>
                </a:moveTo>
                <a:lnTo>
                  <a:pt x="11914" y="1387"/>
                </a:lnTo>
                <a:lnTo>
                  <a:pt x="12425" y="1387"/>
                </a:lnTo>
                <a:lnTo>
                  <a:pt x="12425" y="952"/>
                </a:lnTo>
                <a:lnTo>
                  <a:pt x="11914" y="952"/>
                </a:lnTo>
                <a:close/>
                <a:moveTo>
                  <a:pt x="11372" y="952"/>
                </a:moveTo>
                <a:lnTo>
                  <a:pt x="11372" y="1387"/>
                </a:lnTo>
                <a:lnTo>
                  <a:pt x="11883" y="1387"/>
                </a:lnTo>
                <a:lnTo>
                  <a:pt x="11883" y="952"/>
                </a:lnTo>
                <a:lnTo>
                  <a:pt x="11372" y="952"/>
                </a:lnTo>
                <a:close/>
                <a:moveTo>
                  <a:pt x="10831" y="952"/>
                </a:moveTo>
                <a:lnTo>
                  <a:pt x="10831" y="1387"/>
                </a:lnTo>
                <a:lnTo>
                  <a:pt x="11341" y="1387"/>
                </a:lnTo>
                <a:lnTo>
                  <a:pt x="11341" y="952"/>
                </a:lnTo>
                <a:lnTo>
                  <a:pt x="10831" y="952"/>
                </a:lnTo>
                <a:close/>
                <a:moveTo>
                  <a:pt x="10289" y="952"/>
                </a:moveTo>
                <a:lnTo>
                  <a:pt x="10289" y="1387"/>
                </a:lnTo>
                <a:lnTo>
                  <a:pt x="10800" y="1387"/>
                </a:lnTo>
                <a:lnTo>
                  <a:pt x="10800" y="952"/>
                </a:lnTo>
                <a:lnTo>
                  <a:pt x="10289" y="952"/>
                </a:lnTo>
                <a:close/>
                <a:moveTo>
                  <a:pt x="9747" y="952"/>
                </a:moveTo>
                <a:lnTo>
                  <a:pt x="9747" y="1387"/>
                </a:lnTo>
                <a:lnTo>
                  <a:pt x="10258" y="1387"/>
                </a:lnTo>
                <a:lnTo>
                  <a:pt x="10258" y="952"/>
                </a:lnTo>
                <a:lnTo>
                  <a:pt x="9747" y="952"/>
                </a:lnTo>
                <a:close/>
                <a:moveTo>
                  <a:pt x="9206" y="952"/>
                </a:moveTo>
                <a:lnTo>
                  <a:pt x="9206" y="1387"/>
                </a:lnTo>
                <a:lnTo>
                  <a:pt x="9716" y="1387"/>
                </a:lnTo>
                <a:lnTo>
                  <a:pt x="9716" y="952"/>
                </a:lnTo>
                <a:lnTo>
                  <a:pt x="9206" y="952"/>
                </a:lnTo>
                <a:close/>
                <a:moveTo>
                  <a:pt x="8664" y="952"/>
                </a:moveTo>
                <a:lnTo>
                  <a:pt x="8664" y="1387"/>
                </a:lnTo>
                <a:lnTo>
                  <a:pt x="9175" y="1387"/>
                </a:lnTo>
                <a:lnTo>
                  <a:pt x="9175" y="952"/>
                </a:lnTo>
                <a:lnTo>
                  <a:pt x="8664" y="952"/>
                </a:lnTo>
                <a:close/>
                <a:moveTo>
                  <a:pt x="8122" y="952"/>
                </a:moveTo>
                <a:lnTo>
                  <a:pt x="8122" y="1387"/>
                </a:lnTo>
                <a:lnTo>
                  <a:pt x="8633" y="1387"/>
                </a:lnTo>
                <a:lnTo>
                  <a:pt x="8633" y="952"/>
                </a:lnTo>
                <a:lnTo>
                  <a:pt x="8122" y="952"/>
                </a:lnTo>
                <a:close/>
                <a:moveTo>
                  <a:pt x="7581" y="952"/>
                </a:moveTo>
                <a:lnTo>
                  <a:pt x="7581" y="1387"/>
                </a:lnTo>
                <a:lnTo>
                  <a:pt x="8091" y="1387"/>
                </a:lnTo>
                <a:lnTo>
                  <a:pt x="8091" y="952"/>
                </a:lnTo>
                <a:lnTo>
                  <a:pt x="7581" y="952"/>
                </a:lnTo>
                <a:close/>
                <a:moveTo>
                  <a:pt x="7039" y="952"/>
                </a:moveTo>
                <a:lnTo>
                  <a:pt x="7039" y="1387"/>
                </a:lnTo>
                <a:lnTo>
                  <a:pt x="7550" y="1387"/>
                </a:lnTo>
                <a:lnTo>
                  <a:pt x="7550" y="952"/>
                </a:lnTo>
                <a:lnTo>
                  <a:pt x="7039" y="952"/>
                </a:lnTo>
                <a:close/>
                <a:moveTo>
                  <a:pt x="6497" y="952"/>
                </a:moveTo>
                <a:lnTo>
                  <a:pt x="6497" y="1387"/>
                </a:lnTo>
                <a:lnTo>
                  <a:pt x="7008" y="1387"/>
                </a:lnTo>
                <a:lnTo>
                  <a:pt x="7008" y="952"/>
                </a:lnTo>
                <a:lnTo>
                  <a:pt x="6497" y="952"/>
                </a:lnTo>
                <a:close/>
                <a:moveTo>
                  <a:pt x="5955" y="952"/>
                </a:moveTo>
                <a:lnTo>
                  <a:pt x="5955" y="1387"/>
                </a:lnTo>
                <a:lnTo>
                  <a:pt x="6466" y="1387"/>
                </a:lnTo>
                <a:lnTo>
                  <a:pt x="6466" y="952"/>
                </a:lnTo>
                <a:lnTo>
                  <a:pt x="5955" y="952"/>
                </a:lnTo>
                <a:close/>
                <a:moveTo>
                  <a:pt x="5414" y="952"/>
                </a:moveTo>
                <a:lnTo>
                  <a:pt x="5414" y="1387"/>
                </a:lnTo>
                <a:lnTo>
                  <a:pt x="5925" y="1387"/>
                </a:lnTo>
                <a:lnTo>
                  <a:pt x="5925" y="952"/>
                </a:lnTo>
                <a:lnTo>
                  <a:pt x="5414" y="952"/>
                </a:lnTo>
                <a:close/>
                <a:moveTo>
                  <a:pt x="4872" y="952"/>
                </a:moveTo>
                <a:lnTo>
                  <a:pt x="4872" y="1387"/>
                </a:lnTo>
                <a:lnTo>
                  <a:pt x="5383" y="1387"/>
                </a:lnTo>
                <a:lnTo>
                  <a:pt x="5383" y="952"/>
                </a:lnTo>
                <a:lnTo>
                  <a:pt x="4872" y="952"/>
                </a:lnTo>
                <a:close/>
                <a:moveTo>
                  <a:pt x="4330" y="952"/>
                </a:moveTo>
                <a:lnTo>
                  <a:pt x="4330" y="1387"/>
                </a:lnTo>
                <a:lnTo>
                  <a:pt x="4841" y="1387"/>
                </a:lnTo>
                <a:lnTo>
                  <a:pt x="4841" y="952"/>
                </a:lnTo>
                <a:lnTo>
                  <a:pt x="4330" y="952"/>
                </a:lnTo>
                <a:close/>
                <a:moveTo>
                  <a:pt x="3789" y="952"/>
                </a:moveTo>
                <a:lnTo>
                  <a:pt x="3789" y="1387"/>
                </a:lnTo>
                <a:lnTo>
                  <a:pt x="4300" y="1387"/>
                </a:lnTo>
                <a:lnTo>
                  <a:pt x="4300" y="952"/>
                </a:lnTo>
                <a:lnTo>
                  <a:pt x="3789" y="952"/>
                </a:lnTo>
                <a:close/>
                <a:moveTo>
                  <a:pt x="3247" y="952"/>
                </a:moveTo>
                <a:lnTo>
                  <a:pt x="3247" y="1387"/>
                </a:lnTo>
                <a:lnTo>
                  <a:pt x="3758" y="1387"/>
                </a:lnTo>
                <a:lnTo>
                  <a:pt x="3758" y="952"/>
                </a:lnTo>
                <a:lnTo>
                  <a:pt x="3247" y="952"/>
                </a:lnTo>
                <a:close/>
                <a:moveTo>
                  <a:pt x="2705" y="952"/>
                </a:moveTo>
                <a:lnTo>
                  <a:pt x="2705" y="1387"/>
                </a:lnTo>
                <a:lnTo>
                  <a:pt x="3216" y="1387"/>
                </a:lnTo>
                <a:lnTo>
                  <a:pt x="3216" y="952"/>
                </a:lnTo>
                <a:lnTo>
                  <a:pt x="2705" y="952"/>
                </a:lnTo>
                <a:close/>
                <a:moveTo>
                  <a:pt x="2164" y="952"/>
                </a:moveTo>
                <a:lnTo>
                  <a:pt x="2164" y="1387"/>
                </a:lnTo>
                <a:lnTo>
                  <a:pt x="2675" y="1387"/>
                </a:lnTo>
                <a:lnTo>
                  <a:pt x="2675" y="952"/>
                </a:lnTo>
                <a:lnTo>
                  <a:pt x="2164" y="952"/>
                </a:lnTo>
                <a:close/>
                <a:moveTo>
                  <a:pt x="1622" y="952"/>
                </a:moveTo>
                <a:lnTo>
                  <a:pt x="1622" y="1387"/>
                </a:lnTo>
                <a:lnTo>
                  <a:pt x="2133" y="1387"/>
                </a:lnTo>
                <a:lnTo>
                  <a:pt x="2133" y="952"/>
                </a:lnTo>
                <a:lnTo>
                  <a:pt x="1622" y="952"/>
                </a:lnTo>
                <a:close/>
                <a:moveTo>
                  <a:pt x="1080" y="952"/>
                </a:moveTo>
                <a:lnTo>
                  <a:pt x="1080" y="1387"/>
                </a:lnTo>
                <a:lnTo>
                  <a:pt x="1591" y="1387"/>
                </a:lnTo>
                <a:lnTo>
                  <a:pt x="1591" y="952"/>
                </a:lnTo>
                <a:lnTo>
                  <a:pt x="1080" y="952"/>
                </a:lnTo>
                <a:close/>
                <a:moveTo>
                  <a:pt x="539" y="952"/>
                </a:moveTo>
                <a:lnTo>
                  <a:pt x="539" y="1387"/>
                </a:lnTo>
                <a:lnTo>
                  <a:pt x="1049" y="1387"/>
                </a:lnTo>
                <a:lnTo>
                  <a:pt x="1049" y="952"/>
                </a:lnTo>
                <a:lnTo>
                  <a:pt x="539" y="952"/>
                </a:lnTo>
                <a:close/>
                <a:moveTo>
                  <a:pt x="31" y="952"/>
                </a:moveTo>
                <a:lnTo>
                  <a:pt x="31" y="1387"/>
                </a:lnTo>
                <a:lnTo>
                  <a:pt x="508" y="1387"/>
                </a:lnTo>
                <a:lnTo>
                  <a:pt x="508" y="952"/>
                </a:lnTo>
                <a:lnTo>
                  <a:pt x="31" y="952"/>
                </a:lnTo>
                <a:close/>
                <a:moveTo>
                  <a:pt x="14622" y="488"/>
                </a:moveTo>
                <a:lnTo>
                  <a:pt x="14622" y="923"/>
                </a:lnTo>
                <a:lnTo>
                  <a:pt x="15133" y="923"/>
                </a:lnTo>
                <a:lnTo>
                  <a:pt x="15133" y="488"/>
                </a:lnTo>
                <a:lnTo>
                  <a:pt x="14622" y="488"/>
                </a:lnTo>
                <a:close/>
                <a:moveTo>
                  <a:pt x="14081" y="488"/>
                </a:moveTo>
                <a:lnTo>
                  <a:pt x="14081" y="923"/>
                </a:lnTo>
                <a:lnTo>
                  <a:pt x="14592" y="923"/>
                </a:lnTo>
                <a:lnTo>
                  <a:pt x="14592" y="488"/>
                </a:lnTo>
                <a:lnTo>
                  <a:pt x="14081" y="488"/>
                </a:lnTo>
                <a:close/>
                <a:moveTo>
                  <a:pt x="13539" y="488"/>
                </a:moveTo>
                <a:lnTo>
                  <a:pt x="13539" y="923"/>
                </a:lnTo>
                <a:lnTo>
                  <a:pt x="14050" y="923"/>
                </a:lnTo>
                <a:lnTo>
                  <a:pt x="14050" y="488"/>
                </a:lnTo>
                <a:lnTo>
                  <a:pt x="13539" y="488"/>
                </a:lnTo>
                <a:close/>
                <a:moveTo>
                  <a:pt x="12997" y="488"/>
                </a:moveTo>
                <a:lnTo>
                  <a:pt x="12997" y="923"/>
                </a:lnTo>
                <a:lnTo>
                  <a:pt x="13508" y="923"/>
                </a:lnTo>
                <a:lnTo>
                  <a:pt x="13508" y="488"/>
                </a:lnTo>
                <a:lnTo>
                  <a:pt x="12997" y="488"/>
                </a:lnTo>
                <a:close/>
                <a:moveTo>
                  <a:pt x="12456" y="488"/>
                </a:moveTo>
                <a:lnTo>
                  <a:pt x="12456" y="923"/>
                </a:lnTo>
                <a:lnTo>
                  <a:pt x="12967" y="923"/>
                </a:lnTo>
                <a:lnTo>
                  <a:pt x="12967" y="488"/>
                </a:lnTo>
                <a:lnTo>
                  <a:pt x="12456" y="488"/>
                </a:lnTo>
                <a:close/>
                <a:moveTo>
                  <a:pt x="11914" y="488"/>
                </a:moveTo>
                <a:lnTo>
                  <a:pt x="11914" y="923"/>
                </a:lnTo>
                <a:lnTo>
                  <a:pt x="12425" y="923"/>
                </a:lnTo>
                <a:lnTo>
                  <a:pt x="12425" y="488"/>
                </a:lnTo>
                <a:lnTo>
                  <a:pt x="11914" y="488"/>
                </a:lnTo>
                <a:close/>
                <a:moveTo>
                  <a:pt x="11372" y="488"/>
                </a:moveTo>
                <a:lnTo>
                  <a:pt x="11372" y="923"/>
                </a:lnTo>
                <a:lnTo>
                  <a:pt x="11883" y="923"/>
                </a:lnTo>
                <a:lnTo>
                  <a:pt x="11883" y="488"/>
                </a:lnTo>
                <a:lnTo>
                  <a:pt x="11372" y="488"/>
                </a:lnTo>
                <a:close/>
                <a:moveTo>
                  <a:pt x="10831" y="488"/>
                </a:moveTo>
                <a:lnTo>
                  <a:pt x="10831" y="923"/>
                </a:lnTo>
                <a:lnTo>
                  <a:pt x="11341" y="923"/>
                </a:lnTo>
                <a:lnTo>
                  <a:pt x="11341" y="488"/>
                </a:lnTo>
                <a:lnTo>
                  <a:pt x="10831" y="488"/>
                </a:lnTo>
                <a:close/>
                <a:moveTo>
                  <a:pt x="10289" y="488"/>
                </a:moveTo>
                <a:lnTo>
                  <a:pt x="10289" y="923"/>
                </a:lnTo>
                <a:lnTo>
                  <a:pt x="10800" y="923"/>
                </a:lnTo>
                <a:lnTo>
                  <a:pt x="10800" y="488"/>
                </a:lnTo>
                <a:lnTo>
                  <a:pt x="10289" y="488"/>
                </a:lnTo>
                <a:close/>
                <a:moveTo>
                  <a:pt x="9747" y="488"/>
                </a:moveTo>
                <a:lnTo>
                  <a:pt x="9747" y="923"/>
                </a:lnTo>
                <a:lnTo>
                  <a:pt x="10258" y="923"/>
                </a:lnTo>
                <a:lnTo>
                  <a:pt x="10258" y="488"/>
                </a:lnTo>
                <a:lnTo>
                  <a:pt x="9747" y="488"/>
                </a:lnTo>
                <a:close/>
                <a:moveTo>
                  <a:pt x="9206" y="488"/>
                </a:moveTo>
                <a:lnTo>
                  <a:pt x="9206" y="923"/>
                </a:lnTo>
                <a:lnTo>
                  <a:pt x="9716" y="923"/>
                </a:lnTo>
                <a:lnTo>
                  <a:pt x="9716" y="488"/>
                </a:lnTo>
                <a:lnTo>
                  <a:pt x="9206" y="488"/>
                </a:lnTo>
                <a:close/>
                <a:moveTo>
                  <a:pt x="8664" y="488"/>
                </a:moveTo>
                <a:lnTo>
                  <a:pt x="8664" y="923"/>
                </a:lnTo>
                <a:lnTo>
                  <a:pt x="9175" y="923"/>
                </a:lnTo>
                <a:lnTo>
                  <a:pt x="9175" y="488"/>
                </a:lnTo>
                <a:lnTo>
                  <a:pt x="8664" y="488"/>
                </a:lnTo>
                <a:close/>
                <a:moveTo>
                  <a:pt x="8122" y="488"/>
                </a:moveTo>
                <a:lnTo>
                  <a:pt x="8122" y="923"/>
                </a:lnTo>
                <a:lnTo>
                  <a:pt x="8633" y="923"/>
                </a:lnTo>
                <a:lnTo>
                  <a:pt x="8633" y="488"/>
                </a:lnTo>
                <a:lnTo>
                  <a:pt x="8122" y="488"/>
                </a:lnTo>
                <a:close/>
                <a:moveTo>
                  <a:pt x="7581" y="488"/>
                </a:moveTo>
                <a:lnTo>
                  <a:pt x="7581" y="923"/>
                </a:lnTo>
                <a:lnTo>
                  <a:pt x="8091" y="923"/>
                </a:lnTo>
                <a:lnTo>
                  <a:pt x="8091" y="488"/>
                </a:lnTo>
                <a:lnTo>
                  <a:pt x="7581" y="488"/>
                </a:lnTo>
                <a:close/>
                <a:moveTo>
                  <a:pt x="7039" y="488"/>
                </a:moveTo>
                <a:lnTo>
                  <a:pt x="7039" y="923"/>
                </a:lnTo>
                <a:lnTo>
                  <a:pt x="7550" y="923"/>
                </a:lnTo>
                <a:lnTo>
                  <a:pt x="7550" y="488"/>
                </a:lnTo>
                <a:lnTo>
                  <a:pt x="7039" y="488"/>
                </a:lnTo>
                <a:close/>
                <a:moveTo>
                  <a:pt x="6497" y="488"/>
                </a:moveTo>
                <a:lnTo>
                  <a:pt x="6497" y="923"/>
                </a:lnTo>
                <a:lnTo>
                  <a:pt x="7008" y="923"/>
                </a:lnTo>
                <a:lnTo>
                  <a:pt x="7008" y="488"/>
                </a:lnTo>
                <a:lnTo>
                  <a:pt x="6497" y="488"/>
                </a:lnTo>
                <a:close/>
                <a:moveTo>
                  <a:pt x="5955" y="488"/>
                </a:moveTo>
                <a:lnTo>
                  <a:pt x="5955" y="923"/>
                </a:lnTo>
                <a:lnTo>
                  <a:pt x="6466" y="923"/>
                </a:lnTo>
                <a:lnTo>
                  <a:pt x="6466" y="488"/>
                </a:lnTo>
                <a:lnTo>
                  <a:pt x="5955" y="488"/>
                </a:lnTo>
                <a:close/>
                <a:moveTo>
                  <a:pt x="5414" y="488"/>
                </a:moveTo>
                <a:lnTo>
                  <a:pt x="5414" y="923"/>
                </a:lnTo>
                <a:lnTo>
                  <a:pt x="5925" y="923"/>
                </a:lnTo>
                <a:lnTo>
                  <a:pt x="5925" y="488"/>
                </a:lnTo>
                <a:lnTo>
                  <a:pt x="5414" y="488"/>
                </a:lnTo>
                <a:close/>
                <a:moveTo>
                  <a:pt x="4872" y="488"/>
                </a:moveTo>
                <a:lnTo>
                  <a:pt x="4872" y="923"/>
                </a:lnTo>
                <a:lnTo>
                  <a:pt x="5383" y="923"/>
                </a:lnTo>
                <a:lnTo>
                  <a:pt x="5383" y="488"/>
                </a:lnTo>
                <a:lnTo>
                  <a:pt x="4872" y="488"/>
                </a:lnTo>
                <a:close/>
                <a:moveTo>
                  <a:pt x="4330" y="488"/>
                </a:moveTo>
                <a:lnTo>
                  <a:pt x="4330" y="923"/>
                </a:lnTo>
                <a:lnTo>
                  <a:pt x="4841" y="923"/>
                </a:lnTo>
                <a:lnTo>
                  <a:pt x="4841" y="488"/>
                </a:lnTo>
                <a:lnTo>
                  <a:pt x="4330" y="488"/>
                </a:lnTo>
                <a:close/>
                <a:moveTo>
                  <a:pt x="3789" y="488"/>
                </a:moveTo>
                <a:lnTo>
                  <a:pt x="3789" y="923"/>
                </a:lnTo>
                <a:lnTo>
                  <a:pt x="4300" y="923"/>
                </a:lnTo>
                <a:lnTo>
                  <a:pt x="4300" y="488"/>
                </a:lnTo>
                <a:lnTo>
                  <a:pt x="3789" y="488"/>
                </a:lnTo>
                <a:close/>
                <a:moveTo>
                  <a:pt x="3247" y="488"/>
                </a:moveTo>
                <a:lnTo>
                  <a:pt x="3247" y="923"/>
                </a:lnTo>
                <a:lnTo>
                  <a:pt x="3758" y="923"/>
                </a:lnTo>
                <a:lnTo>
                  <a:pt x="3758" y="488"/>
                </a:lnTo>
                <a:lnTo>
                  <a:pt x="3247" y="488"/>
                </a:lnTo>
                <a:close/>
                <a:moveTo>
                  <a:pt x="2705" y="488"/>
                </a:moveTo>
                <a:lnTo>
                  <a:pt x="2705" y="923"/>
                </a:lnTo>
                <a:lnTo>
                  <a:pt x="3216" y="923"/>
                </a:lnTo>
                <a:lnTo>
                  <a:pt x="3216" y="488"/>
                </a:lnTo>
                <a:lnTo>
                  <a:pt x="2705" y="488"/>
                </a:lnTo>
                <a:close/>
                <a:moveTo>
                  <a:pt x="2164" y="488"/>
                </a:moveTo>
                <a:lnTo>
                  <a:pt x="2164" y="923"/>
                </a:lnTo>
                <a:lnTo>
                  <a:pt x="2675" y="923"/>
                </a:lnTo>
                <a:lnTo>
                  <a:pt x="2675" y="488"/>
                </a:lnTo>
                <a:lnTo>
                  <a:pt x="2164" y="488"/>
                </a:lnTo>
                <a:close/>
                <a:moveTo>
                  <a:pt x="1622" y="488"/>
                </a:moveTo>
                <a:lnTo>
                  <a:pt x="1622" y="923"/>
                </a:lnTo>
                <a:lnTo>
                  <a:pt x="2133" y="923"/>
                </a:lnTo>
                <a:lnTo>
                  <a:pt x="2133" y="488"/>
                </a:lnTo>
                <a:lnTo>
                  <a:pt x="1622" y="488"/>
                </a:lnTo>
                <a:close/>
                <a:moveTo>
                  <a:pt x="1080" y="488"/>
                </a:moveTo>
                <a:lnTo>
                  <a:pt x="1080" y="923"/>
                </a:lnTo>
                <a:lnTo>
                  <a:pt x="1591" y="923"/>
                </a:lnTo>
                <a:lnTo>
                  <a:pt x="1591" y="488"/>
                </a:lnTo>
                <a:lnTo>
                  <a:pt x="1080" y="488"/>
                </a:lnTo>
                <a:close/>
                <a:moveTo>
                  <a:pt x="539" y="488"/>
                </a:moveTo>
                <a:lnTo>
                  <a:pt x="539" y="923"/>
                </a:lnTo>
                <a:lnTo>
                  <a:pt x="1049" y="923"/>
                </a:lnTo>
                <a:lnTo>
                  <a:pt x="1049" y="488"/>
                </a:lnTo>
                <a:lnTo>
                  <a:pt x="539" y="488"/>
                </a:lnTo>
                <a:close/>
                <a:moveTo>
                  <a:pt x="31" y="488"/>
                </a:moveTo>
                <a:lnTo>
                  <a:pt x="31" y="923"/>
                </a:lnTo>
                <a:lnTo>
                  <a:pt x="508" y="923"/>
                </a:lnTo>
                <a:lnTo>
                  <a:pt x="508" y="488"/>
                </a:lnTo>
                <a:lnTo>
                  <a:pt x="31" y="488"/>
                </a:lnTo>
                <a:close/>
                <a:moveTo>
                  <a:pt x="0" y="0"/>
                </a:moveTo>
                <a:lnTo>
                  <a:pt x="31" y="0"/>
                </a:lnTo>
                <a:lnTo>
                  <a:pt x="31" y="460"/>
                </a:lnTo>
                <a:lnTo>
                  <a:pt x="508" y="460"/>
                </a:lnTo>
                <a:lnTo>
                  <a:pt x="508" y="0"/>
                </a:lnTo>
                <a:lnTo>
                  <a:pt x="539" y="0"/>
                </a:lnTo>
                <a:lnTo>
                  <a:pt x="539" y="460"/>
                </a:lnTo>
                <a:lnTo>
                  <a:pt x="1049" y="460"/>
                </a:lnTo>
                <a:lnTo>
                  <a:pt x="1049" y="0"/>
                </a:lnTo>
                <a:lnTo>
                  <a:pt x="1080" y="0"/>
                </a:lnTo>
                <a:lnTo>
                  <a:pt x="1080" y="460"/>
                </a:lnTo>
                <a:lnTo>
                  <a:pt x="1591" y="460"/>
                </a:lnTo>
                <a:lnTo>
                  <a:pt x="1591" y="0"/>
                </a:lnTo>
                <a:lnTo>
                  <a:pt x="1622" y="0"/>
                </a:lnTo>
                <a:lnTo>
                  <a:pt x="1622" y="460"/>
                </a:lnTo>
                <a:lnTo>
                  <a:pt x="2133" y="460"/>
                </a:lnTo>
                <a:lnTo>
                  <a:pt x="2133" y="0"/>
                </a:lnTo>
                <a:lnTo>
                  <a:pt x="2164" y="0"/>
                </a:lnTo>
                <a:lnTo>
                  <a:pt x="2164" y="460"/>
                </a:lnTo>
                <a:lnTo>
                  <a:pt x="2675" y="460"/>
                </a:lnTo>
                <a:lnTo>
                  <a:pt x="2675" y="0"/>
                </a:lnTo>
                <a:lnTo>
                  <a:pt x="2705" y="0"/>
                </a:lnTo>
                <a:lnTo>
                  <a:pt x="2705" y="460"/>
                </a:lnTo>
                <a:lnTo>
                  <a:pt x="3216" y="460"/>
                </a:lnTo>
                <a:lnTo>
                  <a:pt x="3216" y="0"/>
                </a:lnTo>
                <a:lnTo>
                  <a:pt x="3247" y="0"/>
                </a:lnTo>
                <a:lnTo>
                  <a:pt x="3247" y="460"/>
                </a:lnTo>
                <a:lnTo>
                  <a:pt x="3758" y="460"/>
                </a:lnTo>
                <a:lnTo>
                  <a:pt x="3758" y="0"/>
                </a:lnTo>
                <a:lnTo>
                  <a:pt x="3789" y="0"/>
                </a:lnTo>
                <a:lnTo>
                  <a:pt x="3789" y="460"/>
                </a:lnTo>
                <a:lnTo>
                  <a:pt x="4300" y="460"/>
                </a:lnTo>
                <a:lnTo>
                  <a:pt x="4300" y="0"/>
                </a:lnTo>
                <a:lnTo>
                  <a:pt x="4330" y="0"/>
                </a:lnTo>
                <a:lnTo>
                  <a:pt x="4330" y="460"/>
                </a:lnTo>
                <a:lnTo>
                  <a:pt x="4841" y="460"/>
                </a:lnTo>
                <a:lnTo>
                  <a:pt x="4841" y="0"/>
                </a:lnTo>
                <a:lnTo>
                  <a:pt x="4872" y="0"/>
                </a:lnTo>
                <a:lnTo>
                  <a:pt x="4872" y="460"/>
                </a:lnTo>
                <a:lnTo>
                  <a:pt x="5383" y="460"/>
                </a:lnTo>
                <a:lnTo>
                  <a:pt x="5383" y="0"/>
                </a:lnTo>
                <a:lnTo>
                  <a:pt x="5414" y="0"/>
                </a:lnTo>
                <a:lnTo>
                  <a:pt x="5414" y="460"/>
                </a:lnTo>
                <a:lnTo>
                  <a:pt x="5925" y="460"/>
                </a:lnTo>
                <a:lnTo>
                  <a:pt x="5925" y="0"/>
                </a:lnTo>
                <a:lnTo>
                  <a:pt x="5955" y="0"/>
                </a:lnTo>
                <a:lnTo>
                  <a:pt x="5955" y="460"/>
                </a:lnTo>
                <a:lnTo>
                  <a:pt x="6466" y="460"/>
                </a:lnTo>
                <a:lnTo>
                  <a:pt x="6466" y="0"/>
                </a:lnTo>
                <a:lnTo>
                  <a:pt x="6497" y="0"/>
                </a:lnTo>
                <a:lnTo>
                  <a:pt x="6497" y="460"/>
                </a:lnTo>
                <a:lnTo>
                  <a:pt x="7008" y="460"/>
                </a:lnTo>
                <a:lnTo>
                  <a:pt x="7008" y="0"/>
                </a:lnTo>
                <a:lnTo>
                  <a:pt x="7039" y="0"/>
                </a:lnTo>
                <a:lnTo>
                  <a:pt x="7039" y="460"/>
                </a:lnTo>
                <a:lnTo>
                  <a:pt x="7550" y="460"/>
                </a:lnTo>
                <a:lnTo>
                  <a:pt x="7550" y="0"/>
                </a:lnTo>
                <a:lnTo>
                  <a:pt x="7581" y="0"/>
                </a:lnTo>
                <a:lnTo>
                  <a:pt x="7581" y="460"/>
                </a:lnTo>
                <a:lnTo>
                  <a:pt x="8091" y="460"/>
                </a:lnTo>
                <a:lnTo>
                  <a:pt x="8091" y="0"/>
                </a:lnTo>
                <a:lnTo>
                  <a:pt x="8122" y="0"/>
                </a:lnTo>
                <a:lnTo>
                  <a:pt x="8122" y="460"/>
                </a:lnTo>
                <a:lnTo>
                  <a:pt x="8633" y="460"/>
                </a:lnTo>
                <a:lnTo>
                  <a:pt x="8633" y="0"/>
                </a:lnTo>
                <a:lnTo>
                  <a:pt x="8664" y="0"/>
                </a:lnTo>
                <a:lnTo>
                  <a:pt x="8664" y="460"/>
                </a:lnTo>
                <a:lnTo>
                  <a:pt x="9175" y="460"/>
                </a:lnTo>
                <a:lnTo>
                  <a:pt x="9175" y="0"/>
                </a:lnTo>
                <a:lnTo>
                  <a:pt x="9206" y="0"/>
                </a:lnTo>
                <a:lnTo>
                  <a:pt x="9206" y="460"/>
                </a:lnTo>
                <a:lnTo>
                  <a:pt x="9716" y="460"/>
                </a:lnTo>
                <a:lnTo>
                  <a:pt x="9716" y="0"/>
                </a:lnTo>
                <a:lnTo>
                  <a:pt x="9747" y="0"/>
                </a:lnTo>
                <a:lnTo>
                  <a:pt x="9747" y="460"/>
                </a:lnTo>
                <a:lnTo>
                  <a:pt x="10258" y="460"/>
                </a:lnTo>
                <a:lnTo>
                  <a:pt x="10258" y="0"/>
                </a:lnTo>
                <a:lnTo>
                  <a:pt x="10289" y="0"/>
                </a:lnTo>
                <a:lnTo>
                  <a:pt x="10289" y="460"/>
                </a:lnTo>
                <a:lnTo>
                  <a:pt x="10800" y="460"/>
                </a:lnTo>
                <a:lnTo>
                  <a:pt x="10800" y="0"/>
                </a:lnTo>
                <a:lnTo>
                  <a:pt x="10831" y="0"/>
                </a:lnTo>
                <a:lnTo>
                  <a:pt x="10831" y="460"/>
                </a:lnTo>
                <a:lnTo>
                  <a:pt x="11341" y="460"/>
                </a:lnTo>
                <a:lnTo>
                  <a:pt x="11341" y="0"/>
                </a:lnTo>
                <a:lnTo>
                  <a:pt x="11372" y="0"/>
                </a:lnTo>
                <a:lnTo>
                  <a:pt x="11372" y="460"/>
                </a:lnTo>
                <a:lnTo>
                  <a:pt x="11883" y="460"/>
                </a:lnTo>
                <a:lnTo>
                  <a:pt x="11883" y="0"/>
                </a:lnTo>
                <a:lnTo>
                  <a:pt x="11914" y="0"/>
                </a:lnTo>
                <a:lnTo>
                  <a:pt x="11914" y="460"/>
                </a:lnTo>
                <a:lnTo>
                  <a:pt x="12425" y="460"/>
                </a:lnTo>
                <a:lnTo>
                  <a:pt x="12425" y="0"/>
                </a:lnTo>
                <a:lnTo>
                  <a:pt x="12456" y="0"/>
                </a:lnTo>
                <a:lnTo>
                  <a:pt x="12456" y="460"/>
                </a:lnTo>
                <a:lnTo>
                  <a:pt x="12967" y="460"/>
                </a:lnTo>
                <a:lnTo>
                  <a:pt x="12967" y="0"/>
                </a:lnTo>
                <a:lnTo>
                  <a:pt x="12997" y="0"/>
                </a:lnTo>
                <a:lnTo>
                  <a:pt x="12997" y="460"/>
                </a:lnTo>
                <a:lnTo>
                  <a:pt x="13508" y="460"/>
                </a:lnTo>
                <a:lnTo>
                  <a:pt x="13508" y="0"/>
                </a:lnTo>
                <a:lnTo>
                  <a:pt x="13539" y="0"/>
                </a:lnTo>
                <a:lnTo>
                  <a:pt x="13539" y="460"/>
                </a:lnTo>
                <a:lnTo>
                  <a:pt x="14050" y="460"/>
                </a:lnTo>
                <a:lnTo>
                  <a:pt x="14050" y="0"/>
                </a:lnTo>
                <a:lnTo>
                  <a:pt x="14081" y="0"/>
                </a:lnTo>
                <a:lnTo>
                  <a:pt x="14081" y="460"/>
                </a:lnTo>
                <a:lnTo>
                  <a:pt x="14592" y="460"/>
                </a:lnTo>
                <a:lnTo>
                  <a:pt x="14592" y="0"/>
                </a:lnTo>
                <a:lnTo>
                  <a:pt x="14622" y="0"/>
                </a:lnTo>
                <a:lnTo>
                  <a:pt x="14622" y="460"/>
                </a:lnTo>
                <a:lnTo>
                  <a:pt x="15133" y="460"/>
                </a:lnTo>
                <a:lnTo>
                  <a:pt x="15133" y="0"/>
                </a:lnTo>
                <a:lnTo>
                  <a:pt x="15164" y="0"/>
                </a:lnTo>
                <a:lnTo>
                  <a:pt x="15164" y="5228"/>
                </a:lnTo>
                <a:lnTo>
                  <a:pt x="15133" y="5257"/>
                </a:lnTo>
                <a:lnTo>
                  <a:pt x="15133" y="5126"/>
                </a:lnTo>
                <a:lnTo>
                  <a:pt x="14622" y="5126"/>
                </a:lnTo>
                <a:lnTo>
                  <a:pt x="14622" y="5562"/>
                </a:lnTo>
                <a:lnTo>
                  <a:pt x="14810" y="5562"/>
                </a:lnTo>
                <a:lnTo>
                  <a:pt x="14780" y="5590"/>
                </a:lnTo>
                <a:lnTo>
                  <a:pt x="14622" y="5590"/>
                </a:lnTo>
                <a:lnTo>
                  <a:pt x="14622" y="5739"/>
                </a:lnTo>
                <a:lnTo>
                  <a:pt x="14592" y="5768"/>
                </a:lnTo>
                <a:lnTo>
                  <a:pt x="14592" y="5590"/>
                </a:lnTo>
                <a:lnTo>
                  <a:pt x="14081" y="5590"/>
                </a:lnTo>
                <a:lnTo>
                  <a:pt x="14081" y="6026"/>
                </a:lnTo>
                <a:lnTo>
                  <a:pt x="14319" y="6026"/>
                </a:lnTo>
                <a:lnTo>
                  <a:pt x="14289" y="6054"/>
                </a:lnTo>
                <a:lnTo>
                  <a:pt x="14081" y="6054"/>
                </a:lnTo>
                <a:lnTo>
                  <a:pt x="14081" y="6251"/>
                </a:lnTo>
                <a:lnTo>
                  <a:pt x="14050" y="6280"/>
                </a:lnTo>
                <a:lnTo>
                  <a:pt x="14050" y="6054"/>
                </a:lnTo>
                <a:lnTo>
                  <a:pt x="13539" y="6054"/>
                </a:lnTo>
                <a:lnTo>
                  <a:pt x="13539" y="6460"/>
                </a:lnTo>
                <a:lnTo>
                  <a:pt x="13508" y="6460"/>
                </a:lnTo>
                <a:lnTo>
                  <a:pt x="13508" y="6054"/>
                </a:lnTo>
                <a:lnTo>
                  <a:pt x="12997" y="6054"/>
                </a:lnTo>
                <a:lnTo>
                  <a:pt x="12997" y="6460"/>
                </a:lnTo>
                <a:lnTo>
                  <a:pt x="12967" y="6460"/>
                </a:lnTo>
                <a:lnTo>
                  <a:pt x="12967" y="6054"/>
                </a:lnTo>
                <a:lnTo>
                  <a:pt x="12456" y="6054"/>
                </a:lnTo>
                <a:lnTo>
                  <a:pt x="12456" y="6460"/>
                </a:lnTo>
                <a:lnTo>
                  <a:pt x="12425" y="6460"/>
                </a:lnTo>
                <a:lnTo>
                  <a:pt x="12425" y="6054"/>
                </a:lnTo>
                <a:lnTo>
                  <a:pt x="11914" y="6054"/>
                </a:lnTo>
                <a:lnTo>
                  <a:pt x="11914" y="6460"/>
                </a:lnTo>
                <a:lnTo>
                  <a:pt x="11883" y="6460"/>
                </a:lnTo>
                <a:lnTo>
                  <a:pt x="11883" y="6054"/>
                </a:lnTo>
                <a:lnTo>
                  <a:pt x="11372" y="6054"/>
                </a:lnTo>
                <a:lnTo>
                  <a:pt x="11372" y="6460"/>
                </a:lnTo>
                <a:lnTo>
                  <a:pt x="11341" y="6460"/>
                </a:lnTo>
                <a:lnTo>
                  <a:pt x="11341" y="6054"/>
                </a:lnTo>
                <a:lnTo>
                  <a:pt x="10831" y="6054"/>
                </a:lnTo>
                <a:lnTo>
                  <a:pt x="10831" y="6460"/>
                </a:lnTo>
                <a:lnTo>
                  <a:pt x="10800" y="6460"/>
                </a:lnTo>
                <a:lnTo>
                  <a:pt x="10800" y="6054"/>
                </a:lnTo>
                <a:lnTo>
                  <a:pt x="10289" y="6054"/>
                </a:lnTo>
                <a:lnTo>
                  <a:pt x="10289" y="6460"/>
                </a:lnTo>
                <a:lnTo>
                  <a:pt x="10258" y="6460"/>
                </a:lnTo>
                <a:lnTo>
                  <a:pt x="10258" y="6054"/>
                </a:lnTo>
                <a:lnTo>
                  <a:pt x="9747" y="6054"/>
                </a:lnTo>
                <a:lnTo>
                  <a:pt x="9747" y="6460"/>
                </a:lnTo>
                <a:lnTo>
                  <a:pt x="9716" y="6460"/>
                </a:lnTo>
                <a:lnTo>
                  <a:pt x="9716" y="6054"/>
                </a:lnTo>
                <a:lnTo>
                  <a:pt x="9206" y="6054"/>
                </a:lnTo>
                <a:lnTo>
                  <a:pt x="9206" y="6460"/>
                </a:lnTo>
                <a:lnTo>
                  <a:pt x="9175" y="6460"/>
                </a:lnTo>
                <a:lnTo>
                  <a:pt x="9175" y="6054"/>
                </a:lnTo>
                <a:lnTo>
                  <a:pt x="8664" y="6054"/>
                </a:lnTo>
                <a:lnTo>
                  <a:pt x="8664" y="6460"/>
                </a:lnTo>
                <a:lnTo>
                  <a:pt x="8633" y="6460"/>
                </a:lnTo>
                <a:lnTo>
                  <a:pt x="8633" y="6054"/>
                </a:lnTo>
                <a:lnTo>
                  <a:pt x="8122" y="6054"/>
                </a:lnTo>
                <a:lnTo>
                  <a:pt x="8122" y="6460"/>
                </a:lnTo>
                <a:lnTo>
                  <a:pt x="8091" y="6460"/>
                </a:lnTo>
                <a:lnTo>
                  <a:pt x="8091" y="6054"/>
                </a:lnTo>
                <a:lnTo>
                  <a:pt x="7581" y="6054"/>
                </a:lnTo>
                <a:lnTo>
                  <a:pt x="7581" y="6460"/>
                </a:lnTo>
                <a:lnTo>
                  <a:pt x="7550" y="6460"/>
                </a:lnTo>
                <a:lnTo>
                  <a:pt x="7550" y="6054"/>
                </a:lnTo>
                <a:lnTo>
                  <a:pt x="7039" y="6054"/>
                </a:lnTo>
                <a:lnTo>
                  <a:pt x="7039" y="6460"/>
                </a:lnTo>
                <a:lnTo>
                  <a:pt x="7008" y="6460"/>
                </a:lnTo>
                <a:lnTo>
                  <a:pt x="7008" y="6054"/>
                </a:lnTo>
                <a:lnTo>
                  <a:pt x="6497" y="6054"/>
                </a:lnTo>
                <a:lnTo>
                  <a:pt x="6497" y="6460"/>
                </a:lnTo>
                <a:lnTo>
                  <a:pt x="6466" y="6460"/>
                </a:lnTo>
                <a:lnTo>
                  <a:pt x="6466" y="6054"/>
                </a:lnTo>
                <a:lnTo>
                  <a:pt x="5955" y="6054"/>
                </a:lnTo>
                <a:lnTo>
                  <a:pt x="5955" y="6460"/>
                </a:lnTo>
                <a:lnTo>
                  <a:pt x="5925" y="6460"/>
                </a:lnTo>
                <a:lnTo>
                  <a:pt x="5925" y="6054"/>
                </a:lnTo>
                <a:lnTo>
                  <a:pt x="5414" y="6054"/>
                </a:lnTo>
                <a:lnTo>
                  <a:pt x="5414" y="6460"/>
                </a:lnTo>
                <a:lnTo>
                  <a:pt x="5383" y="6460"/>
                </a:lnTo>
                <a:lnTo>
                  <a:pt x="5383" y="6054"/>
                </a:lnTo>
                <a:lnTo>
                  <a:pt x="4872" y="6054"/>
                </a:lnTo>
                <a:lnTo>
                  <a:pt x="4872" y="6460"/>
                </a:lnTo>
                <a:lnTo>
                  <a:pt x="4841" y="6460"/>
                </a:lnTo>
                <a:lnTo>
                  <a:pt x="4841" y="6054"/>
                </a:lnTo>
                <a:lnTo>
                  <a:pt x="4330" y="6054"/>
                </a:lnTo>
                <a:lnTo>
                  <a:pt x="4330" y="6460"/>
                </a:lnTo>
                <a:lnTo>
                  <a:pt x="4300" y="6460"/>
                </a:lnTo>
                <a:lnTo>
                  <a:pt x="4300" y="6054"/>
                </a:lnTo>
                <a:lnTo>
                  <a:pt x="3789" y="6054"/>
                </a:lnTo>
                <a:lnTo>
                  <a:pt x="3789" y="6460"/>
                </a:lnTo>
                <a:lnTo>
                  <a:pt x="3758" y="6460"/>
                </a:lnTo>
                <a:lnTo>
                  <a:pt x="3758" y="6054"/>
                </a:lnTo>
                <a:lnTo>
                  <a:pt x="3247" y="6054"/>
                </a:lnTo>
                <a:lnTo>
                  <a:pt x="3247" y="6460"/>
                </a:lnTo>
                <a:lnTo>
                  <a:pt x="3216" y="6460"/>
                </a:lnTo>
                <a:lnTo>
                  <a:pt x="3216" y="6054"/>
                </a:lnTo>
                <a:lnTo>
                  <a:pt x="2705" y="6054"/>
                </a:lnTo>
                <a:lnTo>
                  <a:pt x="2705" y="6460"/>
                </a:lnTo>
                <a:lnTo>
                  <a:pt x="2675" y="6460"/>
                </a:lnTo>
                <a:lnTo>
                  <a:pt x="2675" y="6054"/>
                </a:lnTo>
                <a:lnTo>
                  <a:pt x="2164" y="6054"/>
                </a:lnTo>
                <a:lnTo>
                  <a:pt x="2164" y="6460"/>
                </a:lnTo>
                <a:lnTo>
                  <a:pt x="2133" y="6460"/>
                </a:lnTo>
                <a:lnTo>
                  <a:pt x="2133" y="6054"/>
                </a:lnTo>
                <a:lnTo>
                  <a:pt x="1622" y="6054"/>
                </a:lnTo>
                <a:lnTo>
                  <a:pt x="1622" y="6460"/>
                </a:lnTo>
                <a:lnTo>
                  <a:pt x="1591" y="6460"/>
                </a:lnTo>
                <a:lnTo>
                  <a:pt x="1591" y="6054"/>
                </a:lnTo>
                <a:lnTo>
                  <a:pt x="1080" y="6054"/>
                </a:lnTo>
                <a:lnTo>
                  <a:pt x="1080" y="6460"/>
                </a:lnTo>
                <a:lnTo>
                  <a:pt x="1049" y="6460"/>
                </a:lnTo>
                <a:lnTo>
                  <a:pt x="1049" y="6054"/>
                </a:lnTo>
                <a:lnTo>
                  <a:pt x="539" y="6054"/>
                </a:lnTo>
                <a:lnTo>
                  <a:pt x="539" y="6460"/>
                </a:lnTo>
                <a:lnTo>
                  <a:pt x="508" y="6460"/>
                </a:lnTo>
                <a:lnTo>
                  <a:pt x="508" y="6054"/>
                </a:lnTo>
                <a:lnTo>
                  <a:pt x="31" y="6054"/>
                </a:lnTo>
                <a:lnTo>
                  <a:pt x="31" y="6460"/>
                </a:lnTo>
                <a:lnTo>
                  <a:pt x="0" y="6460"/>
                </a:lnTo>
                <a:lnTo>
                  <a:pt x="0" y="0"/>
                </a:lnTo>
                <a:close/>
              </a:path>
            </a:pathLst>
          </a:custGeom>
          <a:solidFill>
            <a:schemeClr val="accent1">
              <a:alpha val="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0" name="任意多边形: 形状 359"/>
          <p:cNvSpPr/>
          <p:nvPr>
            <p:custDataLst>
              <p:tags r:id="rId4"/>
            </p:custDataLst>
          </p:nvPr>
        </p:nvSpPr>
        <p:spPr>
          <a:xfrm>
            <a:off x="10784840" y="5510530"/>
            <a:ext cx="800100" cy="800100"/>
          </a:xfrm>
          <a:custGeom>
            <a:avLst/>
            <a:gdLst>
              <a:gd name="connsiteX0" fmla="*/ 0 w 800100"/>
              <a:gd name="connsiteY0" fmla="*/ 0 h 800100"/>
              <a:gd name="connsiteX1" fmla="*/ 800100 w 800100"/>
              <a:gd name="connsiteY1" fmla="*/ 0 h 800100"/>
              <a:gd name="connsiteX2" fmla="*/ 0 w 800100"/>
              <a:gd name="connsiteY2" fmla="*/ 800100 h 800100"/>
              <a:gd name="connsiteX3" fmla="*/ 0 w 800100"/>
              <a:gd name="connsiteY3" fmla="*/ 0 h 800100"/>
            </a:gdLst>
            <a:ahLst/>
            <a:cxnLst>
              <a:cxn ang="0">
                <a:pos x="connsiteX0" y="connsiteY0"/>
              </a:cxn>
              <a:cxn ang="0">
                <a:pos x="connsiteX1" y="connsiteY1"/>
              </a:cxn>
              <a:cxn ang="0">
                <a:pos x="connsiteX2" y="connsiteY2"/>
              </a:cxn>
              <a:cxn ang="0">
                <a:pos x="connsiteX3" y="connsiteY3"/>
              </a:cxn>
            </a:cxnLst>
            <a:rect l="l" t="t" r="r" b="b"/>
            <a:pathLst>
              <a:path w="800100" h="800100">
                <a:moveTo>
                  <a:pt x="0" y="0"/>
                </a:moveTo>
                <a:lnTo>
                  <a:pt x="800100" y="0"/>
                </a:lnTo>
                <a:lnTo>
                  <a:pt x="0" y="800100"/>
                </a:lnTo>
                <a:lnTo>
                  <a:pt x="0" y="0"/>
                </a:lnTo>
                <a:close/>
              </a:path>
            </a:pathLst>
          </a:cu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任意多边形: 形状 356"/>
          <p:cNvSpPr/>
          <p:nvPr>
            <p:custDataLst>
              <p:tags r:id="rId5"/>
            </p:custDataLst>
          </p:nvPr>
        </p:nvSpPr>
        <p:spPr>
          <a:xfrm>
            <a:off x="231140" y="1392555"/>
            <a:ext cx="11714480" cy="5339080"/>
          </a:xfrm>
          <a:custGeom>
            <a:avLst/>
            <a:gdLst>
              <a:gd name="connsiteX0" fmla="*/ 0 w 10904220"/>
              <a:gd name="connsiteY0" fmla="*/ 0 h 4461510"/>
              <a:gd name="connsiteX1" fmla="*/ 10904220 w 10904220"/>
              <a:gd name="connsiteY1" fmla="*/ 0 h 4461510"/>
              <a:gd name="connsiteX2" fmla="*/ 10904220 w 10904220"/>
              <a:gd name="connsiteY2" fmla="*/ 3681772 h 4461510"/>
              <a:gd name="connsiteX3" fmla="*/ 10124482 w 10904220"/>
              <a:gd name="connsiteY3" fmla="*/ 4461510 h 4461510"/>
              <a:gd name="connsiteX4" fmla="*/ 0 w 10904220"/>
              <a:gd name="connsiteY4" fmla="*/ 4461510 h 4461510"/>
              <a:gd name="connsiteX5" fmla="*/ 0 w 10904220"/>
              <a:gd name="connsiteY5" fmla="*/ 0 h 446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04220" h="4461510">
                <a:moveTo>
                  <a:pt x="0" y="0"/>
                </a:moveTo>
                <a:lnTo>
                  <a:pt x="10904220" y="0"/>
                </a:lnTo>
                <a:lnTo>
                  <a:pt x="10904220" y="3681772"/>
                </a:lnTo>
                <a:lnTo>
                  <a:pt x="10124482" y="4461510"/>
                </a:lnTo>
                <a:lnTo>
                  <a:pt x="0" y="4461510"/>
                </a:lnTo>
                <a:lnTo>
                  <a:pt x="0" y="0"/>
                </a:lnTo>
                <a:close/>
              </a:path>
            </a:pathLst>
          </a:custGeom>
          <a:solidFill>
            <a:srgbClr val="FFFFFF">
              <a:alpha val="10000"/>
            </a:srgbClr>
          </a:solidFill>
          <a:ln w="25400">
            <a:solidFill>
              <a:schemeClr val="accent1">
                <a:lumMod val="40000"/>
                <a:lumOff val="60000"/>
              </a:schemeClr>
            </a:solidFill>
          </a:ln>
          <a:effectLst>
            <a:outerShdw blurRad="76200" dist="38100" dir="2700000" algn="tl"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20000" rIns="720000" rtlCol="0" anchor="ctr"/>
          <a:lstStyle/>
          <a:p>
            <a:pPr indent="0" fontAlgn="auto">
              <a:lnSpc>
                <a:spcPct val="130000"/>
              </a:lnSpc>
            </a:pPr>
            <a:endParaRPr lang="zh-CN" altLang="en-US" kern="0" spc="0" dirty="0">
              <a:ln>
                <a:noFill/>
                <a:prstDash val="sysDot"/>
              </a:ln>
              <a:solidFill>
                <a:srgbClr val="262626"/>
              </a:solidFill>
              <a:latin typeface="+mn-ea"/>
              <a:ea typeface="+mn-ea"/>
              <a:sym typeface="+mn-ea"/>
            </a:endParaRPr>
          </a:p>
        </p:txBody>
      </p:sp>
      <p:sp>
        <p:nvSpPr>
          <p:cNvPr id="22" name="矩形: 圆角 21"/>
          <p:cNvSpPr/>
          <p:nvPr>
            <p:custDataLst>
              <p:tags r:id="rId6"/>
            </p:custDataLst>
          </p:nvPr>
        </p:nvSpPr>
        <p:spPr>
          <a:xfrm>
            <a:off x="695960" y="1109345"/>
            <a:ext cx="10904855" cy="443230"/>
          </a:xfrm>
          <a:prstGeom prst="roundRect">
            <a:avLst>
              <a:gd name="adj" fmla="val 0"/>
            </a:avLst>
          </a:prstGeom>
          <a:solidFill>
            <a:schemeClr val="accent1">
              <a:lumMod val="20000"/>
              <a:lumOff val="80000"/>
            </a:schemeClr>
          </a:solidFill>
          <a:ln w="254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custDataLst>
              <p:tags r:id="rId7"/>
            </p:custDataLst>
          </p:nvPr>
        </p:nvSpPr>
        <p:spPr>
          <a:xfrm flipH="1">
            <a:off x="1030922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弧形 2"/>
          <p:cNvSpPr/>
          <p:nvPr>
            <p:custDataLst>
              <p:tags r:id="rId8"/>
            </p:custDataLst>
          </p:nvPr>
        </p:nvSpPr>
        <p:spPr>
          <a:xfrm flipH="1">
            <a:off x="10257790" y="1581150"/>
            <a:ext cx="179705" cy="248285"/>
          </a:xfrm>
          <a:prstGeom prst="arc">
            <a:avLst>
              <a:gd name="adj1" fmla="val 4337702"/>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椭圆 3"/>
          <p:cNvSpPr/>
          <p:nvPr>
            <p:custDataLst>
              <p:tags r:id="rId9"/>
            </p:custDataLst>
          </p:nvPr>
        </p:nvSpPr>
        <p:spPr>
          <a:xfrm flipH="1">
            <a:off x="9706610"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弧形 4"/>
          <p:cNvSpPr/>
          <p:nvPr>
            <p:custDataLst>
              <p:tags r:id="rId10"/>
            </p:custDataLst>
          </p:nvPr>
        </p:nvSpPr>
        <p:spPr>
          <a:xfrm flipH="1">
            <a:off x="9655175" y="1581150"/>
            <a:ext cx="179705" cy="248285"/>
          </a:xfrm>
          <a:prstGeom prst="arc">
            <a:avLst>
              <a:gd name="adj1" fmla="val 4337702"/>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椭圆 5"/>
          <p:cNvSpPr/>
          <p:nvPr>
            <p:custDataLst>
              <p:tags r:id="rId11"/>
            </p:custDataLst>
          </p:nvPr>
        </p:nvSpPr>
        <p:spPr>
          <a:xfrm flipH="1">
            <a:off x="910399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弧形 6"/>
          <p:cNvSpPr/>
          <p:nvPr>
            <p:custDataLst>
              <p:tags r:id="rId12"/>
            </p:custDataLst>
          </p:nvPr>
        </p:nvSpPr>
        <p:spPr>
          <a:xfrm flipH="1">
            <a:off x="9052560" y="1581150"/>
            <a:ext cx="179705" cy="248285"/>
          </a:xfrm>
          <a:prstGeom prst="arc">
            <a:avLst>
              <a:gd name="adj1" fmla="val 4337702"/>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椭圆 8"/>
          <p:cNvSpPr/>
          <p:nvPr>
            <p:custDataLst>
              <p:tags r:id="rId13"/>
            </p:custDataLst>
          </p:nvPr>
        </p:nvSpPr>
        <p:spPr>
          <a:xfrm>
            <a:off x="159956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弧形 9"/>
          <p:cNvSpPr/>
          <p:nvPr>
            <p:custDataLst>
              <p:tags r:id="rId14"/>
            </p:custDataLst>
          </p:nvPr>
        </p:nvSpPr>
        <p:spPr>
          <a:xfrm>
            <a:off x="1576070" y="1581150"/>
            <a:ext cx="179705" cy="248285"/>
          </a:xfrm>
          <a:prstGeom prst="arc">
            <a:avLst>
              <a:gd name="adj1" fmla="val 4272007"/>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椭圆 11"/>
          <p:cNvSpPr/>
          <p:nvPr>
            <p:custDataLst>
              <p:tags r:id="rId15"/>
            </p:custDataLst>
          </p:nvPr>
        </p:nvSpPr>
        <p:spPr>
          <a:xfrm>
            <a:off x="2202180"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弧形 18"/>
          <p:cNvSpPr/>
          <p:nvPr>
            <p:custDataLst>
              <p:tags r:id="rId16"/>
            </p:custDataLst>
          </p:nvPr>
        </p:nvSpPr>
        <p:spPr>
          <a:xfrm>
            <a:off x="2179320" y="1581150"/>
            <a:ext cx="179705" cy="248285"/>
          </a:xfrm>
          <a:prstGeom prst="arc">
            <a:avLst>
              <a:gd name="adj1" fmla="val 4272007"/>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椭圆 19"/>
          <p:cNvSpPr/>
          <p:nvPr>
            <p:custDataLst>
              <p:tags r:id="rId17"/>
            </p:custDataLst>
          </p:nvPr>
        </p:nvSpPr>
        <p:spPr>
          <a:xfrm>
            <a:off x="2804795" y="1776730"/>
            <a:ext cx="107950" cy="107950"/>
          </a:xfrm>
          <a:prstGeom prst="ellipse">
            <a:avLst/>
          </a:prstGeom>
          <a:noFill/>
          <a:ln w="15875">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弧形 20"/>
          <p:cNvSpPr/>
          <p:nvPr>
            <p:custDataLst>
              <p:tags r:id="rId18"/>
            </p:custDataLst>
          </p:nvPr>
        </p:nvSpPr>
        <p:spPr>
          <a:xfrm>
            <a:off x="2780665" y="1581150"/>
            <a:ext cx="179705" cy="248285"/>
          </a:xfrm>
          <a:prstGeom prst="arc">
            <a:avLst>
              <a:gd name="adj1" fmla="val 4272007"/>
              <a:gd name="adj2" fmla="val 0"/>
            </a:avLst>
          </a:prstGeom>
          <a:noFill/>
          <a:ln w="44450">
            <a:gradFill flip="none" rotWithShape="1">
              <a:gsLst>
                <a:gs pos="0">
                  <a:schemeClr val="accent1">
                    <a:lumMod val="60000"/>
                    <a:lumOff val="40000"/>
                  </a:schemeClr>
                </a:gs>
                <a:gs pos="100000">
                  <a:schemeClr val="accent1"/>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custDataLst>
              <p:tags r:id="rId19"/>
            </p:custDataLst>
          </p:nvPr>
        </p:nvSpPr>
        <p:spPr>
          <a:xfrm>
            <a:off x="459105" y="1717040"/>
            <a:ext cx="11142345" cy="4863465"/>
          </a:xfrm>
          <a:prstGeom prst="rect">
            <a:avLst/>
          </a:prstGeom>
          <a:noFill/>
        </p:spPr>
        <p:txBody>
          <a:bodyPr wrap="square" rtlCol="0" anchor="ctr" anchorCtr="0">
            <a:noAutofit/>
          </a:bodyPr>
          <a:lstStyle/>
          <a:p>
            <a:pPr marL="0" indent="0" algn="l" fontAlgn="auto">
              <a:lnSpc>
                <a:spcPct val="150000"/>
              </a:lnSpc>
              <a:spcBef>
                <a:spcPts val="0"/>
              </a:spcBef>
              <a:spcAft>
                <a:spcPts val="0"/>
              </a:spcAft>
              <a:buNone/>
            </a:pP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indent="0" algn="l" fontAlgn="auto">
              <a:lnSpc>
                <a:spcPct val="150000"/>
              </a:lnSpc>
              <a:spcBef>
                <a:spcPts val="0"/>
              </a:spcBef>
              <a:spcAft>
                <a:spcPts val="0"/>
              </a:spcAft>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1969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年，化名为简</a:t>
            </a:r>
            <a:r>
              <a:rPr lang="ja-JP"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罗伊的妇女联合他人起诉美国德克萨斯州刑法。该法规定，除为拯救母亲生命经医生同意外，其他堕胎行为均属犯罪。罗伊</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称自己遭强奸怀孕，</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无力前往允许堕胎的州手术，认为德州刑法限制了孕妇自由选择权，违反联邦宪法。</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indent="0" algn="l" fontAlgn="auto">
              <a:lnSpc>
                <a:spcPct val="150000"/>
              </a:lnSpc>
              <a:spcBef>
                <a:spcPts val="0"/>
              </a:spcBef>
              <a:spcAft>
                <a:spcPts val="0"/>
              </a:spcAft>
              <a:buNone/>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而被告德州政府则辩称，</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胎儿也是宪法所称的</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人（</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person</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，保护生命是国家的一项不可抗拒的利益，非经法定程序而剥夺胎儿生命是宪法第</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14</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修正案所禁止的行为。</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此案一直上诉到美国联邦最高法院，</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1973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年，最高法院以</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6</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的多数意见判决，德州刑法禁止堕胎的规定过于宽泛地限制了妇女的自主决定权，侵犯了第</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14</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修正案所保护的个人自由。</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br>
              <a:rPr lang="en-US" altLang="zh-CN" sz="2400">
                <a:solidFill>
                  <a:schemeClr val="tx1"/>
                </a:solidFill>
                <a:latin typeface="微软雅黑" panose="020B0503020204020204" charset="-122"/>
                <a:ea typeface="微软雅黑" panose="020B0503020204020204" charset="-122"/>
                <a:cs typeface="微软雅黑" panose="020B0503020204020204" charset="-122"/>
              </a:rPr>
            </a:b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20"/>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1" descr="科罗丝卡贝拉，斯洛文尼亚，山脊上的摩托车"/>
          <p:cNvPicPr>
            <a:picLocks noChangeAspect="1"/>
          </p:cNvPicPr>
          <p:nvPr>
            <p:custDataLst>
              <p:tags r:id="rId1"/>
            </p:custDataLst>
          </p:nvPr>
        </p:nvPicPr>
        <p:blipFill>
          <a:blip r:embed="rId2"/>
          <a:srcRect t="8799" b="8799"/>
          <a:stretch>
            <a:fillRect/>
          </a:stretch>
        </p:blipFill>
        <p:spPr>
          <a:xfrm>
            <a:off x="6505575" y="695960"/>
            <a:ext cx="4990465" cy="5469255"/>
          </a:xfrm>
          <a:custGeom>
            <a:avLst/>
            <a:gdLst/>
            <a:ahLst/>
            <a:cxnLst>
              <a:cxn ang="3">
                <a:pos x="hc" y="t"/>
              </a:cxn>
              <a:cxn ang="cd2">
                <a:pos x="l" y="vc"/>
              </a:cxn>
              <a:cxn ang="cd4">
                <a:pos x="hc" y="b"/>
              </a:cxn>
              <a:cxn ang="0">
                <a:pos x="r" y="vc"/>
              </a:cxn>
            </a:cxnLst>
            <a:rect l="l" t="t" r="r" b="b"/>
            <a:pathLst>
              <a:path w="7859" h="8613">
                <a:moveTo>
                  <a:pt x="0" y="0"/>
                </a:moveTo>
                <a:lnTo>
                  <a:pt x="7280" y="0"/>
                </a:lnTo>
                <a:cubicBezTo>
                  <a:pt x="7600" y="0"/>
                  <a:pt x="7859" y="247"/>
                  <a:pt x="7859" y="551"/>
                </a:cubicBezTo>
                <a:lnTo>
                  <a:pt x="7859" y="8062"/>
                </a:lnTo>
                <a:cubicBezTo>
                  <a:pt x="7859" y="8366"/>
                  <a:pt x="7600" y="8613"/>
                  <a:pt x="7280" y="8613"/>
                </a:cubicBezTo>
                <a:lnTo>
                  <a:pt x="0" y="8613"/>
                </a:lnTo>
                <a:lnTo>
                  <a:pt x="0" y="0"/>
                </a:lnTo>
                <a:close/>
              </a:path>
            </a:pathLst>
          </a:custGeom>
          <a:solidFill>
            <a:schemeClr val="accent1"/>
          </a:solidFill>
          <a:ln>
            <a:solidFill>
              <a:schemeClr val="accent1">
                <a:alpha val="20000"/>
              </a:schemeClr>
            </a:solidFill>
          </a:ln>
          <a:effectLst>
            <a:outerShdw blurRad="177800" sx="102000" sy="102000" algn="ctr" rotWithShape="0">
              <a:prstClr val="black">
                <a:alpha val="5000"/>
              </a:prstClr>
            </a:outerShdw>
          </a:effectLst>
        </p:spPr>
      </p:pic>
      <p:sp>
        <p:nvSpPr>
          <p:cNvPr id="50" name="图形 64"/>
          <p:cNvSpPr/>
          <p:nvPr>
            <p:custDataLst>
              <p:tags r:id="rId3"/>
            </p:custDataLst>
          </p:nvPr>
        </p:nvSpPr>
        <p:spPr>
          <a:xfrm flipH="1">
            <a:off x="704215" y="3209290"/>
            <a:ext cx="1118870" cy="2952750"/>
          </a:xfrm>
          <a:custGeom>
            <a:avLst/>
            <a:gdLst>
              <a:gd name="connsiteX0" fmla="*/ 1762 w 1762"/>
              <a:gd name="connsiteY0" fmla="*/ 0 h 4650"/>
              <a:gd name="connsiteX1" fmla="*/ 1352 w 1762"/>
              <a:gd name="connsiteY1" fmla="*/ 4478 h 4650"/>
              <a:gd name="connsiteX2" fmla="*/ 1235 w 1762"/>
              <a:gd name="connsiteY2" fmla="*/ 4646 h 4650"/>
              <a:gd name="connsiteX3" fmla="*/ 805 w 1762"/>
              <a:gd name="connsiteY3" fmla="*/ 4650 h 4650"/>
              <a:gd name="connsiteX4" fmla="*/ 0 w 1762"/>
              <a:gd name="connsiteY4" fmla="*/ 4650 h 4650"/>
              <a:gd name="connsiteX5" fmla="*/ 1627 w 1762"/>
              <a:gd name="connsiteY5" fmla="*/ 616 h 4650"/>
              <a:gd name="connsiteX6" fmla="*/ 1762 w 1762"/>
              <a:gd name="connsiteY6" fmla="*/ 0 h 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2" h="4650">
                <a:moveTo>
                  <a:pt x="1762" y="0"/>
                </a:moveTo>
                <a:lnTo>
                  <a:pt x="1352" y="4478"/>
                </a:lnTo>
                <a:cubicBezTo>
                  <a:pt x="1352" y="4558"/>
                  <a:pt x="1309" y="4646"/>
                  <a:pt x="1235" y="4646"/>
                </a:cubicBezTo>
                <a:lnTo>
                  <a:pt x="805" y="4650"/>
                </a:lnTo>
                <a:lnTo>
                  <a:pt x="0" y="4650"/>
                </a:lnTo>
                <a:cubicBezTo>
                  <a:pt x="636" y="4624"/>
                  <a:pt x="747" y="3233"/>
                  <a:pt x="1627" y="616"/>
                </a:cubicBezTo>
                <a:cubicBezTo>
                  <a:pt x="1693" y="350"/>
                  <a:pt x="1714" y="207"/>
                  <a:pt x="1762" y="0"/>
                </a:cubicBezTo>
                <a:close/>
              </a:path>
            </a:pathLst>
          </a:custGeom>
          <a:gradFill>
            <a:gsLst>
              <a:gs pos="0">
                <a:srgbClr val="000000">
                  <a:alpha val="34000"/>
                </a:srgbClr>
              </a:gs>
              <a:gs pos="72000">
                <a:srgbClr val="808080">
                  <a:alpha val="0"/>
                </a:srgbClr>
              </a:gs>
            </a:gsLst>
            <a:lin ang="1080000" scaled="0"/>
          </a:gradFill>
          <a:ln w="3175" cap="flat">
            <a:noFill/>
            <a:prstDash val="solid"/>
            <a:miter/>
          </a:ln>
          <a:effectLst>
            <a:outerShdw blurRad="1028700" dist="38100" dir="8100000" sx="108000" sy="108000" algn="tr" rotWithShape="0">
              <a:srgbClr val="000000">
                <a:alpha val="10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任意多边形 26"/>
          <p:cNvSpPr/>
          <p:nvPr>
            <p:custDataLst>
              <p:tags r:id="rId4"/>
            </p:custDataLst>
          </p:nvPr>
        </p:nvSpPr>
        <p:spPr>
          <a:xfrm flipH="1">
            <a:off x="697230" y="692150"/>
            <a:ext cx="5807710" cy="5469890"/>
          </a:xfrm>
          <a:custGeom>
            <a:avLst/>
            <a:gdLst>
              <a:gd name="connsiteX0" fmla="*/ 629 w 9146"/>
              <a:gd name="connsiteY0" fmla="*/ 0 h 8614"/>
              <a:gd name="connsiteX1" fmla="*/ 8584 w 9146"/>
              <a:gd name="connsiteY1" fmla="*/ 0 h 8614"/>
              <a:gd name="connsiteX2" fmla="*/ 9135 w 9146"/>
              <a:gd name="connsiteY2" fmla="*/ 551 h 8614"/>
              <a:gd name="connsiteX3" fmla="*/ 9146 w 9146"/>
              <a:gd name="connsiteY3" fmla="*/ 1636 h 8614"/>
              <a:gd name="connsiteX4" fmla="*/ 9146 w 9146"/>
              <a:gd name="connsiteY4" fmla="*/ 3251 h 8614"/>
              <a:gd name="connsiteX5" fmla="*/ 9137 w 9146"/>
              <a:gd name="connsiteY5" fmla="*/ 3623 h 8614"/>
              <a:gd name="connsiteX6" fmla="*/ 9121 w 9146"/>
              <a:gd name="connsiteY6" fmla="*/ 3871 h 8614"/>
              <a:gd name="connsiteX7" fmla="*/ 8886 w 9146"/>
              <a:gd name="connsiteY7" fmla="*/ 5206 h 8614"/>
              <a:gd name="connsiteX8" fmla="*/ 7746 w 9146"/>
              <a:gd name="connsiteY8" fmla="*/ 8358 h 8614"/>
              <a:gd name="connsiteX9" fmla="*/ 7356 w 9146"/>
              <a:gd name="connsiteY9" fmla="*/ 8612 h 8614"/>
              <a:gd name="connsiteX10" fmla="*/ 5638 w 9146"/>
              <a:gd name="connsiteY10" fmla="*/ 8612 h 8614"/>
              <a:gd name="connsiteX11" fmla="*/ 4086 w 9146"/>
              <a:gd name="connsiteY11" fmla="*/ 8612 h 8614"/>
              <a:gd name="connsiteX12" fmla="*/ 4086 w 9146"/>
              <a:gd name="connsiteY12" fmla="*/ 8614 h 8614"/>
              <a:gd name="connsiteX13" fmla="*/ 3047 w 9146"/>
              <a:gd name="connsiteY13" fmla="*/ 8614 h 8614"/>
              <a:gd name="connsiteX14" fmla="*/ 3047 w 9146"/>
              <a:gd name="connsiteY14" fmla="*/ 8612 h 8614"/>
              <a:gd name="connsiteX15" fmla="*/ 1050 w 9146"/>
              <a:gd name="connsiteY15" fmla="*/ 8612 h 8614"/>
              <a:gd name="connsiteX16" fmla="*/ 1050 w 9146"/>
              <a:gd name="connsiteY16" fmla="*/ 8613 h 8614"/>
              <a:gd name="connsiteX17" fmla="*/ 0 w 9146"/>
              <a:gd name="connsiteY17" fmla="*/ 8613 h 8614"/>
              <a:gd name="connsiteX18" fmla="*/ 0 w 9146"/>
              <a:gd name="connsiteY18" fmla="*/ 6 h 8614"/>
              <a:gd name="connsiteX19" fmla="*/ 629 w 9146"/>
              <a:gd name="connsiteY19" fmla="*/ 6 h 8614"/>
              <a:gd name="connsiteX20" fmla="*/ 629 w 9146"/>
              <a:gd name="connsiteY20" fmla="*/ 0 h 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46" h="8614">
                <a:moveTo>
                  <a:pt x="0" y="0"/>
                </a:moveTo>
                <a:lnTo>
                  <a:pt x="629" y="0"/>
                </a:lnTo>
                <a:lnTo>
                  <a:pt x="789" y="0"/>
                </a:lnTo>
                <a:lnTo>
                  <a:pt x="8584" y="0"/>
                </a:lnTo>
                <a:cubicBezTo>
                  <a:pt x="8888" y="0"/>
                  <a:pt x="9135" y="247"/>
                  <a:pt x="9135" y="551"/>
                </a:cubicBezTo>
                <a:lnTo>
                  <a:pt x="9146" y="1636"/>
                </a:lnTo>
                <a:lnTo>
                  <a:pt x="9146" y="3251"/>
                </a:lnTo>
                <a:cubicBezTo>
                  <a:pt x="9146" y="3375"/>
                  <a:pt x="9143" y="3499"/>
                  <a:pt x="9137" y="3623"/>
                </a:cubicBezTo>
                <a:lnTo>
                  <a:pt x="9121" y="3871"/>
                </a:lnTo>
                <a:cubicBezTo>
                  <a:pt x="9084" y="4323"/>
                  <a:pt x="9005" y="4770"/>
                  <a:pt x="8886" y="5206"/>
                </a:cubicBezTo>
                <a:cubicBezTo>
                  <a:pt x="8427" y="6880"/>
                  <a:pt x="7967" y="7915"/>
                  <a:pt x="7746" y="8358"/>
                </a:cubicBezTo>
                <a:cubicBezTo>
                  <a:pt x="7668" y="8515"/>
                  <a:pt x="7518" y="8612"/>
                  <a:pt x="7356" y="8612"/>
                </a:cubicBezTo>
                <a:lnTo>
                  <a:pt x="5638" y="8612"/>
                </a:lnTo>
                <a:lnTo>
                  <a:pt x="4086" y="8612"/>
                </a:lnTo>
                <a:lnTo>
                  <a:pt x="4086" y="8614"/>
                </a:lnTo>
                <a:lnTo>
                  <a:pt x="3047" y="8614"/>
                </a:lnTo>
                <a:lnTo>
                  <a:pt x="3047" y="8612"/>
                </a:lnTo>
                <a:lnTo>
                  <a:pt x="1050" y="8612"/>
                </a:lnTo>
                <a:lnTo>
                  <a:pt x="1050" y="8613"/>
                </a:lnTo>
                <a:lnTo>
                  <a:pt x="0" y="8613"/>
                </a:lnTo>
                <a:lnTo>
                  <a:pt x="0" y="1698"/>
                </a:lnTo>
                <a:lnTo>
                  <a:pt x="0" y="6"/>
                </a:lnTo>
                <a:lnTo>
                  <a:pt x="0" y="0"/>
                </a:lnTo>
                <a:close/>
              </a:path>
            </a:pathLst>
          </a:custGeom>
          <a:solidFill>
            <a:srgbClr val="FFFFFF"/>
          </a:solidFill>
          <a:ln w="3175">
            <a:noFill/>
          </a:ln>
          <a:effectLst>
            <a:outerShdw blurRad="177800" sx="102000" sy="102000" algn="ctr" rotWithShape="0">
              <a:srgbClr val="000000">
                <a:alpha val="5000"/>
              </a:srgb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ym typeface="+mn-ea"/>
            </a:endParaRPr>
          </a:p>
        </p:txBody>
      </p:sp>
      <p:sp>
        <p:nvSpPr>
          <p:cNvPr id="4" name="任意多边形 3"/>
          <p:cNvSpPr/>
          <p:nvPr>
            <p:custDataLst>
              <p:tags r:id="rId5"/>
            </p:custDataLst>
          </p:nvPr>
        </p:nvSpPr>
        <p:spPr>
          <a:xfrm flipH="1">
            <a:off x="697230" y="695325"/>
            <a:ext cx="5801360" cy="5469890"/>
          </a:xfrm>
          <a:custGeom>
            <a:avLst/>
            <a:gdLst>
              <a:gd name="connsiteX0" fmla="*/ 619 w 9136"/>
              <a:gd name="connsiteY0" fmla="*/ 0 h 8614"/>
              <a:gd name="connsiteX1" fmla="*/ 8574 w 9136"/>
              <a:gd name="connsiteY1" fmla="*/ 0 h 8614"/>
              <a:gd name="connsiteX2" fmla="*/ 9125 w 9136"/>
              <a:gd name="connsiteY2" fmla="*/ 551 h 8614"/>
              <a:gd name="connsiteX3" fmla="*/ 9136 w 9136"/>
              <a:gd name="connsiteY3" fmla="*/ 1636 h 8614"/>
              <a:gd name="connsiteX4" fmla="*/ 9136 w 9136"/>
              <a:gd name="connsiteY4" fmla="*/ 3251 h 8614"/>
              <a:gd name="connsiteX5" fmla="*/ 9127 w 9136"/>
              <a:gd name="connsiteY5" fmla="*/ 3623 h 8614"/>
              <a:gd name="connsiteX6" fmla="*/ 9111 w 9136"/>
              <a:gd name="connsiteY6" fmla="*/ 3871 h 8614"/>
              <a:gd name="connsiteX7" fmla="*/ 8876 w 9136"/>
              <a:gd name="connsiteY7" fmla="*/ 5206 h 8614"/>
              <a:gd name="connsiteX8" fmla="*/ 7736 w 9136"/>
              <a:gd name="connsiteY8" fmla="*/ 8358 h 8614"/>
              <a:gd name="connsiteX9" fmla="*/ 7346 w 9136"/>
              <a:gd name="connsiteY9" fmla="*/ 8612 h 8614"/>
              <a:gd name="connsiteX10" fmla="*/ 5628 w 9136"/>
              <a:gd name="connsiteY10" fmla="*/ 8612 h 8614"/>
              <a:gd name="connsiteX11" fmla="*/ 4076 w 9136"/>
              <a:gd name="connsiteY11" fmla="*/ 8612 h 8614"/>
              <a:gd name="connsiteX12" fmla="*/ 4076 w 9136"/>
              <a:gd name="connsiteY12" fmla="*/ 8614 h 8614"/>
              <a:gd name="connsiteX13" fmla="*/ 3037 w 9136"/>
              <a:gd name="connsiteY13" fmla="*/ 8614 h 8614"/>
              <a:gd name="connsiteX14" fmla="*/ 3037 w 9136"/>
              <a:gd name="connsiteY14" fmla="*/ 8612 h 8614"/>
              <a:gd name="connsiteX15" fmla="*/ 1051 w 9136"/>
              <a:gd name="connsiteY15" fmla="*/ 8612 h 8614"/>
              <a:gd name="connsiteX16" fmla="*/ 1051 w 9136"/>
              <a:gd name="connsiteY16" fmla="*/ 8613 h 8614"/>
              <a:gd name="connsiteX17" fmla="*/ 0 w 9136"/>
              <a:gd name="connsiteY17" fmla="*/ 8613 h 8614"/>
              <a:gd name="connsiteX18" fmla="*/ 0 w 9136"/>
              <a:gd name="connsiteY18" fmla="*/ 6 h 8614"/>
              <a:gd name="connsiteX19" fmla="*/ 619 w 9136"/>
              <a:gd name="connsiteY19" fmla="*/ 6 h 8614"/>
              <a:gd name="connsiteX20" fmla="*/ 619 w 9136"/>
              <a:gd name="connsiteY20" fmla="*/ 0 h 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36" h="8614">
                <a:moveTo>
                  <a:pt x="619" y="0"/>
                </a:moveTo>
                <a:lnTo>
                  <a:pt x="8574" y="0"/>
                </a:lnTo>
                <a:cubicBezTo>
                  <a:pt x="8878" y="0"/>
                  <a:pt x="9125" y="247"/>
                  <a:pt x="9125" y="551"/>
                </a:cubicBezTo>
                <a:lnTo>
                  <a:pt x="9136" y="1636"/>
                </a:lnTo>
                <a:lnTo>
                  <a:pt x="9136" y="3251"/>
                </a:lnTo>
                <a:cubicBezTo>
                  <a:pt x="9136" y="3375"/>
                  <a:pt x="9133" y="3499"/>
                  <a:pt x="9127" y="3623"/>
                </a:cubicBezTo>
                <a:lnTo>
                  <a:pt x="9111" y="3871"/>
                </a:lnTo>
                <a:cubicBezTo>
                  <a:pt x="9074" y="4323"/>
                  <a:pt x="8995" y="4770"/>
                  <a:pt x="8876" y="5206"/>
                </a:cubicBezTo>
                <a:cubicBezTo>
                  <a:pt x="8417" y="6880"/>
                  <a:pt x="7957" y="7915"/>
                  <a:pt x="7736" y="8358"/>
                </a:cubicBezTo>
                <a:cubicBezTo>
                  <a:pt x="7658" y="8515"/>
                  <a:pt x="7508" y="8612"/>
                  <a:pt x="7346" y="8612"/>
                </a:cubicBezTo>
                <a:lnTo>
                  <a:pt x="5628" y="8612"/>
                </a:lnTo>
                <a:lnTo>
                  <a:pt x="4076" y="8612"/>
                </a:lnTo>
                <a:lnTo>
                  <a:pt x="4076" y="8614"/>
                </a:lnTo>
                <a:lnTo>
                  <a:pt x="3037" y="8614"/>
                </a:lnTo>
                <a:lnTo>
                  <a:pt x="3037" y="8612"/>
                </a:lnTo>
                <a:lnTo>
                  <a:pt x="1051" y="8612"/>
                </a:lnTo>
                <a:lnTo>
                  <a:pt x="1051" y="8613"/>
                </a:lnTo>
                <a:lnTo>
                  <a:pt x="0" y="8613"/>
                </a:lnTo>
                <a:lnTo>
                  <a:pt x="0" y="6"/>
                </a:lnTo>
                <a:lnTo>
                  <a:pt x="619" y="6"/>
                </a:lnTo>
                <a:lnTo>
                  <a:pt x="619" y="0"/>
                </a:lnTo>
                <a:close/>
              </a:path>
            </a:pathLst>
          </a:custGeom>
          <a:gradFill>
            <a:gsLst>
              <a:gs pos="79000">
                <a:srgbClr val="FFFFFF">
                  <a:alpha val="46000"/>
                </a:srgbClr>
              </a:gs>
              <a:gs pos="100000">
                <a:schemeClr val="tx1">
                  <a:lumMod val="50000"/>
                  <a:lumOff val="50000"/>
                  <a:alpha val="0"/>
                </a:schemeClr>
              </a:gs>
            </a:gsLst>
            <a:lin ang="1800000" scaled="0"/>
          </a:gradFill>
          <a:ln w="3175">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ym typeface="+mn-ea"/>
            </a:endParaRPr>
          </a:p>
        </p:txBody>
      </p:sp>
      <p:sp>
        <p:nvSpPr>
          <p:cNvPr id="49" name="标题 48"/>
          <p:cNvSpPr>
            <a:spLocks noGrp="1"/>
          </p:cNvSpPr>
          <p:nvPr>
            <p:ph type="title"/>
            <p:custDataLst>
              <p:tags r:id="rId6"/>
            </p:custDataLst>
          </p:nvPr>
        </p:nvSpPr>
        <p:spPr>
          <a:xfrm>
            <a:off x="1640840" y="1714500"/>
            <a:ext cx="4189095" cy="1319530"/>
          </a:xfrm>
        </p:spPr>
        <p:txBody>
          <a:bodyPr>
            <a:normAutofit/>
          </a:bodyPr>
          <a:lstStyle/>
          <a:p>
            <a:pPr marL="0" indent="0" fontAlgn="auto">
              <a:lnSpc>
                <a:spcPct val="100000"/>
              </a:lnSpc>
            </a:pPr>
            <a:r>
              <a:rPr lang="zh-CN" altLang="en-US" sz="4000">
                <a:solidFill>
                  <a:srgbClr val="000000"/>
                </a:solidFill>
              </a:rPr>
              <a:t>丈夫拒签致孕妇死亡案</a:t>
            </a:r>
            <a:endParaRPr lang="zh-CN" altLang="en-US" sz="4000">
              <a:solidFill>
                <a:srgbClr val="000000"/>
              </a:solidFill>
            </a:endParaRPr>
          </a:p>
        </p:txBody>
      </p:sp>
      <p:sp>
        <p:nvSpPr>
          <p:cNvPr id="2" name="图形 64"/>
          <p:cNvSpPr/>
          <p:nvPr>
            <p:custDataLst>
              <p:tags r:id="rId7"/>
            </p:custDataLst>
          </p:nvPr>
        </p:nvSpPr>
        <p:spPr>
          <a:xfrm rot="60000" flipH="1">
            <a:off x="761994" y="3686823"/>
            <a:ext cx="1134314" cy="2283527"/>
          </a:xfrm>
          <a:custGeom>
            <a:avLst/>
            <a:gdLst>
              <a:gd name="connsiteX0" fmla="*/ 1786 w 1786"/>
              <a:gd name="connsiteY0" fmla="*/ 0 h 3596"/>
              <a:gd name="connsiteX1" fmla="*/ 337 w 1786"/>
              <a:gd name="connsiteY1" fmla="*/ 2185 h 3596"/>
              <a:gd name="connsiteX2" fmla="*/ 26 w 1786"/>
              <a:gd name="connsiteY2" fmla="*/ 2517 h 3596"/>
              <a:gd name="connsiteX3" fmla="*/ 240 w 1786"/>
              <a:gd name="connsiteY3" fmla="*/ 3146 h 3596"/>
              <a:gd name="connsiteX4" fmla="*/ 360 w 1786"/>
              <a:gd name="connsiteY4" fmla="*/ 3280 h 3596"/>
              <a:gd name="connsiteX5" fmla="*/ 495 w 1786"/>
              <a:gd name="connsiteY5" fmla="*/ 3588 h 3596"/>
              <a:gd name="connsiteX6" fmla="*/ 1786 w 1786"/>
              <a:gd name="connsiteY6" fmla="*/ 0 h 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6" h="3596">
                <a:moveTo>
                  <a:pt x="1786" y="0"/>
                </a:moveTo>
                <a:cubicBezTo>
                  <a:pt x="1626" y="617"/>
                  <a:pt x="986" y="1602"/>
                  <a:pt x="337" y="2185"/>
                </a:cubicBezTo>
                <a:cubicBezTo>
                  <a:pt x="240" y="2259"/>
                  <a:pt x="79" y="2400"/>
                  <a:pt x="26" y="2517"/>
                </a:cubicBezTo>
                <a:cubicBezTo>
                  <a:pt x="-32" y="2684"/>
                  <a:pt x="-8" y="2899"/>
                  <a:pt x="240" y="3146"/>
                </a:cubicBezTo>
                <a:cubicBezTo>
                  <a:pt x="283" y="3188"/>
                  <a:pt x="324" y="3232"/>
                  <a:pt x="360" y="3280"/>
                </a:cubicBezTo>
                <a:cubicBezTo>
                  <a:pt x="429" y="3364"/>
                  <a:pt x="507" y="3491"/>
                  <a:pt x="495" y="3588"/>
                </a:cubicBezTo>
                <a:cubicBezTo>
                  <a:pt x="481" y="3747"/>
                  <a:pt x="1460" y="1532"/>
                  <a:pt x="1786" y="0"/>
                </a:cubicBezTo>
                <a:close/>
              </a:path>
            </a:pathLst>
          </a:custGeom>
          <a:gradFill flip="none" rotWithShape="1">
            <a:gsLst>
              <a:gs pos="50000">
                <a:schemeClr val="bg2"/>
              </a:gs>
              <a:gs pos="100000">
                <a:schemeClr val="tx1">
                  <a:lumMod val="55000"/>
                  <a:lumOff val="45000"/>
                </a:schemeClr>
              </a:gs>
            </a:gsLst>
            <a:lin ang="1800000" scaled="0"/>
            <a:tileRect/>
          </a:gradFill>
          <a:ln w="3175" cap="flat">
            <a:no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 name="圆角矩形 5"/>
          <p:cNvSpPr/>
          <p:nvPr>
            <p:custDataLst>
              <p:tags r:id="rId8"/>
            </p:custDataLst>
          </p:nvPr>
        </p:nvSpPr>
        <p:spPr>
          <a:xfrm>
            <a:off x="1647190" y="3253740"/>
            <a:ext cx="881380" cy="50400"/>
          </a:xfrm>
          <a:prstGeom prst="roundRect">
            <a:avLst>
              <a:gd name="adj" fmla="val 50000"/>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文本框 6"/>
          <p:cNvSpPr txBox="1"/>
          <p:nvPr>
            <p:custDataLst>
              <p:tags r:id="rId9"/>
            </p:custDataLst>
          </p:nvPr>
        </p:nvSpPr>
        <p:spPr>
          <a:xfrm>
            <a:off x="1549400" y="3471545"/>
            <a:ext cx="4455795" cy="930910"/>
          </a:xfrm>
          <a:prstGeom prst="rect">
            <a:avLst/>
          </a:prstGeom>
          <a:noFill/>
        </p:spPr>
        <p:txBody>
          <a:bodyPr wrap="square" rtlCol="0">
            <a:noAutofit/>
          </a:bodyPr>
          <a:lstStyle/>
          <a:p>
            <a:pPr indent="0" fontAlgn="auto">
              <a:lnSpc>
                <a:spcPct val="130000"/>
              </a:lnSpc>
            </a:pPr>
            <a:r>
              <a:rPr lang="zh-CN" altLang="en-US" sz="2400">
                <a:solidFill>
                  <a:schemeClr val="tx1"/>
                </a:solidFill>
                <a:latin typeface="微软雅黑" panose="020B0503020204020204" charset="-122"/>
                <a:ea typeface="微软雅黑" panose="020B0503020204020204" charset="-122"/>
              </a:rPr>
              <a:t>男子肖志军因为拒绝签字同意医院进行剖腹产手术，其怀孕的妻子最终因重症肺炎导致心肺衰竭而死，一尸两命。</a:t>
            </a:r>
            <a:endParaRPr lang="zh-CN" altLang="en-US" sz="2400">
              <a:solidFill>
                <a:schemeClr val="tx1"/>
              </a:solidFill>
              <a:latin typeface="微软雅黑" panose="020B0503020204020204" charset="-122"/>
              <a:ea typeface="微软雅黑" panose="020B0503020204020204" charset="-122"/>
            </a:endParaRPr>
          </a:p>
        </p:txBody>
      </p:sp>
    </p:spTree>
    <p:custDataLst>
      <p:tags r:id="rId10"/>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303530" y="2036445"/>
            <a:ext cx="2264410" cy="2195830"/>
          </a:xfrm>
        </p:spPr>
        <p:txBody>
          <a:bodyPr anchor="b" anchorCtr="0">
            <a:normAutofit/>
          </a:bodyPr>
          <a:lstStyle/>
          <a:p>
            <a:pPr algn="ctr"/>
            <a:r>
              <a:rPr lang="zh-CN" altLang="en-US" sz="3555"/>
              <a:t>肯定说</a:t>
            </a:r>
            <a:endParaRPr lang="zh-CN" altLang="en-US" sz="3555"/>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804670" y="945515"/>
            <a:ext cx="9515475" cy="496760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2660650" y="1542415"/>
            <a:ext cx="8583295" cy="3728085"/>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就未出生之胎儿而言，基于</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基因的一致性、唯一性和独特性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，未出生的胎儿是确定的、个别的、不可分割的生命，</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其在成长和自我发展过程中，不是将成为人，而是作为人而发展，</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据此，怀孕期间的堕胎行为原则上应当认定为不法行为。</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303530" y="2036445"/>
            <a:ext cx="2264410" cy="2195830"/>
          </a:xfrm>
        </p:spPr>
        <p:txBody>
          <a:bodyPr anchor="b" anchorCtr="0">
            <a:normAutofit/>
          </a:bodyPr>
          <a:lstStyle/>
          <a:p>
            <a:pPr algn="ctr"/>
            <a:r>
              <a:rPr lang="zh-CN" altLang="en-US" sz="3555"/>
              <a:t>否定说</a:t>
            </a:r>
            <a:endParaRPr lang="zh-CN" altLang="en-US" sz="3555"/>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804670" y="945515"/>
            <a:ext cx="9515475" cy="496760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2660650" y="1542415"/>
            <a:ext cx="8583295" cy="3863975"/>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胎儿发展的过程也并不必然具有同一性和连续性，其充其量是一堆细胞而已。如果我们必须将任何具有潜力成为人的事物都作为基本权利主体，</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那么，不只受精卵、胚胎具有这一潜力，尚未结合的卵子和精子也具有这一潜力，同样应当成为</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基本权利主体，</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由此便会导致基本权利主体的</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无限扩大。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此外，如果胎儿具有基本权利主体地位，</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怀孕母亲的自由权将会名存实亡。</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我国宪法对此无明确规定</a:t>
            </a:r>
            <a:endParaRPr lang="zh-CN" altLang="en-US"/>
          </a:p>
        </p:txBody>
      </p:sp>
      <p:sp>
        <p:nvSpPr>
          <p:cNvPr id="711" name="任意多边形: 形状 42"/>
          <p:cNvSpPr/>
          <p:nvPr>
            <p:custDataLst>
              <p:tags r:id="rId2"/>
            </p:custDataLst>
          </p:nvPr>
        </p:nvSpPr>
        <p:spPr>
          <a:xfrm rot="16200000" flipV="1">
            <a:off x="6111604" y="1717016"/>
            <a:ext cx="1880446" cy="2575562"/>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solidFill>
            <a:schemeClr val="accent1">
              <a:lumMod val="40000"/>
              <a:lumOff val="60000"/>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712" name="任意多边形: 形状 42"/>
          <p:cNvSpPr/>
          <p:nvPr>
            <p:custDataLst>
              <p:tags r:id="rId3"/>
            </p:custDataLst>
          </p:nvPr>
        </p:nvSpPr>
        <p:spPr>
          <a:xfrm rot="16200000" flipV="1">
            <a:off x="6077886" y="1592517"/>
            <a:ext cx="1880446" cy="2575562"/>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gradFill>
            <a:gsLst>
              <a:gs pos="7000">
                <a:schemeClr val="accent1">
                  <a:alpha val="100000"/>
                </a:schemeClr>
              </a:gs>
              <a:gs pos="100000">
                <a:schemeClr val="accent1">
                  <a:alpha val="6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713" name="任意多边形: 形状 42"/>
          <p:cNvSpPr/>
          <p:nvPr>
            <p:custDataLst>
              <p:tags r:id="rId4"/>
            </p:custDataLst>
          </p:nvPr>
        </p:nvSpPr>
        <p:spPr>
          <a:xfrm rot="16200000">
            <a:off x="4227916" y="3277137"/>
            <a:ext cx="1881743" cy="2575562"/>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solidFill>
            <a:schemeClr val="accent2">
              <a:lumMod val="40000"/>
              <a:lumOff val="60000"/>
              <a:alpha val="15000"/>
            </a:schemeClr>
          </a:solidFill>
          <a:ln>
            <a:noFill/>
          </a:ln>
          <a:effectLst>
            <a:outerShdw blurRad="50800" dist="38100" dir="2700000" algn="tl" rotWithShape="0">
              <a:schemeClr val="accent2">
                <a:lumMod val="75000"/>
                <a:alpha val="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714" name="任意多边形: 形状 42"/>
          <p:cNvSpPr/>
          <p:nvPr>
            <p:custDataLst>
              <p:tags r:id="rId5"/>
            </p:custDataLst>
          </p:nvPr>
        </p:nvSpPr>
        <p:spPr>
          <a:xfrm rot="16200000">
            <a:off x="4305728" y="3188951"/>
            <a:ext cx="1881743" cy="2575562"/>
          </a:xfrm>
          <a:custGeom>
            <a:avLst/>
            <a:gdLst>
              <a:gd name="connsiteX0" fmla="*/ 0 w 2585764"/>
              <a:gd name="connsiteY0" fmla="*/ 1069299 h 2533101"/>
              <a:gd name="connsiteX1" fmla="*/ 0 w 2585764"/>
              <a:gd name="connsiteY1" fmla="*/ 1069299 h 2533101"/>
              <a:gd name="connsiteX2" fmla="*/ 1292905 w 2585764"/>
              <a:gd name="connsiteY2" fmla="*/ 0 h 2533101"/>
              <a:gd name="connsiteX3" fmla="*/ 1292860 w 2585764"/>
              <a:gd name="connsiteY3" fmla="*/ 37 h 2533101"/>
              <a:gd name="connsiteX4" fmla="*/ 2585764 w 2585764"/>
              <a:gd name="connsiteY4" fmla="*/ 1069336 h 2533101"/>
              <a:gd name="connsiteX5" fmla="*/ 2585720 w 2585764"/>
              <a:gd name="connsiteY5" fmla="*/ 1069299 h 2533101"/>
              <a:gd name="connsiteX6" fmla="*/ 2585720 w 2585764"/>
              <a:gd name="connsiteY6" fmla="*/ 1069299 h 2533101"/>
              <a:gd name="connsiteX7" fmla="*/ 1939290 w 2585764"/>
              <a:gd name="connsiteY7" fmla="*/ 1069299 h 2533101"/>
              <a:gd name="connsiteX8" fmla="*/ 1939290 w 2585764"/>
              <a:gd name="connsiteY8" fmla="*/ 1069299 h 2533101"/>
              <a:gd name="connsiteX9" fmla="*/ 1939290 w 2585764"/>
              <a:gd name="connsiteY9" fmla="*/ 2533101 h 2533101"/>
              <a:gd name="connsiteX10" fmla="*/ 1939290 w 2585764"/>
              <a:gd name="connsiteY10" fmla="*/ 2533052 h 2533101"/>
              <a:gd name="connsiteX11" fmla="*/ 646430 w 2585764"/>
              <a:gd name="connsiteY11" fmla="*/ 2533052 h 2533101"/>
              <a:gd name="connsiteX12" fmla="*/ 646430 w 2585764"/>
              <a:gd name="connsiteY12" fmla="*/ 2533052 h 2533101"/>
              <a:gd name="connsiteX13" fmla="*/ 646430 w 2585764"/>
              <a:gd name="connsiteY13" fmla="*/ 1069250 h 2533101"/>
              <a:gd name="connsiteX14" fmla="*/ 646430 w 2585764"/>
              <a:gd name="connsiteY14" fmla="*/ 1069299 h 2533101"/>
              <a:gd name="connsiteX15" fmla="*/ 0 w 2585764"/>
              <a:gd name="connsiteY15" fmla="*/ 1069299 h 2533101"/>
              <a:gd name="connsiteX16" fmla="*/ 0 w 2585764"/>
              <a:gd name="connsiteY16" fmla="*/ 1069299 h 2533101"/>
              <a:gd name="connsiteX0-1" fmla="*/ 0 w 2585764"/>
              <a:gd name="connsiteY0-2" fmla="*/ 1069299 h 2533101"/>
              <a:gd name="connsiteX1-3" fmla="*/ 0 w 2585764"/>
              <a:gd name="connsiteY1-4" fmla="*/ 1069299 h 2533101"/>
              <a:gd name="connsiteX2-5" fmla="*/ 1292905 w 2585764"/>
              <a:gd name="connsiteY2-6" fmla="*/ 0 h 2533101"/>
              <a:gd name="connsiteX3-7" fmla="*/ 1292860 w 2585764"/>
              <a:gd name="connsiteY3-8" fmla="*/ 37 h 2533101"/>
              <a:gd name="connsiteX4-9" fmla="*/ 2585764 w 2585764"/>
              <a:gd name="connsiteY4-10" fmla="*/ 1069336 h 2533101"/>
              <a:gd name="connsiteX5-11" fmla="*/ 2585720 w 2585764"/>
              <a:gd name="connsiteY5-12" fmla="*/ 1069299 h 2533101"/>
              <a:gd name="connsiteX6-13" fmla="*/ 2585720 w 2585764"/>
              <a:gd name="connsiteY6-14" fmla="*/ 1069299 h 2533101"/>
              <a:gd name="connsiteX7-15" fmla="*/ 1939290 w 2585764"/>
              <a:gd name="connsiteY7-16" fmla="*/ 1069299 h 2533101"/>
              <a:gd name="connsiteX8-17" fmla="*/ 1939290 w 2585764"/>
              <a:gd name="connsiteY8-18" fmla="*/ 1069299 h 2533101"/>
              <a:gd name="connsiteX9-19" fmla="*/ 1939290 w 2585764"/>
              <a:gd name="connsiteY9-20" fmla="*/ 2533101 h 2533101"/>
              <a:gd name="connsiteX10-21" fmla="*/ 1939290 w 2585764"/>
              <a:gd name="connsiteY10-22" fmla="*/ 2533052 h 2533101"/>
              <a:gd name="connsiteX11-23" fmla="*/ 646430 w 2585764"/>
              <a:gd name="connsiteY11-24" fmla="*/ 2533052 h 2533101"/>
              <a:gd name="connsiteX12-25" fmla="*/ 646430 w 2585764"/>
              <a:gd name="connsiteY12-26" fmla="*/ 2533052 h 2533101"/>
              <a:gd name="connsiteX13-27" fmla="*/ 646430 w 2585764"/>
              <a:gd name="connsiteY13-28" fmla="*/ 1069250 h 2533101"/>
              <a:gd name="connsiteX14-29" fmla="*/ 646430 w 2585764"/>
              <a:gd name="connsiteY14-30" fmla="*/ 1069299 h 2533101"/>
              <a:gd name="connsiteX15-31" fmla="*/ 0 w 2585764"/>
              <a:gd name="connsiteY15-32" fmla="*/ 1069299 h 2533101"/>
              <a:gd name="connsiteX16-33" fmla="*/ 0 w 2585764"/>
              <a:gd name="connsiteY16-34" fmla="*/ 1069300 h 2533101"/>
              <a:gd name="connsiteX0-35" fmla="*/ 0 w 2585764"/>
              <a:gd name="connsiteY0-36" fmla="*/ 1069300 h 2533101"/>
              <a:gd name="connsiteX1-37" fmla="*/ 0 w 2585764"/>
              <a:gd name="connsiteY1-38" fmla="*/ 1069299 h 2533101"/>
              <a:gd name="connsiteX2-39" fmla="*/ 1292905 w 2585764"/>
              <a:gd name="connsiteY2-40" fmla="*/ 0 h 2533101"/>
              <a:gd name="connsiteX3-41" fmla="*/ 1292860 w 2585764"/>
              <a:gd name="connsiteY3-42" fmla="*/ 37 h 2533101"/>
              <a:gd name="connsiteX4-43" fmla="*/ 2585764 w 2585764"/>
              <a:gd name="connsiteY4-44" fmla="*/ 1069336 h 2533101"/>
              <a:gd name="connsiteX5-45" fmla="*/ 2585720 w 2585764"/>
              <a:gd name="connsiteY5-46" fmla="*/ 1069299 h 2533101"/>
              <a:gd name="connsiteX6-47" fmla="*/ 2585720 w 2585764"/>
              <a:gd name="connsiteY6-48" fmla="*/ 1069299 h 2533101"/>
              <a:gd name="connsiteX7-49" fmla="*/ 1939290 w 2585764"/>
              <a:gd name="connsiteY7-50" fmla="*/ 1069299 h 2533101"/>
              <a:gd name="connsiteX8-51" fmla="*/ 1939290 w 2585764"/>
              <a:gd name="connsiteY8-52" fmla="*/ 1069299 h 2533101"/>
              <a:gd name="connsiteX9-53" fmla="*/ 1939290 w 2585764"/>
              <a:gd name="connsiteY9-54" fmla="*/ 2533101 h 2533101"/>
              <a:gd name="connsiteX10-55" fmla="*/ 1939290 w 2585764"/>
              <a:gd name="connsiteY10-56" fmla="*/ 2533052 h 2533101"/>
              <a:gd name="connsiteX11-57" fmla="*/ 646430 w 2585764"/>
              <a:gd name="connsiteY11-58" fmla="*/ 2533052 h 2533101"/>
              <a:gd name="connsiteX12-59" fmla="*/ 646430 w 2585764"/>
              <a:gd name="connsiteY12-60" fmla="*/ 2533052 h 2533101"/>
              <a:gd name="connsiteX13-61" fmla="*/ 646430 w 2585764"/>
              <a:gd name="connsiteY13-62" fmla="*/ 1069250 h 2533101"/>
              <a:gd name="connsiteX14-63" fmla="*/ 646430 w 2585764"/>
              <a:gd name="connsiteY14-64" fmla="*/ 1069299 h 2533101"/>
              <a:gd name="connsiteX15-65" fmla="*/ 0 w 2585764"/>
              <a:gd name="connsiteY15-66" fmla="*/ 1069299 h 2533101"/>
              <a:gd name="connsiteX16-67" fmla="*/ 0 w 2585764"/>
              <a:gd name="connsiteY16-68" fmla="*/ 1069300 h 2533101"/>
              <a:gd name="connsiteX0-69" fmla="*/ 0 w 2585764"/>
              <a:gd name="connsiteY0-70" fmla="*/ 1069300 h 2533101"/>
              <a:gd name="connsiteX1-71" fmla="*/ 0 w 2585764"/>
              <a:gd name="connsiteY1-72" fmla="*/ 1069299 h 2533101"/>
              <a:gd name="connsiteX2-73" fmla="*/ 1292905 w 2585764"/>
              <a:gd name="connsiteY2-74" fmla="*/ 0 h 2533101"/>
              <a:gd name="connsiteX3-75" fmla="*/ 1292860 w 2585764"/>
              <a:gd name="connsiteY3-76" fmla="*/ 37 h 2533101"/>
              <a:gd name="connsiteX4-77" fmla="*/ 2585764 w 2585764"/>
              <a:gd name="connsiteY4-78" fmla="*/ 1069336 h 2533101"/>
              <a:gd name="connsiteX5-79" fmla="*/ 2585720 w 2585764"/>
              <a:gd name="connsiteY5-80" fmla="*/ 1069299 h 2533101"/>
              <a:gd name="connsiteX6-81" fmla="*/ 2585720 w 2585764"/>
              <a:gd name="connsiteY6-82" fmla="*/ 1069299 h 2533101"/>
              <a:gd name="connsiteX7-83" fmla="*/ 1939290 w 2585764"/>
              <a:gd name="connsiteY7-84" fmla="*/ 1069299 h 2533101"/>
              <a:gd name="connsiteX8-85" fmla="*/ 1939290 w 2585764"/>
              <a:gd name="connsiteY8-86" fmla="*/ 1069299 h 2533101"/>
              <a:gd name="connsiteX9-87" fmla="*/ 1939290 w 2585764"/>
              <a:gd name="connsiteY9-88" fmla="*/ 2533101 h 2533101"/>
              <a:gd name="connsiteX10-89" fmla="*/ 1939290 w 2585764"/>
              <a:gd name="connsiteY10-90" fmla="*/ 2533052 h 2533101"/>
              <a:gd name="connsiteX11-91" fmla="*/ 646430 w 2585764"/>
              <a:gd name="connsiteY11-92" fmla="*/ 2533052 h 2533101"/>
              <a:gd name="connsiteX12-93" fmla="*/ 646430 w 2585764"/>
              <a:gd name="connsiteY12-94" fmla="*/ 2533052 h 2533101"/>
              <a:gd name="connsiteX13-95" fmla="*/ 646430 w 2585764"/>
              <a:gd name="connsiteY13-96" fmla="*/ 1069250 h 2533101"/>
              <a:gd name="connsiteX14-97" fmla="*/ 646430 w 2585764"/>
              <a:gd name="connsiteY14-98" fmla="*/ 1069299 h 2533101"/>
              <a:gd name="connsiteX15-99" fmla="*/ 0 w 2585764"/>
              <a:gd name="connsiteY15-100" fmla="*/ 1069299 h 2533101"/>
              <a:gd name="connsiteX16-101" fmla="*/ 0 w 2585764"/>
              <a:gd name="connsiteY16-102" fmla="*/ 1069300 h 2533101"/>
              <a:gd name="connsiteX0-103" fmla="*/ 0 w 2585764"/>
              <a:gd name="connsiteY0-104" fmla="*/ 1069300 h 2533101"/>
              <a:gd name="connsiteX1-105" fmla="*/ 0 w 2585764"/>
              <a:gd name="connsiteY1-106" fmla="*/ 1069299 h 2533101"/>
              <a:gd name="connsiteX2-107" fmla="*/ 1292905 w 2585764"/>
              <a:gd name="connsiteY2-108" fmla="*/ 0 h 2533101"/>
              <a:gd name="connsiteX3-109" fmla="*/ 1292860 w 2585764"/>
              <a:gd name="connsiteY3-110" fmla="*/ 37 h 2533101"/>
              <a:gd name="connsiteX4-111" fmla="*/ 2585764 w 2585764"/>
              <a:gd name="connsiteY4-112" fmla="*/ 1069336 h 2533101"/>
              <a:gd name="connsiteX5-113" fmla="*/ 2585720 w 2585764"/>
              <a:gd name="connsiteY5-114" fmla="*/ 1069299 h 2533101"/>
              <a:gd name="connsiteX6-115" fmla="*/ 2585720 w 2585764"/>
              <a:gd name="connsiteY6-116" fmla="*/ 1069299 h 2533101"/>
              <a:gd name="connsiteX7-117" fmla="*/ 1939290 w 2585764"/>
              <a:gd name="connsiteY7-118" fmla="*/ 1069299 h 2533101"/>
              <a:gd name="connsiteX8-119" fmla="*/ 1939290 w 2585764"/>
              <a:gd name="connsiteY8-120" fmla="*/ 1069299 h 2533101"/>
              <a:gd name="connsiteX9-121" fmla="*/ 1939290 w 2585764"/>
              <a:gd name="connsiteY9-122" fmla="*/ 2533101 h 2533101"/>
              <a:gd name="connsiteX10-123" fmla="*/ 1939290 w 2585764"/>
              <a:gd name="connsiteY10-124" fmla="*/ 2533052 h 2533101"/>
              <a:gd name="connsiteX11-125" fmla="*/ 646430 w 2585764"/>
              <a:gd name="connsiteY11-126" fmla="*/ 2533052 h 2533101"/>
              <a:gd name="connsiteX12-127" fmla="*/ 646430 w 2585764"/>
              <a:gd name="connsiteY12-128" fmla="*/ 2533052 h 2533101"/>
              <a:gd name="connsiteX13-129" fmla="*/ 646430 w 2585764"/>
              <a:gd name="connsiteY13-130" fmla="*/ 1069250 h 2533101"/>
              <a:gd name="connsiteX14-131" fmla="*/ 646430 w 2585764"/>
              <a:gd name="connsiteY14-132" fmla="*/ 1069299 h 2533101"/>
              <a:gd name="connsiteX15-133" fmla="*/ 0 w 2585764"/>
              <a:gd name="connsiteY15-134" fmla="*/ 1069299 h 2533101"/>
              <a:gd name="connsiteX16-135" fmla="*/ 0 w 2585764"/>
              <a:gd name="connsiteY16-136" fmla="*/ 1069300 h 2533101"/>
              <a:gd name="connsiteX0-137" fmla="*/ 0 w 2585764"/>
              <a:gd name="connsiteY0-138" fmla="*/ 1069300 h 2533101"/>
              <a:gd name="connsiteX1-139" fmla="*/ 0 w 2585764"/>
              <a:gd name="connsiteY1-140" fmla="*/ 1069300 h 2533101"/>
              <a:gd name="connsiteX2-141" fmla="*/ 1292905 w 2585764"/>
              <a:gd name="connsiteY2-142" fmla="*/ 0 h 2533101"/>
              <a:gd name="connsiteX3-143" fmla="*/ 1292860 w 2585764"/>
              <a:gd name="connsiteY3-144" fmla="*/ 37 h 2533101"/>
              <a:gd name="connsiteX4-145" fmla="*/ 2585764 w 2585764"/>
              <a:gd name="connsiteY4-146" fmla="*/ 1069336 h 2533101"/>
              <a:gd name="connsiteX5-147" fmla="*/ 2585720 w 2585764"/>
              <a:gd name="connsiteY5-148" fmla="*/ 1069299 h 2533101"/>
              <a:gd name="connsiteX6-149" fmla="*/ 2585720 w 2585764"/>
              <a:gd name="connsiteY6-150" fmla="*/ 1069299 h 2533101"/>
              <a:gd name="connsiteX7-151" fmla="*/ 1939290 w 2585764"/>
              <a:gd name="connsiteY7-152" fmla="*/ 1069299 h 2533101"/>
              <a:gd name="connsiteX8-153" fmla="*/ 1939290 w 2585764"/>
              <a:gd name="connsiteY8-154" fmla="*/ 1069299 h 2533101"/>
              <a:gd name="connsiteX9-155" fmla="*/ 1939290 w 2585764"/>
              <a:gd name="connsiteY9-156" fmla="*/ 2533101 h 2533101"/>
              <a:gd name="connsiteX10-157" fmla="*/ 1939290 w 2585764"/>
              <a:gd name="connsiteY10-158" fmla="*/ 2533052 h 2533101"/>
              <a:gd name="connsiteX11-159" fmla="*/ 646430 w 2585764"/>
              <a:gd name="connsiteY11-160" fmla="*/ 2533052 h 2533101"/>
              <a:gd name="connsiteX12-161" fmla="*/ 646430 w 2585764"/>
              <a:gd name="connsiteY12-162" fmla="*/ 2533052 h 2533101"/>
              <a:gd name="connsiteX13-163" fmla="*/ 646430 w 2585764"/>
              <a:gd name="connsiteY13-164" fmla="*/ 1069250 h 2533101"/>
              <a:gd name="connsiteX14-165" fmla="*/ 646430 w 2585764"/>
              <a:gd name="connsiteY14-166" fmla="*/ 1069299 h 2533101"/>
              <a:gd name="connsiteX15-167" fmla="*/ 0 w 2585764"/>
              <a:gd name="connsiteY15-168" fmla="*/ 1069299 h 2533101"/>
              <a:gd name="connsiteX16-169" fmla="*/ 0 w 2585764"/>
              <a:gd name="connsiteY16-170" fmla="*/ 1069300 h 2533101"/>
              <a:gd name="connsiteX0-171" fmla="*/ 0 w 2585764"/>
              <a:gd name="connsiteY0-172" fmla="*/ 1069300 h 2533101"/>
              <a:gd name="connsiteX1-173" fmla="*/ 0 w 2585764"/>
              <a:gd name="connsiteY1-174" fmla="*/ 1069300 h 2533101"/>
              <a:gd name="connsiteX2-175" fmla="*/ 1292905 w 2585764"/>
              <a:gd name="connsiteY2-176" fmla="*/ 0 h 2533101"/>
              <a:gd name="connsiteX3-177" fmla="*/ 1292860 w 2585764"/>
              <a:gd name="connsiteY3-178" fmla="*/ 37 h 2533101"/>
              <a:gd name="connsiteX4-179" fmla="*/ 2585764 w 2585764"/>
              <a:gd name="connsiteY4-180" fmla="*/ 1069336 h 2533101"/>
              <a:gd name="connsiteX5-181" fmla="*/ 2585720 w 2585764"/>
              <a:gd name="connsiteY5-182" fmla="*/ 1069299 h 2533101"/>
              <a:gd name="connsiteX6-183" fmla="*/ 2585720 w 2585764"/>
              <a:gd name="connsiteY6-184" fmla="*/ 1069299 h 2533101"/>
              <a:gd name="connsiteX7-185" fmla="*/ 1939290 w 2585764"/>
              <a:gd name="connsiteY7-186" fmla="*/ 1069299 h 2533101"/>
              <a:gd name="connsiteX8-187" fmla="*/ 1939290 w 2585764"/>
              <a:gd name="connsiteY8-188" fmla="*/ 1069299 h 2533101"/>
              <a:gd name="connsiteX9-189" fmla="*/ 1939290 w 2585764"/>
              <a:gd name="connsiteY9-190" fmla="*/ 2533101 h 2533101"/>
              <a:gd name="connsiteX10-191" fmla="*/ 1939290 w 2585764"/>
              <a:gd name="connsiteY10-192" fmla="*/ 2533052 h 2533101"/>
              <a:gd name="connsiteX11-193" fmla="*/ 646430 w 2585764"/>
              <a:gd name="connsiteY11-194" fmla="*/ 2533052 h 2533101"/>
              <a:gd name="connsiteX12-195" fmla="*/ 646430 w 2585764"/>
              <a:gd name="connsiteY12-196" fmla="*/ 2533052 h 2533101"/>
              <a:gd name="connsiteX13-197" fmla="*/ 646430 w 2585764"/>
              <a:gd name="connsiteY13-198" fmla="*/ 1069250 h 2533101"/>
              <a:gd name="connsiteX14-199" fmla="*/ 646430 w 2585764"/>
              <a:gd name="connsiteY14-200" fmla="*/ 1069299 h 2533101"/>
              <a:gd name="connsiteX15-201" fmla="*/ 0 w 2585764"/>
              <a:gd name="connsiteY15-202" fmla="*/ 1069299 h 2533101"/>
              <a:gd name="connsiteX16-203" fmla="*/ 0 w 2585764"/>
              <a:gd name="connsiteY16-204" fmla="*/ 1069300 h 2533101"/>
              <a:gd name="connsiteX0-205" fmla="*/ 0 w 2585764"/>
              <a:gd name="connsiteY0-206" fmla="*/ 1069300 h 2533101"/>
              <a:gd name="connsiteX1-207" fmla="*/ 0 w 2585764"/>
              <a:gd name="connsiteY1-208" fmla="*/ 1069300 h 2533101"/>
              <a:gd name="connsiteX2-209" fmla="*/ 1292905 w 2585764"/>
              <a:gd name="connsiteY2-210" fmla="*/ 0 h 2533101"/>
              <a:gd name="connsiteX3-211" fmla="*/ 1292860 w 2585764"/>
              <a:gd name="connsiteY3-212" fmla="*/ 37 h 2533101"/>
              <a:gd name="connsiteX4-213" fmla="*/ 2585764 w 2585764"/>
              <a:gd name="connsiteY4-214" fmla="*/ 1069336 h 2533101"/>
              <a:gd name="connsiteX5-215" fmla="*/ 2585720 w 2585764"/>
              <a:gd name="connsiteY5-216" fmla="*/ 1069299 h 2533101"/>
              <a:gd name="connsiteX6-217" fmla="*/ 2585720 w 2585764"/>
              <a:gd name="connsiteY6-218" fmla="*/ 1069299 h 2533101"/>
              <a:gd name="connsiteX7-219" fmla="*/ 1939290 w 2585764"/>
              <a:gd name="connsiteY7-220" fmla="*/ 1069299 h 2533101"/>
              <a:gd name="connsiteX8-221" fmla="*/ 1939290 w 2585764"/>
              <a:gd name="connsiteY8-222" fmla="*/ 1069299 h 2533101"/>
              <a:gd name="connsiteX9-223" fmla="*/ 1939290 w 2585764"/>
              <a:gd name="connsiteY9-224" fmla="*/ 2533101 h 2533101"/>
              <a:gd name="connsiteX10-225" fmla="*/ 1939290 w 2585764"/>
              <a:gd name="connsiteY10-226" fmla="*/ 2533052 h 2533101"/>
              <a:gd name="connsiteX11-227" fmla="*/ 646430 w 2585764"/>
              <a:gd name="connsiteY11-228" fmla="*/ 2533052 h 2533101"/>
              <a:gd name="connsiteX12-229" fmla="*/ 646430 w 2585764"/>
              <a:gd name="connsiteY12-230" fmla="*/ 2533052 h 2533101"/>
              <a:gd name="connsiteX13-231" fmla="*/ 646430 w 2585764"/>
              <a:gd name="connsiteY13-232" fmla="*/ 1069250 h 2533101"/>
              <a:gd name="connsiteX14-233" fmla="*/ 646430 w 2585764"/>
              <a:gd name="connsiteY14-234" fmla="*/ 1069299 h 2533101"/>
              <a:gd name="connsiteX15-235" fmla="*/ 0 w 2585764"/>
              <a:gd name="connsiteY15-236" fmla="*/ 1069299 h 2533101"/>
              <a:gd name="connsiteX16-237" fmla="*/ 0 w 2585764"/>
              <a:gd name="connsiteY16-238" fmla="*/ 1069300 h 2533101"/>
              <a:gd name="connsiteX0-239" fmla="*/ 0 w 2585764"/>
              <a:gd name="connsiteY0-240" fmla="*/ 1069299 h 2533100"/>
              <a:gd name="connsiteX1-241" fmla="*/ 0 w 2585764"/>
              <a:gd name="connsiteY1-242" fmla="*/ 1069299 h 2533100"/>
              <a:gd name="connsiteX2-243" fmla="*/ 1292905 w 2585764"/>
              <a:gd name="connsiteY2-244" fmla="*/ 0 h 2533100"/>
              <a:gd name="connsiteX3-245" fmla="*/ 1292860 w 2585764"/>
              <a:gd name="connsiteY3-246" fmla="*/ 36 h 2533100"/>
              <a:gd name="connsiteX4-247" fmla="*/ 2585764 w 2585764"/>
              <a:gd name="connsiteY4-248" fmla="*/ 1069335 h 2533100"/>
              <a:gd name="connsiteX5-249" fmla="*/ 2585720 w 2585764"/>
              <a:gd name="connsiteY5-250" fmla="*/ 1069298 h 2533100"/>
              <a:gd name="connsiteX6-251" fmla="*/ 2585720 w 2585764"/>
              <a:gd name="connsiteY6-252" fmla="*/ 1069298 h 2533100"/>
              <a:gd name="connsiteX7-253" fmla="*/ 1939290 w 2585764"/>
              <a:gd name="connsiteY7-254" fmla="*/ 1069298 h 2533100"/>
              <a:gd name="connsiteX8-255" fmla="*/ 1939290 w 2585764"/>
              <a:gd name="connsiteY8-256" fmla="*/ 1069298 h 2533100"/>
              <a:gd name="connsiteX9-257" fmla="*/ 1939290 w 2585764"/>
              <a:gd name="connsiteY9-258" fmla="*/ 2533100 h 2533100"/>
              <a:gd name="connsiteX10-259" fmla="*/ 1939290 w 2585764"/>
              <a:gd name="connsiteY10-260" fmla="*/ 2533051 h 2533100"/>
              <a:gd name="connsiteX11-261" fmla="*/ 646430 w 2585764"/>
              <a:gd name="connsiteY11-262" fmla="*/ 2533051 h 2533100"/>
              <a:gd name="connsiteX12-263" fmla="*/ 646430 w 2585764"/>
              <a:gd name="connsiteY12-264" fmla="*/ 2533051 h 2533100"/>
              <a:gd name="connsiteX13-265" fmla="*/ 646430 w 2585764"/>
              <a:gd name="connsiteY13-266" fmla="*/ 1069249 h 2533100"/>
              <a:gd name="connsiteX14-267" fmla="*/ 646430 w 2585764"/>
              <a:gd name="connsiteY14-268" fmla="*/ 1069298 h 2533100"/>
              <a:gd name="connsiteX15-269" fmla="*/ 0 w 2585764"/>
              <a:gd name="connsiteY15-270" fmla="*/ 1069298 h 2533100"/>
              <a:gd name="connsiteX16-271" fmla="*/ 0 w 2585764"/>
              <a:gd name="connsiteY16-272" fmla="*/ 1069299 h 2533100"/>
              <a:gd name="connsiteX0-273" fmla="*/ 0 w 2585764"/>
              <a:gd name="connsiteY0-274" fmla="*/ 1069299 h 2533100"/>
              <a:gd name="connsiteX1-275" fmla="*/ 0 w 2585764"/>
              <a:gd name="connsiteY1-276" fmla="*/ 1069299 h 2533100"/>
              <a:gd name="connsiteX2-277" fmla="*/ 1292905 w 2585764"/>
              <a:gd name="connsiteY2-278" fmla="*/ 0 h 2533100"/>
              <a:gd name="connsiteX3-279" fmla="*/ 1292860 w 2585764"/>
              <a:gd name="connsiteY3-280" fmla="*/ 36 h 2533100"/>
              <a:gd name="connsiteX4-281" fmla="*/ 2585764 w 2585764"/>
              <a:gd name="connsiteY4-282" fmla="*/ 1069335 h 2533100"/>
              <a:gd name="connsiteX5-283" fmla="*/ 2585720 w 2585764"/>
              <a:gd name="connsiteY5-284" fmla="*/ 1069298 h 2533100"/>
              <a:gd name="connsiteX6-285" fmla="*/ 2585720 w 2585764"/>
              <a:gd name="connsiteY6-286" fmla="*/ 1069298 h 2533100"/>
              <a:gd name="connsiteX7-287" fmla="*/ 1939290 w 2585764"/>
              <a:gd name="connsiteY7-288" fmla="*/ 1069298 h 2533100"/>
              <a:gd name="connsiteX8-289" fmla="*/ 1939290 w 2585764"/>
              <a:gd name="connsiteY8-290" fmla="*/ 1069298 h 2533100"/>
              <a:gd name="connsiteX9-291" fmla="*/ 1939290 w 2585764"/>
              <a:gd name="connsiteY9-292" fmla="*/ 2533100 h 2533100"/>
              <a:gd name="connsiteX10-293" fmla="*/ 1939290 w 2585764"/>
              <a:gd name="connsiteY10-294" fmla="*/ 2533051 h 2533100"/>
              <a:gd name="connsiteX11-295" fmla="*/ 646430 w 2585764"/>
              <a:gd name="connsiteY11-296" fmla="*/ 2533051 h 2533100"/>
              <a:gd name="connsiteX12-297" fmla="*/ 646430 w 2585764"/>
              <a:gd name="connsiteY12-298" fmla="*/ 2533051 h 2533100"/>
              <a:gd name="connsiteX13-299" fmla="*/ 646430 w 2585764"/>
              <a:gd name="connsiteY13-300" fmla="*/ 1069249 h 2533100"/>
              <a:gd name="connsiteX14-301" fmla="*/ 646430 w 2585764"/>
              <a:gd name="connsiteY14-302" fmla="*/ 1069298 h 2533100"/>
              <a:gd name="connsiteX15-303" fmla="*/ 0 w 2585764"/>
              <a:gd name="connsiteY15-304" fmla="*/ 1069298 h 2533100"/>
              <a:gd name="connsiteX16-305" fmla="*/ 0 w 2585764"/>
              <a:gd name="connsiteY16-306" fmla="*/ 1069299 h 2533100"/>
              <a:gd name="connsiteX0-307" fmla="*/ 0 w 2585764"/>
              <a:gd name="connsiteY0-308" fmla="*/ 1069299 h 2533100"/>
              <a:gd name="connsiteX1-309" fmla="*/ 0 w 2585764"/>
              <a:gd name="connsiteY1-310" fmla="*/ 1069299 h 2533100"/>
              <a:gd name="connsiteX2-311" fmla="*/ 1292905 w 2585764"/>
              <a:gd name="connsiteY2-312" fmla="*/ 0 h 2533100"/>
              <a:gd name="connsiteX3-313" fmla="*/ 1292860 w 2585764"/>
              <a:gd name="connsiteY3-314" fmla="*/ 36 h 2533100"/>
              <a:gd name="connsiteX4-315" fmla="*/ 2585764 w 2585764"/>
              <a:gd name="connsiteY4-316" fmla="*/ 1069335 h 2533100"/>
              <a:gd name="connsiteX5-317" fmla="*/ 2585720 w 2585764"/>
              <a:gd name="connsiteY5-318" fmla="*/ 1069298 h 2533100"/>
              <a:gd name="connsiteX6-319" fmla="*/ 2585720 w 2585764"/>
              <a:gd name="connsiteY6-320" fmla="*/ 1069298 h 2533100"/>
              <a:gd name="connsiteX7-321" fmla="*/ 1939290 w 2585764"/>
              <a:gd name="connsiteY7-322" fmla="*/ 1069298 h 2533100"/>
              <a:gd name="connsiteX8-323" fmla="*/ 1939290 w 2585764"/>
              <a:gd name="connsiteY8-324" fmla="*/ 1069298 h 2533100"/>
              <a:gd name="connsiteX9-325" fmla="*/ 1939290 w 2585764"/>
              <a:gd name="connsiteY9-326" fmla="*/ 2533100 h 2533100"/>
              <a:gd name="connsiteX10-327" fmla="*/ 1939290 w 2585764"/>
              <a:gd name="connsiteY10-328" fmla="*/ 2533051 h 2533100"/>
              <a:gd name="connsiteX11-329" fmla="*/ 646430 w 2585764"/>
              <a:gd name="connsiteY11-330" fmla="*/ 2533051 h 2533100"/>
              <a:gd name="connsiteX12-331" fmla="*/ 646430 w 2585764"/>
              <a:gd name="connsiteY12-332" fmla="*/ 2533051 h 2533100"/>
              <a:gd name="connsiteX13-333" fmla="*/ 646430 w 2585764"/>
              <a:gd name="connsiteY13-334" fmla="*/ 1069249 h 2533100"/>
              <a:gd name="connsiteX14-335" fmla="*/ 646430 w 2585764"/>
              <a:gd name="connsiteY14-336" fmla="*/ 1069298 h 2533100"/>
              <a:gd name="connsiteX15-337" fmla="*/ 0 w 2585764"/>
              <a:gd name="connsiteY15-338" fmla="*/ 1069298 h 2533100"/>
              <a:gd name="connsiteX16-339" fmla="*/ 0 w 2585764"/>
              <a:gd name="connsiteY16-340" fmla="*/ 1069299 h 2533100"/>
              <a:gd name="connsiteX0-341" fmla="*/ 0 w 2585764"/>
              <a:gd name="connsiteY0-342" fmla="*/ 1069299 h 2533100"/>
              <a:gd name="connsiteX1-343" fmla="*/ 0 w 2585764"/>
              <a:gd name="connsiteY1-344" fmla="*/ 1069299 h 2533100"/>
              <a:gd name="connsiteX2-345" fmla="*/ 1292905 w 2585764"/>
              <a:gd name="connsiteY2-346" fmla="*/ 0 h 2533100"/>
              <a:gd name="connsiteX3-347" fmla="*/ 1292860 w 2585764"/>
              <a:gd name="connsiteY3-348" fmla="*/ 36 h 2533100"/>
              <a:gd name="connsiteX4-349" fmla="*/ 2585764 w 2585764"/>
              <a:gd name="connsiteY4-350" fmla="*/ 1069335 h 2533100"/>
              <a:gd name="connsiteX5-351" fmla="*/ 2585720 w 2585764"/>
              <a:gd name="connsiteY5-352" fmla="*/ 1069298 h 2533100"/>
              <a:gd name="connsiteX6-353" fmla="*/ 2585720 w 2585764"/>
              <a:gd name="connsiteY6-354" fmla="*/ 1069298 h 2533100"/>
              <a:gd name="connsiteX7-355" fmla="*/ 1939290 w 2585764"/>
              <a:gd name="connsiteY7-356" fmla="*/ 1069298 h 2533100"/>
              <a:gd name="connsiteX8-357" fmla="*/ 1939290 w 2585764"/>
              <a:gd name="connsiteY8-358" fmla="*/ 1069298 h 2533100"/>
              <a:gd name="connsiteX9-359" fmla="*/ 1939290 w 2585764"/>
              <a:gd name="connsiteY9-360" fmla="*/ 2533100 h 2533100"/>
              <a:gd name="connsiteX10-361" fmla="*/ 1939290 w 2585764"/>
              <a:gd name="connsiteY10-362" fmla="*/ 2533051 h 2533100"/>
              <a:gd name="connsiteX11-363" fmla="*/ 646430 w 2585764"/>
              <a:gd name="connsiteY11-364" fmla="*/ 2533051 h 2533100"/>
              <a:gd name="connsiteX12-365" fmla="*/ 646430 w 2585764"/>
              <a:gd name="connsiteY12-366" fmla="*/ 2533051 h 2533100"/>
              <a:gd name="connsiteX13-367" fmla="*/ 646430 w 2585764"/>
              <a:gd name="connsiteY13-368" fmla="*/ 1069249 h 2533100"/>
              <a:gd name="connsiteX14-369" fmla="*/ 646430 w 2585764"/>
              <a:gd name="connsiteY14-370" fmla="*/ 1069298 h 2533100"/>
              <a:gd name="connsiteX15-371" fmla="*/ 0 w 2585764"/>
              <a:gd name="connsiteY15-372" fmla="*/ 1069298 h 2533100"/>
              <a:gd name="connsiteX16-373" fmla="*/ 0 w 2585764"/>
              <a:gd name="connsiteY16-374" fmla="*/ 1069299 h 2533100"/>
              <a:gd name="connsiteX0-375" fmla="*/ 0 w 2585764"/>
              <a:gd name="connsiteY0-376" fmla="*/ 1069299 h 2533100"/>
              <a:gd name="connsiteX1-377" fmla="*/ 0 w 2585764"/>
              <a:gd name="connsiteY1-378" fmla="*/ 1069299 h 2533100"/>
              <a:gd name="connsiteX2-379" fmla="*/ 1292905 w 2585764"/>
              <a:gd name="connsiteY2-380" fmla="*/ 0 h 2533100"/>
              <a:gd name="connsiteX3-381" fmla="*/ 1292860 w 2585764"/>
              <a:gd name="connsiteY3-382" fmla="*/ 36 h 2533100"/>
              <a:gd name="connsiteX4-383" fmla="*/ 2585764 w 2585764"/>
              <a:gd name="connsiteY4-384" fmla="*/ 1069335 h 2533100"/>
              <a:gd name="connsiteX5-385" fmla="*/ 2585720 w 2585764"/>
              <a:gd name="connsiteY5-386" fmla="*/ 1069298 h 2533100"/>
              <a:gd name="connsiteX6-387" fmla="*/ 2585720 w 2585764"/>
              <a:gd name="connsiteY6-388" fmla="*/ 1069298 h 2533100"/>
              <a:gd name="connsiteX7-389" fmla="*/ 1939290 w 2585764"/>
              <a:gd name="connsiteY7-390" fmla="*/ 1069298 h 2533100"/>
              <a:gd name="connsiteX8-391" fmla="*/ 1939290 w 2585764"/>
              <a:gd name="connsiteY8-392" fmla="*/ 1069298 h 2533100"/>
              <a:gd name="connsiteX9-393" fmla="*/ 1939290 w 2585764"/>
              <a:gd name="connsiteY9-394" fmla="*/ 2533100 h 2533100"/>
              <a:gd name="connsiteX10-395" fmla="*/ 1939290 w 2585764"/>
              <a:gd name="connsiteY10-396" fmla="*/ 2533051 h 2533100"/>
              <a:gd name="connsiteX11-397" fmla="*/ 646430 w 2585764"/>
              <a:gd name="connsiteY11-398" fmla="*/ 2533051 h 2533100"/>
              <a:gd name="connsiteX12-399" fmla="*/ 646430 w 2585764"/>
              <a:gd name="connsiteY12-400" fmla="*/ 2533051 h 2533100"/>
              <a:gd name="connsiteX13-401" fmla="*/ 646430 w 2585764"/>
              <a:gd name="connsiteY13-402" fmla="*/ 1069249 h 2533100"/>
              <a:gd name="connsiteX14-403" fmla="*/ 646430 w 2585764"/>
              <a:gd name="connsiteY14-404" fmla="*/ 1069298 h 2533100"/>
              <a:gd name="connsiteX15-405" fmla="*/ 0 w 2585764"/>
              <a:gd name="connsiteY15-406" fmla="*/ 1069298 h 2533100"/>
              <a:gd name="connsiteX16-407" fmla="*/ 0 w 2585764"/>
              <a:gd name="connsiteY16-408" fmla="*/ 1069299 h 2533100"/>
              <a:gd name="connsiteX0-409" fmla="*/ 0 w 2585764"/>
              <a:gd name="connsiteY0-410" fmla="*/ 1069299 h 2533100"/>
              <a:gd name="connsiteX1-411" fmla="*/ 0 w 2585764"/>
              <a:gd name="connsiteY1-412" fmla="*/ 1069299 h 2533100"/>
              <a:gd name="connsiteX2-413" fmla="*/ 1292905 w 2585764"/>
              <a:gd name="connsiteY2-414" fmla="*/ 0 h 2533100"/>
              <a:gd name="connsiteX3-415" fmla="*/ 1292860 w 2585764"/>
              <a:gd name="connsiteY3-416" fmla="*/ 36 h 2533100"/>
              <a:gd name="connsiteX4-417" fmla="*/ 2585764 w 2585764"/>
              <a:gd name="connsiteY4-418" fmla="*/ 1069335 h 2533100"/>
              <a:gd name="connsiteX5-419" fmla="*/ 2585720 w 2585764"/>
              <a:gd name="connsiteY5-420" fmla="*/ 1069298 h 2533100"/>
              <a:gd name="connsiteX6-421" fmla="*/ 2585720 w 2585764"/>
              <a:gd name="connsiteY6-422" fmla="*/ 1069298 h 2533100"/>
              <a:gd name="connsiteX7-423" fmla="*/ 1939290 w 2585764"/>
              <a:gd name="connsiteY7-424" fmla="*/ 1069298 h 2533100"/>
              <a:gd name="connsiteX8-425" fmla="*/ 1939290 w 2585764"/>
              <a:gd name="connsiteY8-426" fmla="*/ 1069298 h 2533100"/>
              <a:gd name="connsiteX9-427" fmla="*/ 1939290 w 2585764"/>
              <a:gd name="connsiteY9-428" fmla="*/ 2533100 h 2533100"/>
              <a:gd name="connsiteX10-429" fmla="*/ 1939290 w 2585764"/>
              <a:gd name="connsiteY10-430" fmla="*/ 2533051 h 2533100"/>
              <a:gd name="connsiteX11-431" fmla="*/ 646430 w 2585764"/>
              <a:gd name="connsiteY11-432" fmla="*/ 2533051 h 2533100"/>
              <a:gd name="connsiteX12-433" fmla="*/ 646430 w 2585764"/>
              <a:gd name="connsiteY12-434" fmla="*/ 2533051 h 2533100"/>
              <a:gd name="connsiteX13-435" fmla="*/ 646430 w 2585764"/>
              <a:gd name="connsiteY13-436" fmla="*/ 1069249 h 2533100"/>
              <a:gd name="connsiteX14-437" fmla="*/ 646430 w 2585764"/>
              <a:gd name="connsiteY14-438" fmla="*/ 1069298 h 2533100"/>
              <a:gd name="connsiteX15-439" fmla="*/ 0 w 2585764"/>
              <a:gd name="connsiteY15-440" fmla="*/ 1069298 h 2533100"/>
              <a:gd name="connsiteX16-441" fmla="*/ 0 w 2585764"/>
              <a:gd name="connsiteY16-442" fmla="*/ 1069299 h 2533100"/>
              <a:gd name="connsiteX0-443" fmla="*/ 0 w 2585764"/>
              <a:gd name="connsiteY0-444" fmla="*/ 1069299 h 2533100"/>
              <a:gd name="connsiteX1-445" fmla="*/ 0 w 2585764"/>
              <a:gd name="connsiteY1-446" fmla="*/ 1069299 h 2533100"/>
              <a:gd name="connsiteX2-447" fmla="*/ 1292905 w 2585764"/>
              <a:gd name="connsiteY2-448" fmla="*/ 0 h 2533100"/>
              <a:gd name="connsiteX3-449" fmla="*/ 1292860 w 2585764"/>
              <a:gd name="connsiteY3-450" fmla="*/ 36 h 2533100"/>
              <a:gd name="connsiteX4-451" fmla="*/ 2585764 w 2585764"/>
              <a:gd name="connsiteY4-452" fmla="*/ 1069335 h 2533100"/>
              <a:gd name="connsiteX5-453" fmla="*/ 2585720 w 2585764"/>
              <a:gd name="connsiteY5-454" fmla="*/ 1069298 h 2533100"/>
              <a:gd name="connsiteX6-455" fmla="*/ 2585720 w 2585764"/>
              <a:gd name="connsiteY6-456" fmla="*/ 1069298 h 2533100"/>
              <a:gd name="connsiteX7-457" fmla="*/ 1939290 w 2585764"/>
              <a:gd name="connsiteY7-458" fmla="*/ 1069298 h 2533100"/>
              <a:gd name="connsiteX8-459" fmla="*/ 1939290 w 2585764"/>
              <a:gd name="connsiteY8-460" fmla="*/ 1069298 h 2533100"/>
              <a:gd name="connsiteX9-461" fmla="*/ 1939290 w 2585764"/>
              <a:gd name="connsiteY9-462" fmla="*/ 2533100 h 2533100"/>
              <a:gd name="connsiteX10-463" fmla="*/ 1939290 w 2585764"/>
              <a:gd name="connsiteY10-464" fmla="*/ 2533051 h 2533100"/>
              <a:gd name="connsiteX11-465" fmla="*/ 646430 w 2585764"/>
              <a:gd name="connsiteY11-466" fmla="*/ 2533051 h 2533100"/>
              <a:gd name="connsiteX12-467" fmla="*/ 646430 w 2585764"/>
              <a:gd name="connsiteY12-468" fmla="*/ 2533051 h 2533100"/>
              <a:gd name="connsiteX13-469" fmla="*/ 646430 w 2585764"/>
              <a:gd name="connsiteY13-470" fmla="*/ 1069249 h 2533100"/>
              <a:gd name="connsiteX14-471" fmla="*/ 646430 w 2585764"/>
              <a:gd name="connsiteY14-472" fmla="*/ 1069298 h 2533100"/>
              <a:gd name="connsiteX15-473" fmla="*/ 0 w 2585764"/>
              <a:gd name="connsiteY15-474" fmla="*/ 1069298 h 2533100"/>
              <a:gd name="connsiteX16-475" fmla="*/ 0 w 2585764"/>
              <a:gd name="connsiteY16-476" fmla="*/ 1069299 h 2533100"/>
              <a:gd name="connsiteX0-477" fmla="*/ 0 w 2585764"/>
              <a:gd name="connsiteY0-478" fmla="*/ 1069299 h 2533100"/>
              <a:gd name="connsiteX1-479" fmla="*/ 0 w 2585764"/>
              <a:gd name="connsiteY1-480" fmla="*/ 1069299 h 2533100"/>
              <a:gd name="connsiteX2-481" fmla="*/ 1292905 w 2585764"/>
              <a:gd name="connsiteY2-482" fmla="*/ 0 h 2533100"/>
              <a:gd name="connsiteX3-483" fmla="*/ 1292860 w 2585764"/>
              <a:gd name="connsiteY3-484" fmla="*/ 36 h 2533100"/>
              <a:gd name="connsiteX4-485" fmla="*/ 2585764 w 2585764"/>
              <a:gd name="connsiteY4-486" fmla="*/ 1069335 h 2533100"/>
              <a:gd name="connsiteX5-487" fmla="*/ 2585720 w 2585764"/>
              <a:gd name="connsiteY5-488" fmla="*/ 1069298 h 2533100"/>
              <a:gd name="connsiteX6-489" fmla="*/ 2585720 w 2585764"/>
              <a:gd name="connsiteY6-490" fmla="*/ 1069298 h 2533100"/>
              <a:gd name="connsiteX7-491" fmla="*/ 1939290 w 2585764"/>
              <a:gd name="connsiteY7-492" fmla="*/ 1069298 h 2533100"/>
              <a:gd name="connsiteX8-493" fmla="*/ 1939290 w 2585764"/>
              <a:gd name="connsiteY8-494" fmla="*/ 1069298 h 2533100"/>
              <a:gd name="connsiteX9-495" fmla="*/ 1939290 w 2585764"/>
              <a:gd name="connsiteY9-496" fmla="*/ 2533100 h 2533100"/>
              <a:gd name="connsiteX10-497" fmla="*/ 1939290 w 2585764"/>
              <a:gd name="connsiteY10-498" fmla="*/ 2533051 h 2533100"/>
              <a:gd name="connsiteX11-499" fmla="*/ 646430 w 2585764"/>
              <a:gd name="connsiteY11-500" fmla="*/ 2533051 h 2533100"/>
              <a:gd name="connsiteX12-501" fmla="*/ 646430 w 2585764"/>
              <a:gd name="connsiteY12-502" fmla="*/ 2533051 h 2533100"/>
              <a:gd name="connsiteX13-503" fmla="*/ 646430 w 2585764"/>
              <a:gd name="connsiteY13-504" fmla="*/ 1069249 h 2533100"/>
              <a:gd name="connsiteX14-505" fmla="*/ 646430 w 2585764"/>
              <a:gd name="connsiteY14-506" fmla="*/ 1069298 h 2533100"/>
              <a:gd name="connsiteX15-507" fmla="*/ 0 w 2585764"/>
              <a:gd name="connsiteY15-508" fmla="*/ 1069298 h 2533100"/>
              <a:gd name="connsiteX16-509" fmla="*/ 0 w 2585764"/>
              <a:gd name="connsiteY16-510" fmla="*/ 1069299 h 2533100"/>
              <a:gd name="connsiteX0-511" fmla="*/ 0 w 2585764"/>
              <a:gd name="connsiteY0-512" fmla="*/ 1069299 h 2533100"/>
              <a:gd name="connsiteX1-513" fmla="*/ 0 w 2585764"/>
              <a:gd name="connsiteY1-514" fmla="*/ 1069299 h 2533100"/>
              <a:gd name="connsiteX2-515" fmla="*/ 1292905 w 2585764"/>
              <a:gd name="connsiteY2-516" fmla="*/ 0 h 2533100"/>
              <a:gd name="connsiteX3-517" fmla="*/ 1292860 w 2585764"/>
              <a:gd name="connsiteY3-518" fmla="*/ 36 h 2533100"/>
              <a:gd name="connsiteX4-519" fmla="*/ 2585764 w 2585764"/>
              <a:gd name="connsiteY4-520" fmla="*/ 1069335 h 2533100"/>
              <a:gd name="connsiteX5-521" fmla="*/ 2585720 w 2585764"/>
              <a:gd name="connsiteY5-522" fmla="*/ 1069298 h 2533100"/>
              <a:gd name="connsiteX6-523" fmla="*/ 2585720 w 2585764"/>
              <a:gd name="connsiteY6-524" fmla="*/ 1069298 h 2533100"/>
              <a:gd name="connsiteX7-525" fmla="*/ 1939290 w 2585764"/>
              <a:gd name="connsiteY7-526" fmla="*/ 1069298 h 2533100"/>
              <a:gd name="connsiteX8-527" fmla="*/ 1939290 w 2585764"/>
              <a:gd name="connsiteY8-528" fmla="*/ 1069298 h 2533100"/>
              <a:gd name="connsiteX9-529" fmla="*/ 1939290 w 2585764"/>
              <a:gd name="connsiteY9-530" fmla="*/ 2533100 h 2533100"/>
              <a:gd name="connsiteX10-531" fmla="*/ 1939290 w 2585764"/>
              <a:gd name="connsiteY10-532" fmla="*/ 2533051 h 2533100"/>
              <a:gd name="connsiteX11-533" fmla="*/ 646430 w 2585764"/>
              <a:gd name="connsiteY11-534" fmla="*/ 2533051 h 2533100"/>
              <a:gd name="connsiteX12-535" fmla="*/ 646430 w 2585764"/>
              <a:gd name="connsiteY12-536" fmla="*/ 2533051 h 2533100"/>
              <a:gd name="connsiteX13-537" fmla="*/ 646430 w 2585764"/>
              <a:gd name="connsiteY13-538" fmla="*/ 1069249 h 2533100"/>
              <a:gd name="connsiteX14-539" fmla="*/ 646430 w 2585764"/>
              <a:gd name="connsiteY14-540" fmla="*/ 1069298 h 2533100"/>
              <a:gd name="connsiteX15-541" fmla="*/ 0 w 2585764"/>
              <a:gd name="connsiteY15-542" fmla="*/ 1069298 h 2533100"/>
              <a:gd name="connsiteX16-543" fmla="*/ 0 w 2585764"/>
              <a:gd name="connsiteY16-544" fmla="*/ 1069299 h 2533100"/>
              <a:gd name="connsiteX0-545" fmla="*/ 0 w 2585764"/>
              <a:gd name="connsiteY0-546" fmla="*/ 1069299 h 2533100"/>
              <a:gd name="connsiteX1-547" fmla="*/ 0 w 2585764"/>
              <a:gd name="connsiteY1-548" fmla="*/ 1069299 h 2533100"/>
              <a:gd name="connsiteX2-549" fmla="*/ 1292905 w 2585764"/>
              <a:gd name="connsiteY2-550" fmla="*/ 0 h 2533100"/>
              <a:gd name="connsiteX3-551" fmla="*/ 1292860 w 2585764"/>
              <a:gd name="connsiteY3-552" fmla="*/ 36 h 2533100"/>
              <a:gd name="connsiteX4-553" fmla="*/ 2585764 w 2585764"/>
              <a:gd name="connsiteY4-554" fmla="*/ 1069335 h 2533100"/>
              <a:gd name="connsiteX5-555" fmla="*/ 2585720 w 2585764"/>
              <a:gd name="connsiteY5-556" fmla="*/ 1069298 h 2533100"/>
              <a:gd name="connsiteX6-557" fmla="*/ 2585720 w 2585764"/>
              <a:gd name="connsiteY6-558" fmla="*/ 1069298 h 2533100"/>
              <a:gd name="connsiteX7-559" fmla="*/ 1939290 w 2585764"/>
              <a:gd name="connsiteY7-560" fmla="*/ 1069298 h 2533100"/>
              <a:gd name="connsiteX8-561" fmla="*/ 1939290 w 2585764"/>
              <a:gd name="connsiteY8-562" fmla="*/ 1069298 h 2533100"/>
              <a:gd name="connsiteX9-563" fmla="*/ 1939290 w 2585764"/>
              <a:gd name="connsiteY9-564" fmla="*/ 2533100 h 2533100"/>
              <a:gd name="connsiteX10-565" fmla="*/ 1939290 w 2585764"/>
              <a:gd name="connsiteY10-566" fmla="*/ 2533051 h 2533100"/>
              <a:gd name="connsiteX11-567" fmla="*/ 646430 w 2585764"/>
              <a:gd name="connsiteY11-568" fmla="*/ 2533051 h 2533100"/>
              <a:gd name="connsiteX12-569" fmla="*/ 646430 w 2585764"/>
              <a:gd name="connsiteY12-570" fmla="*/ 2533051 h 2533100"/>
              <a:gd name="connsiteX13-571" fmla="*/ 646430 w 2585764"/>
              <a:gd name="connsiteY13-572" fmla="*/ 1069249 h 2533100"/>
              <a:gd name="connsiteX14-573" fmla="*/ 646430 w 2585764"/>
              <a:gd name="connsiteY14-574" fmla="*/ 1069298 h 2533100"/>
              <a:gd name="connsiteX15-575" fmla="*/ 0 w 2585764"/>
              <a:gd name="connsiteY15-576" fmla="*/ 1069298 h 2533100"/>
              <a:gd name="connsiteX16-577" fmla="*/ 0 w 2585764"/>
              <a:gd name="connsiteY16-578" fmla="*/ 1069299 h 2533100"/>
              <a:gd name="connsiteX0-579" fmla="*/ 0 w 2585764"/>
              <a:gd name="connsiteY0-580" fmla="*/ 1069299 h 2533100"/>
              <a:gd name="connsiteX1-581" fmla="*/ 0 w 2585764"/>
              <a:gd name="connsiteY1-582" fmla="*/ 1069299 h 2533100"/>
              <a:gd name="connsiteX2-583" fmla="*/ 1292905 w 2585764"/>
              <a:gd name="connsiteY2-584" fmla="*/ 0 h 2533100"/>
              <a:gd name="connsiteX3-585" fmla="*/ 1292860 w 2585764"/>
              <a:gd name="connsiteY3-586" fmla="*/ 36 h 2533100"/>
              <a:gd name="connsiteX4-587" fmla="*/ 2585764 w 2585764"/>
              <a:gd name="connsiteY4-588" fmla="*/ 1069335 h 2533100"/>
              <a:gd name="connsiteX5-589" fmla="*/ 2585720 w 2585764"/>
              <a:gd name="connsiteY5-590" fmla="*/ 1069298 h 2533100"/>
              <a:gd name="connsiteX6-591" fmla="*/ 2585720 w 2585764"/>
              <a:gd name="connsiteY6-592" fmla="*/ 1069298 h 2533100"/>
              <a:gd name="connsiteX7-593" fmla="*/ 1939290 w 2585764"/>
              <a:gd name="connsiteY7-594" fmla="*/ 1069298 h 2533100"/>
              <a:gd name="connsiteX8-595" fmla="*/ 1939290 w 2585764"/>
              <a:gd name="connsiteY8-596" fmla="*/ 1069298 h 2533100"/>
              <a:gd name="connsiteX9-597" fmla="*/ 1939290 w 2585764"/>
              <a:gd name="connsiteY9-598" fmla="*/ 2533100 h 2533100"/>
              <a:gd name="connsiteX10-599" fmla="*/ 1939290 w 2585764"/>
              <a:gd name="connsiteY10-600" fmla="*/ 2533051 h 2533100"/>
              <a:gd name="connsiteX11-601" fmla="*/ 646430 w 2585764"/>
              <a:gd name="connsiteY11-602" fmla="*/ 2533051 h 2533100"/>
              <a:gd name="connsiteX12-603" fmla="*/ 646430 w 2585764"/>
              <a:gd name="connsiteY12-604" fmla="*/ 2533051 h 2533100"/>
              <a:gd name="connsiteX13-605" fmla="*/ 646430 w 2585764"/>
              <a:gd name="connsiteY13-606" fmla="*/ 1069249 h 2533100"/>
              <a:gd name="connsiteX14-607" fmla="*/ 646430 w 2585764"/>
              <a:gd name="connsiteY14-608" fmla="*/ 1069298 h 2533100"/>
              <a:gd name="connsiteX15-609" fmla="*/ 0 w 2585764"/>
              <a:gd name="connsiteY15-610" fmla="*/ 1069298 h 2533100"/>
              <a:gd name="connsiteX16-611" fmla="*/ 0 w 2585764"/>
              <a:gd name="connsiteY16-612" fmla="*/ 1069299 h 2533100"/>
              <a:gd name="connsiteX0-613" fmla="*/ 0 w 2585764"/>
              <a:gd name="connsiteY0-614" fmla="*/ 1069299 h 2533100"/>
              <a:gd name="connsiteX1-615" fmla="*/ 0 w 2585764"/>
              <a:gd name="connsiteY1-616" fmla="*/ 1069299 h 2533100"/>
              <a:gd name="connsiteX2-617" fmla="*/ 1292905 w 2585764"/>
              <a:gd name="connsiteY2-618" fmla="*/ 0 h 2533100"/>
              <a:gd name="connsiteX3-619" fmla="*/ 1292860 w 2585764"/>
              <a:gd name="connsiteY3-620" fmla="*/ 36 h 2533100"/>
              <a:gd name="connsiteX4-621" fmla="*/ 2585764 w 2585764"/>
              <a:gd name="connsiteY4-622" fmla="*/ 1069335 h 2533100"/>
              <a:gd name="connsiteX5-623" fmla="*/ 2585720 w 2585764"/>
              <a:gd name="connsiteY5-624" fmla="*/ 1069298 h 2533100"/>
              <a:gd name="connsiteX6-625" fmla="*/ 2585720 w 2585764"/>
              <a:gd name="connsiteY6-626" fmla="*/ 1069298 h 2533100"/>
              <a:gd name="connsiteX7-627" fmla="*/ 1939290 w 2585764"/>
              <a:gd name="connsiteY7-628" fmla="*/ 1069298 h 2533100"/>
              <a:gd name="connsiteX8-629" fmla="*/ 1939290 w 2585764"/>
              <a:gd name="connsiteY8-630" fmla="*/ 1069298 h 2533100"/>
              <a:gd name="connsiteX9-631" fmla="*/ 1939290 w 2585764"/>
              <a:gd name="connsiteY9-632" fmla="*/ 2533100 h 2533100"/>
              <a:gd name="connsiteX10-633" fmla="*/ 1939290 w 2585764"/>
              <a:gd name="connsiteY10-634" fmla="*/ 2533051 h 2533100"/>
              <a:gd name="connsiteX11-635" fmla="*/ 646430 w 2585764"/>
              <a:gd name="connsiteY11-636" fmla="*/ 2533051 h 2533100"/>
              <a:gd name="connsiteX12-637" fmla="*/ 646430 w 2585764"/>
              <a:gd name="connsiteY12-638" fmla="*/ 2533051 h 2533100"/>
              <a:gd name="connsiteX13-639" fmla="*/ 646430 w 2585764"/>
              <a:gd name="connsiteY13-640" fmla="*/ 1069249 h 2533100"/>
              <a:gd name="connsiteX14-641" fmla="*/ 646430 w 2585764"/>
              <a:gd name="connsiteY14-642" fmla="*/ 1069298 h 2533100"/>
              <a:gd name="connsiteX15-643" fmla="*/ 0 w 2585764"/>
              <a:gd name="connsiteY15-644" fmla="*/ 1069298 h 2533100"/>
              <a:gd name="connsiteX16-645" fmla="*/ 0 w 2585764"/>
              <a:gd name="connsiteY16-646" fmla="*/ 1069299 h 2533100"/>
              <a:gd name="connsiteX0-647" fmla="*/ 0 w 2585764"/>
              <a:gd name="connsiteY0-648" fmla="*/ 1069299 h 2533100"/>
              <a:gd name="connsiteX1-649" fmla="*/ 0 w 2585764"/>
              <a:gd name="connsiteY1-650" fmla="*/ 1069299 h 2533100"/>
              <a:gd name="connsiteX2-651" fmla="*/ 1292905 w 2585764"/>
              <a:gd name="connsiteY2-652" fmla="*/ 0 h 2533100"/>
              <a:gd name="connsiteX3-653" fmla="*/ 1292860 w 2585764"/>
              <a:gd name="connsiteY3-654" fmla="*/ 36 h 2533100"/>
              <a:gd name="connsiteX4-655" fmla="*/ 2585764 w 2585764"/>
              <a:gd name="connsiteY4-656" fmla="*/ 1069335 h 2533100"/>
              <a:gd name="connsiteX5-657" fmla="*/ 2585720 w 2585764"/>
              <a:gd name="connsiteY5-658" fmla="*/ 1069298 h 2533100"/>
              <a:gd name="connsiteX6-659" fmla="*/ 2585720 w 2585764"/>
              <a:gd name="connsiteY6-660" fmla="*/ 1069298 h 2533100"/>
              <a:gd name="connsiteX7-661" fmla="*/ 1939290 w 2585764"/>
              <a:gd name="connsiteY7-662" fmla="*/ 1069298 h 2533100"/>
              <a:gd name="connsiteX8-663" fmla="*/ 1939290 w 2585764"/>
              <a:gd name="connsiteY8-664" fmla="*/ 1069298 h 2533100"/>
              <a:gd name="connsiteX9-665" fmla="*/ 1939290 w 2585764"/>
              <a:gd name="connsiteY9-666" fmla="*/ 2533100 h 2533100"/>
              <a:gd name="connsiteX10-667" fmla="*/ 1939290 w 2585764"/>
              <a:gd name="connsiteY10-668" fmla="*/ 2533051 h 2533100"/>
              <a:gd name="connsiteX11-669" fmla="*/ 646430 w 2585764"/>
              <a:gd name="connsiteY11-670" fmla="*/ 2533051 h 2533100"/>
              <a:gd name="connsiteX12-671" fmla="*/ 646430 w 2585764"/>
              <a:gd name="connsiteY12-672" fmla="*/ 2533051 h 2533100"/>
              <a:gd name="connsiteX13-673" fmla="*/ 646430 w 2585764"/>
              <a:gd name="connsiteY13-674" fmla="*/ 1069249 h 2533100"/>
              <a:gd name="connsiteX14-675" fmla="*/ 646430 w 2585764"/>
              <a:gd name="connsiteY14-676" fmla="*/ 1069298 h 2533100"/>
              <a:gd name="connsiteX15-677" fmla="*/ 0 w 2585764"/>
              <a:gd name="connsiteY15-678" fmla="*/ 1069298 h 2533100"/>
              <a:gd name="connsiteX16-679" fmla="*/ 0 w 2585764"/>
              <a:gd name="connsiteY16-680" fmla="*/ 1069299 h 2533100"/>
              <a:gd name="connsiteX0-681" fmla="*/ 0 w 2585764"/>
              <a:gd name="connsiteY0-682" fmla="*/ 1069299 h 2533100"/>
              <a:gd name="connsiteX1-683" fmla="*/ 0 w 2585764"/>
              <a:gd name="connsiteY1-684" fmla="*/ 1069299 h 2533100"/>
              <a:gd name="connsiteX2-685" fmla="*/ 1292905 w 2585764"/>
              <a:gd name="connsiteY2-686" fmla="*/ 0 h 2533100"/>
              <a:gd name="connsiteX3-687" fmla="*/ 1292860 w 2585764"/>
              <a:gd name="connsiteY3-688" fmla="*/ 36 h 2533100"/>
              <a:gd name="connsiteX4-689" fmla="*/ 2585764 w 2585764"/>
              <a:gd name="connsiteY4-690" fmla="*/ 1069335 h 2533100"/>
              <a:gd name="connsiteX5-691" fmla="*/ 2585720 w 2585764"/>
              <a:gd name="connsiteY5-692" fmla="*/ 1069298 h 2533100"/>
              <a:gd name="connsiteX6-693" fmla="*/ 2585720 w 2585764"/>
              <a:gd name="connsiteY6-694" fmla="*/ 1069298 h 2533100"/>
              <a:gd name="connsiteX7-695" fmla="*/ 1939290 w 2585764"/>
              <a:gd name="connsiteY7-696" fmla="*/ 1069298 h 2533100"/>
              <a:gd name="connsiteX8-697" fmla="*/ 1939290 w 2585764"/>
              <a:gd name="connsiteY8-698" fmla="*/ 1069298 h 2533100"/>
              <a:gd name="connsiteX9-699" fmla="*/ 1939290 w 2585764"/>
              <a:gd name="connsiteY9-700" fmla="*/ 2533100 h 2533100"/>
              <a:gd name="connsiteX10-701" fmla="*/ 1939290 w 2585764"/>
              <a:gd name="connsiteY10-702" fmla="*/ 2533051 h 2533100"/>
              <a:gd name="connsiteX11-703" fmla="*/ 646430 w 2585764"/>
              <a:gd name="connsiteY11-704" fmla="*/ 2533051 h 2533100"/>
              <a:gd name="connsiteX12-705" fmla="*/ 646430 w 2585764"/>
              <a:gd name="connsiteY12-706" fmla="*/ 2533051 h 2533100"/>
              <a:gd name="connsiteX13-707" fmla="*/ 646430 w 2585764"/>
              <a:gd name="connsiteY13-708" fmla="*/ 1069249 h 2533100"/>
              <a:gd name="connsiteX14-709" fmla="*/ 646430 w 2585764"/>
              <a:gd name="connsiteY14-710" fmla="*/ 1069298 h 2533100"/>
              <a:gd name="connsiteX15-711" fmla="*/ 0 w 2585764"/>
              <a:gd name="connsiteY15-712" fmla="*/ 1069298 h 2533100"/>
              <a:gd name="connsiteX16-713" fmla="*/ 0 w 2585764"/>
              <a:gd name="connsiteY16-714" fmla="*/ 1069299 h 2533100"/>
              <a:gd name="connsiteX0-715" fmla="*/ 0 w 2585764"/>
              <a:gd name="connsiteY0-716" fmla="*/ 1069299 h 2533100"/>
              <a:gd name="connsiteX1-717" fmla="*/ 0 w 2585764"/>
              <a:gd name="connsiteY1-718" fmla="*/ 1069299 h 2533100"/>
              <a:gd name="connsiteX2-719" fmla="*/ 1292905 w 2585764"/>
              <a:gd name="connsiteY2-720" fmla="*/ 0 h 2533100"/>
              <a:gd name="connsiteX3-721" fmla="*/ 1292860 w 2585764"/>
              <a:gd name="connsiteY3-722" fmla="*/ 36 h 2533100"/>
              <a:gd name="connsiteX4-723" fmla="*/ 2585764 w 2585764"/>
              <a:gd name="connsiteY4-724" fmla="*/ 1069335 h 2533100"/>
              <a:gd name="connsiteX5-725" fmla="*/ 2585720 w 2585764"/>
              <a:gd name="connsiteY5-726" fmla="*/ 1069298 h 2533100"/>
              <a:gd name="connsiteX6-727" fmla="*/ 2585720 w 2585764"/>
              <a:gd name="connsiteY6-728" fmla="*/ 1069298 h 2533100"/>
              <a:gd name="connsiteX7-729" fmla="*/ 1939290 w 2585764"/>
              <a:gd name="connsiteY7-730" fmla="*/ 1069298 h 2533100"/>
              <a:gd name="connsiteX8-731" fmla="*/ 1939290 w 2585764"/>
              <a:gd name="connsiteY8-732" fmla="*/ 1069298 h 2533100"/>
              <a:gd name="connsiteX9-733" fmla="*/ 1939290 w 2585764"/>
              <a:gd name="connsiteY9-734" fmla="*/ 2533100 h 2533100"/>
              <a:gd name="connsiteX10-735" fmla="*/ 1939290 w 2585764"/>
              <a:gd name="connsiteY10-736" fmla="*/ 2533051 h 2533100"/>
              <a:gd name="connsiteX11-737" fmla="*/ 646430 w 2585764"/>
              <a:gd name="connsiteY11-738" fmla="*/ 2533051 h 2533100"/>
              <a:gd name="connsiteX12-739" fmla="*/ 646430 w 2585764"/>
              <a:gd name="connsiteY12-740" fmla="*/ 2533051 h 2533100"/>
              <a:gd name="connsiteX13-741" fmla="*/ 646430 w 2585764"/>
              <a:gd name="connsiteY13-742" fmla="*/ 1069249 h 2533100"/>
              <a:gd name="connsiteX14-743" fmla="*/ 646430 w 2585764"/>
              <a:gd name="connsiteY14-744" fmla="*/ 1069298 h 2533100"/>
              <a:gd name="connsiteX15-745" fmla="*/ 0 w 2585764"/>
              <a:gd name="connsiteY15-746" fmla="*/ 1069298 h 2533100"/>
              <a:gd name="connsiteX16-747" fmla="*/ 0 w 2585764"/>
              <a:gd name="connsiteY16-748" fmla="*/ 1069299 h 2533100"/>
              <a:gd name="connsiteX0-749" fmla="*/ 0 w 2585764"/>
              <a:gd name="connsiteY0-750" fmla="*/ 1069299 h 2533100"/>
              <a:gd name="connsiteX1-751" fmla="*/ 0 w 2585764"/>
              <a:gd name="connsiteY1-752" fmla="*/ 1069299 h 2533100"/>
              <a:gd name="connsiteX2-753" fmla="*/ 1292905 w 2585764"/>
              <a:gd name="connsiteY2-754" fmla="*/ 0 h 2533100"/>
              <a:gd name="connsiteX3-755" fmla="*/ 1292860 w 2585764"/>
              <a:gd name="connsiteY3-756" fmla="*/ 36 h 2533100"/>
              <a:gd name="connsiteX4-757" fmla="*/ 2585764 w 2585764"/>
              <a:gd name="connsiteY4-758" fmla="*/ 1069335 h 2533100"/>
              <a:gd name="connsiteX5-759" fmla="*/ 2585720 w 2585764"/>
              <a:gd name="connsiteY5-760" fmla="*/ 1069298 h 2533100"/>
              <a:gd name="connsiteX6-761" fmla="*/ 2585720 w 2585764"/>
              <a:gd name="connsiteY6-762" fmla="*/ 1069298 h 2533100"/>
              <a:gd name="connsiteX7-763" fmla="*/ 1939290 w 2585764"/>
              <a:gd name="connsiteY7-764" fmla="*/ 1069298 h 2533100"/>
              <a:gd name="connsiteX8-765" fmla="*/ 1939290 w 2585764"/>
              <a:gd name="connsiteY8-766" fmla="*/ 1069298 h 2533100"/>
              <a:gd name="connsiteX9-767" fmla="*/ 1939290 w 2585764"/>
              <a:gd name="connsiteY9-768" fmla="*/ 2533100 h 2533100"/>
              <a:gd name="connsiteX10-769" fmla="*/ 1939290 w 2585764"/>
              <a:gd name="connsiteY10-770" fmla="*/ 2533051 h 2533100"/>
              <a:gd name="connsiteX11-771" fmla="*/ 646430 w 2585764"/>
              <a:gd name="connsiteY11-772" fmla="*/ 2533051 h 2533100"/>
              <a:gd name="connsiteX12-773" fmla="*/ 646430 w 2585764"/>
              <a:gd name="connsiteY12-774" fmla="*/ 2533051 h 2533100"/>
              <a:gd name="connsiteX13-775" fmla="*/ 646430 w 2585764"/>
              <a:gd name="connsiteY13-776" fmla="*/ 1069249 h 2533100"/>
              <a:gd name="connsiteX14-777" fmla="*/ 646430 w 2585764"/>
              <a:gd name="connsiteY14-778" fmla="*/ 1069298 h 2533100"/>
              <a:gd name="connsiteX15-779" fmla="*/ 0 w 2585764"/>
              <a:gd name="connsiteY15-780" fmla="*/ 1069298 h 2533100"/>
              <a:gd name="connsiteX16-781" fmla="*/ 0 w 2585764"/>
              <a:gd name="connsiteY16-782" fmla="*/ 1069299 h 2533100"/>
              <a:gd name="connsiteX0-783" fmla="*/ 0 w 2585764"/>
              <a:gd name="connsiteY0-784" fmla="*/ 1069299 h 2533100"/>
              <a:gd name="connsiteX1-785" fmla="*/ 0 w 2585764"/>
              <a:gd name="connsiteY1-786" fmla="*/ 1069299 h 2533100"/>
              <a:gd name="connsiteX2-787" fmla="*/ 1292905 w 2585764"/>
              <a:gd name="connsiteY2-788" fmla="*/ 0 h 2533100"/>
              <a:gd name="connsiteX3-789" fmla="*/ 1292860 w 2585764"/>
              <a:gd name="connsiteY3-790" fmla="*/ 36 h 2533100"/>
              <a:gd name="connsiteX4-791" fmla="*/ 2585764 w 2585764"/>
              <a:gd name="connsiteY4-792" fmla="*/ 1069335 h 2533100"/>
              <a:gd name="connsiteX5-793" fmla="*/ 2585720 w 2585764"/>
              <a:gd name="connsiteY5-794" fmla="*/ 1069298 h 2533100"/>
              <a:gd name="connsiteX6-795" fmla="*/ 2585720 w 2585764"/>
              <a:gd name="connsiteY6-796" fmla="*/ 1069298 h 2533100"/>
              <a:gd name="connsiteX7-797" fmla="*/ 1939290 w 2585764"/>
              <a:gd name="connsiteY7-798" fmla="*/ 1069298 h 2533100"/>
              <a:gd name="connsiteX8-799" fmla="*/ 1939290 w 2585764"/>
              <a:gd name="connsiteY8-800" fmla="*/ 1069298 h 2533100"/>
              <a:gd name="connsiteX9-801" fmla="*/ 1939290 w 2585764"/>
              <a:gd name="connsiteY9-802" fmla="*/ 2533100 h 2533100"/>
              <a:gd name="connsiteX10-803" fmla="*/ 1939290 w 2585764"/>
              <a:gd name="connsiteY10-804" fmla="*/ 2533051 h 2533100"/>
              <a:gd name="connsiteX11-805" fmla="*/ 646430 w 2585764"/>
              <a:gd name="connsiteY11-806" fmla="*/ 2533051 h 2533100"/>
              <a:gd name="connsiteX12-807" fmla="*/ 646430 w 2585764"/>
              <a:gd name="connsiteY12-808" fmla="*/ 2533051 h 2533100"/>
              <a:gd name="connsiteX13-809" fmla="*/ 646430 w 2585764"/>
              <a:gd name="connsiteY13-810" fmla="*/ 1069249 h 2533100"/>
              <a:gd name="connsiteX14-811" fmla="*/ 646430 w 2585764"/>
              <a:gd name="connsiteY14-812" fmla="*/ 1069298 h 2533100"/>
              <a:gd name="connsiteX15-813" fmla="*/ 0 w 2585764"/>
              <a:gd name="connsiteY15-814" fmla="*/ 1069298 h 2533100"/>
              <a:gd name="connsiteX16-815" fmla="*/ 0 w 2585764"/>
              <a:gd name="connsiteY16-816" fmla="*/ 1069299 h 2533100"/>
              <a:gd name="connsiteX0-817" fmla="*/ 0 w 2585764"/>
              <a:gd name="connsiteY0-818" fmla="*/ 1069299 h 2533100"/>
              <a:gd name="connsiteX1-819" fmla="*/ 0 w 2585764"/>
              <a:gd name="connsiteY1-820" fmla="*/ 1069299 h 2533100"/>
              <a:gd name="connsiteX2-821" fmla="*/ 1292905 w 2585764"/>
              <a:gd name="connsiteY2-822" fmla="*/ 0 h 2533100"/>
              <a:gd name="connsiteX3-823" fmla="*/ 1292860 w 2585764"/>
              <a:gd name="connsiteY3-824" fmla="*/ 36 h 2533100"/>
              <a:gd name="connsiteX4-825" fmla="*/ 2585764 w 2585764"/>
              <a:gd name="connsiteY4-826" fmla="*/ 1069335 h 2533100"/>
              <a:gd name="connsiteX5-827" fmla="*/ 2585720 w 2585764"/>
              <a:gd name="connsiteY5-828" fmla="*/ 1069298 h 2533100"/>
              <a:gd name="connsiteX6-829" fmla="*/ 2585720 w 2585764"/>
              <a:gd name="connsiteY6-830" fmla="*/ 1069298 h 2533100"/>
              <a:gd name="connsiteX7-831" fmla="*/ 1939290 w 2585764"/>
              <a:gd name="connsiteY7-832" fmla="*/ 1069298 h 2533100"/>
              <a:gd name="connsiteX8-833" fmla="*/ 1939290 w 2585764"/>
              <a:gd name="connsiteY8-834" fmla="*/ 1069298 h 2533100"/>
              <a:gd name="connsiteX9-835" fmla="*/ 1939290 w 2585764"/>
              <a:gd name="connsiteY9-836" fmla="*/ 2533100 h 2533100"/>
              <a:gd name="connsiteX10-837" fmla="*/ 1939290 w 2585764"/>
              <a:gd name="connsiteY10-838" fmla="*/ 2533051 h 2533100"/>
              <a:gd name="connsiteX11-839" fmla="*/ 646430 w 2585764"/>
              <a:gd name="connsiteY11-840" fmla="*/ 2533051 h 2533100"/>
              <a:gd name="connsiteX12-841" fmla="*/ 646430 w 2585764"/>
              <a:gd name="connsiteY12-842" fmla="*/ 2533051 h 2533100"/>
              <a:gd name="connsiteX13-843" fmla="*/ 646430 w 2585764"/>
              <a:gd name="connsiteY13-844" fmla="*/ 1069249 h 2533100"/>
              <a:gd name="connsiteX14-845" fmla="*/ 646430 w 2585764"/>
              <a:gd name="connsiteY14-846" fmla="*/ 1069298 h 2533100"/>
              <a:gd name="connsiteX15-847" fmla="*/ 0 w 2585764"/>
              <a:gd name="connsiteY15-848" fmla="*/ 1069298 h 2533100"/>
              <a:gd name="connsiteX16-849" fmla="*/ 0 w 2585764"/>
              <a:gd name="connsiteY16-850" fmla="*/ 1069299 h 2533100"/>
              <a:gd name="connsiteX0-851" fmla="*/ 0 w 2585764"/>
              <a:gd name="connsiteY0-852" fmla="*/ 1069299 h 2533100"/>
              <a:gd name="connsiteX1-853" fmla="*/ 0 w 2585764"/>
              <a:gd name="connsiteY1-854" fmla="*/ 1069299 h 2533100"/>
              <a:gd name="connsiteX2-855" fmla="*/ 1292905 w 2585764"/>
              <a:gd name="connsiteY2-856" fmla="*/ 0 h 2533100"/>
              <a:gd name="connsiteX3-857" fmla="*/ 1292860 w 2585764"/>
              <a:gd name="connsiteY3-858" fmla="*/ 36 h 2533100"/>
              <a:gd name="connsiteX4-859" fmla="*/ 2585764 w 2585764"/>
              <a:gd name="connsiteY4-860" fmla="*/ 1069335 h 2533100"/>
              <a:gd name="connsiteX5-861" fmla="*/ 2585720 w 2585764"/>
              <a:gd name="connsiteY5-862" fmla="*/ 1069298 h 2533100"/>
              <a:gd name="connsiteX6-863" fmla="*/ 2585720 w 2585764"/>
              <a:gd name="connsiteY6-864" fmla="*/ 1069298 h 2533100"/>
              <a:gd name="connsiteX7-865" fmla="*/ 1939290 w 2585764"/>
              <a:gd name="connsiteY7-866" fmla="*/ 1069298 h 2533100"/>
              <a:gd name="connsiteX8-867" fmla="*/ 1939290 w 2585764"/>
              <a:gd name="connsiteY8-868" fmla="*/ 1069298 h 2533100"/>
              <a:gd name="connsiteX9-869" fmla="*/ 1939290 w 2585764"/>
              <a:gd name="connsiteY9-870" fmla="*/ 2533100 h 2533100"/>
              <a:gd name="connsiteX10-871" fmla="*/ 1939290 w 2585764"/>
              <a:gd name="connsiteY10-872" fmla="*/ 2533051 h 2533100"/>
              <a:gd name="connsiteX11-873" fmla="*/ 646430 w 2585764"/>
              <a:gd name="connsiteY11-874" fmla="*/ 2533051 h 2533100"/>
              <a:gd name="connsiteX12-875" fmla="*/ 646430 w 2585764"/>
              <a:gd name="connsiteY12-876" fmla="*/ 2533051 h 2533100"/>
              <a:gd name="connsiteX13-877" fmla="*/ 646430 w 2585764"/>
              <a:gd name="connsiteY13-878" fmla="*/ 1069249 h 2533100"/>
              <a:gd name="connsiteX14-879" fmla="*/ 646430 w 2585764"/>
              <a:gd name="connsiteY14-880" fmla="*/ 1069298 h 2533100"/>
              <a:gd name="connsiteX15-881" fmla="*/ 0 w 2585764"/>
              <a:gd name="connsiteY15-882" fmla="*/ 1069298 h 2533100"/>
              <a:gd name="connsiteX16-883" fmla="*/ 0 w 2585764"/>
              <a:gd name="connsiteY16-884" fmla="*/ 1069299 h 2533100"/>
              <a:gd name="connsiteX0-885" fmla="*/ 0 w 2585764"/>
              <a:gd name="connsiteY0-886" fmla="*/ 1069299 h 2533100"/>
              <a:gd name="connsiteX1-887" fmla="*/ 0 w 2585764"/>
              <a:gd name="connsiteY1-888" fmla="*/ 1069299 h 2533100"/>
              <a:gd name="connsiteX2-889" fmla="*/ 1292905 w 2585764"/>
              <a:gd name="connsiteY2-890" fmla="*/ 0 h 2533100"/>
              <a:gd name="connsiteX3-891" fmla="*/ 1292860 w 2585764"/>
              <a:gd name="connsiteY3-892" fmla="*/ 36 h 2533100"/>
              <a:gd name="connsiteX4-893" fmla="*/ 2585764 w 2585764"/>
              <a:gd name="connsiteY4-894" fmla="*/ 1069335 h 2533100"/>
              <a:gd name="connsiteX5-895" fmla="*/ 2585720 w 2585764"/>
              <a:gd name="connsiteY5-896" fmla="*/ 1069298 h 2533100"/>
              <a:gd name="connsiteX6-897" fmla="*/ 2585720 w 2585764"/>
              <a:gd name="connsiteY6-898" fmla="*/ 1069298 h 2533100"/>
              <a:gd name="connsiteX7-899" fmla="*/ 1939290 w 2585764"/>
              <a:gd name="connsiteY7-900" fmla="*/ 1069298 h 2533100"/>
              <a:gd name="connsiteX8-901" fmla="*/ 1939290 w 2585764"/>
              <a:gd name="connsiteY8-902" fmla="*/ 1069298 h 2533100"/>
              <a:gd name="connsiteX9-903" fmla="*/ 1939290 w 2585764"/>
              <a:gd name="connsiteY9-904" fmla="*/ 2533100 h 2533100"/>
              <a:gd name="connsiteX10-905" fmla="*/ 1939290 w 2585764"/>
              <a:gd name="connsiteY10-906" fmla="*/ 2533051 h 2533100"/>
              <a:gd name="connsiteX11-907" fmla="*/ 646430 w 2585764"/>
              <a:gd name="connsiteY11-908" fmla="*/ 2533051 h 2533100"/>
              <a:gd name="connsiteX12-909" fmla="*/ 646430 w 2585764"/>
              <a:gd name="connsiteY12-910" fmla="*/ 2533051 h 2533100"/>
              <a:gd name="connsiteX13-911" fmla="*/ 646430 w 2585764"/>
              <a:gd name="connsiteY13-912" fmla="*/ 1069249 h 2533100"/>
              <a:gd name="connsiteX14-913" fmla="*/ 646430 w 2585764"/>
              <a:gd name="connsiteY14-914" fmla="*/ 1069298 h 2533100"/>
              <a:gd name="connsiteX15-915" fmla="*/ 0 w 2585764"/>
              <a:gd name="connsiteY15-916" fmla="*/ 1069298 h 2533100"/>
              <a:gd name="connsiteX16-917" fmla="*/ 0 w 2585764"/>
              <a:gd name="connsiteY16-918" fmla="*/ 1069299 h 2533100"/>
              <a:gd name="connsiteX0-919" fmla="*/ 0 w 2585764"/>
              <a:gd name="connsiteY0-920" fmla="*/ 1069299 h 2533100"/>
              <a:gd name="connsiteX1-921" fmla="*/ 0 w 2585764"/>
              <a:gd name="connsiteY1-922" fmla="*/ 1069299 h 2533100"/>
              <a:gd name="connsiteX2-923" fmla="*/ 1292905 w 2585764"/>
              <a:gd name="connsiteY2-924" fmla="*/ 0 h 2533100"/>
              <a:gd name="connsiteX3-925" fmla="*/ 1292860 w 2585764"/>
              <a:gd name="connsiteY3-926" fmla="*/ 36 h 2533100"/>
              <a:gd name="connsiteX4-927" fmla="*/ 2585764 w 2585764"/>
              <a:gd name="connsiteY4-928" fmla="*/ 1069335 h 2533100"/>
              <a:gd name="connsiteX5-929" fmla="*/ 2585720 w 2585764"/>
              <a:gd name="connsiteY5-930" fmla="*/ 1069298 h 2533100"/>
              <a:gd name="connsiteX6-931" fmla="*/ 2585720 w 2585764"/>
              <a:gd name="connsiteY6-932" fmla="*/ 1069298 h 2533100"/>
              <a:gd name="connsiteX7-933" fmla="*/ 1939290 w 2585764"/>
              <a:gd name="connsiteY7-934" fmla="*/ 1069298 h 2533100"/>
              <a:gd name="connsiteX8-935" fmla="*/ 1939290 w 2585764"/>
              <a:gd name="connsiteY8-936" fmla="*/ 1069298 h 2533100"/>
              <a:gd name="connsiteX9-937" fmla="*/ 1939290 w 2585764"/>
              <a:gd name="connsiteY9-938" fmla="*/ 2533100 h 2533100"/>
              <a:gd name="connsiteX10-939" fmla="*/ 1939290 w 2585764"/>
              <a:gd name="connsiteY10-940" fmla="*/ 2533051 h 2533100"/>
              <a:gd name="connsiteX11-941" fmla="*/ 646430 w 2585764"/>
              <a:gd name="connsiteY11-942" fmla="*/ 2533051 h 2533100"/>
              <a:gd name="connsiteX12-943" fmla="*/ 646430 w 2585764"/>
              <a:gd name="connsiteY12-944" fmla="*/ 2533051 h 2533100"/>
              <a:gd name="connsiteX13-945" fmla="*/ 646430 w 2585764"/>
              <a:gd name="connsiteY13-946" fmla="*/ 1069249 h 2533100"/>
              <a:gd name="connsiteX14-947" fmla="*/ 646430 w 2585764"/>
              <a:gd name="connsiteY14-948" fmla="*/ 1069298 h 2533100"/>
              <a:gd name="connsiteX15-949" fmla="*/ 0 w 2585764"/>
              <a:gd name="connsiteY15-950" fmla="*/ 1069298 h 2533100"/>
              <a:gd name="connsiteX16-951" fmla="*/ 0 w 2585764"/>
              <a:gd name="connsiteY16-952" fmla="*/ 1069299 h 2533100"/>
              <a:gd name="connsiteX0-953" fmla="*/ 0 w 2585764"/>
              <a:gd name="connsiteY0-954" fmla="*/ 1069299 h 2533100"/>
              <a:gd name="connsiteX1-955" fmla="*/ 0 w 2585764"/>
              <a:gd name="connsiteY1-956" fmla="*/ 1069299 h 2533100"/>
              <a:gd name="connsiteX2-957" fmla="*/ 1292905 w 2585764"/>
              <a:gd name="connsiteY2-958" fmla="*/ 0 h 2533100"/>
              <a:gd name="connsiteX3-959" fmla="*/ 1292860 w 2585764"/>
              <a:gd name="connsiteY3-960" fmla="*/ 36 h 2533100"/>
              <a:gd name="connsiteX4-961" fmla="*/ 2585764 w 2585764"/>
              <a:gd name="connsiteY4-962" fmla="*/ 1069335 h 2533100"/>
              <a:gd name="connsiteX5-963" fmla="*/ 2585720 w 2585764"/>
              <a:gd name="connsiteY5-964" fmla="*/ 1069298 h 2533100"/>
              <a:gd name="connsiteX6-965" fmla="*/ 2585720 w 2585764"/>
              <a:gd name="connsiteY6-966" fmla="*/ 1069298 h 2533100"/>
              <a:gd name="connsiteX7-967" fmla="*/ 1939290 w 2585764"/>
              <a:gd name="connsiteY7-968" fmla="*/ 1069298 h 2533100"/>
              <a:gd name="connsiteX8-969" fmla="*/ 1939290 w 2585764"/>
              <a:gd name="connsiteY8-970" fmla="*/ 1069298 h 2533100"/>
              <a:gd name="connsiteX9-971" fmla="*/ 1939290 w 2585764"/>
              <a:gd name="connsiteY9-972" fmla="*/ 2533100 h 2533100"/>
              <a:gd name="connsiteX10-973" fmla="*/ 1939290 w 2585764"/>
              <a:gd name="connsiteY10-974" fmla="*/ 2533051 h 2533100"/>
              <a:gd name="connsiteX11-975" fmla="*/ 646430 w 2585764"/>
              <a:gd name="connsiteY11-976" fmla="*/ 2533051 h 2533100"/>
              <a:gd name="connsiteX12-977" fmla="*/ 646430 w 2585764"/>
              <a:gd name="connsiteY12-978" fmla="*/ 2533051 h 2533100"/>
              <a:gd name="connsiteX13-979" fmla="*/ 646430 w 2585764"/>
              <a:gd name="connsiteY13-980" fmla="*/ 1069249 h 2533100"/>
              <a:gd name="connsiteX14-981" fmla="*/ 646430 w 2585764"/>
              <a:gd name="connsiteY14-982" fmla="*/ 1069298 h 2533100"/>
              <a:gd name="connsiteX15-983" fmla="*/ 0 w 2585764"/>
              <a:gd name="connsiteY15-984" fmla="*/ 1069298 h 2533100"/>
              <a:gd name="connsiteX16-985" fmla="*/ 0 w 2585764"/>
              <a:gd name="connsiteY16-986" fmla="*/ 1069299 h 2533100"/>
              <a:gd name="connsiteX0-987" fmla="*/ 0 w 2585764"/>
              <a:gd name="connsiteY0-988" fmla="*/ 1069299 h 2533100"/>
              <a:gd name="connsiteX1-989" fmla="*/ 0 w 2585764"/>
              <a:gd name="connsiteY1-990" fmla="*/ 1069299 h 2533100"/>
              <a:gd name="connsiteX2-991" fmla="*/ 1292905 w 2585764"/>
              <a:gd name="connsiteY2-992" fmla="*/ 0 h 2533100"/>
              <a:gd name="connsiteX3-993" fmla="*/ 1292860 w 2585764"/>
              <a:gd name="connsiteY3-994" fmla="*/ 36 h 2533100"/>
              <a:gd name="connsiteX4-995" fmla="*/ 2585764 w 2585764"/>
              <a:gd name="connsiteY4-996" fmla="*/ 1069335 h 2533100"/>
              <a:gd name="connsiteX5-997" fmla="*/ 2585720 w 2585764"/>
              <a:gd name="connsiteY5-998" fmla="*/ 1069298 h 2533100"/>
              <a:gd name="connsiteX6-999" fmla="*/ 2585720 w 2585764"/>
              <a:gd name="connsiteY6-1000" fmla="*/ 1069298 h 2533100"/>
              <a:gd name="connsiteX7-1001" fmla="*/ 1939290 w 2585764"/>
              <a:gd name="connsiteY7-1002" fmla="*/ 1069298 h 2533100"/>
              <a:gd name="connsiteX8-1003" fmla="*/ 1939290 w 2585764"/>
              <a:gd name="connsiteY8-1004" fmla="*/ 1069298 h 2533100"/>
              <a:gd name="connsiteX9-1005" fmla="*/ 1939290 w 2585764"/>
              <a:gd name="connsiteY9-1006" fmla="*/ 2533100 h 2533100"/>
              <a:gd name="connsiteX10-1007" fmla="*/ 1939290 w 2585764"/>
              <a:gd name="connsiteY10-1008" fmla="*/ 2533051 h 2533100"/>
              <a:gd name="connsiteX11-1009" fmla="*/ 646430 w 2585764"/>
              <a:gd name="connsiteY11-1010" fmla="*/ 2533051 h 2533100"/>
              <a:gd name="connsiteX12-1011" fmla="*/ 646430 w 2585764"/>
              <a:gd name="connsiteY12-1012" fmla="*/ 2533051 h 2533100"/>
              <a:gd name="connsiteX13-1013" fmla="*/ 646430 w 2585764"/>
              <a:gd name="connsiteY13-1014" fmla="*/ 1069249 h 2533100"/>
              <a:gd name="connsiteX14-1015" fmla="*/ 646430 w 2585764"/>
              <a:gd name="connsiteY14-1016" fmla="*/ 1069298 h 2533100"/>
              <a:gd name="connsiteX15-1017" fmla="*/ 0 w 2585764"/>
              <a:gd name="connsiteY15-1018" fmla="*/ 1069298 h 2533100"/>
              <a:gd name="connsiteX16-1019" fmla="*/ 0 w 2585764"/>
              <a:gd name="connsiteY16-1020" fmla="*/ 1069299 h 2533100"/>
              <a:gd name="connsiteX0-1021" fmla="*/ 0 w 2585764"/>
              <a:gd name="connsiteY0-1022" fmla="*/ 1069299 h 2533100"/>
              <a:gd name="connsiteX1-1023" fmla="*/ 0 w 2585764"/>
              <a:gd name="connsiteY1-1024" fmla="*/ 1069299 h 2533100"/>
              <a:gd name="connsiteX2-1025" fmla="*/ 1292905 w 2585764"/>
              <a:gd name="connsiteY2-1026" fmla="*/ 0 h 2533100"/>
              <a:gd name="connsiteX3-1027" fmla="*/ 1292860 w 2585764"/>
              <a:gd name="connsiteY3-1028" fmla="*/ 36 h 2533100"/>
              <a:gd name="connsiteX4-1029" fmla="*/ 2585764 w 2585764"/>
              <a:gd name="connsiteY4-1030" fmla="*/ 1069335 h 2533100"/>
              <a:gd name="connsiteX5-1031" fmla="*/ 2585720 w 2585764"/>
              <a:gd name="connsiteY5-1032" fmla="*/ 1069298 h 2533100"/>
              <a:gd name="connsiteX6-1033" fmla="*/ 2585720 w 2585764"/>
              <a:gd name="connsiteY6-1034" fmla="*/ 1069298 h 2533100"/>
              <a:gd name="connsiteX7-1035" fmla="*/ 1939290 w 2585764"/>
              <a:gd name="connsiteY7-1036" fmla="*/ 1069298 h 2533100"/>
              <a:gd name="connsiteX8-1037" fmla="*/ 1939290 w 2585764"/>
              <a:gd name="connsiteY8-1038" fmla="*/ 1069298 h 2533100"/>
              <a:gd name="connsiteX9-1039" fmla="*/ 1939290 w 2585764"/>
              <a:gd name="connsiteY9-1040" fmla="*/ 2533100 h 2533100"/>
              <a:gd name="connsiteX10-1041" fmla="*/ 1939290 w 2585764"/>
              <a:gd name="connsiteY10-1042" fmla="*/ 2533051 h 2533100"/>
              <a:gd name="connsiteX11-1043" fmla="*/ 646430 w 2585764"/>
              <a:gd name="connsiteY11-1044" fmla="*/ 2533051 h 2533100"/>
              <a:gd name="connsiteX12-1045" fmla="*/ 646430 w 2585764"/>
              <a:gd name="connsiteY12-1046" fmla="*/ 2533051 h 2533100"/>
              <a:gd name="connsiteX13-1047" fmla="*/ 646430 w 2585764"/>
              <a:gd name="connsiteY13-1048" fmla="*/ 1069249 h 2533100"/>
              <a:gd name="connsiteX14-1049" fmla="*/ 646430 w 2585764"/>
              <a:gd name="connsiteY14-1050" fmla="*/ 1069298 h 2533100"/>
              <a:gd name="connsiteX15-1051" fmla="*/ 0 w 2585764"/>
              <a:gd name="connsiteY15-1052" fmla="*/ 1069298 h 2533100"/>
              <a:gd name="connsiteX16-1053" fmla="*/ 0 w 2585764"/>
              <a:gd name="connsiteY16-1054" fmla="*/ 1069299 h 2533100"/>
              <a:gd name="connsiteX0-1055" fmla="*/ 0 w 2585764"/>
              <a:gd name="connsiteY0-1056" fmla="*/ 1069299 h 2533100"/>
              <a:gd name="connsiteX1-1057" fmla="*/ 0 w 2585764"/>
              <a:gd name="connsiteY1-1058" fmla="*/ 1069299 h 2533100"/>
              <a:gd name="connsiteX2-1059" fmla="*/ 1292905 w 2585764"/>
              <a:gd name="connsiteY2-1060" fmla="*/ 0 h 2533100"/>
              <a:gd name="connsiteX3-1061" fmla="*/ 1292860 w 2585764"/>
              <a:gd name="connsiteY3-1062" fmla="*/ 36 h 2533100"/>
              <a:gd name="connsiteX4-1063" fmla="*/ 2585764 w 2585764"/>
              <a:gd name="connsiteY4-1064" fmla="*/ 1069335 h 2533100"/>
              <a:gd name="connsiteX5-1065" fmla="*/ 2585720 w 2585764"/>
              <a:gd name="connsiteY5-1066" fmla="*/ 1069298 h 2533100"/>
              <a:gd name="connsiteX6-1067" fmla="*/ 2585720 w 2585764"/>
              <a:gd name="connsiteY6-1068" fmla="*/ 1069298 h 2533100"/>
              <a:gd name="connsiteX7-1069" fmla="*/ 1939290 w 2585764"/>
              <a:gd name="connsiteY7-1070" fmla="*/ 1069298 h 2533100"/>
              <a:gd name="connsiteX8-1071" fmla="*/ 1939290 w 2585764"/>
              <a:gd name="connsiteY8-1072" fmla="*/ 1069298 h 2533100"/>
              <a:gd name="connsiteX9-1073" fmla="*/ 1939290 w 2585764"/>
              <a:gd name="connsiteY9-1074" fmla="*/ 2533100 h 2533100"/>
              <a:gd name="connsiteX10-1075" fmla="*/ 1939290 w 2585764"/>
              <a:gd name="connsiteY10-1076" fmla="*/ 2533051 h 2533100"/>
              <a:gd name="connsiteX11-1077" fmla="*/ 646430 w 2585764"/>
              <a:gd name="connsiteY11-1078" fmla="*/ 2533051 h 2533100"/>
              <a:gd name="connsiteX12-1079" fmla="*/ 646430 w 2585764"/>
              <a:gd name="connsiteY12-1080" fmla="*/ 2533051 h 2533100"/>
              <a:gd name="connsiteX13-1081" fmla="*/ 646430 w 2585764"/>
              <a:gd name="connsiteY13-1082" fmla="*/ 1069249 h 2533100"/>
              <a:gd name="connsiteX14-1083" fmla="*/ 646430 w 2585764"/>
              <a:gd name="connsiteY14-1084" fmla="*/ 1069298 h 2533100"/>
              <a:gd name="connsiteX15-1085" fmla="*/ 0 w 2585764"/>
              <a:gd name="connsiteY15-1086" fmla="*/ 1069298 h 2533100"/>
              <a:gd name="connsiteX16-1087" fmla="*/ 0 w 2585764"/>
              <a:gd name="connsiteY16-1088" fmla="*/ 1069299 h 2533100"/>
              <a:gd name="connsiteX0-1089" fmla="*/ 0 w 2585764"/>
              <a:gd name="connsiteY0-1090" fmla="*/ 1069299 h 2533100"/>
              <a:gd name="connsiteX1-1091" fmla="*/ 0 w 2585764"/>
              <a:gd name="connsiteY1-1092" fmla="*/ 1069299 h 2533100"/>
              <a:gd name="connsiteX2-1093" fmla="*/ 1292905 w 2585764"/>
              <a:gd name="connsiteY2-1094" fmla="*/ 0 h 2533100"/>
              <a:gd name="connsiteX3-1095" fmla="*/ 1292860 w 2585764"/>
              <a:gd name="connsiteY3-1096" fmla="*/ 36 h 2533100"/>
              <a:gd name="connsiteX4-1097" fmla="*/ 2585764 w 2585764"/>
              <a:gd name="connsiteY4-1098" fmla="*/ 1069335 h 2533100"/>
              <a:gd name="connsiteX5-1099" fmla="*/ 2585720 w 2585764"/>
              <a:gd name="connsiteY5-1100" fmla="*/ 1069298 h 2533100"/>
              <a:gd name="connsiteX6-1101" fmla="*/ 2585720 w 2585764"/>
              <a:gd name="connsiteY6-1102" fmla="*/ 1069298 h 2533100"/>
              <a:gd name="connsiteX7-1103" fmla="*/ 1939290 w 2585764"/>
              <a:gd name="connsiteY7-1104" fmla="*/ 1069298 h 2533100"/>
              <a:gd name="connsiteX8-1105" fmla="*/ 1939290 w 2585764"/>
              <a:gd name="connsiteY8-1106" fmla="*/ 1069298 h 2533100"/>
              <a:gd name="connsiteX9-1107" fmla="*/ 1939290 w 2585764"/>
              <a:gd name="connsiteY9-1108" fmla="*/ 2533100 h 2533100"/>
              <a:gd name="connsiteX10-1109" fmla="*/ 1939290 w 2585764"/>
              <a:gd name="connsiteY10-1110" fmla="*/ 2533051 h 2533100"/>
              <a:gd name="connsiteX11-1111" fmla="*/ 646430 w 2585764"/>
              <a:gd name="connsiteY11-1112" fmla="*/ 2533051 h 2533100"/>
              <a:gd name="connsiteX12-1113" fmla="*/ 646430 w 2585764"/>
              <a:gd name="connsiteY12-1114" fmla="*/ 2533051 h 2533100"/>
              <a:gd name="connsiteX13-1115" fmla="*/ 646430 w 2585764"/>
              <a:gd name="connsiteY13-1116" fmla="*/ 1069249 h 2533100"/>
              <a:gd name="connsiteX14-1117" fmla="*/ 646430 w 2585764"/>
              <a:gd name="connsiteY14-1118" fmla="*/ 1069298 h 2533100"/>
              <a:gd name="connsiteX15-1119" fmla="*/ 0 w 2585764"/>
              <a:gd name="connsiteY15-1120" fmla="*/ 1069298 h 2533100"/>
              <a:gd name="connsiteX16-1121" fmla="*/ 0 w 2585764"/>
              <a:gd name="connsiteY16-1122" fmla="*/ 1069299 h 2533100"/>
              <a:gd name="connsiteX0-1123" fmla="*/ 0 w 2585764"/>
              <a:gd name="connsiteY0-1124" fmla="*/ 1069299 h 2533100"/>
              <a:gd name="connsiteX1-1125" fmla="*/ 0 w 2585764"/>
              <a:gd name="connsiteY1-1126" fmla="*/ 1069299 h 2533100"/>
              <a:gd name="connsiteX2-1127" fmla="*/ 1292905 w 2585764"/>
              <a:gd name="connsiteY2-1128" fmla="*/ 0 h 2533100"/>
              <a:gd name="connsiteX3-1129" fmla="*/ 1292860 w 2585764"/>
              <a:gd name="connsiteY3-1130" fmla="*/ 36 h 2533100"/>
              <a:gd name="connsiteX4-1131" fmla="*/ 2585764 w 2585764"/>
              <a:gd name="connsiteY4-1132" fmla="*/ 1069335 h 2533100"/>
              <a:gd name="connsiteX5-1133" fmla="*/ 2585720 w 2585764"/>
              <a:gd name="connsiteY5-1134" fmla="*/ 1069298 h 2533100"/>
              <a:gd name="connsiteX6-1135" fmla="*/ 2585720 w 2585764"/>
              <a:gd name="connsiteY6-1136" fmla="*/ 1069298 h 2533100"/>
              <a:gd name="connsiteX7-1137" fmla="*/ 1939290 w 2585764"/>
              <a:gd name="connsiteY7-1138" fmla="*/ 1069298 h 2533100"/>
              <a:gd name="connsiteX8-1139" fmla="*/ 1939290 w 2585764"/>
              <a:gd name="connsiteY8-1140" fmla="*/ 1069298 h 2533100"/>
              <a:gd name="connsiteX9-1141" fmla="*/ 1939290 w 2585764"/>
              <a:gd name="connsiteY9-1142" fmla="*/ 2533100 h 2533100"/>
              <a:gd name="connsiteX10-1143" fmla="*/ 1939290 w 2585764"/>
              <a:gd name="connsiteY10-1144" fmla="*/ 2533051 h 2533100"/>
              <a:gd name="connsiteX11-1145" fmla="*/ 646430 w 2585764"/>
              <a:gd name="connsiteY11-1146" fmla="*/ 2533051 h 2533100"/>
              <a:gd name="connsiteX12-1147" fmla="*/ 646430 w 2585764"/>
              <a:gd name="connsiteY12-1148" fmla="*/ 2533051 h 2533100"/>
              <a:gd name="connsiteX13-1149" fmla="*/ 646430 w 2585764"/>
              <a:gd name="connsiteY13-1150" fmla="*/ 1069249 h 2533100"/>
              <a:gd name="connsiteX14-1151" fmla="*/ 646430 w 2585764"/>
              <a:gd name="connsiteY14-1152" fmla="*/ 1069298 h 2533100"/>
              <a:gd name="connsiteX15-1153" fmla="*/ 0 w 2585764"/>
              <a:gd name="connsiteY15-1154" fmla="*/ 1069298 h 2533100"/>
              <a:gd name="connsiteX16-1155" fmla="*/ 0 w 2585764"/>
              <a:gd name="connsiteY16-1156" fmla="*/ 1069299 h 2533100"/>
              <a:gd name="connsiteX0-1157" fmla="*/ 0 w 2585764"/>
              <a:gd name="connsiteY0-1158" fmla="*/ 1069299 h 2533100"/>
              <a:gd name="connsiteX1-1159" fmla="*/ 0 w 2585764"/>
              <a:gd name="connsiteY1-1160" fmla="*/ 1069299 h 2533100"/>
              <a:gd name="connsiteX2-1161" fmla="*/ 1292905 w 2585764"/>
              <a:gd name="connsiteY2-1162" fmla="*/ 0 h 2533100"/>
              <a:gd name="connsiteX3-1163" fmla="*/ 1292860 w 2585764"/>
              <a:gd name="connsiteY3-1164" fmla="*/ 36 h 2533100"/>
              <a:gd name="connsiteX4-1165" fmla="*/ 2585764 w 2585764"/>
              <a:gd name="connsiteY4-1166" fmla="*/ 1069335 h 2533100"/>
              <a:gd name="connsiteX5-1167" fmla="*/ 2585720 w 2585764"/>
              <a:gd name="connsiteY5-1168" fmla="*/ 1069298 h 2533100"/>
              <a:gd name="connsiteX6-1169" fmla="*/ 2585720 w 2585764"/>
              <a:gd name="connsiteY6-1170" fmla="*/ 1069298 h 2533100"/>
              <a:gd name="connsiteX7-1171" fmla="*/ 1939290 w 2585764"/>
              <a:gd name="connsiteY7-1172" fmla="*/ 1069298 h 2533100"/>
              <a:gd name="connsiteX8-1173" fmla="*/ 1939290 w 2585764"/>
              <a:gd name="connsiteY8-1174" fmla="*/ 1069298 h 2533100"/>
              <a:gd name="connsiteX9-1175" fmla="*/ 1939290 w 2585764"/>
              <a:gd name="connsiteY9-1176" fmla="*/ 2533100 h 2533100"/>
              <a:gd name="connsiteX10-1177" fmla="*/ 1939290 w 2585764"/>
              <a:gd name="connsiteY10-1178" fmla="*/ 2533051 h 2533100"/>
              <a:gd name="connsiteX11-1179" fmla="*/ 646430 w 2585764"/>
              <a:gd name="connsiteY11-1180" fmla="*/ 2533051 h 2533100"/>
              <a:gd name="connsiteX12-1181" fmla="*/ 646430 w 2585764"/>
              <a:gd name="connsiteY12-1182" fmla="*/ 2533051 h 2533100"/>
              <a:gd name="connsiteX13-1183" fmla="*/ 646430 w 2585764"/>
              <a:gd name="connsiteY13-1184" fmla="*/ 1069249 h 2533100"/>
              <a:gd name="connsiteX14-1185" fmla="*/ 646430 w 2585764"/>
              <a:gd name="connsiteY14-1186" fmla="*/ 1069298 h 2533100"/>
              <a:gd name="connsiteX15-1187" fmla="*/ 0 w 2585764"/>
              <a:gd name="connsiteY15-1188" fmla="*/ 1069298 h 2533100"/>
              <a:gd name="connsiteX16-1189" fmla="*/ 0 w 2585764"/>
              <a:gd name="connsiteY16-1190" fmla="*/ 1069299 h 2533100"/>
              <a:gd name="connsiteX0-1191" fmla="*/ 0 w 2585764"/>
              <a:gd name="connsiteY0-1192" fmla="*/ 1069299 h 2533100"/>
              <a:gd name="connsiteX1-1193" fmla="*/ 0 w 2585764"/>
              <a:gd name="connsiteY1-1194" fmla="*/ 1069299 h 2533100"/>
              <a:gd name="connsiteX2-1195" fmla="*/ 1292905 w 2585764"/>
              <a:gd name="connsiteY2-1196" fmla="*/ 0 h 2533100"/>
              <a:gd name="connsiteX3-1197" fmla="*/ 1292860 w 2585764"/>
              <a:gd name="connsiteY3-1198" fmla="*/ 36 h 2533100"/>
              <a:gd name="connsiteX4-1199" fmla="*/ 2585764 w 2585764"/>
              <a:gd name="connsiteY4-1200" fmla="*/ 1069335 h 2533100"/>
              <a:gd name="connsiteX5-1201" fmla="*/ 2585720 w 2585764"/>
              <a:gd name="connsiteY5-1202" fmla="*/ 1069298 h 2533100"/>
              <a:gd name="connsiteX6-1203" fmla="*/ 2585720 w 2585764"/>
              <a:gd name="connsiteY6-1204" fmla="*/ 1069298 h 2533100"/>
              <a:gd name="connsiteX7-1205" fmla="*/ 1939290 w 2585764"/>
              <a:gd name="connsiteY7-1206" fmla="*/ 1069298 h 2533100"/>
              <a:gd name="connsiteX8-1207" fmla="*/ 1939290 w 2585764"/>
              <a:gd name="connsiteY8-1208" fmla="*/ 1069298 h 2533100"/>
              <a:gd name="connsiteX9-1209" fmla="*/ 1939290 w 2585764"/>
              <a:gd name="connsiteY9-1210" fmla="*/ 2533100 h 2533100"/>
              <a:gd name="connsiteX10-1211" fmla="*/ 1939290 w 2585764"/>
              <a:gd name="connsiteY10-1212" fmla="*/ 2533051 h 2533100"/>
              <a:gd name="connsiteX11-1213" fmla="*/ 646430 w 2585764"/>
              <a:gd name="connsiteY11-1214" fmla="*/ 2533051 h 2533100"/>
              <a:gd name="connsiteX12-1215" fmla="*/ 646430 w 2585764"/>
              <a:gd name="connsiteY12-1216" fmla="*/ 2533051 h 2533100"/>
              <a:gd name="connsiteX13-1217" fmla="*/ 646430 w 2585764"/>
              <a:gd name="connsiteY13-1218" fmla="*/ 1069249 h 2533100"/>
              <a:gd name="connsiteX14-1219" fmla="*/ 646430 w 2585764"/>
              <a:gd name="connsiteY14-1220" fmla="*/ 1069298 h 2533100"/>
              <a:gd name="connsiteX15-1221" fmla="*/ 0 w 2585764"/>
              <a:gd name="connsiteY15-1222" fmla="*/ 1069298 h 2533100"/>
              <a:gd name="connsiteX16-1223" fmla="*/ 0 w 2585764"/>
              <a:gd name="connsiteY16-1224" fmla="*/ 1069299 h 2533100"/>
              <a:gd name="connsiteX0-1225" fmla="*/ 0 w 2585764"/>
              <a:gd name="connsiteY0-1226" fmla="*/ 1069299 h 2533100"/>
              <a:gd name="connsiteX1-1227" fmla="*/ 0 w 2585764"/>
              <a:gd name="connsiteY1-1228" fmla="*/ 1069299 h 2533100"/>
              <a:gd name="connsiteX2-1229" fmla="*/ 1292905 w 2585764"/>
              <a:gd name="connsiteY2-1230" fmla="*/ 0 h 2533100"/>
              <a:gd name="connsiteX3-1231" fmla="*/ 1292860 w 2585764"/>
              <a:gd name="connsiteY3-1232" fmla="*/ 36 h 2533100"/>
              <a:gd name="connsiteX4-1233" fmla="*/ 2585764 w 2585764"/>
              <a:gd name="connsiteY4-1234" fmla="*/ 1069335 h 2533100"/>
              <a:gd name="connsiteX5-1235" fmla="*/ 2585720 w 2585764"/>
              <a:gd name="connsiteY5-1236" fmla="*/ 1069298 h 2533100"/>
              <a:gd name="connsiteX6-1237" fmla="*/ 2585720 w 2585764"/>
              <a:gd name="connsiteY6-1238" fmla="*/ 1069298 h 2533100"/>
              <a:gd name="connsiteX7-1239" fmla="*/ 1939290 w 2585764"/>
              <a:gd name="connsiteY7-1240" fmla="*/ 1069298 h 2533100"/>
              <a:gd name="connsiteX8-1241" fmla="*/ 1939290 w 2585764"/>
              <a:gd name="connsiteY8-1242" fmla="*/ 1069298 h 2533100"/>
              <a:gd name="connsiteX9-1243" fmla="*/ 1939290 w 2585764"/>
              <a:gd name="connsiteY9-1244" fmla="*/ 2533100 h 2533100"/>
              <a:gd name="connsiteX10-1245" fmla="*/ 1939290 w 2585764"/>
              <a:gd name="connsiteY10-1246" fmla="*/ 2533051 h 2533100"/>
              <a:gd name="connsiteX11-1247" fmla="*/ 646430 w 2585764"/>
              <a:gd name="connsiteY11-1248" fmla="*/ 2533051 h 2533100"/>
              <a:gd name="connsiteX12-1249" fmla="*/ 646430 w 2585764"/>
              <a:gd name="connsiteY12-1250" fmla="*/ 2533051 h 2533100"/>
              <a:gd name="connsiteX13-1251" fmla="*/ 646430 w 2585764"/>
              <a:gd name="connsiteY13-1252" fmla="*/ 1069249 h 2533100"/>
              <a:gd name="connsiteX14-1253" fmla="*/ 646430 w 2585764"/>
              <a:gd name="connsiteY14-1254" fmla="*/ 1069298 h 2533100"/>
              <a:gd name="connsiteX15-1255" fmla="*/ 0 w 2585764"/>
              <a:gd name="connsiteY15-1256" fmla="*/ 1069298 h 2533100"/>
              <a:gd name="connsiteX16-1257" fmla="*/ 0 w 2585764"/>
              <a:gd name="connsiteY16-1258" fmla="*/ 1069299 h 2533100"/>
              <a:gd name="connsiteX0-1259" fmla="*/ 0 w 2585764"/>
              <a:gd name="connsiteY0-1260" fmla="*/ 1069299 h 2533100"/>
              <a:gd name="connsiteX1-1261" fmla="*/ 0 w 2585764"/>
              <a:gd name="connsiteY1-1262" fmla="*/ 1069299 h 2533100"/>
              <a:gd name="connsiteX2-1263" fmla="*/ 1292905 w 2585764"/>
              <a:gd name="connsiteY2-1264" fmla="*/ 0 h 2533100"/>
              <a:gd name="connsiteX3-1265" fmla="*/ 1292860 w 2585764"/>
              <a:gd name="connsiteY3-1266" fmla="*/ 36 h 2533100"/>
              <a:gd name="connsiteX4-1267" fmla="*/ 2585764 w 2585764"/>
              <a:gd name="connsiteY4-1268" fmla="*/ 1069335 h 2533100"/>
              <a:gd name="connsiteX5-1269" fmla="*/ 2585720 w 2585764"/>
              <a:gd name="connsiteY5-1270" fmla="*/ 1069298 h 2533100"/>
              <a:gd name="connsiteX6-1271" fmla="*/ 2585720 w 2585764"/>
              <a:gd name="connsiteY6-1272" fmla="*/ 1069298 h 2533100"/>
              <a:gd name="connsiteX7-1273" fmla="*/ 1939290 w 2585764"/>
              <a:gd name="connsiteY7-1274" fmla="*/ 1069298 h 2533100"/>
              <a:gd name="connsiteX8-1275" fmla="*/ 1939290 w 2585764"/>
              <a:gd name="connsiteY8-1276" fmla="*/ 1069298 h 2533100"/>
              <a:gd name="connsiteX9-1277" fmla="*/ 1939290 w 2585764"/>
              <a:gd name="connsiteY9-1278" fmla="*/ 2533100 h 2533100"/>
              <a:gd name="connsiteX10-1279" fmla="*/ 1939290 w 2585764"/>
              <a:gd name="connsiteY10-1280" fmla="*/ 2533051 h 2533100"/>
              <a:gd name="connsiteX11-1281" fmla="*/ 646430 w 2585764"/>
              <a:gd name="connsiteY11-1282" fmla="*/ 2533051 h 2533100"/>
              <a:gd name="connsiteX12-1283" fmla="*/ 646430 w 2585764"/>
              <a:gd name="connsiteY12-1284" fmla="*/ 2533051 h 2533100"/>
              <a:gd name="connsiteX13-1285" fmla="*/ 646430 w 2585764"/>
              <a:gd name="connsiteY13-1286" fmla="*/ 1069249 h 2533100"/>
              <a:gd name="connsiteX14-1287" fmla="*/ 646430 w 2585764"/>
              <a:gd name="connsiteY14-1288" fmla="*/ 1069298 h 2533100"/>
              <a:gd name="connsiteX15-1289" fmla="*/ 0 w 2585764"/>
              <a:gd name="connsiteY15-1290" fmla="*/ 1069298 h 2533100"/>
              <a:gd name="connsiteX16-1291" fmla="*/ 0 w 2585764"/>
              <a:gd name="connsiteY16-1292" fmla="*/ 1069299 h 2533100"/>
              <a:gd name="connsiteX0-1293" fmla="*/ 0 w 2585764"/>
              <a:gd name="connsiteY0-1294" fmla="*/ 1069299 h 2533100"/>
              <a:gd name="connsiteX1-1295" fmla="*/ 0 w 2585764"/>
              <a:gd name="connsiteY1-1296" fmla="*/ 1069299 h 2533100"/>
              <a:gd name="connsiteX2-1297" fmla="*/ 1292905 w 2585764"/>
              <a:gd name="connsiteY2-1298" fmla="*/ 0 h 2533100"/>
              <a:gd name="connsiteX3-1299" fmla="*/ 1292860 w 2585764"/>
              <a:gd name="connsiteY3-1300" fmla="*/ 36 h 2533100"/>
              <a:gd name="connsiteX4-1301" fmla="*/ 2585764 w 2585764"/>
              <a:gd name="connsiteY4-1302" fmla="*/ 1069335 h 2533100"/>
              <a:gd name="connsiteX5-1303" fmla="*/ 2585720 w 2585764"/>
              <a:gd name="connsiteY5-1304" fmla="*/ 1069298 h 2533100"/>
              <a:gd name="connsiteX6-1305" fmla="*/ 2585720 w 2585764"/>
              <a:gd name="connsiteY6-1306" fmla="*/ 1069298 h 2533100"/>
              <a:gd name="connsiteX7-1307" fmla="*/ 1939290 w 2585764"/>
              <a:gd name="connsiteY7-1308" fmla="*/ 1069298 h 2533100"/>
              <a:gd name="connsiteX8-1309" fmla="*/ 1939290 w 2585764"/>
              <a:gd name="connsiteY8-1310" fmla="*/ 1069298 h 2533100"/>
              <a:gd name="connsiteX9-1311" fmla="*/ 1939290 w 2585764"/>
              <a:gd name="connsiteY9-1312" fmla="*/ 2533100 h 2533100"/>
              <a:gd name="connsiteX10-1313" fmla="*/ 1939290 w 2585764"/>
              <a:gd name="connsiteY10-1314" fmla="*/ 2533051 h 2533100"/>
              <a:gd name="connsiteX11-1315" fmla="*/ 646430 w 2585764"/>
              <a:gd name="connsiteY11-1316" fmla="*/ 2533051 h 2533100"/>
              <a:gd name="connsiteX12-1317" fmla="*/ 646430 w 2585764"/>
              <a:gd name="connsiteY12-1318" fmla="*/ 2533051 h 2533100"/>
              <a:gd name="connsiteX13-1319" fmla="*/ 646430 w 2585764"/>
              <a:gd name="connsiteY13-1320" fmla="*/ 1069249 h 2533100"/>
              <a:gd name="connsiteX14-1321" fmla="*/ 646430 w 2585764"/>
              <a:gd name="connsiteY14-1322" fmla="*/ 1069298 h 2533100"/>
              <a:gd name="connsiteX15-1323" fmla="*/ 0 w 2585764"/>
              <a:gd name="connsiteY15-1324" fmla="*/ 1069298 h 2533100"/>
              <a:gd name="connsiteX16-1325" fmla="*/ 0 w 2585764"/>
              <a:gd name="connsiteY16-1326" fmla="*/ 1069299 h 2533100"/>
              <a:gd name="connsiteX0-1327" fmla="*/ 0 w 2585764"/>
              <a:gd name="connsiteY0-1328" fmla="*/ 1069299 h 2533100"/>
              <a:gd name="connsiteX1-1329" fmla="*/ 0 w 2585764"/>
              <a:gd name="connsiteY1-1330" fmla="*/ 1069299 h 2533100"/>
              <a:gd name="connsiteX2-1331" fmla="*/ 1292905 w 2585764"/>
              <a:gd name="connsiteY2-1332" fmla="*/ 0 h 2533100"/>
              <a:gd name="connsiteX3-1333" fmla="*/ 1292860 w 2585764"/>
              <a:gd name="connsiteY3-1334" fmla="*/ 36 h 2533100"/>
              <a:gd name="connsiteX4-1335" fmla="*/ 2585764 w 2585764"/>
              <a:gd name="connsiteY4-1336" fmla="*/ 1069335 h 2533100"/>
              <a:gd name="connsiteX5-1337" fmla="*/ 2585720 w 2585764"/>
              <a:gd name="connsiteY5-1338" fmla="*/ 1069298 h 2533100"/>
              <a:gd name="connsiteX6-1339" fmla="*/ 2585720 w 2585764"/>
              <a:gd name="connsiteY6-1340" fmla="*/ 1069298 h 2533100"/>
              <a:gd name="connsiteX7-1341" fmla="*/ 1939290 w 2585764"/>
              <a:gd name="connsiteY7-1342" fmla="*/ 1069298 h 2533100"/>
              <a:gd name="connsiteX8-1343" fmla="*/ 1939290 w 2585764"/>
              <a:gd name="connsiteY8-1344" fmla="*/ 1069298 h 2533100"/>
              <a:gd name="connsiteX9-1345" fmla="*/ 1939290 w 2585764"/>
              <a:gd name="connsiteY9-1346" fmla="*/ 2533100 h 2533100"/>
              <a:gd name="connsiteX10-1347" fmla="*/ 1939290 w 2585764"/>
              <a:gd name="connsiteY10-1348" fmla="*/ 2533051 h 2533100"/>
              <a:gd name="connsiteX11-1349" fmla="*/ 646430 w 2585764"/>
              <a:gd name="connsiteY11-1350" fmla="*/ 2533051 h 2533100"/>
              <a:gd name="connsiteX12-1351" fmla="*/ 646430 w 2585764"/>
              <a:gd name="connsiteY12-1352" fmla="*/ 2533051 h 2533100"/>
              <a:gd name="connsiteX13-1353" fmla="*/ 646430 w 2585764"/>
              <a:gd name="connsiteY13-1354" fmla="*/ 1069249 h 2533100"/>
              <a:gd name="connsiteX14-1355" fmla="*/ 646430 w 2585764"/>
              <a:gd name="connsiteY14-1356" fmla="*/ 1069298 h 2533100"/>
              <a:gd name="connsiteX15-1357" fmla="*/ 0 w 2585764"/>
              <a:gd name="connsiteY15-1358" fmla="*/ 1069298 h 2533100"/>
              <a:gd name="connsiteX16-1359" fmla="*/ 0 w 2585764"/>
              <a:gd name="connsiteY16-1360" fmla="*/ 1069299 h 2533100"/>
              <a:gd name="connsiteX0-1361" fmla="*/ 0 w 2585764"/>
              <a:gd name="connsiteY0-1362" fmla="*/ 1069299 h 2533100"/>
              <a:gd name="connsiteX1-1363" fmla="*/ 0 w 2585764"/>
              <a:gd name="connsiteY1-1364" fmla="*/ 1069299 h 2533100"/>
              <a:gd name="connsiteX2-1365" fmla="*/ 1292905 w 2585764"/>
              <a:gd name="connsiteY2-1366" fmla="*/ 0 h 2533100"/>
              <a:gd name="connsiteX3-1367" fmla="*/ 1292860 w 2585764"/>
              <a:gd name="connsiteY3-1368" fmla="*/ 36 h 2533100"/>
              <a:gd name="connsiteX4-1369" fmla="*/ 2585764 w 2585764"/>
              <a:gd name="connsiteY4-1370" fmla="*/ 1069335 h 2533100"/>
              <a:gd name="connsiteX5-1371" fmla="*/ 2585720 w 2585764"/>
              <a:gd name="connsiteY5-1372" fmla="*/ 1069298 h 2533100"/>
              <a:gd name="connsiteX6-1373" fmla="*/ 2585720 w 2585764"/>
              <a:gd name="connsiteY6-1374" fmla="*/ 1069298 h 2533100"/>
              <a:gd name="connsiteX7-1375" fmla="*/ 1939290 w 2585764"/>
              <a:gd name="connsiteY7-1376" fmla="*/ 1069298 h 2533100"/>
              <a:gd name="connsiteX8-1377" fmla="*/ 1939290 w 2585764"/>
              <a:gd name="connsiteY8-1378" fmla="*/ 1069298 h 2533100"/>
              <a:gd name="connsiteX9-1379" fmla="*/ 1939290 w 2585764"/>
              <a:gd name="connsiteY9-1380" fmla="*/ 2533100 h 2533100"/>
              <a:gd name="connsiteX10-1381" fmla="*/ 1939290 w 2585764"/>
              <a:gd name="connsiteY10-1382" fmla="*/ 2533051 h 2533100"/>
              <a:gd name="connsiteX11-1383" fmla="*/ 646430 w 2585764"/>
              <a:gd name="connsiteY11-1384" fmla="*/ 2533051 h 2533100"/>
              <a:gd name="connsiteX12-1385" fmla="*/ 646430 w 2585764"/>
              <a:gd name="connsiteY12-1386" fmla="*/ 2533051 h 2533100"/>
              <a:gd name="connsiteX13-1387" fmla="*/ 646430 w 2585764"/>
              <a:gd name="connsiteY13-1388" fmla="*/ 1069249 h 2533100"/>
              <a:gd name="connsiteX14-1389" fmla="*/ 646430 w 2585764"/>
              <a:gd name="connsiteY14-1390" fmla="*/ 1069298 h 2533100"/>
              <a:gd name="connsiteX15-1391" fmla="*/ 0 w 2585764"/>
              <a:gd name="connsiteY15-1392" fmla="*/ 1069298 h 2533100"/>
              <a:gd name="connsiteX16-1393" fmla="*/ 0 w 2585764"/>
              <a:gd name="connsiteY16-1394" fmla="*/ 1069299 h 2533100"/>
              <a:gd name="connsiteX0-1395" fmla="*/ 0 w 2585764"/>
              <a:gd name="connsiteY0-1396" fmla="*/ 1069299 h 2533100"/>
              <a:gd name="connsiteX1-1397" fmla="*/ 0 w 2585764"/>
              <a:gd name="connsiteY1-1398" fmla="*/ 1069299 h 2533100"/>
              <a:gd name="connsiteX2-1399" fmla="*/ 1292905 w 2585764"/>
              <a:gd name="connsiteY2-1400" fmla="*/ 0 h 2533100"/>
              <a:gd name="connsiteX3-1401" fmla="*/ 1292860 w 2585764"/>
              <a:gd name="connsiteY3-1402" fmla="*/ 36 h 2533100"/>
              <a:gd name="connsiteX4-1403" fmla="*/ 2585764 w 2585764"/>
              <a:gd name="connsiteY4-1404" fmla="*/ 1069335 h 2533100"/>
              <a:gd name="connsiteX5-1405" fmla="*/ 2585720 w 2585764"/>
              <a:gd name="connsiteY5-1406" fmla="*/ 1069298 h 2533100"/>
              <a:gd name="connsiteX6-1407" fmla="*/ 2585720 w 2585764"/>
              <a:gd name="connsiteY6-1408" fmla="*/ 1069298 h 2533100"/>
              <a:gd name="connsiteX7-1409" fmla="*/ 1939290 w 2585764"/>
              <a:gd name="connsiteY7-1410" fmla="*/ 1069298 h 2533100"/>
              <a:gd name="connsiteX8-1411" fmla="*/ 1939290 w 2585764"/>
              <a:gd name="connsiteY8-1412" fmla="*/ 1069298 h 2533100"/>
              <a:gd name="connsiteX9-1413" fmla="*/ 1939290 w 2585764"/>
              <a:gd name="connsiteY9-1414" fmla="*/ 2533100 h 2533100"/>
              <a:gd name="connsiteX10-1415" fmla="*/ 1939290 w 2585764"/>
              <a:gd name="connsiteY10-1416" fmla="*/ 2533051 h 2533100"/>
              <a:gd name="connsiteX11-1417" fmla="*/ 646430 w 2585764"/>
              <a:gd name="connsiteY11-1418" fmla="*/ 2533051 h 2533100"/>
              <a:gd name="connsiteX12-1419" fmla="*/ 646430 w 2585764"/>
              <a:gd name="connsiteY12-1420" fmla="*/ 2533051 h 2533100"/>
              <a:gd name="connsiteX13-1421" fmla="*/ 646430 w 2585764"/>
              <a:gd name="connsiteY13-1422" fmla="*/ 1069249 h 2533100"/>
              <a:gd name="connsiteX14-1423" fmla="*/ 646430 w 2585764"/>
              <a:gd name="connsiteY14-1424" fmla="*/ 1069298 h 2533100"/>
              <a:gd name="connsiteX15-1425" fmla="*/ 0 w 2585764"/>
              <a:gd name="connsiteY15-1426" fmla="*/ 1069298 h 2533100"/>
              <a:gd name="connsiteX16-1427" fmla="*/ 0 w 2585764"/>
              <a:gd name="connsiteY16-1428" fmla="*/ 1069299 h 2533100"/>
              <a:gd name="connsiteX0-1429" fmla="*/ 0 w 2585764"/>
              <a:gd name="connsiteY0-1430" fmla="*/ 1069299 h 2533100"/>
              <a:gd name="connsiteX1-1431" fmla="*/ 0 w 2585764"/>
              <a:gd name="connsiteY1-1432" fmla="*/ 1069299 h 2533100"/>
              <a:gd name="connsiteX2-1433" fmla="*/ 1292905 w 2585764"/>
              <a:gd name="connsiteY2-1434" fmla="*/ 0 h 2533100"/>
              <a:gd name="connsiteX3-1435" fmla="*/ 1292860 w 2585764"/>
              <a:gd name="connsiteY3-1436" fmla="*/ 36 h 2533100"/>
              <a:gd name="connsiteX4-1437" fmla="*/ 2585764 w 2585764"/>
              <a:gd name="connsiteY4-1438" fmla="*/ 1069335 h 2533100"/>
              <a:gd name="connsiteX5-1439" fmla="*/ 2585720 w 2585764"/>
              <a:gd name="connsiteY5-1440" fmla="*/ 1069298 h 2533100"/>
              <a:gd name="connsiteX6-1441" fmla="*/ 2585720 w 2585764"/>
              <a:gd name="connsiteY6-1442" fmla="*/ 1069298 h 2533100"/>
              <a:gd name="connsiteX7-1443" fmla="*/ 1939290 w 2585764"/>
              <a:gd name="connsiteY7-1444" fmla="*/ 1069298 h 2533100"/>
              <a:gd name="connsiteX8-1445" fmla="*/ 1939290 w 2585764"/>
              <a:gd name="connsiteY8-1446" fmla="*/ 1069298 h 2533100"/>
              <a:gd name="connsiteX9-1447" fmla="*/ 1939290 w 2585764"/>
              <a:gd name="connsiteY9-1448" fmla="*/ 2533100 h 2533100"/>
              <a:gd name="connsiteX10-1449" fmla="*/ 1939290 w 2585764"/>
              <a:gd name="connsiteY10-1450" fmla="*/ 2533051 h 2533100"/>
              <a:gd name="connsiteX11-1451" fmla="*/ 646430 w 2585764"/>
              <a:gd name="connsiteY11-1452" fmla="*/ 2533051 h 2533100"/>
              <a:gd name="connsiteX12-1453" fmla="*/ 646430 w 2585764"/>
              <a:gd name="connsiteY12-1454" fmla="*/ 2533051 h 2533100"/>
              <a:gd name="connsiteX13-1455" fmla="*/ 646430 w 2585764"/>
              <a:gd name="connsiteY13-1456" fmla="*/ 1069249 h 2533100"/>
              <a:gd name="connsiteX14-1457" fmla="*/ 646430 w 2585764"/>
              <a:gd name="connsiteY14-1458" fmla="*/ 1069298 h 2533100"/>
              <a:gd name="connsiteX15-1459" fmla="*/ 0 w 2585764"/>
              <a:gd name="connsiteY15-1460" fmla="*/ 1069298 h 2533100"/>
              <a:gd name="connsiteX16-1461" fmla="*/ 0 w 2585764"/>
              <a:gd name="connsiteY16-1462" fmla="*/ 1069299 h 2533100"/>
              <a:gd name="connsiteX0-1463" fmla="*/ 0 w 2585764"/>
              <a:gd name="connsiteY0-1464" fmla="*/ 1069299 h 2533100"/>
              <a:gd name="connsiteX1-1465" fmla="*/ 0 w 2585764"/>
              <a:gd name="connsiteY1-1466" fmla="*/ 1069299 h 2533100"/>
              <a:gd name="connsiteX2-1467" fmla="*/ 1292905 w 2585764"/>
              <a:gd name="connsiteY2-1468" fmla="*/ 0 h 2533100"/>
              <a:gd name="connsiteX3-1469" fmla="*/ 1292860 w 2585764"/>
              <a:gd name="connsiteY3-1470" fmla="*/ 36 h 2533100"/>
              <a:gd name="connsiteX4-1471" fmla="*/ 2585764 w 2585764"/>
              <a:gd name="connsiteY4-1472" fmla="*/ 1069335 h 2533100"/>
              <a:gd name="connsiteX5-1473" fmla="*/ 2585720 w 2585764"/>
              <a:gd name="connsiteY5-1474" fmla="*/ 1069298 h 2533100"/>
              <a:gd name="connsiteX6-1475" fmla="*/ 2585720 w 2585764"/>
              <a:gd name="connsiteY6-1476" fmla="*/ 1069298 h 2533100"/>
              <a:gd name="connsiteX7-1477" fmla="*/ 1939290 w 2585764"/>
              <a:gd name="connsiteY7-1478" fmla="*/ 1069298 h 2533100"/>
              <a:gd name="connsiteX8-1479" fmla="*/ 1939290 w 2585764"/>
              <a:gd name="connsiteY8-1480" fmla="*/ 1069298 h 2533100"/>
              <a:gd name="connsiteX9-1481" fmla="*/ 1939290 w 2585764"/>
              <a:gd name="connsiteY9-1482" fmla="*/ 2533100 h 2533100"/>
              <a:gd name="connsiteX10-1483" fmla="*/ 1939290 w 2585764"/>
              <a:gd name="connsiteY10-1484" fmla="*/ 2533051 h 2533100"/>
              <a:gd name="connsiteX11-1485" fmla="*/ 646430 w 2585764"/>
              <a:gd name="connsiteY11-1486" fmla="*/ 2533051 h 2533100"/>
              <a:gd name="connsiteX12-1487" fmla="*/ 646430 w 2585764"/>
              <a:gd name="connsiteY12-1488" fmla="*/ 2533051 h 2533100"/>
              <a:gd name="connsiteX13-1489" fmla="*/ 646430 w 2585764"/>
              <a:gd name="connsiteY13-1490" fmla="*/ 1069249 h 2533100"/>
              <a:gd name="connsiteX14-1491" fmla="*/ 646430 w 2585764"/>
              <a:gd name="connsiteY14-1492" fmla="*/ 1069298 h 2533100"/>
              <a:gd name="connsiteX15-1493" fmla="*/ 0 w 2585764"/>
              <a:gd name="connsiteY15-1494" fmla="*/ 1069298 h 2533100"/>
              <a:gd name="connsiteX16-1495" fmla="*/ 0 w 2585764"/>
              <a:gd name="connsiteY16-1496" fmla="*/ 1069299 h 2533100"/>
              <a:gd name="connsiteX0-1497" fmla="*/ 0 w 2585764"/>
              <a:gd name="connsiteY0-1498" fmla="*/ 1069299 h 2533100"/>
              <a:gd name="connsiteX1-1499" fmla="*/ 0 w 2585764"/>
              <a:gd name="connsiteY1-1500" fmla="*/ 1069299 h 2533100"/>
              <a:gd name="connsiteX2-1501" fmla="*/ 1292905 w 2585764"/>
              <a:gd name="connsiteY2-1502" fmla="*/ 0 h 2533100"/>
              <a:gd name="connsiteX3-1503" fmla="*/ 1292860 w 2585764"/>
              <a:gd name="connsiteY3-1504" fmla="*/ 36 h 2533100"/>
              <a:gd name="connsiteX4-1505" fmla="*/ 2585764 w 2585764"/>
              <a:gd name="connsiteY4-1506" fmla="*/ 1069335 h 2533100"/>
              <a:gd name="connsiteX5-1507" fmla="*/ 2585720 w 2585764"/>
              <a:gd name="connsiteY5-1508" fmla="*/ 1069298 h 2533100"/>
              <a:gd name="connsiteX6-1509" fmla="*/ 2585720 w 2585764"/>
              <a:gd name="connsiteY6-1510" fmla="*/ 1069298 h 2533100"/>
              <a:gd name="connsiteX7-1511" fmla="*/ 1939290 w 2585764"/>
              <a:gd name="connsiteY7-1512" fmla="*/ 1069298 h 2533100"/>
              <a:gd name="connsiteX8-1513" fmla="*/ 1939290 w 2585764"/>
              <a:gd name="connsiteY8-1514" fmla="*/ 1069298 h 2533100"/>
              <a:gd name="connsiteX9-1515" fmla="*/ 1939290 w 2585764"/>
              <a:gd name="connsiteY9-1516" fmla="*/ 2533100 h 2533100"/>
              <a:gd name="connsiteX10-1517" fmla="*/ 1939290 w 2585764"/>
              <a:gd name="connsiteY10-1518" fmla="*/ 2533051 h 2533100"/>
              <a:gd name="connsiteX11-1519" fmla="*/ 646430 w 2585764"/>
              <a:gd name="connsiteY11-1520" fmla="*/ 2533051 h 2533100"/>
              <a:gd name="connsiteX12-1521" fmla="*/ 646430 w 2585764"/>
              <a:gd name="connsiteY12-1522" fmla="*/ 2533051 h 2533100"/>
              <a:gd name="connsiteX13-1523" fmla="*/ 646430 w 2585764"/>
              <a:gd name="connsiteY13-1524" fmla="*/ 1069249 h 2533100"/>
              <a:gd name="connsiteX14-1525" fmla="*/ 646430 w 2585764"/>
              <a:gd name="connsiteY14-1526" fmla="*/ 1069298 h 2533100"/>
              <a:gd name="connsiteX15-1527" fmla="*/ 0 w 2585764"/>
              <a:gd name="connsiteY15-1528" fmla="*/ 1069298 h 2533100"/>
              <a:gd name="connsiteX16-1529" fmla="*/ 0 w 2585764"/>
              <a:gd name="connsiteY16-1530" fmla="*/ 1069299 h 2533100"/>
              <a:gd name="connsiteX0-1531" fmla="*/ 0 w 2585764"/>
              <a:gd name="connsiteY0-1532" fmla="*/ 1069299 h 2533100"/>
              <a:gd name="connsiteX1-1533" fmla="*/ 0 w 2585764"/>
              <a:gd name="connsiteY1-1534" fmla="*/ 1069299 h 2533100"/>
              <a:gd name="connsiteX2-1535" fmla="*/ 1292905 w 2585764"/>
              <a:gd name="connsiteY2-1536" fmla="*/ 0 h 2533100"/>
              <a:gd name="connsiteX3-1537" fmla="*/ 1292860 w 2585764"/>
              <a:gd name="connsiteY3-1538" fmla="*/ 36 h 2533100"/>
              <a:gd name="connsiteX4-1539" fmla="*/ 2585764 w 2585764"/>
              <a:gd name="connsiteY4-1540" fmla="*/ 1069335 h 2533100"/>
              <a:gd name="connsiteX5-1541" fmla="*/ 2585720 w 2585764"/>
              <a:gd name="connsiteY5-1542" fmla="*/ 1069298 h 2533100"/>
              <a:gd name="connsiteX6-1543" fmla="*/ 2585720 w 2585764"/>
              <a:gd name="connsiteY6-1544" fmla="*/ 1069298 h 2533100"/>
              <a:gd name="connsiteX7-1545" fmla="*/ 1939290 w 2585764"/>
              <a:gd name="connsiteY7-1546" fmla="*/ 1069298 h 2533100"/>
              <a:gd name="connsiteX8-1547" fmla="*/ 1939290 w 2585764"/>
              <a:gd name="connsiteY8-1548" fmla="*/ 1069298 h 2533100"/>
              <a:gd name="connsiteX9-1549" fmla="*/ 1939290 w 2585764"/>
              <a:gd name="connsiteY9-1550" fmla="*/ 2533100 h 2533100"/>
              <a:gd name="connsiteX10-1551" fmla="*/ 1939290 w 2585764"/>
              <a:gd name="connsiteY10-1552" fmla="*/ 2533051 h 2533100"/>
              <a:gd name="connsiteX11-1553" fmla="*/ 646430 w 2585764"/>
              <a:gd name="connsiteY11-1554" fmla="*/ 2533051 h 2533100"/>
              <a:gd name="connsiteX12-1555" fmla="*/ 646430 w 2585764"/>
              <a:gd name="connsiteY12-1556" fmla="*/ 2533051 h 2533100"/>
              <a:gd name="connsiteX13-1557" fmla="*/ 646430 w 2585764"/>
              <a:gd name="connsiteY13-1558" fmla="*/ 1069249 h 2533100"/>
              <a:gd name="connsiteX14-1559" fmla="*/ 646430 w 2585764"/>
              <a:gd name="connsiteY14-1560" fmla="*/ 1069298 h 2533100"/>
              <a:gd name="connsiteX15-1561" fmla="*/ 0 w 2585764"/>
              <a:gd name="connsiteY15-1562" fmla="*/ 1069298 h 2533100"/>
              <a:gd name="connsiteX16-1563" fmla="*/ 0 w 2585764"/>
              <a:gd name="connsiteY16-1564" fmla="*/ 1069299 h 2533100"/>
              <a:gd name="connsiteX0-1565" fmla="*/ 0 w 2585764"/>
              <a:gd name="connsiteY0-1566" fmla="*/ 1069299 h 2533100"/>
              <a:gd name="connsiteX1-1567" fmla="*/ 0 w 2585764"/>
              <a:gd name="connsiteY1-1568" fmla="*/ 1069299 h 2533100"/>
              <a:gd name="connsiteX2-1569" fmla="*/ 1292905 w 2585764"/>
              <a:gd name="connsiteY2-1570" fmla="*/ 0 h 2533100"/>
              <a:gd name="connsiteX3-1571" fmla="*/ 1292860 w 2585764"/>
              <a:gd name="connsiteY3-1572" fmla="*/ 36 h 2533100"/>
              <a:gd name="connsiteX4-1573" fmla="*/ 2585764 w 2585764"/>
              <a:gd name="connsiteY4-1574" fmla="*/ 1069335 h 2533100"/>
              <a:gd name="connsiteX5-1575" fmla="*/ 2585720 w 2585764"/>
              <a:gd name="connsiteY5-1576" fmla="*/ 1069298 h 2533100"/>
              <a:gd name="connsiteX6-1577" fmla="*/ 2585720 w 2585764"/>
              <a:gd name="connsiteY6-1578" fmla="*/ 1069298 h 2533100"/>
              <a:gd name="connsiteX7-1579" fmla="*/ 1939290 w 2585764"/>
              <a:gd name="connsiteY7-1580" fmla="*/ 1069298 h 2533100"/>
              <a:gd name="connsiteX8-1581" fmla="*/ 1939290 w 2585764"/>
              <a:gd name="connsiteY8-1582" fmla="*/ 1069298 h 2533100"/>
              <a:gd name="connsiteX9-1583" fmla="*/ 1939290 w 2585764"/>
              <a:gd name="connsiteY9-1584" fmla="*/ 2533100 h 2533100"/>
              <a:gd name="connsiteX10-1585" fmla="*/ 1939290 w 2585764"/>
              <a:gd name="connsiteY10-1586" fmla="*/ 2533051 h 2533100"/>
              <a:gd name="connsiteX11-1587" fmla="*/ 646430 w 2585764"/>
              <a:gd name="connsiteY11-1588" fmla="*/ 2533051 h 2533100"/>
              <a:gd name="connsiteX12-1589" fmla="*/ 646430 w 2585764"/>
              <a:gd name="connsiteY12-1590" fmla="*/ 2533051 h 2533100"/>
              <a:gd name="connsiteX13-1591" fmla="*/ 646430 w 2585764"/>
              <a:gd name="connsiteY13-1592" fmla="*/ 1069249 h 2533100"/>
              <a:gd name="connsiteX14-1593" fmla="*/ 646430 w 2585764"/>
              <a:gd name="connsiteY14-1594" fmla="*/ 1069298 h 2533100"/>
              <a:gd name="connsiteX15-1595" fmla="*/ 0 w 2585764"/>
              <a:gd name="connsiteY15-1596" fmla="*/ 1069298 h 2533100"/>
              <a:gd name="connsiteX16-1597" fmla="*/ 0 w 2585764"/>
              <a:gd name="connsiteY16-1598" fmla="*/ 1069299 h 2533100"/>
              <a:gd name="connsiteX0-1599" fmla="*/ 0 w 2585764"/>
              <a:gd name="connsiteY0-1600" fmla="*/ 1069299 h 2533100"/>
              <a:gd name="connsiteX1-1601" fmla="*/ 0 w 2585764"/>
              <a:gd name="connsiteY1-1602" fmla="*/ 1069299 h 2533100"/>
              <a:gd name="connsiteX2-1603" fmla="*/ 1292905 w 2585764"/>
              <a:gd name="connsiteY2-1604" fmla="*/ 0 h 2533100"/>
              <a:gd name="connsiteX3-1605" fmla="*/ 1292860 w 2585764"/>
              <a:gd name="connsiteY3-1606" fmla="*/ 36 h 2533100"/>
              <a:gd name="connsiteX4-1607" fmla="*/ 2585764 w 2585764"/>
              <a:gd name="connsiteY4-1608" fmla="*/ 1069335 h 2533100"/>
              <a:gd name="connsiteX5-1609" fmla="*/ 2585720 w 2585764"/>
              <a:gd name="connsiteY5-1610" fmla="*/ 1069298 h 2533100"/>
              <a:gd name="connsiteX6-1611" fmla="*/ 2585720 w 2585764"/>
              <a:gd name="connsiteY6-1612" fmla="*/ 1069298 h 2533100"/>
              <a:gd name="connsiteX7-1613" fmla="*/ 1939290 w 2585764"/>
              <a:gd name="connsiteY7-1614" fmla="*/ 1069298 h 2533100"/>
              <a:gd name="connsiteX8-1615" fmla="*/ 1939290 w 2585764"/>
              <a:gd name="connsiteY8-1616" fmla="*/ 1069298 h 2533100"/>
              <a:gd name="connsiteX9-1617" fmla="*/ 1939290 w 2585764"/>
              <a:gd name="connsiteY9-1618" fmla="*/ 2533100 h 2533100"/>
              <a:gd name="connsiteX10-1619" fmla="*/ 1939290 w 2585764"/>
              <a:gd name="connsiteY10-1620" fmla="*/ 2533051 h 2533100"/>
              <a:gd name="connsiteX11-1621" fmla="*/ 646430 w 2585764"/>
              <a:gd name="connsiteY11-1622" fmla="*/ 2533051 h 2533100"/>
              <a:gd name="connsiteX12-1623" fmla="*/ 646430 w 2585764"/>
              <a:gd name="connsiteY12-1624" fmla="*/ 2533051 h 2533100"/>
              <a:gd name="connsiteX13-1625" fmla="*/ 646430 w 2585764"/>
              <a:gd name="connsiteY13-1626" fmla="*/ 1069249 h 2533100"/>
              <a:gd name="connsiteX14-1627" fmla="*/ 646430 w 2585764"/>
              <a:gd name="connsiteY14-1628" fmla="*/ 1069298 h 2533100"/>
              <a:gd name="connsiteX15-1629" fmla="*/ 0 w 2585764"/>
              <a:gd name="connsiteY15-1630" fmla="*/ 1069298 h 2533100"/>
              <a:gd name="connsiteX16-1631" fmla="*/ 0 w 2585764"/>
              <a:gd name="connsiteY16-1632" fmla="*/ 1069299 h 2533100"/>
              <a:gd name="connsiteX0-1633" fmla="*/ 0 w 2585764"/>
              <a:gd name="connsiteY0-1634" fmla="*/ 1069299 h 2533100"/>
              <a:gd name="connsiteX1-1635" fmla="*/ 0 w 2585764"/>
              <a:gd name="connsiteY1-1636" fmla="*/ 1069299 h 2533100"/>
              <a:gd name="connsiteX2-1637" fmla="*/ 1292905 w 2585764"/>
              <a:gd name="connsiteY2-1638" fmla="*/ 0 h 2533100"/>
              <a:gd name="connsiteX3-1639" fmla="*/ 1292860 w 2585764"/>
              <a:gd name="connsiteY3-1640" fmla="*/ 36 h 2533100"/>
              <a:gd name="connsiteX4-1641" fmla="*/ 2585764 w 2585764"/>
              <a:gd name="connsiteY4-1642" fmla="*/ 1069335 h 2533100"/>
              <a:gd name="connsiteX5-1643" fmla="*/ 2585720 w 2585764"/>
              <a:gd name="connsiteY5-1644" fmla="*/ 1069298 h 2533100"/>
              <a:gd name="connsiteX6-1645" fmla="*/ 2585720 w 2585764"/>
              <a:gd name="connsiteY6-1646" fmla="*/ 1069298 h 2533100"/>
              <a:gd name="connsiteX7-1647" fmla="*/ 1939290 w 2585764"/>
              <a:gd name="connsiteY7-1648" fmla="*/ 1069298 h 2533100"/>
              <a:gd name="connsiteX8-1649" fmla="*/ 1939290 w 2585764"/>
              <a:gd name="connsiteY8-1650" fmla="*/ 1069298 h 2533100"/>
              <a:gd name="connsiteX9-1651" fmla="*/ 1939290 w 2585764"/>
              <a:gd name="connsiteY9-1652" fmla="*/ 2533100 h 2533100"/>
              <a:gd name="connsiteX10-1653" fmla="*/ 1939290 w 2585764"/>
              <a:gd name="connsiteY10-1654" fmla="*/ 2533051 h 2533100"/>
              <a:gd name="connsiteX11-1655" fmla="*/ 646430 w 2585764"/>
              <a:gd name="connsiteY11-1656" fmla="*/ 2533051 h 2533100"/>
              <a:gd name="connsiteX12-1657" fmla="*/ 646430 w 2585764"/>
              <a:gd name="connsiteY12-1658" fmla="*/ 2533051 h 2533100"/>
              <a:gd name="connsiteX13-1659" fmla="*/ 646430 w 2585764"/>
              <a:gd name="connsiteY13-1660" fmla="*/ 1069249 h 2533100"/>
              <a:gd name="connsiteX14-1661" fmla="*/ 646430 w 2585764"/>
              <a:gd name="connsiteY14-1662" fmla="*/ 1069298 h 2533100"/>
              <a:gd name="connsiteX15-1663" fmla="*/ 0 w 2585764"/>
              <a:gd name="connsiteY15-1664" fmla="*/ 1069298 h 2533100"/>
              <a:gd name="connsiteX16-1665" fmla="*/ 0 w 2585764"/>
              <a:gd name="connsiteY16-1666" fmla="*/ 1069299 h 2533100"/>
              <a:gd name="connsiteX0-1667" fmla="*/ 0 w 2585764"/>
              <a:gd name="connsiteY0-1668" fmla="*/ 1069299 h 2533100"/>
              <a:gd name="connsiteX1-1669" fmla="*/ 0 w 2585764"/>
              <a:gd name="connsiteY1-1670" fmla="*/ 1069299 h 2533100"/>
              <a:gd name="connsiteX2-1671" fmla="*/ 1292905 w 2585764"/>
              <a:gd name="connsiteY2-1672" fmla="*/ 0 h 2533100"/>
              <a:gd name="connsiteX3-1673" fmla="*/ 1292860 w 2585764"/>
              <a:gd name="connsiteY3-1674" fmla="*/ 36 h 2533100"/>
              <a:gd name="connsiteX4-1675" fmla="*/ 2585764 w 2585764"/>
              <a:gd name="connsiteY4-1676" fmla="*/ 1069335 h 2533100"/>
              <a:gd name="connsiteX5-1677" fmla="*/ 2585720 w 2585764"/>
              <a:gd name="connsiteY5-1678" fmla="*/ 1069298 h 2533100"/>
              <a:gd name="connsiteX6-1679" fmla="*/ 2585720 w 2585764"/>
              <a:gd name="connsiteY6-1680" fmla="*/ 1069298 h 2533100"/>
              <a:gd name="connsiteX7-1681" fmla="*/ 1939290 w 2585764"/>
              <a:gd name="connsiteY7-1682" fmla="*/ 1069298 h 2533100"/>
              <a:gd name="connsiteX8-1683" fmla="*/ 1939290 w 2585764"/>
              <a:gd name="connsiteY8-1684" fmla="*/ 1069298 h 2533100"/>
              <a:gd name="connsiteX9-1685" fmla="*/ 1939290 w 2585764"/>
              <a:gd name="connsiteY9-1686" fmla="*/ 2533100 h 2533100"/>
              <a:gd name="connsiteX10-1687" fmla="*/ 1939290 w 2585764"/>
              <a:gd name="connsiteY10-1688" fmla="*/ 2533051 h 2533100"/>
              <a:gd name="connsiteX11-1689" fmla="*/ 646430 w 2585764"/>
              <a:gd name="connsiteY11-1690" fmla="*/ 2533051 h 2533100"/>
              <a:gd name="connsiteX12-1691" fmla="*/ 646430 w 2585764"/>
              <a:gd name="connsiteY12-1692" fmla="*/ 2533051 h 2533100"/>
              <a:gd name="connsiteX13-1693" fmla="*/ 646430 w 2585764"/>
              <a:gd name="connsiteY13-1694" fmla="*/ 1069249 h 2533100"/>
              <a:gd name="connsiteX14-1695" fmla="*/ 646430 w 2585764"/>
              <a:gd name="connsiteY14-1696" fmla="*/ 1069298 h 2533100"/>
              <a:gd name="connsiteX15-1697" fmla="*/ 0 w 2585764"/>
              <a:gd name="connsiteY15-1698" fmla="*/ 1069298 h 2533100"/>
              <a:gd name="connsiteX16-1699" fmla="*/ 23342 w 2585764"/>
              <a:gd name="connsiteY16-1700" fmla="*/ 1060893 h 2533100"/>
              <a:gd name="connsiteX0-1701" fmla="*/ 23342 w 2585764"/>
              <a:gd name="connsiteY0-1702" fmla="*/ 1060893 h 2533100"/>
              <a:gd name="connsiteX1-1703" fmla="*/ 0 w 2585764"/>
              <a:gd name="connsiteY1-1704" fmla="*/ 1069299 h 2533100"/>
              <a:gd name="connsiteX2-1705" fmla="*/ 1292905 w 2585764"/>
              <a:gd name="connsiteY2-1706" fmla="*/ 0 h 2533100"/>
              <a:gd name="connsiteX3-1707" fmla="*/ 1292860 w 2585764"/>
              <a:gd name="connsiteY3-1708" fmla="*/ 36 h 2533100"/>
              <a:gd name="connsiteX4-1709" fmla="*/ 2585764 w 2585764"/>
              <a:gd name="connsiteY4-1710" fmla="*/ 1069335 h 2533100"/>
              <a:gd name="connsiteX5-1711" fmla="*/ 2585720 w 2585764"/>
              <a:gd name="connsiteY5-1712" fmla="*/ 1069298 h 2533100"/>
              <a:gd name="connsiteX6-1713" fmla="*/ 2585720 w 2585764"/>
              <a:gd name="connsiteY6-1714" fmla="*/ 1069298 h 2533100"/>
              <a:gd name="connsiteX7-1715" fmla="*/ 1939290 w 2585764"/>
              <a:gd name="connsiteY7-1716" fmla="*/ 1069298 h 2533100"/>
              <a:gd name="connsiteX8-1717" fmla="*/ 1939290 w 2585764"/>
              <a:gd name="connsiteY8-1718" fmla="*/ 1069298 h 2533100"/>
              <a:gd name="connsiteX9-1719" fmla="*/ 1939290 w 2585764"/>
              <a:gd name="connsiteY9-1720" fmla="*/ 2533100 h 2533100"/>
              <a:gd name="connsiteX10-1721" fmla="*/ 1939290 w 2585764"/>
              <a:gd name="connsiteY10-1722" fmla="*/ 2533051 h 2533100"/>
              <a:gd name="connsiteX11-1723" fmla="*/ 646430 w 2585764"/>
              <a:gd name="connsiteY11-1724" fmla="*/ 2533051 h 2533100"/>
              <a:gd name="connsiteX12-1725" fmla="*/ 646430 w 2585764"/>
              <a:gd name="connsiteY12-1726" fmla="*/ 2533051 h 2533100"/>
              <a:gd name="connsiteX13-1727" fmla="*/ 646430 w 2585764"/>
              <a:gd name="connsiteY13-1728" fmla="*/ 1069249 h 2533100"/>
              <a:gd name="connsiteX14-1729" fmla="*/ 646430 w 2585764"/>
              <a:gd name="connsiteY14-1730" fmla="*/ 1069298 h 2533100"/>
              <a:gd name="connsiteX15-1731" fmla="*/ 0 w 2585764"/>
              <a:gd name="connsiteY15-1732" fmla="*/ 1069298 h 2533100"/>
              <a:gd name="connsiteX16-1733" fmla="*/ 23342 w 2585764"/>
              <a:gd name="connsiteY16-1734" fmla="*/ 1060893 h 2533100"/>
              <a:gd name="connsiteX0-1735" fmla="*/ 23342 w 2585764"/>
              <a:gd name="connsiteY0-1736" fmla="*/ 1060893 h 2533100"/>
              <a:gd name="connsiteX1-1737" fmla="*/ 0 w 2585764"/>
              <a:gd name="connsiteY1-1738" fmla="*/ 1069299 h 2533100"/>
              <a:gd name="connsiteX2-1739" fmla="*/ 1292905 w 2585764"/>
              <a:gd name="connsiteY2-1740" fmla="*/ 0 h 2533100"/>
              <a:gd name="connsiteX3-1741" fmla="*/ 1292860 w 2585764"/>
              <a:gd name="connsiteY3-1742" fmla="*/ 36 h 2533100"/>
              <a:gd name="connsiteX4-1743" fmla="*/ 2585764 w 2585764"/>
              <a:gd name="connsiteY4-1744" fmla="*/ 1069335 h 2533100"/>
              <a:gd name="connsiteX5-1745" fmla="*/ 2585720 w 2585764"/>
              <a:gd name="connsiteY5-1746" fmla="*/ 1069298 h 2533100"/>
              <a:gd name="connsiteX6-1747" fmla="*/ 2585720 w 2585764"/>
              <a:gd name="connsiteY6-1748" fmla="*/ 1069298 h 2533100"/>
              <a:gd name="connsiteX7-1749" fmla="*/ 1939290 w 2585764"/>
              <a:gd name="connsiteY7-1750" fmla="*/ 1069298 h 2533100"/>
              <a:gd name="connsiteX8-1751" fmla="*/ 1939290 w 2585764"/>
              <a:gd name="connsiteY8-1752" fmla="*/ 1069298 h 2533100"/>
              <a:gd name="connsiteX9-1753" fmla="*/ 1939290 w 2585764"/>
              <a:gd name="connsiteY9-1754" fmla="*/ 2533100 h 2533100"/>
              <a:gd name="connsiteX10-1755" fmla="*/ 1939290 w 2585764"/>
              <a:gd name="connsiteY10-1756" fmla="*/ 2533051 h 2533100"/>
              <a:gd name="connsiteX11-1757" fmla="*/ 646430 w 2585764"/>
              <a:gd name="connsiteY11-1758" fmla="*/ 2533051 h 2533100"/>
              <a:gd name="connsiteX12-1759" fmla="*/ 646430 w 2585764"/>
              <a:gd name="connsiteY12-1760" fmla="*/ 2533051 h 2533100"/>
              <a:gd name="connsiteX13-1761" fmla="*/ 646430 w 2585764"/>
              <a:gd name="connsiteY13-1762" fmla="*/ 1069249 h 2533100"/>
              <a:gd name="connsiteX14-1763" fmla="*/ 646430 w 2585764"/>
              <a:gd name="connsiteY14-1764" fmla="*/ 1069298 h 2533100"/>
              <a:gd name="connsiteX15-1765" fmla="*/ 0 w 2585764"/>
              <a:gd name="connsiteY15-1766" fmla="*/ 1069298 h 2533100"/>
              <a:gd name="connsiteX16-1767" fmla="*/ 23342 w 2585764"/>
              <a:gd name="connsiteY16-1768" fmla="*/ 1060893 h 2533100"/>
              <a:gd name="connsiteX0-1769" fmla="*/ 23342 w 2585764"/>
              <a:gd name="connsiteY0-1770" fmla="*/ 1060893 h 2533100"/>
              <a:gd name="connsiteX1-1771" fmla="*/ 0 w 2585764"/>
              <a:gd name="connsiteY1-1772" fmla="*/ 1069299 h 2533100"/>
              <a:gd name="connsiteX2-1773" fmla="*/ 1292905 w 2585764"/>
              <a:gd name="connsiteY2-1774" fmla="*/ 0 h 2533100"/>
              <a:gd name="connsiteX3-1775" fmla="*/ 1292860 w 2585764"/>
              <a:gd name="connsiteY3-1776" fmla="*/ 36 h 2533100"/>
              <a:gd name="connsiteX4-1777" fmla="*/ 2585764 w 2585764"/>
              <a:gd name="connsiteY4-1778" fmla="*/ 1069335 h 2533100"/>
              <a:gd name="connsiteX5-1779" fmla="*/ 2585720 w 2585764"/>
              <a:gd name="connsiteY5-1780" fmla="*/ 1069298 h 2533100"/>
              <a:gd name="connsiteX6-1781" fmla="*/ 2585720 w 2585764"/>
              <a:gd name="connsiteY6-1782" fmla="*/ 1069298 h 2533100"/>
              <a:gd name="connsiteX7-1783" fmla="*/ 1939290 w 2585764"/>
              <a:gd name="connsiteY7-1784" fmla="*/ 1069298 h 2533100"/>
              <a:gd name="connsiteX8-1785" fmla="*/ 1939290 w 2585764"/>
              <a:gd name="connsiteY8-1786" fmla="*/ 1069298 h 2533100"/>
              <a:gd name="connsiteX9-1787" fmla="*/ 1939290 w 2585764"/>
              <a:gd name="connsiteY9-1788" fmla="*/ 2533100 h 2533100"/>
              <a:gd name="connsiteX10-1789" fmla="*/ 1939290 w 2585764"/>
              <a:gd name="connsiteY10-1790" fmla="*/ 2533051 h 2533100"/>
              <a:gd name="connsiteX11-1791" fmla="*/ 646430 w 2585764"/>
              <a:gd name="connsiteY11-1792" fmla="*/ 2533051 h 2533100"/>
              <a:gd name="connsiteX12-1793" fmla="*/ 646430 w 2585764"/>
              <a:gd name="connsiteY12-1794" fmla="*/ 2533051 h 2533100"/>
              <a:gd name="connsiteX13-1795" fmla="*/ 646430 w 2585764"/>
              <a:gd name="connsiteY13-1796" fmla="*/ 1069249 h 2533100"/>
              <a:gd name="connsiteX14-1797" fmla="*/ 646430 w 2585764"/>
              <a:gd name="connsiteY14-1798" fmla="*/ 1069298 h 2533100"/>
              <a:gd name="connsiteX15-1799" fmla="*/ 0 w 2585764"/>
              <a:gd name="connsiteY15-1800" fmla="*/ 1069298 h 2533100"/>
              <a:gd name="connsiteX16-1801" fmla="*/ 23342 w 2585764"/>
              <a:gd name="connsiteY16-1802" fmla="*/ 1060893 h 2533100"/>
              <a:gd name="connsiteX0-1803" fmla="*/ 23342 w 2585764"/>
              <a:gd name="connsiteY0-1804" fmla="*/ 1060893 h 2533100"/>
              <a:gd name="connsiteX1-1805" fmla="*/ 27197 w 2585764"/>
              <a:gd name="connsiteY1-1806" fmla="*/ 1046805 h 2533100"/>
              <a:gd name="connsiteX2-1807" fmla="*/ 1292905 w 2585764"/>
              <a:gd name="connsiteY2-1808" fmla="*/ 0 h 2533100"/>
              <a:gd name="connsiteX3-1809" fmla="*/ 1292860 w 2585764"/>
              <a:gd name="connsiteY3-1810" fmla="*/ 36 h 2533100"/>
              <a:gd name="connsiteX4-1811" fmla="*/ 2585764 w 2585764"/>
              <a:gd name="connsiteY4-1812" fmla="*/ 1069335 h 2533100"/>
              <a:gd name="connsiteX5-1813" fmla="*/ 2585720 w 2585764"/>
              <a:gd name="connsiteY5-1814" fmla="*/ 1069298 h 2533100"/>
              <a:gd name="connsiteX6-1815" fmla="*/ 2585720 w 2585764"/>
              <a:gd name="connsiteY6-1816" fmla="*/ 1069298 h 2533100"/>
              <a:gd name="connsiteX7-1817" fmla="*/ 1939290 w 2585764"/>
              <a:gd name="connsiteY7-1818" fmla="*/ 1069298 h 2533100"/>
              <a:gd name="connsiteX8-1819" fmla="*/ 1939290 w 2585764"/>
              <a:gd name="connsiteY8-1820" fmla="*/ 1069298 h 2533100"/>
              <a:gd name="connsiteX9-1821" fmla="*/ 1939290 w 2585764"/>
              <a:gd name="connsiteY9-1822" fmla="*/ 2533100 h 2533100"/>
              <a:gd name="connsiteX10-1823" fmla="*/ 1939290 w 2585764"/>
              <a:gd name="connsiteY10-1824" fmla="*/ 2533051 h 2533100"/>
              <a:gd name="connsiteX11-1825" fmla="*/ 646430 w 2585764"/>
              <a:gd name="connsiteY11-1826" fmla="*/ 2533051 h 2533100"/>
              <a:gd name="connsiteX12-1827" fmla="*/ 646430 w 2585764"/>
              <a:gd name="connsiteY12-1828" fmla="*/ 2533051 h 2533100"/>
              <a:gd name="connsiteX13-1829" fmla="*/ 646430 w 2585764"/>
              <a:gd name="connsiteY13-1830" fmla="*/ 1069249 h 2533100"/>
              <a:gd name="connsiteX14-1831" fmla="*/ 646430 w 2585764"/>
              <a:gd name="connsiteY14-1832" fmla="*/ 1069298 h 2533100"/>
              <a:gd name="connsiteX15-1833" fmla="*/ 0 w 2585764"/>
              <a:gd name="connsiteY15-1834" fmla="*/ 1069298 h 2533100"/>
              <a:gd name="connsiteX16-1835" fmla="*/ 23342 w 2585764"/>
              <a:gd name="connsiteY16-1836" fmla="*/ 1060893 h 2533100"/>
              <a:gd name="connsiteX0-1837" fmla="*/ 23342 w 2585764"/>
              <a:gd name="connsiteY0-1838" fmla="*/ 1060893 h 2533100"/>
              <a:gd name="connsiteX1-1839" fmla="*/ 27197 w 2585764"/>
              <a:gd name="connsiteY1-1840" fmla="*/ 1046805 h 2533100"/>
              <a:gd name="connsiteX2-1841" fmla="*/ 1292905 w 2585764"/>
              <a:gd name="connsiteY2-1842" fmla="*/ 0 h 2533100"/>
              <a:gd name="connsiteX3-1843" fmla="*/ 1292860 w 2585764"/>
              <a:gd name="connsiteY3-1844" fmla="*/ 36 h 2533100"/>
              <a:gd name="connsiteX4-1845" fmla="*/ 2585764 w 2585764"/>
              <a:gd name="connsiteY4-1846" fmla="*/ 1069335 h 2533100"/>
              <a:gd name="connsiteX5-1847" fmla="*/ 2585720 w 2585764"/>
              <a:gd name="connsiteY5-1848" fmla="*/ 1069298 h 2533100"/>
              <a:gd name="connsiteX6-1849" fmla="*/ 2585720 w 2585764"/>
              <a:gd name="connsiteY6-1850" fmla="*/ 1069298 h 2533100"/>
              <a:gd name="connsiteX7-1851" fmla="*/ 1939290 w 2585764"/>
              <a:gd name="connsiteY7-1852" fmla="*/ 1069298 h 2533100"/>
              <a:gd name="connsiteX8-1853" fmla="*/ 1939290 w 2585764"/>
              <a:gd name="connsiteY8-1854" fmla="*/ 1069298 h 2533100"/>
              <a:gd name="connsiteX9-1855" fmla="*/ 1939290 w 2585764"/>
              <a:gd name="connsiteY9-1856" fmla="*/ 2533100 h 2533100"/>
              <a:gd name="connsiteX10-1857" fmla="*/ 1939290 w 2585764"/>
              <a:gd name="connsiteY10-1858" fmla="*/ 2533051 h 2533100"/>
              <a:gd name="connsiteX11-1859" fmla="*/ 646430 w 2585764"/>
              <a:gd name="connsiteY11-1860" fmla="*/ 2533051 h 2533100"/>
              <a:gd name="connsiteX12-1861" fmla="*/ 646430 w 2585764"/>
              <a:gd name="connsiteY12-1862" fmla="*/ 2533051 h 2533100"/>
              <a:gd name="connsiteX13-1863" fmla="*/ 646430 w 2585764"/>
              <a:gd name="connsiteY13-1864" fmla="*/ 1069249 h 2533100"/>
              <a:gd name="connsiteX14-1865" fmla="*/ 646430 w 2585764"/>
              <a:gd name="connsiteY14-1866" fmla="*/ 1069298 h 2533100"/>
              <a:gd name="connsiteX15-1867" fmla="*/ 0 w 2585764"/>
              <a:gd name="connsiteY15-1868" fmla="*/ 1069298 h 2533100"/>
              <a:gd name="connsiteX16-1869" fmla="*/ 23342 w 2585764"/>
              <a:gd name="connsiteY16-1870" fmla="*/ 1060893 h 2533100"/>
              <a:gd name="connsiteX0-1871" fmla="*/ 23342 w 2585764"/>
              <a:gd name="connsiteY0-1872" fmla="*/ 1060893 h 2533100"/>
              <a:gd name="connsiteX1-1873" fmla="*/ 27197 w 2585764"/>
              <a:gd name="connsiteY1-1874" fmla="*/ 1046805 h 2533100"/>
              <a:gd name="connsiteX2-1875" fmla="*/ 1292905 w 2585764"/>
              <a:gd name="connsiteY2-1876" fmla="*/ 0 h 2533100"/>
              <a:gd name="connsiteX3-1877" fmla="*/ 1292860 w 2585764"/>
              <a:gd name="connsiteY3-1878" fmla="*/ 36 h 2533100"/>
              <a:gd name="connsiteX4-1879" fmla="*/ 2585764 w 2585764"/>
              <a:gd name="connsiteY4-1880" fmla="*/ 1069335 h 2533100"/>
              <a:gd name="connsiteX5-1881" fmla="*/ 2585720 w 2585764"/>
              <a:gd name="connsiteY5-1882" fmla="*/ 1069298 h 2533100"/>
              <a:gd name="connsiteX6-1883" fmla="*/ 2585720 w 2585764"/>
              <a:gd name="connsiteY6-1884" fmla="*/ 1069298 h 2533100"/>
              <a:gd name="connsiteX7-1885" fmla="*/ 1939290 w 2585764"/>
              <a:gd name="connsiteY7-1886" fmla="*/ 1069298 h 2533100"/>
              <a:gd name="connsiteX8-1887" fmla="*/ 1939290 w 2585764"/>
              <a:gd name="connsiteY8-1888" fmla="*/ 1069298 h 2533100"/>
              <a:gd name="connsiteX9-1889" fmla="*/ 1939290 w 2585764"/>
              <a:gd name="connsiteY9-1890" fmla="*/ 2533100 h 2533100"/>
              <a:gd name="connsiteX10-1891" fmla="*/ 1939290 w 2585764"/>
              <a:gd name="connsiteY10-1892" fmla="*/ 2533051 h 2533100"/>
              <a:gd name="connsiteX11-1893" fmla="*/ 646430 w 2585764"/>
              <a:gd name="connsiteY11-1894" fmla="*/ 2533051 h 2533100"/>
              <a:gd name="connsiteX12-1895" fmla="*/ 646430 w 2585764"/>
              <a:gd name="connsiteY12-1896" fmla="*/ 2533051 h 2533100"/>
              <a:gd name="connsiteX13-1897" fmla="*/ 646430 w 2585764"/>
              <a:gd name="connsiteY13-1898" fmla="*/ 1069249 h 2533100"/>
              <a:gd name="connsiteX14-1899" fmla="*/ 646430 w 2585764"/>
              <a:gd name="connsiteY14-1900" fmla="*/ 1069298 h 2533100"/>
              <a:gd name="connsiteX15-1901" fmla="*/ 0 w 2585764"/>
              <a:gd name="connsiteY15-1902" fmla="*/ 1069298 h 2533100"/>
              <a:gd name="connsiteX16-1903" fmla="*/ 23342 w 2585764"/>
              <a:gd name="connsiteY16-1904" fmla="*/ 1060893 h 2533100"/>
              <a:gd name="connsiteX0-1905" fmla="*/ 23342 w 2585764"/>
              <a:gd name="connsiteY0-1906" fmla="*/ 1060858 h 2533065"/>
              <a:gd name="connsiteX1-1907" fmla="*/ 27197 w 2585764"/>
              <a:gd name="connsiteY1-1908" fmla="*/ 1046770 h 2533065"/>
              <a:gd name="connsiteX2-1909" fmla="*/ 1284810 w 2585764"/>
              <a:gd name="connsiteY2-1910" fmla="*/ 6659 h 2533065"/>
              <a:gd name="connsiteX3-1911" fmla="*/ 1292860 w 2585764"/>
              <a:gd name="connsiteY3-1912" fmla="*/ 1 h 2533065"/>
              <a:gd name="connsiteX4-1913" fmla="*/ 2585764 w 2585764"/>
              <a:gd name="connsiteY4-1914" fmla="*/ 1069300 h 2533065"/>
              <a:gd name="connsiteX5-1915" fmla="*/ 2585720 w 2585764"/>
              <a:gd name="connsiteY5-1916" fmla="*/ 1069263 h 2533065"/>
              <a:gd name="connsiteX6-1917" fmla="*/ 2585720 w 2585764"/>
              <a:gd name="connsiteY6-1918" fmla="*/ 1069263 h 2533065"/>
              <a:gd name="connsiteX7-1919" fmla="*/ 1939290 w 2585764"/>
              <a:gd name="connsiteY7-1920" fmla="*/ 1069263 h 2533065"/>
              <a:gd name="connsiteX8-1921" fmla="*/ 1939290 w 2585764"/>
              <a:gd name="connsiteY8-1922" fmla="*/ 1069263 h 2533065"/>
              <a:gd name="connsiteX9-1923" fmla="*/ 1939290 w 2585764"/>
              <a:gd name="connsiteY9-1924" fmla="*/ 2533065 h 2533065"/>
              <a:gd name="connsiteX10-1925" fmla="*/ 1939290 w 2585764"/>
              <a:gd name="connsiteY10-1926" fmla="*/ 2533016 h 2533065"/>
              <a:gd name="connsiteX11-1927" fmla="*/ 646430 w 2585764"/>
              <a:gd name="connsiteY11-1928" fmla="*/ 2533016 h 2533065"/>
              <a:gd name="connsiteX12-1929" fmla="*/ 646430 w 2585764"/>
              <a:gd name="connsiteY12-1930" fmla="*/ 2533016 h 2533065"/>
              <a:gd name="connsiteX13-1931" fmla="*/ 646430 w 2585764"/>
              <a:gd name="connsiteY13-1932" fmla="*/ 1069214 h 2533065"/>
              <a:gd name="connsiteX14-1933" fmla="*/ 646430 w 2585764"/>
              <a:gd name="connsiteY14-1934" fmla="*/ 1069263 h 2533065"/>
              <a:gd name="connsiteX15-1935" fmla="*/ 0 w 2585764"/>
              <a:gd name="connsiteY15-1936" fmla="*/ 1069263 h 2533065"/>
              <a:gd name="connsiteX16-1937" fmla="*/ 23342 w 2585764"/>
              <a:gd name="connsiteY16-1938" fmla="*/ 1060858 h 2533065"/>
              <a:gd name="connsiteX0-1939" fmla="*/ 23342 w 2585764"/>
              <a:gd name="connsiteY0-1940" fmla="*/ 1060857 h 2533064"/>
              <a:gd name="connsiteX1-1941" fmla="*/ 27197 w 2585764"/>
              <a:gd name="connsiteY1-1942" fmla="*/ 1046769 h 2533064"/>
              <a:gd name="connsiteX2-1943" fmla="*/ 1284810 w 2585764"/>
              <a:gd name="connsiteY2-1944" fmla="*/ 6658 h 2533064"/>
              <a:gd name="connsiteX3-1945" fmla="*/ 1292860 w 2585764"/>
              <a:gd name="connsiteY3-1946" fmla="*/ 0 h 2533064"/>
              <a:gd name="connsiteX4-1947" fmla="*/ 2585764 w 2585764"/>
              <a:gd name="connsiteY4-1948" fmla="*/ 1069299 h 2533064"/>
              <a:gd name="connsiteX5-1949" fmla="*/ 2585720 w 2585764"/>
              <a:gd name="connsiteY5-1950" fmla="*/ 1069262 h 2533064"/>
              <a:gd name="connsiteX6-1951" fmla="*/ 2585720 w 2585764"/>
              <a:gd name="connsiteY6-1952" fmla="*/ 1069262 h 2533064"/>
              <a:gd name="connsiteX7-1953" fmla="*/ 1939290 w 2585764"/>
              <a:gd name="connsiteY7-1954" fmla="*/ 1069262 h 2533064"/>
              <a:gd name="connsiteX8-1955" fmla="*/ 1939290 w 2585764"/>
              <a:gd name="connsiteY8-1956" fmla="*/ 1069262 h 2533064"/>
              <a:gd name="connsiteX9-1957" fmla="*/ 1939290 w 2585764"/>
              <a:gd name="connsiteY9-1958" fmla="*/ 2533064 h 2533064"/>
              <a:gd name="connsiteX10-1959" fmla="*/ 1939290 w 2585764"/>
              <a:gd name="connsiteY10-1960" fmla="*/ 2533015 h 2533064"/>
              <a:gd name="connsiteX11-1961" fmla="*/ 646430 w 2585764"/>
              <a:gd name="connsiteY11-1962" fmla="*/ 2533015 h 2533064"/>
              <a:gd name="connsiteX12-1963" fmla="*/ 646430 w 2585764"/>
              <a:gd name="connsiteY12-1964" fmla="*/ 2533015 h 2533064"/>
              <a:gd name="connsiteX13-1965" fmla="*/ 646430 w 2585764"/>
              <a:gd name="connsiteY13-1966" fmla="*/ 1069213 h 2533064"/>
              <a:gd name="connsiteX14-1967" fmla="*/ 646430 w 2585764"/>
              <a:gd name="connsiteY14-1968" fmla="*/ 1069262 h 2533064"/>
              <a:gd name="connsiteX15-1969" fmla="*/ 0 w 2585764"/>
              <a:gd name="connsiteY15-1970" fmla="*/ 1069262 h 2533064"/>
              <a:gd name="connsiteX16-1971" fmla="*/ 23342 w 2585764"/>
              <a:gd name="connsiteY16-1972" fmla="*/ 1060857 h 2533064"/>
              <a:gd name="connsiteX0-1973" fmla="*/ 23342 w 2585764"/>
              <a:gd name="connsiteY0-1974" fmla="*/ 1060857 h 2533064"/>
              <a:gd name="connsiteX1-1975" fmla="*/ 27197 w 2585764"/>
              <a:gd name="connsiteY1-1976" fmla="*/ 1046769 h 2533064"/>
              <a:gd name="connsiteX2-1977" fmla="*/ 1284810 w 2585764"/>
              <a:gd name="connsiteY2-1978" fmla="*/ 6658 h 2533064"/>
              <a:gd name="connsiteX3-1979" fmla="*/ 1292860 w 2585764"/>
              <a:gd name="connsiteY3-1980" fmla="*/ 0 h 2533064"/>
              <a:gd name="connsiteX4-1981" fmla="*/ 2585764 w 2585764"/>
              <a:gd name="connsiteY4-1982" fmla="*/ 1069299 h 2533064"/>
              <a:gd name="connsiteX5-1983" fmla="*/ 2585720 w 2585764"/>
              <a:gd name="connsiteY5-1984" fmla="*/ 1069262 h 2533064"/>
              <a:gd name="connsiteX6-1985" fmla="*/ 2585720 w 2585764"/>
              <a:gd name="connsiteY6-1986" fmla="*/ 1069262 h 2533064"/>
              <a:gd name="connsiteX7-1987" fmla="*/ 1939290 w 2585764"/>
              <a:gd name="connsiteY7-1988" fmla="*/ 1069262 h 2533064"/>
              <a:gd name="connsiteX8-1989" fmla="*/ 1939290 w 2585764"/>
              <a:gd name="connsiteY8-1990" fmla="*/ 1069262 h 2533064"/>
              <a:gd name="connsiteX9-1991" fmla="*/ 1939290 w 2585764"/>
              <a:gd name="connsiteY9-1992" fmla="*/ 2533064 h 2533064"/>
              <a:gd name="connsiteX10-1993" fmla="*/ 1939290 w 2585764"/>
              <a:gd name="connsiteY10-1994" fmla="*/ 2533015 h 2533064"/>
              <a:gd name="connsiteX11-1995" fmla="*/ 646430 w 2585764"/>
              <a:gd name="connsiteY11-1996" fmla="*/ 2533015 h 2533064"/>
              <a:gd name="connsiteX12-1997" fmla="*/ 646430 w 2585764"/>
              <a:gd name="connsiteY12-1998" fmla="*/ 2533015 h 2533064"/>
              <a:gd name="connsiteX13-1999" fmla="*/ 646430 w 2585764"/>
              <a:gd name="connsiteY13-2000" fmla="*/ 1069213 h 2533064"/>
              <a:gd name="connsiteX14-2001" fmla="*/ 646430 w 2585764"/>
              <a:gd name="connsiteY14-2002" fmla="*/ 1069262 h 2533064"/>
              <a:gd name="connsiteX15-2003" fmla="*/ 0 w 2585764"/>
              <a:gd name="connsiteY15-2004" fmla="*/ 1069262 h 2533064"/>
              <a:gd name="connsiteX16-2005" fmla="*/ 23342 w 2585764"/>
              <a:gd name="connsiteY16-2006" fmla="*/ 1060857 h 2533064"/>
              <a:gd name="connsiteX0-2007" fmla="*/ 23342 w 2585764"/>
              <a:gd name="connsiteY0-2008" fmla="*/ 1057227 h 2529434"/>
              <a:gd name="connsiteX1-2009" fmla="*/ 27197 w 2585764"/>
              <a:gd name="connsiteY1-2010" fmla="*/ 1043139 h 2529434"/>
              <a:gd name="connsiteX2-2011" fmla="*/ 1284810 w 2585764"/>
              <a:gd name="connsiteY2-2012" fmla="*/ 3028 h 2529434"/>
              <a:gd name="connsiteX3-2013" fmla="*/ 1300955 w 2585764"/>
              <a:gd name="connsiteY3-2014" fmla="*/ 3064 h 2529434"/>
              <a:gd name="connsiteX4-2015" fmla="*/ 2585764 w 2585764"/>
              <a:gd name="connsiteY4-2016" fmla="*/ 1065669 h 2529434"/>
              <a:gd name="connsiteX5-2017" fmla="*/ 2585720 w 2585764"/>
              <a:gd name="connsiteY5-2018" fmla="*/ 1065632 h 2529434"/>
              <a:gd name="connsiteX6-2019" fmla="*/ 2585720 w 2585764"/>
              <a:gd name="connsiteY6-2020" fmla="*/ 1065632 h 2529434"/>
              <a:gd name="connsiteX7-2021" fmla="*/ 1939290 w 2585764"/>
              <a:gd name="connsiteY7-2022" fmla="*/ 1065632 h 2529434"/>
              <a:gd name="connsiteX8-2023" fmla="*/ 1939290 w 2585764"/>
              <a:gd name="connsiteY8-2024" fmla="*/ 1065632 h 2529434"/>
              <a:gd name="connsiteX9-2025" fmla="*/ 1939290 w 2585764"/>
              <a:gd name="connsiteY9-2026" fmla="*/ 2529434 h 2529434"/>
              <a:gd name="connsiteX10-2027" fmla="*/ 1939290 w 2585764"/>
              <a:gd name="connsiteY10-2028" fmla="*/ 2529385 h 2529434"/>
              <a:gd name="connsiteX11-2029" fmla="*/ 646430 w 2585764"/>
              <a:gd name="connsiteY11-2030" fmla="*/ 2529385 h 2529434"/>
              <a:gd name="connsiteX12-2031" fmla="*/ 646430 w 2585764"/>
              <a:gd name="connsiteY12-2032" fmla="*/ 2529385 h 2529434"/>
              <a:gd name="connsiteX13-2033" fmla="*/ 646430 w 2585764"/>
              <a:gd name="connsiteY13-2034" fmla="*/ 1065583 h 2529434"/>
              <a:gd name="connsiteX14-2035" fmla="*/ 646430 w 2585764"/>
              <a:gd name="connsiteY14-2036" fmla="*/ 1065632 h 2529434"/>
              <a:gd name="connsiteX15-2037" fmla="*/ 0 w 2585764"/>
              <a:gd name="connsiteY15-2038" fmla="*/ 1065632 h 2529434"/>
              <a:gd name="connsiteX16-2039" fmla="*/ 23342 w 2585764"/>
              <a:gd name="connsiteY16-2040" fmla="*/ 1057227 h 2529434"/>
              <a:gd name="connsiteX0-2041" fmla="*/ 23342 w 2585764"/>
              <a:gd name="connsiteY0-2042" fmla="*/ 1057227 h 2529434"/>
              <a:gd name="connsiteX1-2043" fmla="*/ 27197 w 2585764"/>
              <a:gd name="connsiteY1-2044" fmla="*/ 1043139 h 2529434"/>
              <a:gd name="connsiteX2-2045" fmla="*/ 1284810 w 2585764"/>
              <a:gd name="connsiteY2-2046" fmla="*/ 3028 h 2529434"/>
              <a:gd name="connsiteX3-2047" fmla="*/ 1300955 w 2585764"/>
              <a:gd name="connsiteY3-2048" fmla="*/ 3064 h 2529434"/>
              <a:gd name="connsiteX4-2049" fmla="*/ 2585764 w 2585764"/>
              <a:gd name="connsiteY4-2050" fmla="*/ 1065669 h 2529434"/>
              <a:gd name="connsiteX5-2051" fmla="*/ 2585720 w 2585764"/>
              <a:gd name="connsiteY5-2052" fmla="*/ 1065632 h 2529434"/>
              <a:gd name="connsiteX6-2053" fmla="*/ 2585720 w 2585764"/>
              <a:gd name="connsiteY6-2054" fmla="*/ 1065632 h 2529434"/>
              <a:gd name="connsiteX7-2055" fmla="*/ 1939290 w 2585764"/>
              <a:gd name="connsiteY7-2056" fmla="*/ 1065632 h 2529434"/>
              <a:gd name="connsiteX8-2057" fmla="*/ 1939290 w 2585764"/>
              <a:gd name="connsiteY8-2058" fmla="*/ 1065632 h 2529434"/>
              <a:gd name="connsiteX9-2059" fmla="*/ 1939290 w 2585764"/>
              <a:gd name="connsiteY9-2060" fmla="*/ 2529434 h 2529434"/>
              <a:gd name="connsiteX10-2061" fmla="*/ 1939290 w 2585764"/>
              <a:gd name="connsiteY10-2062" fmla="*/ 2529385 h 2529434"/>
              <a:gd name="connsiteX11-2063" fmla="*/ 646430 w 2585764"/>
              <a:gd name="connsiteY11-2064" fmla="*/ 2529385 h 2529434"/>
              <a:gd name="connsiteX12-2065" fmla="*/ 646430 w 2585764"/>
              <a:gd name="connsiteY12-2066" fmla="*/ 2529385 h 2529434"/>
              <a:gd name="connsiteX13-2067" fmla="*/ 646430 w 2585764"/>
              <a:gd name="connsiteY13-2068" fmla="*/ 1065583 h 2529434"/>
              <a:gd name="connsiteX14-2069" fmla="*/ 646430 w 2585764"/>
              <a:gd name="connsiteY14-2070" fmla="*/ 1065632 h 2529434"/>
              <a:gd name="connsiteX15-2071" fmla="*/ 0 w 2585764"/>
              <a:gd name="connsiteY15-2072" fmla="*/ 1065632 h 2529434"/>
              <a:gd name="connsiteX16-2073" fmla="*/ 23342 w 2585764"/>
              <a:gd name="connsiteY16-2074" fmla="*/ 1057227 h 2529434"/>
              <a:gd name="connsiteX0-2075" fmla="*/ 23342 w 2585764"/>
              <a:gd name="connsiteY0-2076" fmla="*/ 1057227 h 2529434"/>
              <a:gd name="connsiteX1-2077" fmla="*/ 27197 w 2585764"/>
              <a:gd name="connsiteY1-2078" fmla="*/ 1043139 h 2529434"/>
              <a:gd name="connsiteX2-2079" fmla="*/ 1284810 w 2585764"/>
              <a:gd name="connsiteY2-2080" fmla="*/ 3028 h 2529434"/>
              <a:gd name="connsiteX3-2081" fmla="*/ 1300955 w 2585764"/>
              <a:gd name="connsiteY3-2082" fmla="*/ 3064 h 2529434"/>
              <a:gd name="connsiteX4-2083" fmla="*/ 2585764 w 2585764"/>
              <a:gd name="connsiteY4-2084" fmla="*/ 1065669 h 2529434"/>
              <a:gd name="connsiteX5-2085" fmla="*/ 2585720 w 2585764"/>
              <a:gd name="connsiteY5-2086" fmla="*/ 1065632 h 2529434"/>
              <a:gd name="connsiteX6-2087" fmla="*/ 2585720 w 2585764"/>
              <a:gd name="connsiteY6-2088" fmla="*/ 1065632 h 2529434"/>
              <a:gd name="connsiteX7-2089" fmla="*/ 1939290 w 2585764"/>
              <a:gd name="connsiteY7-2090" fmla="*/ 1065632 h 2529434"/>
              <a:gd name="connsiteX8-2091" fmla="*/ 1939290 w 2585764"/>
              <a:gd name="connsiteY8-2092" fmla="*/ 1065632 h 2529434"/>
              <a:gd name="connsiteX9-2093" fmla="*/ 1939290 w 2585764"/>
              <a:gd name="connsiteY9-2094" fmla="*/ 2529434 h 2529434"/>
              <a:gd name="connsiteX10-2095" fmla="*/ 1939290 w 2585764"/>
              <a:gd name="connsiteY10-2096" fmla="*/ 2529385 h 2529434"/>
              <a:gd name="connsiteX11-2097" fmla="*/ 646430 w 2585764"/>
              <a:gd name="connsiteY11-2098" fmla="*/ 2529385 h 2529434"/>
              <a:gd name="connsiteX12-2099" fmla="*/ 646430 w 2585764"/>
              <a:gd name="connsiteY12-2100" fmla="*/ 2529385 h 2529434"/>
              <a:gd name="connsiteX13-2101" fmla="*/ 646430 w 2585764"/>
              <a:gd name="connsiteY13-2102" fmla="*/ 1065583 h 2529434"/>
              <a:gd name="connsiteX14-2103" fmla="*/ 646430 w 2585764"/>
              <a:gd name="connsiteY14-2104" fmla="*/ 1065632 h 2529434"/>
              <a:gd name="connsiteX15-2105" fmla="*/ 0 w 2585764"/>
              <a:gd name="connsiteY15-2106" fmla="*/ 1065632 h 2529434"/>
              <a:gd name="connsiteX16-2107" fmla="*/ 23342 w 2585764"/>
              <a:gd name="connsiteY16-2108" fmla="*/ 1057227 h 2529434"/>
              <a:gd name="connsiteX0-2109" fmla="*/ 23342 w 2585720"/>
              <a:gd name="connsiteY0-2110" fmla="*/ 1057227 h 2529434"/>
              <a:gd name="connsiteX1-2111" fmla="*/ 27197 w 2585720"/>
              <a:gd name="connsiteY1-2112" fmla="*/ 1043139 h 2529434"/>
              <a:gd name="connsiteX2-2113" fmla="*/ 1284810 w 2585720"/>
              <a:gd name="connsiteY2-2114" fmla="*/ 3028 h 2529434"/>
              <a:gd name="connsiteX3-2115" fmla="*/ 1300955 w 2585720"/>
              <a:gd name="connsiteY3-2116" fmla="*/ 3064 h 2529434"/>
              <a:gd name="connsiteX4-2117" fmla="*/ 2558568 w 2585720"/>
              <a:gd name="connsiteY4-2118" fmla="*/ 1043175 h 2529434"/>
              <a:gd name="connsiteX5-2119" fmla="*/ 2585720 w 2585720"/>
              <a:gd name="connsiteY5-2120" fmla="*/ 1065632 h 2529434"/>
              <a:gd name="connsiteX6-2121" fmla="*/ 2585720 w 2585720"/>
              <a:gd name="connsiteY6-2122" fmla="*/ 1065632 h 2529434"/>
              <a:gd name="connsiteX7-2123" fmla="*/ 1939290 w 2585720"/>
              <a:gd name="connsiteY7-2124" fmla="*/ 1065632 h 2529434"/>
              <a:gd name="connsiteX8-2125" fmla="*/ 1939290 w 2585720"/>
              <a:gd name="connsiteY8-2126" fmla="*/ 1065632 h 2529434"/>
              <a:gd name="connsiteX9-2127" fmla="*/ 1939290 w 2585720"/>
              <a:gd name="connsiteY9-2128" fmla="*/ 2529434 h 2529434"/>
              <a:gd name="connsiteX10-2129" fmla="*/ 1939290 w 2585720"/>
              <a:gd name="connsiteY10-2130" fmla="*/ 2529385 h 2529434"/>
              <a:gd name="connsiteX11-2131" fmla="*/ 646430 w 2585720"/>
              <a:gd name="connsiteY11-2132" fmla="*/ 2529385 h 2529434"/>
              <a:gd name="connsiteX12-2133" fmla="*/ 646430 w 2585720"/>
              <a:gd name="connsiteY12-2134" fmla="*/ 2529385 h 2529434"/>
              <a:gd name="connsiteX13-2135" fmla="*/ 646430 w 2585720"/>
              <a:gd name="connsiteY13-2136" fmla="*/ 1065583 h 2529434"/>
              <a:gd name="connsiteX14-2137" fmla="*/ 646430 w 2585720"/>
              <a:gd name="connsiteY14-2138" fmla="*/ 1065632 h 2529434"/>
              <a:gd name="connsiteX15-2139" fmla="*/ 0 w 2585720"/>
              <a:gd name="connsiteY15-2140" fmla="*/ 1065632 h 2529434"/>
              <a:gd name="connsiteX16-2141" fmla="*/ 23342 w 2585720"/>
              <a:gd name="connsiteY16-2142" fmla="*/ 1057227 h 2529434"/>
              <a:gd name="connsiteX0-2143" fmla="*/ 23342 w 2585720"/>
              <a:gd name="connsiteY0-2144" fmla="*/ 1057227 h 2529434"/>
              <a:gd name="connsiteX1-2145" fmla="*/ 27197 w 2585720"/>
              <a:gd name="connsiteY1-2146" fmla="*/ 1043139 h 2529434"/>
              <a:gd name="connsiteX2-2147" fmla="*/ 1284810 w 2585720"/>
              <a:gd name="connsiteY2-2148" fmla="*/ 3028 h 2529434"/>
              <a:gd name="connsiteX3-2149" fmla="*/ 1300955 w 2585720"/>
              <a:gd name="connsiteY3-2150" fmla="*/ 3064 h 2529434"/>
              <a:gd name="connsiteX4-2151" fmla="*/ 2558568 w 2585720"/>
              <a:gd name="connsiteY4-2152" fmla="*/ 1043175 h 2529434"/>
              <a:gd name="connsiteX5-2153" fmla="*/ 2585720 w 2585720"/>
              <a:gd name="connsiteY5-2154" fmla="*/ 1065632 h 2529434"/>
              <a:gd name="connsiteX6-2155" fmla="*/ 2585720 w 2585720"/>
              <a:gd name="connsiteY6-2156" fmla="*/ 1065632 h 2529434"/>
              <a:gd name="connsiteX7-2157" fmla="*/ 1939290 w 2585720"/>
              <a:gd name="connsiteY7-2158" fmla="*/ 1065632 h 2529434"/>
              <a:gd name="connsiteX8-2159" fmla="*/ 1939290 w 2585720"/>
              <a:gd name="connsiteY8-2160" fmla="*/ 1065632 h 2529434"/>
              <a:gd name="connsiteX9-2161" fmla="*/ 1939290 w 2585720"/>
              <a:gd name="connsiteY9-2162" fmla="*/ 2529434 h 2529434"/>
              <a:gd name="connsiteX10-2163" fmla="*/ 1939290 w 2585720"/>
              <a:gd name="connsiteY10-2164" fmla="*/ 2529385 h 2529434"/>
              <a:gd name="connsiteX11-2165" fmla="*/ 646430 w 2585720"/>
              <a:gd name="connsiteY11-2166" fmla="*/ 2529385 h 2529434"/>
              <a:gd name="connsiteX12-2167" fmla="*/ 646430 w 2585720"/>
              <a:gd name="connsiteY12-2168" fmla="*/ 2529385 h 2529434"/>
              <a:gd name="connsiteX13-2169" fmla="*/ 646430 w 2585720"/>
              <a:gd name="connsiteY13-2170" fmla="*/ 1065583 h 2529434"/>
              <a:gd name="connsiteX14-2171" fmla="*/ 646430 w 2585720"/>
              <a:gd name="connsiteY14-2172" fmla="*/ 1065632 h 2529434"/>
              <a:gd name="connsiteX15-2173" fmla="*/ 0 w 2585720"/>
              <a:gd name="connsiteY15-2174" fmla="*/ 1065632 h 2529434"/>
              <a:gd name="connsiteX16-2175" fmla="*/ 23342 w 2585720"/>
              <a:gd name="connsiteY16-2176" fmla="*/ 1057227 h 2529434"/>
              <a:gd name="connsiteX0-2177" fmla="*/ 23342 w 2585720"/>
              <a:gd name="connsiteY0-2178" fmla="*/ 1057227 h 2529434"/>
              <a:gd name="connsiteX1-2179" fmla="*/ 27197 w 2585720"/>
              <a:gd name="connsiteY1-2180" fmla="*/ 1043139 h 2529434"/>
              <a:gd name="connsiteX2-2181" fmla="*/ 1284810 w 2585720"/>
              <a:gd name="connsiteY2-2182" fmla="*/ 3028 h 2529434"/>
              <a:gd name="connsiteX3-2183" fmla="*/ 1300955 w 2585720"/>
              <a:gd name="connsiteY3-2184" fmla="*/ 3064 h 2529434"/>
              <a:gd name="connsiteX4-2185" fmla="*/ 2558568 w 2585720"/>
              <a:gd name="connsiteY4-2186" fmla="*/ 1043175 h 2529434"/>
              <a:gd name="connsiteX5-2187" fmla="*/ 2585720 w 2585720"/>
              <a:gd name="connsiteY5-2188" fmla="*/ 1065632 h 2529434"/>
              <a:gd name="connsiteX6-2189" fmla="*/ 2585720 w 2585720"/>
              <a:gd name="connsiteY6-2190" fmla="*/ 1065632 h 2529434"/>
              <a:gd name="connsiteX7-2191" fmla="*/ 1939290 w 2585720"/>
              <a:gd name="connsiteY7-2192" fmla="*/ 1065632 h 2529434"/>
              <a:gd name="connsiteX8-2193" fmla="*/ 1939290 w 2585720"/>
              <a:gd name="connsiteY8-2194" fmla="*/ 1065632 h 2529434"/>
              <a:gd name="connsiteX9-2195" fmla="*/ 1939290 w 2585720"/>
              <a:gd name="connsiteY9-2196" fmla="*/ 2529434 h 2529434"/>
              <a:gd name="connsiteX10-2197" fmla="*/ 1939290 w 2585720"/>
              <a:gd name="connsiteY10-2198" fmla="*/ 2529385 h 2529434"/>
              <a:gd name="connsiteX11-2199" fmla="*/ 646430 w 2585720"/>
              <a:gd name="connsiteY11-2200" fmla="*/ 2529385 h 2529434"/>
              <a:gd name="connsiteX12-2201" fmla="*/ 646430 w 2585720"/>
              <a:gd name="connsiteY12-2202" fmla="*/ 2529385 h 2529434"/>
              <a:gd name="connsiteX13-2203" fmla="*/ 646430 w 2585720"/>
              <a:gd name="connsiteY13-2204" fmla="*/ 1065583 h 2529434"/>
              <a:gd name="connsiteX14-2205" fmla="*/ 646430 w 2585720"/>
              <a:gd name="connsiteY14-2206" fmla="*/ 1065632 h 2529434"/>
              <a:gd name="connsiteX15-2207" fmla="*/ 0 w 2585720"/>
              <a:gd name="connsiteY15-2208" fmla="*/ 1065632 h 2529434"/>
              <a:gd name="connsiteX16-2209" fmla="*/ 23342 w 2585720"/>
              <a:gd name="connsiteY16-2210" fmla="*/ 1057227 h 2529434"/>
              <a:gd name="connsiteX0-2211" fmla="*/ 23342 w 2585720"/>
              <a:gd name="connsiteY0-2212" fmla="*/ 1057227 h 2529434"/>
              <a:gd name="connsiteX1-2213" fmla="*/ 27197 w 2585720"/>
              <a:gd name="connsiteY1-2214" fmla="*/ 1043139 h 2529434"/>
              <a:gd name="connsiteX2-2215" fmla="*/ 1284810 w 2585720"/>
              <a:gd name="connsiteY2-2216" fmla="*/ 3028 h 2529434"/>
              <a:gd name="connsiteX3-2217" fmla="*/ 1300955 w 2585720"/>
              <a:gd name="connsiteY3-2218" fmla="*/ 3064 h 2529434"/>
              <a:gd name="connsiteX4-2219" fmla="*/ 2558568 w 2585720"/>
              <a:gd name="connsiteY4-2220" fmla="*/ 1043175 h 2529434"/>
              <a:gd name="connsiteX5-2221" fmla="*/ 2562377 w 2585720"/>
              <a:gd name="connsiteY5-2222" fmla="*/ 1057231 h 2529434"/>
              <a:gd name="connsiteX6-2223" fmla="*/ 2585720 w 2585720"/>
              <a:gd name="connsiteY6-2224" fmla="*/ 1065632 h 2529434"/>
              <a:gd name="connsiteX7-2225" fmla="*/ 1939290 w 2585720"/>
              <a:gd name="connsiteY7-2226" fmla="*/ 1065632 h 2529434"/>
              <a:gd name="connsiteX8-2227" fmla="*/ 1939290 w 2585720"/>
              <a:gd name="connsiteY8-2228" fmla="*/ 1065632 h 2529434"/>
              <a:gd name="connsiteX9-2229" fmla="*/ 1939290 w 2585720"/>
              <a:gd name="connsiteY9-2230" fmla="*/ 2529434 h 2529434"/>
              <a:gd name="connsiteX10-2231" fmla="*/ 1939290 w 2585720"/>
              <a:gd name="connsiteY10-2232" fmla="*/ 2529385 h 2529434"/>
              <a:gd name="connsiteX11-2233" fmla="*/ 646430 w 2585720"/>
              <a:gd name="connsiteY11-2234" fmla="*/ 2529385 h 2529434"/>
              <a:gd name="connsiteX12-2235" fmla="*/ 646430 w 2585720"/>
              <a:gd name="connsiteY12-2236" fmla="*/ 2529385 h 2529434"/>
              <a:gd name="connsiteX13-2237" fmla="*/ 646430 w 2585720"/>
              <a:gd name="connsiteY13-2238" fmla="*/ 1065583 h 2529434"/>
              <a:gd name="connsiteX14-2239" fmla="*/ 646430 w 2585720"/>
              <a:gd name="connsiteY14-2240" fmla="*/ 1065632 h 2529434"/>
              <a:gd name="connsiteX15-2241" fmla="*/ 0 w 2585720"/>
              <a:gd name="connsiteY15-2242" fmla="*/ 1065632 h 2529434"/>
              <a:gd name="connsiteX16-2243" fmla="*/ 23342 w 2585720"/>
              <a:gd name="connsiteY16-2244" fmla="*/ 1057227 h 2529434"/>
              <a:gd name="connsiteX0-2245" fmla="*/ 23342 w 2585720"/>
              <a:gd name="connsiteY0-2246" fmla="*/ 1057227 h 2529434"/>
              <a:gd name="connsiteX1-2247" fmla="*/ 27197 w 2585720"/>
              <a:gd name="connsiteY1-2248" fmla="*/ 1043139 h 2529434"/>
              <a:gd name="connsiteX2-2249" fmla="*/ 1284810 w 2585720"/>
              <a:gd name="connsiteY2-2250" fmla="*/ 3028 h 2529434"/>
              <a:gd name="connsiteX3-2251" fmla="*/ 1300955 w 2585720"/>
              <a:gd name="connsiteY3-2252" fmla="*/ 3064 h 2529434"/>
              <a:gd name="connsiteX4-2253" fmla="*/ 2558568 w 2585720"/>
              <a:gd name="connsiteY4-2254" fmla="*/ 1043175 h 2529434"/>
              <a:gd name="connsiteX5-2255" fmla="*/ 2562377 w 2585720"/>
              <a:gd name="connsiteY5-2256" fmla="*/ 1057231 h 2529434"/>
              <a:gd name="connsiteX6-2257" fmla="*/ 2585720 w 2585720"/>
              <a:gd name="connsiteY6-2258" fmla="*/ 1065632 h 2529434"/>
              <a:gd name="connsiteX7-2259" fmla="*/ 1939290 w 2585720"/>
              <a:gd name="connsiteY7-2260" fmla="*/ 1065632 h 2529434"/>
              <a:gd name="connsiteX8-2261" fmla="*/ 1939290 w 2585720"/>
              <a:gd name="connsiteY8-2262" fmla="*/ 1065632 h 2529434"/>
              <a:gd name="connsiteX9-2263" fmla="*/ 1939290 w 2585720"/>
              <a:gd name="connsiteY9-2264" fmla="*/ 2529434 h 2529434"/>
              <a:gd name="connsiteX10-2265" fmla="*/ 1939290 w 2585720"/>
              <a:gd name="connsiteY10-2266" fmla="*/ 2529385 h 2529434"/>
              <a:gd name="connsiteX11-2267" fmla="*/ 646430 w 2585720"/>
              <a:gd name="connsiteY11-2268" fmla="*/ 2529385 h 2529434"/>
              <a:gd name="connsiteX12-2269" fmla="*/ 646430 w 2585720"/>
              <a:gd name="connsiteY12-2270" fmla="*/ 2529385 h 2529434"/>
              <a:gd name="connsiteX13-2271" fmla="*/ 646430 w 2585720"/>
              <a:gd name="connsiteY13-2272" fmla="*/ 1065583 h 2529434"/>
              <a:gd name="connsiteX14-2273" fmla="*/ 646430 w 2585720"/>
              <a:gd name="connsiteY14-2274" fmla="*/ 1065632 h 2529434"/>
              <a:gd name="connsiteX15-2275" fmla="*/ 0 w 2585720"/>
              <a:gd name="connsiteY15-2276" fmla="*/ 1065632 h 2529434"/>
              <a:gd name="connsiteX16-2277" fmla="*/ 23342 w 2585720"/>
              <a:gd name="connsiteY16-2278" fmla="*/ 1057227 h 2529434"/>
              <a:gd name="connsiteX0-2279" fmla="*/ 23342 w 2585720"/>
              <a:gd name="connsiteY0-2280" fmla="*/ 1057227 h 2529434"/>
              <a:gd name="connsiteX1-2281" fmla="*/ 27197 w 2585720"/>
              <a:gd name="connsiteY1-2282" fmla="*/ 1043139 h 2529434"/>
              <a:gd name="connsiteX2-2283" fmla="*/ 1284810 w 2585720"/>
              <a:gd name="connsiteY2-2284" fmla="*/ 3028 h 2529434"/>
              <a:gd name="connsiteX3-2285" fmla="*/ 1300955 w 2585720"/>
              <a:gd name="connsiteY3-2286" fmla="*/ 3064 h 2529434"/>
              <a:gd name="connsiteX4-2287" fmla="*/ 2558568 w 2585720"/>
              <a:gd name="connsiteY4-2288" fmla="*/ 1043175 h 2529434"/>
              <a:gd name="connsiteX5-2289" fmla="*/ 2562377 w 2585720"/>
              <a:gd name="connsiteY5-2290" fmla="*/ 1057231 h 2529434"/>
              <a:gd name="connsiteX6-2291" fmla="*/ 2585720 w 2585720"/>
              <a:gd name="connsiteY6-2292" fmla="*/ 1065632 h 2529434"/>
              <a:gd name="connsiteX7-2293" fmla="*/ 1939290 w 2585720"/>
              <a:gd name="connsiteY7-2294" fmla="*/ 1065632 h 2529434"/>
              <a:gd name="connsiteX8-2295" fmla="*/ 1939290 w 2585720"/>
              <a:gd name="connsiteY8-2296" fmla="*/ 1065632 h 2529434"/>
              <a:gd name="connsiteX9-2297" fmla="*/ 1939290 w 2585720"/>
              <a:gd name="connsiteY9-2298" fmla="*/ 2529434 h 2529434"/>
              <a:gd name="connsiteX10-2299" fmla="*/ 1939290 w 2585720"/>
              <a:gd name="connsiteY10-2300" fmla="*/ 2529385 h 2529434"/>
              <a:gd name="connsiteX11-2301" fmla="*/ 646430 w 2585720"/>
              <a:gd name="connsiteY11-2302" fmla="*/ 2529385 h 2529434"/>
              <a:gd name="connsiteX12-2303" fmla="*/ 646430 w 2585720"/>
              <a:gd name="connsiteY12-2304" fmla="*/ 2529385 h 2529434"/>
              <a:gd name="connsiteX13-2305" fmla="*/ 646430 w 2585720"/>
              <a:gd name="connsiteY13-2306" fmla="*/ 1065583 h 2529434"/>
              <a:gd name="connsiteX14-2307" fmla="*/ 646430 w 2585720"/>
              <a:gd name="connsiteY14-2308" fmla="*/ 1065632 h 2529434"/>
              <a:gd name="connsiteX15-2309" fmla="*/ 0 w 2585720"/>
              <a:gd name="connsiteY15-2310" fmla="*/ 1065632 h 2529434"/>
              <a:gd name="connsiteX16-2311" fmla="*/ 23342 w 2585720"/>
              <a:gd name="connsiteY16-2312" fmla="*/ 1057227 h 2529434"/>
              <a:gd name="connsiteX0-2313" fmla="*/ 23342 w 2563018"/>
              <a:gd name="connsiteY0-2314" fmla="*/ 1057227 h 2529434"/>
              <a:gd name="connsiteX1-2315" fmla="*/ 27197 w 2563018"/>
              <a:gd name="connsiteY1-2316" fmla="*/ 1043139 h 2529434"/>
              <a:gd name="connsiteX2-2317" fmla="*/ 1284810 w 2563018"/>
              <a:gd name="connsiteY2-2318" fmla="*/ 3028 h 2529434"/>
              <a:gd name="connsiteX3-2319" fmla="*/ 1300955 w 2563018"/>
              <a:gd name="connsiteY3-2320" fmla="*/ 3064 h 2529434"/>
              <a:gd name="connsiteX4-2321" fmla="*/ 2558568 w 2563018"/>
              <a:gd name="connsiteY4-2322" fmla="*/ 1043175 h 2529434"/>
              <a:gd name="connsiteX5-2323" fmla="*/ 2562377 w 2563018"/>
              <a:gd name="connsiteY5-2324" fmla="*/ 1057231 h 2529434"/>
              <a:gd name="connsiteX6-2325" fmla="*/ 2550427 w 2563018"/>
              <a:gd name="connsiteY6-2326" fmla="*/ 1065631 h 2529434"/>
              <a:gd name="connsiteX7-2327" fmla="*/ 1939290 w 2563018"/>
              <a:gd name="connsiteY7-2328" fmla="*/ 1065632 h 2529434"/>
              <a:gd name="connsiteX8-2329" fmla="*/ 1939290 w 2563018"/>
              <a:gd name="connsiteY8-2330" fmla="*/ 1065632 h 2529434"/>
              <a:gd name="connsiteX9-2331" fmla="*/ 1939290 w 2563018"/>
              <a:gd name="connsiteY9-2332" fmla="*/ 2529434 h 2529434"/>
              <a:gd name="connsiteX10-2333" fmla="*/ 1939290 w 2563018"/>
              <a:gd name="connsiteY10-2334" fmla="*/ 2529385 h 2529434"/>
              <a:gd name="connsiteX11-2335" fmla="*/ 646430 w 2563018"/>
              <a:gd name="connsiteY11-2336" fmla="*/ 2529385 h 2529434"/>
              <a:gd name="connsiteX12-2337" fmla="*/ 646430 w 2563018"/>
              <a:gd name="connsiteY12-2338" fmla="*/ 2529385 h 2529434"/>
              <a:gd name="connsiteX13-2339" fmla="*/ 646430 w 2563018"/>
              <a:gd name="connsiteY13-2340" fmla="*/ 1065583 h 2529434"/>
              <a:gd name="connsiteX14-2341" fmla="*/ 646430 w 2563018"/>
              <a:gd name="connsiteY14-2342" fmla="*/ 1065632 h 2529434"/>
              <a:gd name="connsiteX15-2343" fmla="*/ 0 w 2563018"/>
              <a:gd name="connsiteY15-2344" fmla="*/ 1065632 h 2529434"/>
              <a:gd name="connsiteX16-2345" fmla="*/ 23342 w 2563018"/>
              <a:gd name="connsiteY16-2346" fmla="*/ 1057227 h 2529434"/>
              <a:gd name="connsiteX0-2347" fmla="*/ 23342 w 2563018"/>
              <a:gd name="connsiteY0-2348" fmla="*/ 1057227 h 2529434"/>
              <a:gd name="connsiteX1-2349" fmla="*/ 27197 w 2563018"/>
              <a:gd name="connsiteY1-2350" fmla="*/ 1043139 h 2529434"/>
              <a:gd name="connsiteX2-2351" fmla="*/ 1284810 w 2563018"/>
              <a:gd name="connsiteY2-2352" fmla="*/ 3028 h 2529434"/>
              <a:gd name="connsiteX3-2353" fmla="*/ 1300955 w 2563018"/>
              <a:gd name="connsiteY3-2354" fmla="*/ 3064 h 2529434"/>
              <a:gd name="connsiteX4-2355" fmla="*/ 2558568 w 2563018"/>
              <a:gd name="connsiteY4-2356" fmla="*/ 1043175 h 2529434"/>
              <a:gd name="connsiteX5-2357" fmla="*/ 2562377 w 2563018"/>
              <a:gd name="connsiteY5-2358" fmla="*/ 1057231 h 2529434"/>
              <a:gd name="connsiteX6-2359" fmla="*/ 2550427 w 2563018"/>
              <a:gd name="connsiteY6-2360" fmla="*/ 1065631 h 2529434"/>
              <a:gd name="connsiteX7-2361" fmla="*/ 1939290 w 2563018"/>
              <a:gd name="connsiteY7-2362" fmla="*/ 1065632 h 2529434"/>
              <a:gd name="connsiteX8-2363" fmla="*/ 1939290 w 2563018"/>
              <a:gd name="connsiteY8-2364" fmla="*/ 1065632 h 2529434"/>
              <a:gd name="connsiteX9-2365" fmla="*/ 1939290 w 2563018"/>
              <a:gd name="connsiteY9-2366" fmla="*/ 2529434 h 2529434"/>
              <a:gd name="connsiteX10-2367" fmla="*/ 1939290 w 2563018"/>
              <a:gd name="connsiteY10-2368" fmla="*/ 2529385 h 2529434"/>
              <a:gd name="connsiteX11-2369" fmla="*/ 646430 w 2563018"/>
              <a:gd name="connsiteY11-2370" fmla="*/ 2529385 h 2529434"/>
              <a:gd name="connsiteX12-2371" fmla="*/ 646430 w 2563018"/>
              <a:gd name="connsiteY12-2372" fmla="*/ 2529385 h 2529434"/>
              <a:gd name="connsiteX13-2373" fmla="*/ 646430 w 2563018"/>
              <a:gd name="connsiteY13-2374" fmla="*/ 1065583 h 2529434"/>
              <a:gd name="connsiteX14-2375" fmla="*/ 646430 w 2563018"/>
              <a:gd name="connsiteY14-2376" fmla="*/ 1065632 h 2529434"/>
              <a:gd name="connsiteX15-2377" fmla="*/ 0 w 2563018"/>
              <a:gd name="connsiteY15-2378" fmla="*/ 1065632 h 2529434"/>
              <a:gd name="connsiteX16-2379" fmla="*/ 23342 w 2563018"/>
              <a:gd name="connsiteY16-2380" fmla="*/ 1057227 h 2529434"/>
              <a:gd name="connsiteX0-2381" fmla="*/ 23342 w 2563018"/>
              <a:gd name="connsiteY0-2382" fmla="*/ 1057227 h 2529434"/>
              <a:gd name="connsiteX1-2383" fmla="*/ 27197 w 2563018"/>
              <a:gd name="connsiteY1-2384" fmla="*/ 1043139 h 2529434"/>
              <a:gd name="connsiteX2-2385" fmla="*/ 1284810 w 2563018"/>
              <a:gd name="connsiteY2-2386" fmla="*/ 3028 h 2529434"/>
              <a:gd name="connsiteX3-2387" fmla="*/ 1300955 w 2563018"/>
              <a:gd name="connsiteY3-2388" fmla="*/ 3064 h 2529434"/>
              <a:gd name="connsiteX4-2389" fmla="*/ 2558568 w 2563018"/>
              <a:gd name="connsiteY4-2390" fmla="*/ 1043175 h 2529434"/>
              <a:gd name="connsiteX5-2391" fmla="*/ 2562377 w 2563018"/>
              <a:gd name="connsiteY5-2392" fmla="*/ 1057231 h 2529434"/>
              <a:gd name="connsiteX6-2393" fmla="*/ 2550427 w 2563018"/>
              <a:gd name="connsiteY6-2394" fmla="*/ 1065631 h 2529434"/>
              <a:gd name="connsiteX7-2395" fmla="*/ 1939290 w 2563018"/>
              <a:gd name="connsiteY7-2396" fmla="*/ 1065632 h 2529434"/>
              <a:gd name="connsiteX8-2397" fmla="*/ 1939290 w 2563018"/>
              <a:gd name="connsiteY8-2398" fmla="*/ 1065632 h 2529434"/>
              <a:gd name="connsiteX9-2399" fmla="*/ 1939290 w 2563018"/>
              <a:gd name="connsiteY9-2400" fmla="*/ 2529434 h 2529434"/>
              <a:gd name="connsiteX10-2401" fmla="*/ 1939290 w 2563018"/>
              <a:gd name="connsiteY10-2402" fmla="*/ 2529385 h 2529434"/>
              <a:gd name="connsiteX11-2403" fmla="*/ 646430 w 2563018"/>
              <a:gd name="connsiteY11-2404" fmla="*/ 2529385 h 2529434"/>
              <a:gd name="connsiteX12-2405" fmla="*/ 646430 w 2563018"/>
              <a:gd name="connsiteY12-2406" fmla="*/ 2529385 h 2529434"/>
              <a:gd name="connsiteX13-2407" fmla="*/ 646430 w 2563018"/>
              <a:gd name="connsiteY13-2408" fmla="*/ 1065583 h 2529434"/>
              <a:gd name="connsiteX14-2409" fmla="*/ 646430 w 2563018"/>
              <a:gd name="connsiteY14-2410" fmla="*/ 1065632 h 2529434"/>
              <a:gd name="connsiteX15-2411" fmla="*/ 0 w 2563018"/>
              <a:gd name="connsiteY15-2412" fmla="*/ 1065632 h 2529434"/>
              <a:gd name="connsiteX16-2413" fmla="*/ 23342 w 2563018"/>
              <a:gd name="connsiteY16-2414" fmla="*/ 1057227 h 2529434"/>
              <a:gd name="connsiteX0-2415" fmla="*/ 23342 w 2563018"/>
              <a:gd name="connsiteY0-2416" fmla="*/ 1057227 h 2529434"/>
              <a:gd name="connsiteX1-2417" fmla="*/ 27197 w 2563018"/>
              <a:gd name="connsiteY1-2418" fmla="*/ 1043139 h 2529434"/>
              <a:gd name="connsiteX2-2419" fmla="*/ 1284810 w 2563018"/>
              <a:gd name="connsiteY2-2420" fmla="*/ 3028 h 2529434"/>
              <a:gd name="connsiteX3-2421" fmla="*/ 1300955 w 2563018"/>
              <a:gd name="connsiteY3-2422" fmla="*/ 3064 h 2529434"/>
              <a:gd name="connsiteX4-2423" fmla="*/ 2558568 w 2563018"/>
              <a:gd name="connsiteY4-2424" fmla="*/ 1043175 h 2529434"/>
              <a:gd name="connsiteX5-2425" fmla="*/ 2562377 w 2563018"/>
              <a:gd name="connsiteY5-2426" fmla="*/ 1057231 h 2529434"/>
              <a:gd name="connsiteX6-2427" fmla="*/ 2550427 w 2563018"/>
              <a:gd name="connsiteY6-2428" fmla="*/ 1065631 h 2529434"/>
              <a:gd name="connsiteX7-2429" fmla="*/ 1951990 w 2563018"/>
              <a:gd name="connsiteY7-2430" fmla="*/ 1065631 h 2529434"/>
              <a:gd name="connsiteX8-2431" fmla="*/ 1939290 w 2563018"/>
              <a:gd name="connsiteY8-2432" fmla="*/ 1065632 h 2529434"/>
              <a:gd name="connsiteX9-2433" fmla="*/ 1939290 w 2563018"/>
              <a:gd name="connsiteY9-2434" fmla="*/ 2529434 h 2529434"/>
              <a:gd name="connsiteX10-2435" fmla="*/ 1939290 w 2563018"/>
              <a:gd name="connsiteY10-2436" fmla="*/ 2529385 h 2529434"/>
              <a:gd name="connsiteX11-2437" fmla="*/ 646430 w 2563018"/>
              <a:gd name="connsiteY11-2438" fmla="*/ 2529385 h 2529434"/>
              <a:gd name="connsiteX12-2439" fmla="*/ 646430 w 2563018"/>
              <a:gd name="connsiteY12-2440" fmla="*/ 2529385 h 2529434"/>
              <a:gd name="connsiteX13-2441" fmla="*/ 646430 w 2563018"/>
              <a:gd name="connsiteY13-2442" fmla="*/ 1065583 h 2529434"/>
              <a:gd name="connsiteX14-2443" fmla="*/ 646430 w 2563018"/>
              <a:gd name="connsiteY14-2444" fmla="*/ 1065632 h 2529434"/>
              <a:gd name="connsiteX15-2445" fmla="*/ 0 w 2563018"/>
              <a:gd name="connsiteY15-2446" fmla="*/ 1065632 h 2529434"/>
              <a:gd name="connsiteX16-2447" fmla="*/ 23342 w 2563018"/>
              <a:gd name="connsiteY16-2448" fmla="*/ 1057227 h 2529434"/>
              <a:gd name="connsiteX0-2449" fmla="*/ 23342 w 2563018"/>
              <a:gd name="connsiteY0-2450" fmla="*/ 1057227 h 2529434"/>
              <a:gd name="connsiteX1-2451" fmla="*/ 27197 w 2563018"/>
              <a:gd name="connsiteY1-2452" fmla="*/ 1043139 h 2529434"/>
              <a:gd name="connsiteX2-2453" fmla="*/ 1284810 w 2563018"/>
              <a:gd name="connsiteY2-2454" fmla="*/ 3028 h 2529434"/>
              <a:gd name="connsiteX3-2455" fmla="*/ 1300955 w 2563018"/>
              <a:gd name="connsiteY3-2456" fmla="*/ 3064 h 2529434"/>
              <a:gd name="connsiteX4-2457" fmla="*/ 2558568 w 2563018"/>
              <a:gd name="connsiteY4-2458" fmla="*/ 1043175 h 2529434"/>
              <a:gd name="connsiteX5-2459" fmla="*/ 2562377 w 2563018"/>
              <a:gd name="connsiteY5-2460" fmla="*/ 1057231 h 2529434"/>
              <a:gd name="connsiteX6-2461" fmla="*/ 2550427 w 2563018"/>
              <a:gd name="connsiteY6-2462" fmla="*/ 1065631 h 2529434"/>
              <a:gd name="connsiteX7-2463" fmla="*/ 1951990 w 2563018"/>
              <a:gd name="connsiteY7-2464" fmla="*/ 1065631 h 2529434"/>
              <a:gd name="connsiteX8-2465" fmla="*/ 1939290 w 2563018"/>
              <a:gd name="connsiteY8-2466" fmla="*/ 1065632 h 2529434"/>
              <a:gd name="connsiteX9-2467" fmla="*/ 1939290 w 2563018"/>
              <a:gd name="connsiteY9-2468" fmla="*/ 2529434 h 2529434"/>
              <a:gd name="connsiteX10-2469" fmla="*/ 1939290 w 2563018"/>
              <a:gd name="connsiteY10-2470" fmla="*/ 2529385 h 2529434"/>
              <a:gd name="connsiteX11-2471" fmla="*/ 646430 w 2563018"/>
              <a:gd name="connsiteY11-2472" fmla="*/ 2529385 h 2529434"/>
              <a:gd name="connsiteX12-2473" fmla="*/ 646430 w 2563018"/>
              <a:gd name="connsiteY12-2474" fmla="*/ 2529385 h 2529434"/>
              <a:gd name="connsiteX13-2475" fmla="*/ 646430 w 2563018"/>
              <a:gd name="connsiteY13-2476" fmla="*/ 1065583 h 2529434"/>
              <a:gd name="connsiteX14-2477" fmla="*/ 646430 w 2563018"/>
              <a:gd name="connsiteY14-2478" fmla="*/ 1065632 h 2529434"/>
              <a:gd name="connsiteX15-2479" fmla="*/ 0 w 2563018"/>
              <a:gd name="connsiteY15-2480" fmla="*/ 1065632 h 2529434"/>
              <a:gd name="connsiteX16-2481" fmla="*/ 23342 w 2563018"/>
              <a:gd name="connsiteY16-2482" fmla="*/ 1057227 h 2529434"/>
              <a:gd name="connsiteX0-2483" fmla="*/ 23342 w 2563018"/>
              <a:gd name="connsiteY0-2484" fmla="*/ 1057227 h 2529434"/>
              <a:gd name="connsiteX1-2485" fmla="*/ 27197 w 2563018"/>
              <a:gd name="connsiteY1-2486" fmla="*/ 1043139 h 2529434"/>
              <a:gd name="connsiteX2-2487" fmla="*/ 1284810 w 2563018"/>
              <a:gd name="connsiteY2-2488" fmla="*/ 3028 h 2529434"/>
              <a:gd name="connsiteX3-2489" fmla="*/ 1300955 w 2563018"/>
              <a:gd name="connsiteY3-2490" fmla="*/ 3064 h 2529434"/>
              <a:gd name="connsiteX4-2491" fmla="*/ 2558568 w 2563018"/>
              <a:gd name="connsiteY4-2492" fmla="*/ 1043175 h 2529434"/>
              <a:gd name="connsiteX5-2493" fmla="*/ 2562377 w 2563018"/>
              <a:gd name="connsiteY5-2494" fmla="*/ 1057231 h 2529434"/>
              <a:gd name="connsiteX6-2495" fmla="*/ 2550427 w 2563018"/>
              <a:gd name="connsiteY6-2496" fmla="*/ 1065631 h 2529434"/>
              <a:gd name="connsiteX7-2497" fmla="*/ 1951990 w 2563018"/>
              <a:gd name="connsiteY7-2498" fmla="*/ 1065631 h 2529434"/>
              <a:gd name="connsiteX8-2499" fmla="*/ 1939290 w 2563018"/>
              <a:gd name="connsiteY8-2500" fmla="*/ 1065632 h 2529434"/>
              <a:gd name="connsiteX9-2501" fmla="*/ 1939290 w 2563018"/>
              <a:gd name="connsiteY9-2502" fmla="*/ 2529434 h 2529434"/>
              <a:gd name="connsiteX10-2503" fmla="*/ 1939290 w 2563018"/>
              <a:gd name="connsiteY10-2504" fmla="*/ 2529385 h 2529434"/>
              <a:gd name="connsiteX11-2505" fmla="*/ 646430 w 2563018"/>
              <a:gd name="connsiteY11-2506" fmla="*/ 2529385 h 2529434"/>
              <a:gd name="connsiteX12-2507" fmla="*/ 646430 w 2563018"/>
              <a:gd name="connsiteY12-2508" fmla="*/ 2529385 h 2529434"/>
              <a:gd name="connsiteX13-2509" fmla="*/ 646430 w 2563018"/>
              <a:gd name="connsiteY13-2510" fmla="*/ 1065583 h 2529434"/>
              <a:gd name="connsiteX14-2511" fmla="*/ 646430 w 2563018"/>
              <a:gd name="connsiteY14-2512" fmla="*/ 1065632 h 2529434"/>
              <a:gd name="connsiteX15-2513" fmla="*/ 0 w 2563018"/>
              <a:gd name="connsiteY15-2514" fmla="*/ 1065632 h 2529434"/>
              <a:gd name="connsiteX16-2515" fmla="*/ 23342 w 2563018"/>
              <a:gd name="connsiteY16-2516" fmla="*/ 1057227 h 2529434"/>
              <a:gd name="connsiteX0-2517" fmla="*/ 23342 w 2563018"/>
              <a:gd name="connsiteY0-2518" fmla="*/ 1057227 h 2529434"/>
              <a:gd name="connsiteX1-2519" fmla="*/ 27197 w 2563018"/>
              <a:gd name="connsiteY1-2520" fmla="*/ 1043139 h 2529434"/>
              <a:gd name="connsiteX2-2521" fmla="*/ 1284810 w 2563018"/>
              <a:gd name="connsiteY2-2522" fmla="*/ 3028 h 2529434"/>
              <a:gd name="connsiteX3-2523" fmla="*/ 1300955 w 2563018"/>
              <a:gd name="connsiteY3-2524" fmla="*/ 3064 h 2529434"/>
              <a:gd name="connsiteX4-2525" fmla="*/ 2558568 w 2563018"/>
              <a:gd name="connsiteY4-2526" fmla="*/ 1043175 h 2529434"/>
              <a:gd name="connsiteX5-2527" fmla="*/ 2562377 w 2563018"/>
              <a:gd name="connsiteY5-2528" fmla="*/ 1057231 h 2529434"/>
              <a:gd name="connsiteX6-2529" fmla="*/ 2550427 w 2563018"/>
              <a:gd name="connsiteY6-2530" fmla="*/ 1065631 h 2529434"/>
              <a:gd name="connsiteX7-2531" fmla="*/ 1951990 w 2563018"/>
              <a:gd name="connsiteY7-2532" fmla="*/ 1065631 h 2529434"/>
              <a:gd name="connsiteX8-2533" fmla="*/ 1939290 w 2563018"/>
              <a:gd name="connsiteY8-2534" fmla="*/ 1078331 h 2529434"/>
              <a:gd name="connsiteX9-2535" fmla="*/ 1939290 w 2563018"/>
              <a:gd name="connsiteY9-2536" fmla="*/ 2529434 h 2529434"/>
              <a:gd name="connsiteX10-2537" fmla="*/ 1939290 w 2563018"/>
              <a:gd name="connsiteY10-2538" fmla="*/ 2529385 h 2529434"/>
              <a:gd name="connsiteX11-2539" fmla="*/ 646430 w 2563018"/>
              <a:gd name="connsiteY11-2540" fmla="*/ 2529385 h 2529434"/>
              <a:gd name="connsiteX12-2541" fmla="*/ 646430 w 2563018"/>
              <a:gd name="connsiteY12-2542" fmla="*/ 2529385 h 2529434"/>
              <a:gd name="connsiteX13-2543" fmla="*/ 646430 w 2563018"/>
              <a:gd name="connsiteY13-2544" fmla="*/ 1065583 h 2529434"/>
              <a:gd name="connsiteX14-2545" fmla="*/ 646430 w 2563018"/>
              <a:gd name="connsiteY14-2546" fmla="*/ 1065632 h 2529434"/>
              <a:gd name="connsiteX15-2547" fmla="*/ 0 w 2563018"/>
              <a:gd name="connsiteY15-2548" fmla="*/ 1065632 h 2529434"/>
              <a:gd name="connsiteX16-2549" fmla="*/ 23342 w 2563018"/>
              <a:gd name="connsiteY16-2550" fmla="*/ 1057227 h 2529434"/>
              <a:gd name="connsiteX0-2551" fmla="*/ 23342 w 2563018"/>
              <a:gd name="connsiteY0-2552" fmla="*/ 1057227 h 2529434"/>
              <a:gd name="connsiteX1-2553" fmla="*/ 27197 w 2563018"/>
              <a:gd name="connsiteY1-2554" fmla="*/ 1043139 h 2529434"/>
              <a:gd name="connsiteX2-2555" fmla="*/ 1284810 w 2563018"/>
              <a:gd name="connsiteY2-2556" fmla="*/ 3028 h 2529434"/>
              <a:gd name="connsiteX3-2557" fmla="*/ 1300955 w 2563018"/>
              <a:gd name="connsiteY3-2558" fmla="*/ 3064 h 2529434"/>
              <a:gd name="connsiteX4-2559" fmla="*/ 2558568 w 2563018"/>
              <a:gd name="connsiteY4-2560" fmla="*/ 1043175 h 2529434"/>
              <a:gd name="connsiteX5-2561" fmla="*/ 2562377 w 2563018"/>
              <a:gd name="connsiteY5-2562" fmla="*/ 1057231 h 2529434"/>
              <a:gd name="connsiteX6-2563" fmla="*/ 2550427 w 2563018"/>
              <a:gd name="connsiteY6-2564" fmla="*/ 1065631 h 2529434"/>
              <a:gd name="connsiteX7-2565" fmla="*/ 1951990 w 2563018"/>
              <a:gd name="connsiteY7-2566" fmla="*/ 1065631 h 2529434"/>
              <a:gd name="connsiteX8-2567" fmla="*/ 1939290 w 2563018"/>
              <a:gd name="connsiteY8-2568" fmla="*/ 1078331 h 2529434"/>
              <a:gd name="connsiteX9-2569" fmla="*/ 1939290 w 2563018"/>
              <a:gd name="connsiteY9-2570" fmla="*/ 2529434 h 2529434"/>
              <a:gd name="connsiteX10-2571" fmla="*/ 1939290 w 2563018"/>
              <a:gd name="connsiteY10-2572" fmla="*/ 2529385 h 2529434"/>
              <a:gd name="connsiteX11-2573" fmla="*/ 646430 w 2563018"/>
              <a:gd name="connsiteY11-2574" fmla="*/ 2529385 h 2529434"/>
              <a:gd name="connsiteX12-2575" fmla="*/ 646430 w 2563018"/>
              <a:gd name="connsiteY12-2576" fmla="*/ 2529385 h 2529434"/>
              <a:gd name="connsiteX13-2577" fmla="*/ 646430 w 2563018"/>
              <a:gd name="connsiteY13-2578" fmla="*/ 1065583 h 2529434"/>
              <a:gd name="connsiteX14-2579" fmla="*/ 646430 w 2563018"/>
              <a:gd name="connsiteY14-2580" fmla="*/ 1065632 h 2529434"/>
              <a:gd name="connsiteX15-2581" fmla="*/ 0 w 2563018"/>
              <a:gd name="connsiteY15-2582" fmla="*/ 1065632 h 2529434"/>
              <a:gd name="connsiteX16-2583" fmla="*/ 23342 w 2563018"/>
              <a:gd name="connsiteY16-2584" fmla="*/ 1057227 h 2529434"/>
              <a:gd name="connsiteX0-2585" fmla="*/ 23342 w 2563018"/>
              <a:gd name="connsiteY0-2586" fmla="*/ 1057227 h 2529434"/>
              <a:gd name="connsiteX1-2587" fmla="*/ 27197 w 2563018"/>
              <a:gd name="connsiteY1-2588" fmla="*/ 1043139 h 2529434"/>
              <a:gd name="connsiteX2-2589" fmla="*/ 1284810 w 2563018"/>
              <a:gd name="connsiteY2-2590" fmla="*/ 3028 h 2529434"/>
              <a:gd name="connsiteX3-2591" fmla="*/ 1300955 w 2563018"/>
              <a:gd name="connsiteY3-2592" fmla="*/ 3064 h 2529434"/>
              <a:gd name="connsiteX4-2593" fmla="*/ 2558568 w 2563018"/>
              <a:gd name="connsiteY4-2594" fmla="*/ 1043175 h 2529434"/>
              <a:gd name="connsiteX5-2595" fmla="*/ 2562377 w 2563018"/>
              <a:gd name="connsiteY5-2596" fmla="*/ 1057231 h 2529434"/>
              <a:gd name="connsiteX6-2597" fmla="*/ 2550427 w 2563018"/>
              <a:gd name="connsiteY6-2598" fmla="*/ 1065631 h 2529434"/>
              <a:gd name="connsiteX7-2599" fmla="*/ 1951990 w 2563018"/>
              <a:gd name="connsiteY7-2600" fmla="*/ 1065631 h 2529434"/>
              <a:gd name="connsiteX8-2601" fmla="*/ 1939290 w 2563018"/>
              <a:gd name="connsiteY8-2602" fmla="*/ 1078331 h 2529434"/>
              <a:gd name="connsiteX9-2603" fmla="*/ 1939290 w 2563018"/>
              <a:gd name="connsiteY9-2604" fmla="*/ 2529434 h 2529434"/>
              <a:gd name="connsiteX10-2605" fmla="*/ 1939290 w 2563018"/>
              <a:gd name="connsiteY10-2606" fmla="*/ 2529385 h 2529434"/>
              <a:gd name="connsiteX11-2607" fmla="*/ 646430 w 2563018"/>
              <a:gd name="connsiteY11-2608" fmla="*/ 2529385 h 2529434"/>
              <a:gd name="connsiteX12-2609" fmla="*/ 646430 w 2563018"/>
              <a:gd name="connsiteY12-2610" fmla="*/ 2529385 h 2529434"/>
              <a:gd name="connsiteX13-2611" fmla="*/ 646430 w 2563018"/>
              <a:gd name="connsiteY13-2612" fmla="*/ 1065583 h 2529434"/>
              <a:gd name="connsiteX14-2613" fmla="*/ 646430 w 2563018"/>
              <a:gd name="connsiteY14-2614" fmla="*/ 1065632 h 2529434"/>
              <a:gd name="connsiteX15-2615" fmla="*/ 0 w 2563018"/>
              <a:gd name="connsiteY15-2616" fmla="*/ 1065632 h 2529434"/>
              <a:gd name="connsiteX16-2617" fmla="*/ 23342 w 2563018"/>
              <a:gd name="connsiteY16-2618" fmla="*/ 1057227 h 2529434"/>
              <a:gd name="connsiteX0-2619" fmla="*/ 23342 w 2563018"/>
              <a:gd name="connsiteY0-2620" fmla="*/ 1057227 h 2529385"/>
              <a:gd name="connsiteX1-2621" fmla="*/ 27197 w 2563018"/>
              <a:gd name="connsiteY1-2622" fmla="*/ 1043139 h 2529385"/>
              <a:gd name="connsiteX2-2623" fmla="*/ 1284810 w 2563018"/>
              <a:gd name="connsiteY2-2624" fmla="*/ 3028 h 2529385"/>
              <a:gd name="connsiteX3-2625" fmla="*/ 1300955 w 2563018"/>
              <a:gd name="connsiteY3-2626" fmla="*/ 3064 h 2529385"/>
              <a:gd name="connsiteX4-2627" fmla="*/ 2558568 w 2563018"/>
              <a:gd name="connsiteY4-2628" fmla="*/ 1043175 h 2529385"/>
              <a:gd name="connsiteX5-2629" fmla="*/ 2562377 w 2563018"/>
              <a:gd name="connsiteY5-2630" fmla="*/ 1057231 h 2529385"/>
              <a:gd name="connsiteX6-2631" fmla="*/ 2550427 w 2563018"/>
              <a:gd name="connsiteY6-2632" fmla="*/ 1065631 h 2529385"/>
              <a:gd name="connsiteX7-2633" fmla="*/ 1951990 w 2563018"/>
              <a:gd name="connsiteY7-2634" fmla="*/ 1065631 h 2529385"/>
              <a:gd name="connsiteX8-2635" fmla="*/ 1939290 w 2563018"/>
              <a:gd name="connsiteY8-2636" fmla="*/ 1078331 h 2529385"/>
              <a:gd name="connsiteX9-2637" fmla="*/ 1939290 w 2563018"/>
              <a:gd name="connsiteY9-2638" fmla="*/ 2516733 h 2529385"/>
              <a:gd name="connsiteX10-2639" fmla="*/ 1939290 w 2563018"/>
              <a:gd name="connsiteY10-2640" fmla="*/ 2529385 h 2529385"/>
              <a:gd name="connsiteX11-2641" fmla="*/ 646430 w 2563018"/>
              <a:gd name="connsiteY11-2642" fmla="*/ 2529385 h 2529385"/>
              <a:gd name="connsiteX12-2643" fmla="*/ 646430 w 2563018"/>
              <a:gd name="connsiteY12-2644" fmla="*/ 2529385 h 2529385"/>
              <a:gd name="connsiteX13-2645" fmla="*/ 646430 w 2563018"/>
              <a:gd name="connsiteY13-2646" fmla="*/ 1065583 h 2529385"/>
              <a:gd name="connsiteX14-2647" fmla="*/ 646430 w 2563018"/>
              <a:gd name="connsiteY14-2648" fmla="*/ 1065632 h 2529385"/>
              <a:gd name="connsiteX15-2649" fmla="*/ 0 w 2563018"/>
              <a:gd name="connsiteY15-2650" fmla="*/ 1065632 h 2529385"/>
              <a:gd name="connsiteX16-2651" fmla="*/ 23342 w 2563018"/>
              <a:gd name="connsiteY16-2652" fmla="*/ 1057227 h 2529385"/>
              <a:gd name="connsiteX0-2653" fmla="*/ 23342 w 2563018"/>
              <a:gd name="connsiteY0-2654" fmla="*/ 1057227 h 2529385"/>
              <a:gd name="connsiteX1-2655" fmla="*/ 27197 w 2563018"/>
              <a:gd name="connsiteY1-2656" fmla="*/ 1043139 h 2529385"/>
              <a:gd name="connsiteX2-2657" fmla="*/ 1284810 w 2563018"/>
              <a:gd name="connsiteY2-2658" fmla="*/ 3028 h 2529385"/>
              <a:gd name="connsiteX3-2659" fmla="*/ 1300955 w 2563018"/>
              <a:gd name="connsiteY3-2660" fmla="*/ 3064 h 2529385"/>
              <a:gd name="connsiteX4-2661" fmla="*/ 2558568 w 2563018"/>
              <a:gd name="connsiteY4-2662" fmla="*/ 1043175 h 2529385"/>
              <a:gd name="connsiteX5-2663" fmla="*/ 2562377 w 2563018"/>
              <a:gd name="connsiteY5-2664" fmla="*/ 1057231 h 2529385"/>
              <a:gd name="connsiteX6-2665" fmla="*/ 2550427 w 2563018"/>
              <a:gd name="connsiteY6-2666" fmla="*/ 1065631 h 2529385"/>
              <a:gd name="connsiteX7-2667" fmla="*/ 1951990 w 2563018"/>
              <a:gd name="connsiteY7-2668" fmla="*/ 1065631 h 2529385"/>
              <a:gd name="connsiteX8-2669" fmla="*/ 1939290 w 2563018"/>
              <a:gd name="connsiteY8-2670" fmla="*/ 1078331 h 2529385"/>
              <a:gd name="connsiteX9-2671" fmla="*/ 1939290 w 2563018"/>
              <a:gd name="connsiteY9-2672" fmla="*/ 2516733 h 2529385"/>
              <a:gd name="connsiteX10-2673" fmla="*/ 1939290 w 2563018"/>
              <a:gd name="connsiteY10-2674" fmla="*/ 2529385 h 2529385"/>
              <a:gd name="connsiteX11-2675" fmla="*/ 646430 w 2563018"/>
              <a:gd name="connsiteY11-2676" fmla="*/ 2529385 h 2529385"/>
              <a:gd name="connsiteX12-2677" fmla="*/ 646430 w 2563018"/>
              <a:gd name="connsiteY12-2678" fmla="*/ 2529385 h 2529385"/>
              <a:gd name="connsiteX13-2679" fmla="*/ 646430 w 2563018"/>
              <a:gd name="connsiteY13-2680" fmla="*/ 1065583 h 2529385"/>
              <a:gd name="connsiteX14-2681" fmla="*/ 646430 w 2563018"/>
              <a:gd name="connsiteY14-2682" fmla="*/ 1065632 h 2529385"/>
              <a:gd name="connsiteX15-2683" fmla="*/ 0 w 2563018"/>
              <a:gd name="connsiteY15-2684" fmla="*/ 1065632 h 2529385"/>
              <a:gd name="connsiteX16-2685" fmla="*/ 23342 w 2563018"/>
              <a:gd name="connsiteY16-2686" fmla="*/ 1057227 h 2529385"/>
              <a:gd name="connsiteX0-2687" fmla="*/ 23342 w 2563018"/>
              <a:gd name="connsiteY0-2688" fmla="*/ 1057227 h 2529385"/>
              <a:gd name="connsiteX1-2689" fmla="*/ 27197 w 2563018"/>
              <a:gd name="connsiteY1-2690" fmla="*/ 1043139 h 2529385"/>
              <a:gd name="connsiteX2-2691" fmla="*/ 1284810 w 2563018"/>
              <a:gd name="connsiteY2-2692" fmla="*/ 3028 h 2529385"/>
              <a:gd name="connsiteX3-2693" fmla="*/ 1300955 w 2563018"/>
              <a:gd name="connsiteY3-2694" fmla="*/ 3064 h 2529385"/>
              <a:gd name="connsiteX4-2695" fmla="*/ 2558568 w 2563018"/>
              <a:gd name="connsiteY4-2696" fmla="*/ 1043175 h 2529385"/>
              <a:gd name="connsiteX5-2697" fmla="*/ 2562377 w 2563018"/>
              <a:gd name="connsiteY5-2698" fmla="*/ 1057231 h 2529385"/>
              <a:gd name="connsiteX6-2699" fmla="*/ 2550427 w 2563018"/>
              <a:gd name="connsiteY6-2700" fmla="*/ 1065631 h 2529385"/>
              <a:gd name="connsiteX7-2701" fmla="*/ 1951990 w 2563018"/>
              <a:gd name="connsiteY7-2702" fmla="*/ 1065631 h 2529385"/>
              <a:gd name="connsiteX8-2703" fmla="*/ 1939290 w 2563018"/>
              <a:gd name="connsiteY8-2704" fmla="*/ 1078331 h 2529385"/>
              <a:gd name="connsiteX9-2705" fmla="*/ 1939290 w 2563018"/>
              <a:gd name="connsiteY9-2706" fmla="*/ 2516733 h 2529385"/>
              <a:gd name="connsiteX10-2707" fmla="*/ 1939290 w 2563018"/>
              <a:gd name="connsiteY10-2708" fmla="*/ 2529385 h 2529385"/>
              <a:gd name="connsiteX11-2709" fmla="*/ 646430 w 2563018"/>
              <a:gd name="connsiteY11-2710" fmla="*/ 2529385 h 2529385"/>
              <a:gd name="connsiteX12-2711" fmla="*/ 646430 w 2563018"/>
              <a:gd name="connsiteY12-2712" fmla="*/ 2529385 h 2529385"/>
              <a:gd name="connsiteX13-2713" fmla="*/ 646430 w 2563018"/>
              <a:gd name="connsiteY13-2714" fmla="*/ 1065583 h 2529385"/>
              <a:gd name="connsiteX14-2715" fmla="*/ 646430 w 2563018"/>
              <a:gd name="connsiteY14-2716" fmla="*/ 1065632 h 2529385"/>
              <a:gd name="connsiteX15-2717" fmla="*/ 0 w 2563018"/>
              <a:gd name="connsiteY15-2718" fmla="*/ 1065632 h 2529385"/>
              <a:gd name="connsiteX16-2719" fmla="*/ 23342 w 2563018"/>
              <a:gd name="connsiteY16-2720" fmla="*/ 1057227 h 2529385"/>
              <a:gd name="connsiteX0-2721" fmla="*/ 23342 w 2563018"/>
              <a:gd name="connsiteY0-2722" fmla="*/ 1057227 h 2529385"/>
              <a:gd name="connsiteX1-2723" fmla="*/ 27197 w 2563018"/>
              <a:gd name="connsiteY1-2724" fmla="*/ 1043139 h 2529385"/>
              <a:gd name="connsiteX2-2725" fmla="*/ 1284810 w 2563018"/>
              <a:gd name="connsiteY2-2726" fmla="*/ 3028 h 2529385"/>
              <a:gd name="connsiteX3-2727" fmla="*/ 1300955 w 2563018"/>
              <a:gd name="connsiteY3-2728" fmla="*/ 3064 h 2529385"/>
              <a:gd name="connsiteX4-2729" fmla="*/ 2558568 w 2563018"/>
              <a:gd name="connsiteY4-2730" fmla="*/ 1043175 h 2529385"/>
              <a:gd name="connsiteX5-2731" fmla="*/ 2562377 w 2563018"/>
              <a:gd name="connsiteY5-2732" fmla="*/ 1057231 h 2529385"/>
              <a:gd name="connsiteX6-2733" fmla="*/ 2550427 w 2563018"/>
              <a:gd name="connsiteY6-2734" fmla="*/ 1065631 h 2529385"/>
              <a:gd name="connsiteX7-2735" fmla="*/ 1951990 w 2563018"/>
              <a:gd name="connsiteY7-2736" fmla="*/ 1065631 h 2529385"/>
              <a:gd name="connsiteX8-2737" fmla="*/ 1939290 w 2563018"/>
              <a:gd name="connsiteY8-2738" fmla="*/ 1078331 h 2529385"/>
              <a:gd name="connsiteX9-2739" fmla="*/ 1939290 w 2563018"/>
              <a:gd name="connsiteY9-2740" fmla="*/ 2516733 h 2529385"/>
              <a:gd name="connsiteX10-2741" fmla="*/ 1926590 w 2563018"/>
              <a:gd name="connsiteY10-2742" fmla="*/ 2529385 h 2529385"/>
              <a:gd name="connsiteX11-2743" fmla="*/ 646430 w 2563018"/>
              <a:gd name="connsiteY11-2744" fmla="*/ 2529385 h 2529385"/>
              <a:gd name="connsiteX12-2745" fmla="*/ 646430 w 2563018"/>
              <a:gd name="connsiteY12-2746" fmla="*/ 2529385 h 2529385"/>
              <a:gd name="connsiteX13-2747" fmla="*/ 646430 w 2563018"/>
              <a:gd name="connsiteY13-2748" fmla="*/ 1065583 h 2529385"/>
              <a:gd name="connsiteX14-2749" fmla="*/ 646430 w 2563018"/>
              <a:gd name="connsiteY14-2750" fmla="*/ 1065632 h 2529385"/>
              <a:gd name="connsiteX15-2751" fmla="*/ 0 w 2563018"/>
              <a:gd name="connsiteY15-2752" fmla="*/ 1065632 h 2529385"/>
              <a:gd name="connsiteX16-2753" fmla="*/ 23342 w 2563018"/>
              <a:gd name="connsiteY16-2754" fmla="*/ 1057227 h 2529385"/>
              <a:gd name="connsiteX0-2755" fmla="*/ 23342 w 2563018"/>
              <a:gd name="connsiteY0-2756" fmla="*/ 1057227 h 2529385"/>
              <a:gd name="connsiteX1-2757" fmla="*/ 27197 w 2563018"/>
              <a:gd name="connsiteY1-2758" fmla="*/ 1043139 h 2529385"/>
              <a:gd name="connsiteX2-2759" fmla="*/ 1284810 w 2563018"/>
              <a:gd name="connsiteY2-2760" fmla="*/ 3028 h 2529385"/>
              <a:gd name="connsiteX3-2761" fmla="*/ 1300955 w 2563018"/>
              <a:gd name="connsiteY3-2762" fmla="*/ 3064 h 2529385"/>
              <a:gd name="connsiteX4-2763" fmla="*/ 2558568 w 2563018"/>
              <a:gd name="connsiteY4-2764" fmla="*/ 1043175 h 2529385"/>
              <a:gd name="connsiteX5-2765" fmla="*/ 2562377 w 2563018"/>
              <a:gd name="connsiteY5-2766" fmla="*/ 1057231 h 2529385"/>
              <a:gd name="connsiteX6-2767" fmla="*/ 2550427 w 2563018"/>
              <a:gd name="connsiteY6-2768" fmla="*/ 1065631 h 2529385"/>
              <a:gd name="connsiteX7-2769" fmla="*/ 1951990 w 2563018"/>
              <a:gd name="connsiteY7-2770" fmla="*/ 1065631 h 2529385"/>
              <a:gd name="connsiteX8-2771" fmla="*/ 1939290 w 2563018"/>
              <a:gd name="connsiteY8-2772" fmla="*/ 1078331 h 2529385"/>
              <a:gd name="connsiteX9-2773" fmla="*/ 1939290 w 2563018"/>
              <a:gd name="connsiteY9-2774" fmla="*/ 2516733 h 2529385"/>
              <a:gd name="connsiteX10-2775" fmla="*/ 1926590 w 2563018"/>
              <a:gd name="connsiteY10-2776" fmla="*/ 2529385 h 2529385"/>
              <a:gd name="connsiteX11-2777" fmla="*/ 646430 w 2563018"/>
              <a:gd name="connsiteY11-2778" fmla="*/ 2529385 h 2529385"/>
              <a:gd name="connsiteX12-2779" fmla="*/ 646430 w 2563018"/>
              <a:gd name="connsiteY12-2780" fmla="*/ 2529385 h 2529385"/>
              <a:gd name="connsiteX13-2781" fmla="*/ 646430 w 2563018"/>
              <a:gd name="connsiteY13-2782" fmla="*/ 1065583 h 2529385"/>
              <a:gd name="connsiteX14-2783" fmla="*/ 646430 w 2563018"/>
              <a:gd name="connsiteY14-2784" fmla="*/ 1065632 h 2529385"/>
              <a:gd name="connsiteX15-2785" fmla="*/ 0 w 2563018"/>
              <a:gd name="connsiteY15-2786" fmla="*/ 1065632 h 2529385"/>
              <a:gd name="connsiteX16-2787" fmla="*/ 23342 w 2563018"/>
              <a:gd name="connsiteY16-2788" fmla="*/ 1057227 h 2529385"/>
              <a:gd name="connsiteX0-2789" fmla="*/ 23342 w 2563018"/>
              <a:gd name="connsiteY0-2790" fmla="*/ 1057227 h 2529385"/>
              <a:gd name="connsiteX1-2791" fmla="*/ 27197 w 2563018"/>
              <a:gd name="connsiteY1-2792" fmla="*/ 1043139 h 2529385"/>
              <a:gd name="connsiteX2-2793" fmla="*/ 1284810 w 2563018"/>
              <a:gd name="connsiteY2-2794" fmla="*/ 3028 h 2529385"/>
              <a:gd name="connsiteX3-2795" fmla="*/ 1300955 w 2563018"/>
              <a:gd name="connsiteY3-2796" fmla="*/ 3064 h 2529385"/>
              <a:gd name="connsiteX4-2797" fmla="*/ 2558568 w 2563018"/>
              <a:gd name="connsiteY4-2798" fmla="*/ 1043175 h 2529385"/>
              <a:gd name="connsiteX5-2799" fmla="*/ 2562377 w 2563018"/>
              <a:gd name="connsiteY5-2800" fmla="*/ 1057231 h 2529385"/>
              <a:gd name="connsiteX6-2801" fmla="*/ 2550427 w 2563018"/>
              <a:gd name="connsiteY6-2802" fmla="*/ 1065631 h 2529385"/>
              <a:gd name="connsiteX7-2803" fmla="*/ 1951990 w 2563018"/>
              <a:gd name="connsiteY7-2804" fmla="*/ 1065631 h 2529385"/>
              <a:gd name="connsiteX8-2805" fmla="*/ 1939290 w 2563018"/>
              <a:gd name="connsiteY8-2806" fmla="*/ 1078331 h 2529385"/>
              <a:gd name="connsiteX9-2807" fmla="*/ 1939290 w 2563018"/>
              <a:gd name="connsiteY9-2808" fmla="*/ 2516733 h 2529385"/>
              <a:gd name="connsiteX10-2809" fmla="*/ 1926590 w 2563018"/>
              <a:gd name="connsiteY10-2810" fmla="*/ 2529385 h 2529385"/>
              <a:gd name="connsiteX11-2811" fmla="*/ 646430 w 2563018"/>
              <a:gd name="connsiteY11-2812" fmla="*/ 2529385 h 2529385"/>
              <a:gd name="connsiteX12-2813" fmla="*/ 646430 w 2563018"/>
              <a:gd name="connsiteY12-2814" fmla="*/ 2529385 h 2529385"/>
              <a:gd name="connsiteX13-2815" fmla="*/ 646430 w 2563018"/>
              <a:gd name="connsiteY13-2816" fmla="*/ 1065583 h 2529385"/>
              <a:gd name="connsiteX14-2817" fmla="*/ 646430 w 2563018"/>
              <a:gd name="connsiteY14-2818" fmla="*/ 1065632 h 2529385"/>
              <a:gd name="connsiteX15-2819" fmla="*/ 0 w 2563018"/>
              <a:gd name="connsiteY15-2820" fmla="*/ 1065632 h 2529385"/>
              <a:gd name="connsiteX16-2821" fmla="*/ 23342 w 2563018"/>
              <a:gd name="connsiteY16-2822" fmla="*/ 1057227 h 2529385"/>
              <a:gd name="connsiteX0-2823" fmla="*/ 23342 w 2563018"/>
              <a:gd name="connsiteY0-2824" fmla="*/ 1057227 h 2529385"/>
              <a:gd name="connsiteX1-2825" fmla="*/ 27197 w 2563018"/>
              <a:gd name="connsiteY1-2826" fmla="*/ 1043139 h 2529385"/>
              <a:gd name="connsiteX2-2827" fmla="*/ 1284810 w 2563018"/>
              <a:gd name="connsiteY2-2828" fmla="*/ 3028 h 2529385"/>
              <a:gd name="connsiteX3-2829" fmla="*/ 1300955 w 2563018"/>
              <a:gd name="connsiteY3-2830" fmla="*/ 3064 h 2529385"/>
              <a:gd name="connsiteX4-2831" fmla="*/ 2558568 w 2563018"/>
              <a:gd name="connsiteY4-2832" fmla="*/ 1043175 h 2529385"/>
              <a:gd name="connsiteX5-2833" fmla="*/ 2562377 w 2563018"/>
              <a:gd name="connsiteY5-2834" fmla="*/ 1057231 h 2529385"/>
              <a:gd name="connsiteX6-2835" fmla="*/ 2550427 w 2563018"/>
              <a:gd name="connsiteY6-2836" fmla="*/ 1065631 h 2529385"/>
              <a:gd name="connsiteX7-2837" fmla="*/ 1951990 w 2563018"/>
              <a:gd name="connsiteY7-2838" fmla="*/ 1065631 h 2529385"/>
              <a:gd name="connsiteX8-2839" fmla="*/ 1939290 w 2563018"/>
              <a:gd name="connsiteY8-2840" fmla="*/ 1078331 h 2529385"/>
              <a:gd name="connsiteX9-2841" fmla="*/ 1939290 w 2563018"/>
              <a:gd name="connsiteY9-2842" fmla="*/ 2516733 h 2529385"/>
              <a:gd name="connsiteX10-2843" fmla="*/ 1926590 w 2563018"/>
              <a:gd name="connsiteY10-2844" fmla="*/ 2529385 h 2529385"/>
              <a:gd name="connsiteX11-2845" fmla="*/ 659130 w 2563018"/>
              <a:gd name="connsiteY11-2846" fmla="*/ 2529385 h 2529385"/>
              <a:gd name="connsiteX12-2847" fmla="*/ 646430 w 2563018"/>
              <a:gd name="connsiteY12-2848" fmla="*/ 2529385 h 2529385"/>
              <a:gd name="connsiteX13-2849" fmla="*/ 646430 w 2563018"/>
              <a:gd name="connsiteY13-2850" fmla="*/ 1065583 h 2529385"/>
              <a:gd name="connsiteX14-2851" fmla="*/ 646430 w 2563018"/>
              <a:gd name="connsiteY14-2852" fmla="*/ 1065632 h 2529385"/>
              <a:gd name="connsiteX15-2853" fmla="*/ 0 w 2563018"/>
              <a:gd name="connsiteY15-2854" fmla="*/ 1065632 h 2529385"/>
              <a:gd name="connsiteX16-2855" fmla="*/ 23342 w 2563018"/>
              <a:gd name="connsiteY16-2856" fmla="*/ 1057227 h 2529385"/>
              <a:gd name="connsiteX0-2857" fmla="*/ 23342 w 2563018"/>
              <a:gd name="connsiteY0-2858" fmla="*/ 1057227 h 2529385"/>
              <a:gd name="connsiteX1-2859" fmla="*/ 27197 w 2563018"/>
              <a:gd name="connsiteY1-2860" fmla="*/ 1043139 h 2529385"/>
              <a:gd name="connsiteX2-2861" fmla="*/ 1284810 w 2563018"/>
              <a:gd name="connsiteY2-2862" fmla="*/ 3028 h 2529385"/>
              <a:gd name="connsiteX3-2863" fmla="*/ 1300955 w 2563018"/>
              <a:gd name="connsiteY3-2864" fmla="*/ 3064 h 2529385"/>
              <a:gd name="connsiteX4-2865" fmla="*/ 2558568 w 2563018"/>
              <a:gd name="connsiteY4-2866" fmla="*/ 1043175 h 2529385"/>
              <a:gd name="connsiteX5-2867" fmla="*/ 2562377 w 2563018"/>
              <a:gd name="connsiteY5-2868" fmla="*/ 1057231 h 2529385"/>
              <a:gd name="connsiteX6-2869" fmla="*/ 2550427 w 2563018"/>
              <a:gd name="connsiteY6-2870" fmla="*/ 1065631 h 2529385"/>
              <a:gd name="connsiteX7-2871" fmla="*/ 1951990 w 2563018"/>
              <a:gd name="connsiteY7-2872" fmla="*/ 1065631 h 2529385"/>
              <a:gd name="connsiteX8-2873" fmla="*/ 1939290 w 2563018"/>
              <a:gd name="connsiteY8-2874" fmla="*/ 1078331 h 2529385"/>
              <a:gd name="connsiteX9-2875" fmla="*/ 1939290 w 2563018"/>
              <a:gd name="connsiteY9-2876" fmla="*/ 2516733 h 2529385"/>
              <a:gd name="connsiteX10-2877" fmla="*/ 1926590 w 2563018"/>
              <a:gd name="connsiteY10-2878" fmla="*/ 2529385 h 2529385"/>
              <a:gd name="connsiteX11-2879" fmla="*/ 659130 w 2563018"/>
              <a:gd name="connsiteY11-2880" fmla="*/ 2529385 h 2529385"/>
              <a:gd name="connsiteX12-2881" fmla="*/ 646430 w 2563018"/>
              <a:gd name="connsiteY12-2882" fmla="*/ 2529385 h 2529385"/>
              <a:gd name="connsiteX13-2883" fmla="*/ 646430 w 2563018"/>
              <a:gd name="connsiteY13-2884" fmla="*/ 1065583 h 2529385"/>
              <a:gd name="connsiteX14-2885" fmla="*/ 646430 w 2563018"/>
              <a:gd name="connsiteY14-2886" fmla="*/ 1065632 h 2529385"/>
              <a:gd name="connsiteX15-2887" fmla="*/ 0 w 2563018"/>
              <a:gd name="connsiteY15-2888" fmla="*/ 1065632 h 2529385"/>
              <a:gd name="connsiteX16-2889" fmla="*/ 23342 w 2563018"/>
              <a:gd name="connsiteY16-2890" fmla="*/ 1057227 h 2529385"/>
              <a:gd name="connsiteX0-2891" fmla="*/ 23342 w 2563018"/>
              <a:gd name="connsiteY0-2892" fmla="*/ 1057227 h 2529385"/>
              <a:gd name="connsiteX1-2893" fmla="*/ 27197 w 2563018"/>
              <a:gd name="connsiteY1-2894" fmla="*/ 1043139 h 2529385"/>
              <a:gd name="connsiteX2-2895" fmla="*/ 1284810 w 2563018"/>
              <a:gd name="connsiteY2-2896" fmla="*/ 3028 h 2529385"/>
              <a:gd name="connsiteX3-2897" fmla="*/ 1300955 w 2563018"/>
              <a:gd name="connsiteY3-2898" fmla="*/ 3064 h 2529385"/>
              <a:gd name="connsiteX4-2899" fmla="*/ 2558568 w 2563018"/>
              <a:gd name="connsiteY4-2900" fmla="*/ 1043175 h 2529385"/>
              <a:gd name="connsiteX5-2901" fmla="*/ 2562377 w 2563018"/>
              <a:gd name="connsiteY5-2902" fmla="*/ 1057231 h 2529385"/>
              <a:gd name="connsiteX6-2903" fmla="*/ 2550427 w 2563018"/>
              <a:gd name="connsiteY6-2904" fmla="*/ 1065631 h 2529385"/>
              <a:gd name="connsiteX7-2905" fmla="*/ 1951990 w 2563018"/>
              <a:gd name="connsiteY7-2906" fmla="*/ 1065631 h 2529385"/>
              <a:gd name="connsiteX8-2907" fmla="*/ 1939290 w 2563018"/>
              <a:gd name="connsiteY8-2908" fmla="*/ 1078331 h 2529385"/>
              <a:gd name="connsiteX9-2909" fmla="*/ 1939290 w 2563018"/>
              <a:gd name="connsiteY9-2910" fmla="*/ 2516733 h 2529385"/>
              <a:gd name="connsiteX10-2911" fmla="*/ 1926590 w 2563018"/>
              <a:gd name="connsiteY10-2912" fmla="*/ 2529385 h 2529385"/>
              <a:gd name="connsiteX11-2913" fmla="*/ 659130 w 2563018"/>
              <a:gd name="connsiteY11-2914" fmla="*/ 2529385 h 2529385"/>
              <a:gd name="connsiteX12-2915" fmla="*/ 646430 w 2563018"/>
              <a:gd name="connsiteY12-2916" fmla="*/ 2529385 h 2529385"/>
              <a:gd name="connsiteX13-2917" fmla="*/ 646430 w 2563018"/>
              <a:gd name="connsiteY13-2918" fmla="*/ 1065583 h 2529385"/>
              <a:gd name="connsiteX14-2919" fmla="*/ 646430 w 2563018"/>
              <a:gd name="connsiteY14-2920" fmla="*/ 1065632 h 2529385"/>
              <a:gd name="connsiteX15-2921" fmla="*/ 0 w 2563018"/>
              <a:gd name="connsiteY15-2922" fmla="*/ 1065632 h 2529385"/>
              <a:gd name="connsiteX16-2923" fmla="*/ 23342 w 2563018"/>
              <a:gd name="connsiteY16-2924" fmla="*/ 1057227 h 2529385"/>
              <a:gd name="connsiteX0-2925" fmla="*/ 23342 w 2563018"/>
              <a:gd name="connsiteY0-2926" fmla="*/ 1057227 h 2529385"/>
              <a:gd name="connsiteX1-2927" fmla="*/ 27197 w 2563018"/>
              <a:gd name="connsiteY1-2928" fmla="*/ 1043139 h 2529385"/>
              <a:gd name="connsiteX2-2929" fmla="*/ 1284810 w 2563018"/>
              <a:gd name="connsiteY2-2930" fmla="*/ 3028 h 2529385"/>
              <a:gd name="connsiteX3-2931" fmla="*/ 1300955 w 2563018"/>
              <a:gd name="connsiteY3-2932" fmla="*/ 3064 h 2529385"/>
              <a:gd name="connsiteX4-2933" fmla="*/ 2558568 w 2563018"/>
              <a:gd name="connsiteY4-2934" fmla="*/ 1043175 h 2529385"/>
              <a:gd name="connsiteX5-2935" fmla="*/ 2562377 w 2563018"/>
              <a:gd name="connsiteY5-2936" fmla="*/ 1057231 h 2529385"/>
              <a:gd name="connsiteX6-2937" fmla="*/ 2550427 w 2563018"/>
              <a:gd name="connsiteY6-2938" fmla="*/ 1065631 h 2529385"/>
              <a:gd name="connsiteX7-2939" fmla="*/ 1951990 w 2563018"/>
              <a:gd name="connsiteY7-2940" fmla="*/ 1065631 h 2529385"/>
              <a:gd name="connsiteX8-2941" fmla="*/ 1939290 w 2563018"/>
              <a:gd name="connsiteY8-2942" fmla="*/ 1078331 h 2529385"/>
              <a:gd name="connsiteX9-2943" fmla="*/ 1939290 w 2563018"/>
              <a:gd name="connsiteY9-2944" fmla="*/ 2516733 h 2529385"/>
              <a:gd name="connsiteX10-2945" fmla="*/ 1926590 w 2563018"/>
              <a:gd name="connsiteY10-2946" fmla="*/ 2529385 h 2529385"/>
              <a:gd name="connsiteX11-2947" fmla="*/ 659130 w 2563018"/>
              <a:gd name="connsiteY11-2948" fmla="*/ 2529385 h 2529385"/>
              <a:gd name="connsiteX12-2949" fmla="*/ 646430 w 2563018"/>
              <a:gd name="connsiteY12-2950" fmla="*/ 2516685 h 2529385"/>
              <a:gd name="connsiteX13-2951" fmla="*/ 646430 w 2563018"/>
              <a:gd name="connsiteY13-2952" fmla="*/ 1065583 h 2529385"/>
              <a:gd name="connsiteX14-2953" fmla="*/ 646430 w 2563018"/>
              <a:gd name="connsiteY14-2954" fmla="*/ 1065632 h 2529385"/>
              <a:gd name="connsiteX15-2955" fmla="*/ 0 w 2563018"/>
              <a:gd name="connsiteY15-2956" fmla="*/ 1065632 h 2529385"/>
              <a:gd name="connsiteX16-2957" fmla="*/ 23342 w 2563018"/>
              <a:gd name="connsiteY16-2958" fmla="*/ 1057227 h 2529385"/>
              <a:gd name="connsiteX0-2959" fmla="*/ 23342 w 2563018"/>
              <a:gd name="connsiteY0-2960" fmla="*/ 1057227 h 2529385"/>
              <a:gd name="connsiteX1-2961" fmla="*/ 27197 w 2563018"/>
              <a:gd name="connsiteY1-2962" fmla="*/ 1043139 h 2529385"/>
              <a:gd name="connsiteX2-2963" fmla="*/ 1284810 w 2563018"/>
              <a:gd name="connsiteY2-2964" fmla="*/ 3028 h 2529385"/>
              <a:gd name="connsiteX3-2965" fmla="*/ 1300955 w 2563018"/>
              <a:gd name="connsiteY3-2966" fmla="*/ 3064 h 2529385"/>
              <a:gd name="connsiteX4-2967" fmla="*/ 2558568 w 2563018"/>
              <a:gd name="connsiteY4-2968" fmla="*/ 1043175 h 2529385"/>
              <a:gd name="connsiteX5-2969" fmla="*/ 2562377 w 2563018"/>
              <a:gd name="connsiteY5-2970" fmla="*/ 1057231 h 2529385"/>
              <a:gd name="connsiteX6-2971" fmla="*/ 2550427 w 2563018"/>
              <a:gd name="connsiteY6-2972" fmla="*/ 1065631 h 2529385"/>
              <a:gd name="connsiteX7-2973" fmla="*/ 1951990 w 2563018"/>
              <a:gd name="connsiteY7-2974" fmla="*/ 1065631 h 2529385"/>
              <a:gd name="connsiteX8-2975" fmla="*/ 1939290 w 2563018"/>
              <a:gd name="connsiteY8-2976" fmla="*/ 1078331 h 2529385"/>
              <a:gd name="connsiteX9-2977" fmla="*/ 1939290 w 2563018"/>
              <a:gd name="connsiteY9-2978" fmla="*/ 2516733 h 2529385"/>
              <a:gd name="connsiteX10-2979" fmla="*/ 1926590 w 2563018"/>
              <a:gd name="connsiteY10-2980" fmla="*/ 2529385 h 2529385"/>
              <a:gd name="connsiteX11-2981" fmla="*/ 659130 w 2563018"/>
              <a:gd name="connsiteY11-2982" fmla="*/ 2529385 h 2529385"/>
              <a:gd name="connsiteX12-2983" fmla="*/ 646430 w 2563018"/>
              <a:gd name="connsiteY12-2984" fmla="*/ 2516685 h 2529385"/>
              <a:gd name="connsiteX13-2985" fmla="*/ 646430 w 2563018"/>
              <a:gd name="connsiteY13-2986" fmla="*/ 1065583 h 2529385"/>
              <a:gd name="connsiteX14-2987" fmla="*/ 646430 w 2563018"/>
              <a:gd name="connsiteY14-2988" fmla="*/ 1065632 h 2529385"/>
              <a:gd name="connsiteX15-2989" fmla="*/ 0 w 2563018"/>
              <a:gd name="connsiteY15-2990" fmla="*/ 1065632 h 2529385"/>
              <a:gd name="connsiteX16-2991" fmla="*/ 23342 w 2563018"/>
              <a:gd name="connsiteY16-2992" fmla="*/ 1057227 h 2529385"/>
              <a:gd name="connsiteX0-2993" fmla="*/ 23342 w 2563018"/>
              <a:gd name="connsiteY0-2994" fmla="*/ 1057227 h 2529385"/>
              <a:gd name="connsiteX1-2995" fmla="*/ 27197 w 2563018"/>
              <a:gd name="connsiteY1-2996" fmla="*/ 1043139 h 2529385"/>
              <a:gd name="connsiteX2-2997" fmla="*/ 1284810 w 2563018"/>
              <a:gd name="connsiteY2-2998" fmla="*/ 3028 h 2529385"/>
              <a:gd name="connsiteX3-2999" fmla="*/ 1300955 w 2563018"/>
              <a:gd name="connsiteY3-3000" fmla="*/ 3064 h 2529385"/>
              <a:gd name="connsiteX4-3001" fmla="*/ 2558568 w 2563018"/>
              <a:gd name="connsiteY4-3002" fmla="*/ 1043175 h 2529385"/>
              <a:gd name="connsiteX5-3003" fmla="*/ 2562377 w 2563018"/>
              <a:gd name="connsiteY5-3004" fmla="*/ 1057231 h 2529385"/>
              <a:gd name="connsiteX6-3005" fmla="*/ 2550427 w 2563018"/>
              <a:gd name="connsiteY6-3006" fmla="*/ 1065631 h 2529385"/>
              <a:gd name="connsiteX7-3007" fmla="*/ 1951990 w 2563018"/>
              <a:gd name="connsiteY7-3008" fmla="*/ 1065631 h 2529385"/>
              <a:gd name="connsiteX8-3009" fmla="*/ 1939290 w 2563018"/>
              <a:gd name="connsiteY8-3010" fmla="*/ 1078331 h 2529385"/>
              <a:gd name="connsiteX9-3011" fmla="*/ 1939290 w 2563018"/>
              <a:gd name="connsiteY9-3012" fmla="*/ 2516733 h 2529385"/>
              <a:gd name="connsiteX10-3013" fmla="*/ 1926590 w 2563018"/>
              <a:gd name="connsiteY10-3014" fmla="*/ 2529385 h 2529385"/>
              <a:gd name="connsiteX11-3015" fmla="*/ 659130 w 2563018"/>
              <a:gd name="connsiteY11-3016" fmla="*/ 2529385 h 2529385"/>
              <a:gd name="connsiteX12-3017" fmla="*/ 646430 w 2563018"/>
              <a:gd name="connsiteY12-3018" fmla="*/ 2516685 h 2529385"/>
              <a:gd name="connsiteX13-3019" fmla="*/ 646430 w 2563018"/>
              <a:gd name="connsiteY13-3020" fmla="*/ 1065583 h 2529385"/>
              <a:gd name="connsiteX14-3021" fmla="*/ 646430 w 2563018"/>
              <a:gd name="connsiteY14-3022" fmla="*/ 1065632 h 2529385"/>
              <a:gd name="connsiteX15-3023" fmla="*/ 0 w 2563018"/>
              <a:gd name="connsiteY15-3024" fmla="*/ 1065632 h 2529385"/>
              <a:gd name="connsiteX16-3025" fmla="*/ 23342 w 2563018"/>
              <a:gd name="connsiteY16-3026" fmla="*/ 1057227 h 2529385"/>
              <a:gd name="connsiteX0-3027" fmla="*/ 23342 w 2563018"/>
              <a:gd name="connsiteY0-3028" fmla="*/ 1057227 h 2529385"/>
              <a:gd name="connsiteX1-3029" fmla="*/ 27197 w 2563018"/>
              <a:gd name="connsiteY1-3030" fmla="*/ 1043139 h 2529385"/>
              <a:gd name="connsiteX2-3031" fmla="*/ 1284810 w 2563018"/>
              <a:gd name="connsiteY2-3032" fmla="*/ 3028 h 2529385"/>
              <a:gd name="connsiteX3-3033" fmla="*/ 1300955 w 2563018"/>
              <a:gd name="connsiteY3-3034" fmla="*/ 3064 h 2529385"/>
              <a:gd name="connsiteX4-3035" fmla="*/ 2558568 w 2563018"/>
              <a:gd name="connsiteY4-3036" fmla="*/ 1043175 h 2529385"/>
              <a:gd name="connsiteX5-3037" fmla="*/ 2562377 w 2563018"/>
              <a:gd name="connsiteY5-3038" fmla="*/ 1057231 h 2529385"/>
              <a:gd name="connsiteX6-3039" fmla="*/ 2550427 w 2563018"/>
              <a:gd name="connsiteY6-3040" fmla="*/ 1065631 h 2529385"/>
              <a:gd name="connsiteX7-3041" fmla="*/ 1951990 w 2563018"/>
              <a:gd name="connsiteY7-3042" fmla="*/ 1065631 h 2529385"/>
              <a:gd name="connsiteX8-3043" fmla="*/ 1939290 w 2563018"/>
              <a:gd name="connsiteY8-3044" fmla="*/ 1078331 h 2529385"/>
              <a:gd name="connsiteX9-3045" fmla="*/ 1939290 w 2563018"/>
              <a:gd name="connsiteY9-3046" fmla="*/ 2516733 h 2529385"/>
              <a:gd name="connsiteX10-3047" fmla="*/ 1926590 w 2563018"/>
              <a:gd name="connsiteY10-3048" fmla="*/ 2529385 h 2529385"/>
              <a:gd name="connsiteX11-3049" fmla="*/ 659130 w 2563018"/>
              <a:gd name="connsiteY11-3050" fmla="*/ 2529385 h 2529385"/>
              <a:gd name="connsiteX12-3051" fmla="*/ 646430 w 2563018"/>
              <a:gd name="connsiteY12-3052" fmla="*/ 2516685 h 2529385"/>
              <a:gd name="connsiteX13-3053" fmla="*/ 646430 w 2563018"/>
              <a:gd name="connsiteY13-3054" fmla="*/ 1078282 h 2529385"/>
              <a:gd name="connsiteX14-3055" fmla="*/ 646430 w 2563018"/>
              <a:gd name="connsiteY14-3056" fmla="*/ 1065632 h 2529385"/>
              <a:gd name="connsiteX15-3057" fmla="*/ 0 w 2563018"/>
              <a:gd name="connsiteY15-3058" fmla="*/ 1065632 h 2529385"/>
              <a:gd name="connsiteX16-3059" fmla="*/ 23342 w 2563018"/>
              <a:gd name="connsiteY16-3060" fmla="*/ 1057227 h 2529385"/>
              <a:gd name="connsiteX0-3061" fmla="*/ 23342 w 2563018"/>
              <a:gd name="connsiteY0-3062" fmla="*/ 1057227 h 2529385"/>
              <a:gd name="connsiteX1-3063" fmla="*/ 27197 w 2563018"/>
              <a:gd name="connsiteY1-3064" fmla="*/ 1043139 h 2529385"/>
              <a:gd name="connsiteX2-3065" fmla="*/ 1284810 w 2563018"/>
              <a:gd name="connsiteY2-3066" fmla="*/ 3028 h 2529385"/>
              <a:gd name="connsiteX3-3067" fmla="*/ 1300955 w 2563018"/>
              <a:gd name="connsiteY3-3068" fmla="*/ 3064 h 2529385"/>
              <a:gd name="connsiteX4-3069" fmla="*/ 2558568 w 2563018"/>
              <a:gd name="connsiteY4-3070" fmla="*/ 1043175 h 2529385"/>
              <a:gd name="connsiteX5-3071" fmla="*/ 2562377 w 2563018"/>
              <a:gd name="connsiteY5-3072" fmla="*/ 1057231 h 2529385"/>
              <a:gd name="connsiteX6-3073" fmla="*/ 2550427 w 2563018"/>
              <a:gd name="connsiteY6-3074" fmla="*/ 1065631 h 2529385"/>
              <a:gd name="connsiteX7-3075" fmla="*/ 1951990 w 2563018"/>
              <a:gd name="connsiteY7-3076" fmla="*/ 1065631 h 2529385"/>
              <a:gd name="connsiteX8-3077" fmla="*/ 1939290 w 2563018"/>
              <a:gd name="connsiteY8-3078" fmla="*/ 1078331 h 2529385"/>
              <a:gd name="connsiteX9-3079" fmla="*/ 1939290 w 2563018"/>
              <a:gd name="connsiteY9-3080" fmla="*/ 2516733 h 2529385"/>
              <a:gd name="connsiteX10-3081" fmla="*/ 1926590 w 2563018"/>
              <a:gd name="connsiteY10-3082" fmla="*/ 2529385 h 2529385"/>
              <a:gd name="connsiteX11-3083" fmla="*/ 659130 w 2563018"/>
              <a:gd name="connsiteY11-3084" fmla="*/ 2529385 h 2529385"/>
              <a:gd name="connsiteX12-3085" fmla="*/ 646430 w 2563018"/>
              <a:gd name="connsiteY12-3086" fmla="*/ 2516685 h 2529385"/>
              <a:gd name="connsiteX13-3087" fmla="*/ 646430 w 2563018"/>
              <a:gd name="connsiteY13-3088" fmla="*/ 1078282 h 2529385"/>
              <a:gd name="connsiteX14-3089" fmla="*/ 646430 w 2563018"/>
              <a:gd name="connsiteY14-3090" fmla="*/ 1065632 h 2529385"/>
              <a:gd name="connsiteX15-3091" fmla="*/ 0 w 2563018"/>
              <a:gd name="connsiteY15-3092" fmla="*/ 1065632 h 2529385"/>
              <a:gd name="connsiteX16-3093" fmla="*/ 23342 w 2563018"/>
              <a:gd name="connsiteY16-3094" fmla="*/ 1057227 h 2529385"/>
              <a:gd name="connsiteX0-3095" fmla="*/ 23342 w 2563018"/>
              <a:gd name="connsiteY0-3096" fmla="*/ 1057227 h 2529385"/>
              <a:gd name="connsiteX1-3097" fmla="*/ 27197 w 2563018"/>
              <a:gd name="connsiteY1-3098" fmla="*/ 1043139 h 2529385"/>
              <a:gd name="connsiteX2-3099" fmla="*/ 1284810 w 2563018"/>
              <a:gd name="connsiteY2-3100" fmla="*/ 3028 h 2529385"/>
              <a:gd name="connsiteX3-3101" fmla="*/ 1300955 w 2563018"/>
              <a:gd name="connsiteY3-3102" fmla="*/ 3064 h 2529385"/>
              <a:gd name="connsiteX4-3103" fmla="*/ 2558568 w 2563018"/>
              <a:gd name="connsiteY4-3104" fmla="*/ 1043175 h 2529385"/>
              <a:gd name="connsiteX5-3105" fmla="*/ 2562377 w 2563018"/>
              <a:gd name="connsiteY5-3106" fmla="*/ 1057231 h 2529385"/>
              <a:gd name="connsiteX6-3107" fmla="*/ 2550427 w 2563018"/>
              <a:gd name="connsiteY6-3108" fmla="*/ 1065631 h 2529385"/>
              <a:gd name="connsiteX7-3109" fmla="*/ 1951990 w 2563018"/>
              <a:gd name="connsiteY7-3110" fmla="*/ 1065631 h 2529385"/>
              <a:gd name="connsiteX8-3111" fmla="*/ 1939290 w 2563018"/>
              <a:gd name="connsiteY8-3112" fmla="*/ 1078331 h 2529385"/>
              <a:gd name="connsiteX9-3113" fmla="*/ 1939290 w 2563018"/>
              <a:gd name="connsiteY9-3114" fmla="*/ 2516733 h 2529385"/>
              <a:gd name="connsiteX10-3115" fmla="*/ 1926590 w 2563018"/>
              <a:gd name="connsiteY10-3116" fmla="*/ 2529385 h 2529385"/>
              <a:gd name="connsiteX11-3117" fmla="*/ 659130 w 2563018"/>
              <a:gd name="connsiteY11-3118" fmla="*/ 2529385 h 2529385"/>
              <a:gd name="connsiteX12-3119" fmla="*/ 646430 w 2563018"/>
              <a:gd name="connsiteY12-3120" fmla="*/ 2516685 h 2529385"/>
              <a:gd name="connsiteX13-3121" fmla="*/ 646430 w 2563018"/>
              <a:gd name="connsiteY13-3122" fmla="*/ 1078282 h 2529385"/>
              <a:gd name="connsiteX14-3123" fmla="*/ 646430 w 2563018"/>
              <a:gd name="connsiteY14-3124" fmla="*/ 1065632 h 2529385"/>
              <a:gd name="connsiteX15-3125" fmla="*/ 0 w 2563018"/>
              <a:gd name="connsiteY15-3126" fmla="*/ 1065632 h 2529385"/>
              <a:gd name="connsiteX16-3127" fmla="*/ 23342 w 2563018"/>
              <a:gd name="connsiteY16-3128" fmla="*/ 1057227 h 2529385"/>
              <a:gd name="connsiteX0-3129" fmla="*/ 23342 w 2563018"/>
              <a:gd name="connsiteY0-3130" fmla="*/ 1057227 h 2529385"/>
              <a:gd name="connsiteX1-3131" fmla="*/ 27197 w 2563018"/>
              <a:gd name="connsiteY1-3132" fmla="*/ 1043139 h 2529385"/>
              <a:gd name="connsiteX2-3133" fmla="*/ 1284810 w 2563018"/>
              <a:gd name="connsiteY2-3134" fmla="*/ 3028 h 2529385"/>
              <a:gd name="connsiteX3-3135" fmla="*/ 1300955 w 2563018"/>
              <a:gd name="connsiteY3-3136" fmla="*/ 3064 h 2529385"/>
              <a:gd name="connsiteX4-3137" fmla="*/ 2558568 w 2563018"/>
              <a:gd name="connsiteY4-3138" fmla="*/ 1043175 h 2529385"/>
              <a:gd name="connsiteX5-3139" fmla="*/ 2562377 w 2563018"/>
              <a:gd name="connsiteY5-3140" fmla="*/ 1057231 h 2529385"/>
              <a:gd name="connsiteX6-3141" fmla="*/ 2550427 w 2563018"/>
              <a:gd name="connsiteY6-3142" fmla="*/ 1065631 h 2529385"/>
              <a:gd name="connsiteX7-3143" fmla="*/ 1951990 w 2563018"/>
              <a:gd name="connsiteY7-3144" fmla="*/ 1065631 h 2529385"/>
              <a:gd name="connsiteX8-3145" fmla="*/ 1939290 w 2563018"/>
              <a:gd name="connsiteY8-3146" fmla="*/ 1078331 h 2529385"/>
              <a:gd name="connsiteX9-3147" fmla="*/ 1939290 w 2563018"/>
              <a:gd name="connsiteY9-3148" fmla="*/ 2516733 h 2529385"/>
              <a:gd name="connsiteX10-3149" fmla="*/ 1926590 w 2563018"/>
              <a:gd name="connsiteY10-3150" fmla="*/ 2529385 h 2529385"/>
              <a:gd name="connsiteX11-3151" fmla="*/ 659130 w 2563018"/>
              <a:gd name="connsiteY11-3152" fmla="*/ 2529385 h 2529385"/>
              <a:gd name="connsiteX12-3153" fmla="*/ 646430 w 2563018"/>
              <a:gd name="connsiteY12-3154" fmla="*/ 2516685 h 2529385"/>
              <a:gd name="connsiteX13-3155" fmla="*/ 646430 w 2563018"/>
              <a:gd name="connsiteY13-3156" fmla="*/ 1078282 h 2529385"/>
              <a:gd name="connsiteX14-3157" fmla="*/ 633730 w 2563018"/>
              <a:gd name="connsiteY14-3158" fmla="*/ 1065632 h 2529385"/>
              <a:gd name="connsiteX15-3159" fmla="*/ 0 w 2563018"/>
              <a:gd name="connsiteY15-3160" fmla="*/ 1065632 h 2529385"/>
              <a:gd name="connsiteX16-3161" fmla="*/ 23342 w 2563018"/>
              <a:gd name="connsiteY16-3162" fmla="*/ 1057227 h 2529385"/>
              <a:gd name="connsiteX0-3163" fmla="*/ 23342 w 2563018"/>
              <a:gd name="connsiteY0-3164" fmla="*/ 1057227 h 2529385"/>
              <a:gd name="connsiteX1-3165" fmla="*/ 27197 w 2563018"/>
              <a:gd name="connsiteY1-3166" fmla="*/ 1043139 h 2529385"/>
              <a:gd name="connsiteX2-3167" fmla="*/ 1284810 w 2563018"/>
              <a:gd name="connsiteY2-3168" fmla="*/ 3028 h 2529385"/>
              <a:gd name="connsiteX3-3169" fmla="*/ 1300955 w 2563018"/>
              <a:gd name="connsiteY3-3170" fmla="*/ 3064 h 2529385"/>
              <a:gd name="connsiteX4-3171" fmla="*/ 2558568 w 2563018"/>
              <a:gd name="connsiteY4-3172" fmla="*/ 1043175 h 2529385"/>
              <a:gd name="connsiteX5-3173" fmla="*/ 2562377 w 2563018"/>
              <a:gd name="connsiteY5-3174" fmla="*/ 1057231 h 2529385"/>
              <a:gd name="connsiteX6-3175" fmla="*/ 2550427 w 2563018"/>
              <a:gd name="connsiteY6-3176" fmla="*/ 1065631 h 2529385"/>
              <a:gd name="connsiteX7-3177" fmla="*/ 1951990 w 2563018"/>
              <a:gd name="connsiteY7-3178" fmla="*/ 1065631 h 2529385"/>
              <a:gd name="connsiteX8-3179" fmla="*/ 1939290 w 2563018"/>
              <a:gd name="connsiteY8-3180" fmla="*/ 1078331 h 2529385"/>
              <a:gd name="connsiteX9-3181" fmla="*/ 1939290 w 2563018"/>
              <a:gd name="connsiteY9-3182" fmla="*/ 2516733 h 2529385"/>
              <a:gd name="connsiteX10-3183" fmla="*/ 1926590 w 2563018"/>
              <a:gd name="connsiteY10-3184" fmla="*/ 2529385 h 2529385"/>
              <a:gd name="connsiteX11-3185" fmla="*/ 659130 w 2563018"/>
              <a:gd name="connsiteY11-3186" fmla="*/ 2529385 h 2529385"/>
              <a:gd name="connsiteX12-3187" fmla="*/ 646430 w 2563018"/>
              <a:gd name="connsiteY12-3188" fmla="*/ 2516685 h 2529385"/>
              <a:gd name="connsiteX13-3189" fmla="*/ 646430 w 2563018"/>
              <a:gd name="connsiteY13-3190" fmla="*/ 1078282 h 2529385"/>
              <a:gd name="connsiteX14-3191" fmla="*/ 633730 w 2563018"/>
              <a:gd name="connsiteY14-3192" fmla="*/ 1065632 h 2529385"/>
              <a:gd name="connsiteX15-3193" fmla="*/ 0 w 2563018"/>
              <a:gd name="connsiteY15-3194" fmla="*/ 1065632 h 2529385"/>
              <a:gd name="connsiteX16-3195" fmla="*/ 23342 w 2563018"/>
              <a:gd name="connsiteY16-3196" fmla="*/ 1057227 h 2529385"/>
              <a:gd name="connsiteX0-3197" fmla="*/ 23342 w 2563018"/>
              <a:gd name="connsiteY0-3198" fmla="*/ 1057227 h 2529385"/>
              <a:gd name="connsiteX1-3199" fmla="*/ 27197 w 2563018"/>
              <a:gd name="connsiteY1-3200" fmla="*/ 1043139 h 2529385"/>
              <a:gd name="connsiteX2-3201" fmla="*/ 1284810 w 2563018"/>
              <a:gd name="connsiteY2-3202" fmla="*/ 3028 h 2529385"/>
              <a:gd name="connsiteX3-3203" fmla="*/ 1300955 w 2563018"/>
              <a:gd name="connsiteY3-3204" fmla="*/ 3064 h 2529385"/>
              <a:gd name="connsiteX4-3205" fmla="*/ 2558568 w 2563018"/>
              <a:gd name="connsiteY4-3206" fmla="*/ 1043175 h 2529385"/>
              <a:gd name="connsiteX5-3207" fmla="*/ 2562377 w 2563018"/>
              <a:gd name="connsiteY5-3208" fmla="*/ 1057231 h 2529385"/>
              <a:gd name="connsiteX6-3209" fmla="*/ 2550427 w 2563018"/>
              <a:gd name="connsiteY6-3210" fmla="*/ 1065631 h 2529385"/>
              <a:gd name="connsiteX7-3211" fmla="*/ 1951990 w 2563018"/>
              <a:gd name="connsiteY7-3212" fmla="*/ 1065631 h 2529385"/>
              <a:gd name="connsiteX8-3213" fmla="*/ 1939290 w 2563018"/>
              <a:gd name="connsiteY8-3214" fmla="*/ 1078331 h 2529385"/>
              <a:gd name="connsiteX9-3215" fmla="*/ 1939290 w 2563018"/>
              <a:gd name="connsiteY9-3216" fmla="*/ 2516733 h 2529385"/>
              <a:gd name="connsiteX10-3217" fmla="*/ 1926590 w 2563018"/>
              <a:gd name="connsiteY10-3218" fmla="*/ 2529385 h 2529385"/>
              <a:gd name="connsiteX11-3219" fmla="*/ 659130 w 2563018"/>
              <a:gd name="connsiteY11-3220" fmla="*/ 2529385 h 2529385"/>
              <a:gd name="connsiteX12-3221" fmla="*/ 646430 w 2563018"/>
              <a:gd name="connsiteY12-3222" fmla="*/ 2516685 h 2529385"/>
              <a:gd name="connsiteX13-3223" fmla="*/ 646430 w 2563018"/>
              <a:gd name="connsiteY13-3224" fmla="*/ 1078282 h 2529385"/>
              <a:gd name="connsiteX14-3225" fmla="*/ 633730 w 2563018"/>
              <a:gd name="connsiteY14-3226" fmla="*/ 1065632 h 2529385"/>
              <a:gd name="connsiteX15-3227" fmla="*/ 0 w 2563018"/>
              <a:gd name="connsiteY15-3228" fmla="*/ 1065632 h 2529385"/>
              <a:gd name="connsiteX16-3229" fmla="*/ 23342 w 2563018"/>
              <a:gd name="connsiteY16-3230" fmla="*/ 1057227 h 2529385"/>
              <a:gd name="connsiteX0-3231" fmla="*/ 7051 w 2546727"/>
              <a:gd name="connsiteY0-3232" fmla="*/ 1057227 h 2529385"/>
              <a:gd name="connsiteX1-3233" fmla="*/ 10906 w 2546727"/>
              <a:gd name="connsiteY1-3234" fmla="*/ 1043139 h 2529385"/>
              <a:gd name="connsiteX2-3235" fmla="*/ 1268519 w 2546727"/>
              <a:gd name="connsiteY2-3236" fmla="*/ 3028 h 2529385"/>
              <a:gd name="connsiteX3-3237" fmla="*/ 1284664 w 2546727"/>
              <a:gd name="connsiteY3-3238" fmla="*/ 3064 h 2529385"/>
              <a:gd name="connsiteX4-3239" fmla="*/ 2542277 w 2546727"/>
              <a:gd name="connsiteY4-3240" fmla="*/ 1043175 h 2529385"/>
              <a:gd name="connsiteX5-3241" fmla="*/ 2546086 w 2546727"/>
              <a:gd name="connsiteY5-3242" fmla="*/ 1057231 h 2529385"/>
              <a:gd name="connsiteX6-3243" fmla="*/ 2534136 w 2546727"/>
              <a:gd name="connsiteY6-3244" fmla="*/ 1065631 h 2529385"/>
              <a:gd name="connsiteX7-3245" fmla="*/ 1935699 w 2546727"/>
              <a:gd name="connsiteY7-3246" fmla="*/ 1065631 h 2529385"/>
              <a:gd name="connsiteX8-3247" fmla="*/ 1922999 w 2546727"/>
              <a:gd name="connsiteY8-3248" fmla="*/ 1078331 h 2529385"/>
              <a:gd name="connsiteX9-3249" fmla="*/ 1922999 w 2546727"/>
              <a:gd name="connsiteY9-3250" fmla="*/ 2516733 h 2529385"/>
              <a:gd name="connsiteX10-3251" fmla="*/ 1910299 w 2546727"/>
              <a:gd name="connsiteY10-3252" fmla="*/ 2529385 h 2529385"/>
              <a:gd name="connsiteX11-3253" fmla="*/ 642839 w 2546727"/>
              <a:gd name="connsiteY11-3254" fmla="*/ 2529385 h 2529385"/>
              <a:gd name="connsiteX12-3255" fmla="*/ 630139 w 2546727"/>
              <a:gd name="connsiteY12-3256" fmla="*/ 2516685 h 2529385"/>
              <a:gd name="connsiteX13-3257" fmla="*/ 630139 w 2546727"/>
              <a:gd name="connsiteY13-3258" fmla="*/ 1078282 h 2529385"/>
              <a:gd name="connsiteX14-3259" fmla="*/ 617439 w 2546727"/>
              <a:gd name="connsiteY14-3260" fmla="*/ 1065632 h 2529385"/>
              <a:gd name="connsiteX15-3261" fmla="*/ 19002 w 2546727"/>
              <a:gd name="connsiteY15-3262" fmla="*/ 1065632 h 2529385"/>
              <a:gd name="connsiteX16-3263" fmla="*/ 7051 w 2546727"/>
              <a:gd name="connsiteY16-3264" fmla="*/ 1057227 h 2529385"/>
              <a:gd name="connsiteX0-3265" fmla="*/ 634 w 2540310"/>
              <a:gd name="connsiteY0-3266" fmla="*/ 1057227 h 2529385"/>
              <a:gd name="connsiteX1-3267" fmla="*/ 4489 w 2540310"/>
              <a:gd name="connsiteY1-3268" fmla="*/ 1043139 h 2529385"/>
              <a:gd name="connsiteX2-3269" fmla="*/ 1262102 w 2540310"/>
              <a:gd name="connsiteY2-3270" fmla="*/ 3028 h 2529385"/>
              <a:gd name="connsiteX3-3271" fmla="*/ 1278247 w 2540310"/>
              <a:gd name="connsiteY3-3272" fmla="*/ 3064 h 2529385"/>
              <a:gd name="connsiteX4-3273" fmla="*/ 2535860 w 2540310"/>
              <a:gd name="connsiteY4-3274" fmla="*/ 1043175 h 2529385"/>
              <a:gd name="connsiteX5-3275" fmla="*/ 2539669 w 2540310"/>
              <a:gd name="connsiteY5-3276" fmla="*/ 1057231 h 2529385"/>
              <a:gd name="connsiteX6-3277" fmla="*/ 2527719 w 2540310"/>
              <a:gd name="connsiteY6-3278" fmla="*/ 1065631 h 2529385"/>
              <a:gd name="connsiteX7-3279" fmla="*/ 1929282 w 2540310"/>
              <a:gd name="connsiteY7-3280" fmla="*/ 1065631 h 2529385"/>
              <a:gd name="connsiteX8-3281" fmla="*/ 1916582 w 2540310"/>
              <a:gd name="connsiteY8-3282" fmla="*/ 1078331 h 2529385"/>
              <a:gd name="connsiteX9-3283" fmla="*/ 1916582 w 2540310"/>
              <a:gd name="connsiteY9-3284" fmla="*/ 2516733 h 2529385"/>
              <a:gd name="connsiteX10-3285" fmla="*/ 1903882 w 2540310"/>
              <a:gd name="connsiteY10-3286" fmla="*/ 2529385 h 2529385"/>
              <a:gd name="connsiteX11-3287" fmla="*/ 636422 w 2540310"/>
              <a:gd name="connsiteY11-3288" fmla="*/ 2529385 h 2529385"/>
              <a:gd name="connsiteX12-3289" fmla="*/ 623722 w 2540310"/>
              <a:gd name="connsiteY12-3290" fmla="*/ 2516685 h 2529385"/>
              <a:gd name="connsiteX13-3291" fmla="*/ 623722 w 2540310"/>
              <a:gd name="connsiteY13-3292" fmla="*/ 1078282 h 2529385"/>
              <a:gd name="connsiteX14-3293" fmla="*/ 611022 w 2540310"/>
              <a:gd name="connsiteY14-3294" fmla="*/ 1065632 h 2529385"/>
              <a:gd name="connsiteX15-3295" fmla="*/ 12585 w 2540310"/>
              <a:gd name="connsiteY15-3296" fmla="*/ 1065632 h 2529385"/>
              <a:gd name="connsiteX16-3297" fmla="*/ 634 w 2540310"/>
              <a:gd name="connsiteY16-3298" fmla="*/ 1057227 h 2529385"/>
              <a:gd name="connsiteX0-3299" fmla="*/ 634 w 2540310"/>
              <a:gd name="connsiteY0-3300" fmla="*/ 1057227 h 2529385"/>
              <a:gd name="connsiteX1-3301" fmla="*/ 4489 w 2540310"/>
              <a:gd name="connsiteY1-3302" fmla="*/ 1043139 h 2529385"/>
              <a:gd name="connsiteX2-3303" fmla="*/ 1262102 w 2540310"/>
              <a:gd name="connsiteY2-3304" fmla="*/ 3028 h 2529385"/>
              <a:gd name="connsiteX3-3305" fmla="*/ 1278247 w 2540310"/>
              <a:gd name="connsiteY3-3306" fmla="*/ 3064 h 2529385"/>
              <a:gd name="connsiteX4-3307" fmla="*/ 2535860 w 2540310"/>
              <a:gd name="connsiteY4-3308" fmla="*/ 1043175 h 2529385"/>
              <a:gd name="connsiteX5-3309" fmla="*/ 2539669 w 2540310"/>
              <a:gd name="connsiteY5-3310" fmla="*/ 1057231 h 2529385"/>
              <a:gd name="connsiteX6-3311" fmla="*/ 2527719 w 2540310"/>
              <a:gd name="connsiteY6-3312" fmla="*/ 1065631 h 2529385"/>
              <a:gd name="connsiteX7-3313" fmla="*/ 1929282 w 2540310"/>
              <a:gd name="connsiteY7-3314" fmla="*/ 1065631 h 2529385"/>
              <a:gd name="connsiteX8-3315" fmla="*/ 1916582 w 2540310"/>
              <a:gd name="connsiteY8-3316" fmla="*/ 1078331 h 2529385"/>
              <a:gd name="connsiteX9-3317" fmla="*/ 1916582 w 2540310"/>
              <a:gd name="connsiteY9-3318" fmla="*/ 2516733 h 2529385"/>
              <a:gd name="connsiteX10-3319" fmla="*/ 1903882 w 2540310"/>
              <a:gd name="connsiteY10-3320" fmla="*/ 2529385 h 2529385"/>
              <a:gd name="connsiteX11-3321" fmla="*/ 636422 w 2540310"/>
              <a:gd name="connsiteY11-3322" fmla="*/ 2529385 h 2529385"/>
              <a:gd name="connsiteX12-3323" fmla="*/ 623722 w 2540310"/>
              <a:gd name="connsiteY12-3324" fmla="*/ 2516685 h 2529385"/>
              <a:gd name="connsiteX13-3325" fmla="*/ 623722 w 2540310"/>
              <a:gd name="connsiteY13-3326" fmla="*/ 1078282 h 2529385"/>
              <a:gd name="connsiteX14-3327" fmla="*/ 611022 w 2540310"/>
              <a:gd name="connsiteY14-3328" fmla="*/ 1065632 h 2529385"/>
              <a:gd name="connsiteX15-3329" fmla="*/ 12585 w 2540310"/>
              <a:gd name="connsiteY15-3330" fmla="*/ 1065632 h 2529385"/>
              <a:gd name="connsiteX16-3331" fmla="*/ 634 w 2540310"/>
              <a:gd name="connsiteY16-3332" fmla="*/ 1057227 h 2529385"/>
              <a:gd name="connsiteX0-3333" fmla="*/ 634 w 2540310"/>
              <a:gd name="connsiteY0-3334" fmla="*/ 1057227 h 2529385"/>
              <a:gd name="connsiteX1-3335" fmla="*/ 4489 w 2540310"/>
              <a:gd name="connsiteY1-3336" fmla="*/ 1043139 h 2529385"/>
              <a:gd name="connsiteX2-3337" fmla="*/ 1262102 w 2540310"/>
              <a:gd name="connsiteY2-3338" fmla="*/ 3028 h 2529385"/>
              <a:gd name="connsiteX3-3339" fmla="*/ 1278247 w 2540310"/>
              <a:gd name="connsiteY3-3340" fmla="*/ 3064 h 2529385"/>
              <a:gd name="connsiteX4-3341" fmla="*/ 2535860 w 2540310"/>
              <a:gd name="connsiteY4-3342" fmla="*/ 1043175 h 2529385"/>
              <a:gd name="connsiteX5-3343" fmla="*/ 2539669 w 2540310"/>
              <a:gd name="connsiteY5-3344" fmla="*/ 1057231 h 2529385"/>
              <a:gd name="connsiteX6-3345" fmla="*/ 2527719 w 2540310"/>
              <a:gd name="connsiteY6-3346" fmla="*/ 1065631 h 2529385"/>
              <a:gd name="connsiteX7-3347" fmla="*/ 1929282 w 2540310"/>
              <a:gd name="connsiteY7-3348" fmla="*/ 1065631 h 2529385"/>
              <a:gd name="connsiteX8-3349" fmla="*/ 1916582 w 2540310"/>
              <a:gd name="connsiteY8-3350" fmla="*/ 1078331 h 2529385"/>
              <a:gd name="connsiteX9-3351" fmla="*/ 1916582 w 2540310"/>
              <a:gd name="connsiteY9-3352" fmla="*/ 2516733 h 2529385"/>
              <a:gd name="connsiteX10-3353" fmla="*/ 1903882 w 2540310"/>
              <a:gd name="connsiteY10-3354" fmla="*/ 2529385 h 2529385"/>
              <a:gd name="connsiteX11-3355" fmla="*/ 636422 w 2540310"/>
              <a:gd name="connsiteY11-3356" fmla="*/ 2529385 h 2529385"/>
              <a:gd name="connsiteX12-3357" fmla="*/ 623722 w 2540310"/>
              <a:gd name="connsiteY12-3358" fmla="*/ 2516685 h 2529385"/>
              <a:gd name="connsiteX13-3359" fmla="*/ 623722 w 2540310"/>
              <a:gd name="connsiteY13-3360" fmla="*/ 1078282 h 2529385"/>
              <a:gd name="connsiteX14-3361" fmla="*/ 611022 w 2540310"/>
              <a:gd name="connsiteY14-3362" fmla="*/ 1065632 h 2529385"/>
              <a:gd name="connsiteX15-3363" fmla="*/ 12585 w 2540310"/>
              <a:gd name="connsiteY15-3364" fmla="*/ 1065632 h 2529385"/>
              <a:gd name="connsiteX16-3365" fmla="*/ 23975 w 2540310"/>
              <a:gd name="connsiteY16-3366" fmla="*/ 1048823 h 2529385"/>
              <a:gd name="connsiteX0-3367" fmla="*/ 21683 w 2538018"/>
              <a:gd name="connsiteY0-3368" fmla="*/ 1048823 h 2529385"/>
              <a:gd name="connsiteX1-3369" fmla="*/ 2197 w 2538018"/>
              <a:gd name="connsiteY1-3370" fmla="*/ 1043139 h 2529385"/>
              <a:gd name="connsiteX2-3371" fmla="*/ 1259810 w 2538018"/>
              <a:gd name="connsiteY2-3372" fmla="*/ 3028 h 2529385"/>
              <a:gd name="connsiteX3-3373" fmla="*/ 1275955 w 2538018"/>
              <a:gd name="connsiteY3-3374" fmla="*/ 3064 h 2529385"/>
              <a:gd name="connsiteX4-3375" fmla="*/ 2533568 w 2538018"/>
              <a:gd name="connsiteY4-3376" fmla="*/ 1043175 h 2529385"/>
              <a:gd name="connsiteX5-3377" fmla="*/ 2537377 w 2538018"/>
              <a:gd name="connsiteY5-3378" fmla="*/ 1057231 h 2529385"/>
              <a:gd name="connsiteX6-3379" fmla="*/ 2525427 w 2538018"/>
              <a:gd name="connsiteY6-3380" fmla="*/ 1065631 h 2529385"/>
              <a:gd name="connsiteX7-3381" fmla="*/ 1926990 w 2538018"/>
              <a:gd name="connsiteY7-3382" fmla="*/ 1065631 h 2529385"/>
              <a:gd name="connsiteX8-3383" fmla="*/ 1914290 w 2538018"/>
              <a:gd name="connsiteY8-3384" fmla="*/ 1078331 h 2529385"/>
              <a:gd name="connsiteX9-3385" fmla="*/ 1914290 w 2538018"/>
              <a:gd name="connsiteY9-3386" fmla="*/ 2516733 h 2529385"/>
              <a:gd name="connsiteX10-3387" fmla="*/ 1901590 w 2538018"/>
              <a:gd name="connsiteY10-3388" fmla="*/ 2529385 h 2529385"/>
              <a:gd name="connsiteX11-3389" fmla="*/ 634130 w 2538018"/>
              <a:gd name="connsiteY11-3390" fmla="*/ 2529385 h 2529385"/>
              <a:gd name="connsiteX12-3391" fmla="*/ 621430 w 2538018"/>
              <a:gd name="connsiteY12-3392" fmla="*/ 2516685 h 2529385"/>
              <a:gd name="connsiteX13-3393" fmla="*/ 621430 w 2538018"/>
              <a:gd name="connsiteY13-3394" fmla="*/ 1078282 h 2529385"/>
              <a:gd name="connsiteX14-3395" fmla="*/ 608730 w 2538018"/>
              <a:gd name="connsiteY14-3396" fmla="*/ 1065632 h 2529385"/>
              <a:gd name="connsiteX15-3397" fmla="*/ 10293 w 2538018"/>
              <a:gd name="connsiteY15-3398" fmla="*/ 1065632 h 2529385"/>
              <a:gd name="connsiteX16-3399" fmla="*/ 21683 w 2538018"/>
              <a:gd name="connsiteY16-3400" fmla="*/ 1048823 h 2529385"/>
              <a:gd name="connsiteX0-3401" fmla="*/ 19963 w 2536298"/>
              <a:gd name="connsiteY0-3402" fmla="*/ 1048823 h 2529385"/>
              <a:gd name="connsiteX1-3403" fmla="*/ 477 w 2536298"/>
              <a:gd name="connsiteY1-3404" fmla="*/ 1043139 h 2529385"/>
              <a:gd name="connsiteX2-3405" fmla="*/ 1258090 w 2536298"/>
              <a:gd name="connsiteY2-3406" fmla="*/ 3028 h 2529385"/>
              <a:gd name="connsiteX3-3407" fmla="*/ 1274235 w 2536298"/>
              <a:gd name="connsiteY3-3408" fmla="*/ 3064 h 2529385"/>
              <a:gd name="connsiteX4-3409" fmla="*/ 2531848 w 2536298"/>
              <a:gd name="connsiteY4-3410" fmla="*/ 1043175 h 2529385"/>
              <a:gd name="connsiteX5-3411" fmla="*/ 2535657 w 2536298"/>
              <a:gd name="connsiteY5-3412" fmla="*/ 1057231 h 2529385"/>
              <a:gd name="connsiteX6-3413" fmla="*/ 2523707 w 2536298"/>
              <a:gd name="connsiteY6-3414" fmla="*/ 1065631 h 2529385"/>
              <a:gd name="connsiteX7-3415" fmla="*/ 1925270 w 2536298"/>
              <a:gd name="connsiteY7-3416" fmla="*/ 1065631 h 2529385"/>
              <a:gd name="connsiteX8-3417" fmla="*/ 1912570 w 2536298"/>
              <a:gd name="connsiteY8-3418" fmla="*/ 1078331 h 2529385"/>
              <a:gd name="connsiteX9-3419" fmla="*/ 1912570 w 2536298"/>
              <a:gd name="connsiteY9-3420" fmla="*/ 2516733 h 2529385"/>
              <a:gd name="connsiteX10-3421" fmla="*/ 1899870 w 2536298"/>
              <a:gd name="connsiteY10-3422" fmla="*/ 2529385 h 2529385"/>
              <a:gd name="connsiteX11-3423" fmla="*/ 632410 w 2536298"/>
              <a:gd name="connsiteY11-3424" fmla="*/ 2529385 h 2529385"/>
              <a:gd name="connsiteX12-3425" fmla="*/ 619710 w 2536298"/>
              <a:gd name="connsiteY12-3426" fmla="*/ 2516685 h 2529385"/>
              <a:gd name="connsiteX13-3427" fmla="*/ 619710 w 2536298"/>
              <a:gd name="connsiteY13-3428" fmla="*/ 1078282 h 2529385"/>
              <a:gd name="connsiteX14-3429" fmla="*/ 607010 w 2536298"/>
              <a:gd name="connsiteY14-3430" fmla="*/ 1065632 h 2529385"/>
              <a:gd name="connsiteX15-3431" fmla="*/ 8573 w 2536298"/>
              <a:gd name="connsiteY15-3432" fmla="*/ 1065632 h 2529385"/>
              <a:gd name="connsiteX16-3433" fmla="*/ 19963 w 2536298"/>
              <a:gd name="connsiteY16-3434" fmla="*/ 1048823 h 2529385"/>
              <a:gd name="connsiteX0-3435" fmla="*/ 19486 w 2535821"/>
              <a:gd name="connsiteY0-3436" fmla="*/ 1048823 h 2529385"/>
              <a:gd name="connsiteX1-3437" fmla="*/ 0 w 2535821"/>
              <a:gd name="connsiteY1-3438" fmla="*/ 1043139 h 2529385"/>
              <a:gd name="connsiteX2-3439" fmla="*/ 1257613 w 2535821"/>
              <a:gd name="connsiteY2-3440" fmla="*/ 3028 h 2529385"/>
              <a:gd name="connsiteX3-3441" fmla="*/ 1273758 w 2535821"/>
              <a:gd name="connsiteY3-3442" fmla="*/ 3064 h 2529385"/>
              <a:gd name="connsiteX4-3443" fmla="*/ 2531371 w 2535821"/>
              <a:gd name="connsiteY4-3444" fmla="*/ 1043175 h 2529385"/>
              <a:gd name="connsiteX5-3445" fmla="*/ 2535180 w 2535821"/>
              <a:gd name="connsiteY5-3446" fmla="*/ 1057231 h 2529385"/>
              <a:gd name="connsiteX6-3447" fmla="*/ 2523230 w 2535821"/>
              <a:gd name="connsiteY6-3448" fmla="*/ 1065631 h 2529385"/>
              <a:gd name="connsiteX7-3449" fmla="*/ 1924793 w 2535821"/>
              <a:gd name="connsiteY7-3450" fmla="*/ 1065631 h 2529385"/>
              <a:gd name="connsiteX8-3451" fmla="*/ 1912093 w 2535821"/>
              <a:gd name="connsiteY8-3452" fmla="*/ 1078331 h 2529385"/>
              <a:gd name="connsiteX9-3453" fmla="*/ 1912093 w 2535821"/>
              <a:gd name="connsiteY9-3454" fmla="*/ 2516733 h 2529385"/>
              <a:gd name="connsiteX10-3455" fmla="*/ 1899393 w 2535821"/>
              <a:gd name="connsiteY10-3456" fmla="*/ 2529385 h 2529385"/>
              <a:gd name="connsiteX11-3457" fmla="*/ 631933 w 2535821"/>
              <a:gd name="connsiteY11-3458" fmla="*/ 2529385 h 2529385"/>
              <a:gd name="connsiteX12-3459" fmla="*/ 619233 w 2535821"/>
              <a:gd name="connsiteY12-3460" fmla="*/ 2516685 h 2529385"/>
              <a:gd name="connsiteX13-3461" fmla="*/ 619233 w 2535821"/>
              <a:gd name="connsiteY13-3462" fmla="*/ 1078282 h 2529385"/>
              <a:gd name="connsiteX14-3463" fmla="*/ 606533 w 2535821"/>
              <a:gd name="connsiteY14-3464" fmla="*/ 1065632 h 2529385"/>
              <a:gd name="connsiteX15-3465" fmla="*/ 8096 w 2535821"/>
              <a:gd name="connsiteY15-3466" fmla="*/ 1065632 h 2529385"/>
              <a:gd name="connsiteX16-3467" fmla="*/ 19486 w 2535821"/>
              <a:gd name="connsiteY16-3468" fmla="*/ 1048823 h 2529385"/>
              <a:gd name="connsiteX0-3469" fmla="*/ 12185 w 2528520"/>
              <a:gd name="connsiteY0-3470" fmla="*/ 1048823 h 2529385"/>
              <a:gd name="connsiteX1-3471" fmla="*/ 19895 w 2528520"/>
              <a:gd name="connsiteY1-3472" fmla="*/ 1020645 h 2529385"/>
              <a:gd name="connsiteX2-3473" fmla="*/ 1250312 w 2528520"/>
              <a:gd name="connsiteY2-3474" fmla="*/ 3028 h 2529385"/>
              <a:gd name="connsiteX3-3475" fmla="*/ 1266457 w 2528520"/>
              <a:gd name="connsiteY3-3476" fmla="*/ 3064 h 2529385"/>
              <a:gd name="connsiteX4-3477" fmla="*/ 2524070 w 2528520"/>
              <a:gd name="connsiteY4-3478" fmla="*/ 1043175 h 2529385"/>
              <a:gd name="connsiteX5-3479" fmla="*/ 2527879 w 2528520"/>
              <a:gd name="connsiteY5-3480" fmla="*/ 1057231 h 2529385"/>
              <a:gd name="connsiteX6-3481" fmla="*/ 2515929 w 2528520"/>
              <a:gd name="connsiteY6-3482" fmla="*/ 1065631 h 2529385"/>
              <a:gd name="connsiteX7-3483" fmla="*/ 1917492 w 2528520"/>
              <a:gd name="connsiteY7-3484" fmla="*/ 1065631 h 2529385"/>
              <a:gd name="connsiteX8-3485" fmla="*/ 1904792 w 2528520"/>
              <a:gd name="connsiteY8-3486" fmla="*/ 1078331 h 2529385"/>
              <a:gd name="connsiteX9-3487" fmla="*/ 1904792 w 2528520"/>
              <a:gd name="connsiteY9-3488" fmla="*/ 2516733 h 2529385"/>
              <a:gd name="connsiteX10-3489" fmla="*/ 1892092 w 2528520"/>
              <a:gd name="connsiteY10-3490" fmla="*/ 2529385 h 2529385"/>
              <a:gd name="connsiteX11-3491" fmla="*/ 624632 w 2528520"/>
              <a:gd name="connsiteY11-3492" fmla="*/ 2529385 h 2529385"/>
              <a:gd name="connsiteX12-3493" fmla="*/ 611932 w 2528520"/>
              <a:gd name="connsiteY12-3494" fmla="*/ 2516685 h 2529385"/>
              <a:gd name="connsiteX13-3495" fmla="*/ 611932 w 2528520"/>
              <a:gd name="connsiteY13-3496" fmla="*/ 1078282 h 2529385"/>
              <a:gd name="connsiteX14-3497" fmla="*/ 599232 w 2528520"/>
              <a:gd name="connsiteY14-3498" fmla="*/ 1065632 h 2529385"/>
              <a:gd name="connsiteX15-3499" fmla="*/ 795 w 2528520"/>
              <a:gd name="connsiteY15-3500" fmla="*/ 1065632 h 2529385"/>
              <a:gd name="connsiteX16-3501" fmla="*/ 12185 w 2528520"/>
              <a:gd name="connsiteY16-3502" fmla="*/ 1048823 h 2529385"/>
              <a:gd name="connsiteX0-3503" fmla="*/ 12185 w 2528520"/>
              <a:gd name="connsiteY0-3504" fmla="*/ 1048823 h 2529385"/>
              <a:gd name="connsiteX1-3505" fmla="*/ 19895 w 2528520"/>
              <a:gd name="connsiteY1-3506" fmla="*/ 1020645 h 2529385"/>
              <a:gd name="connsiteX2-3507" fmla="*/ 1250312 w 2528520"/>
              <a:gd name="connsiteY2-3508" fmla="*/ 3028 h 2529385"/>
              <a:gd name="connsiteX3-3509" fmla="*/ 1266457 w 2528520"/>
              <a:gd name="connsiteY3-3510" fmla="*/ 3064 h 2529385"/>
              <a:gd name="connsiteX4-3511" fmla="*/ 2524070 w 2528520"/>
              <a:gd name="connsiteY4-3512" fmla="*/ 1043175 h 2529385"/>
              <a:gd name="connsiteX5-3513" fmla="*/ 2527879 w 2528520"/>
              <a:gd name="connsiteY5-3514" fmla="*/ 1057231 h 2529385"/>
              <a:gd name="connsiteX6-3515" fmla="*/ 2515929 w 2528520"/>
              <a:gd name="connsiteY6-3516" fmla="*/ 1065631 h 2529385"/>
              <a:gd name="connsiteX7-3517" fmla="*/ 1917492 w 2528520"/>
              <a:gd name="connsiteY7-3518" fmla="*/ 1065631 h 2529385"/>
              <a:gd name="connsiteX8-3519" fmla="*/ 1904792 w 2528520"/>
              <a:gd name="connsiteY8-3520" fmla="*/ 1078331 h 2529385"/>
              <a:gd name="connsiteX9-3521" fmla="*/ 1904792 w 2528520"/>
              <a:gd name="connsiteY9-3522" fmla="*/ 2516733 h 2529385"/>
              <a:gd name="connsiteX10-3523" fmla="*/ 1892092 w 2528520"/>
              <a:gd name="connsiteY10-3524" fmla="*/ 2529385 h 2529385"/>
              <a:gd name="connsiteX11-3525" fmla="*/ 624632 w 2528520"/>
              <a:gd name="connsiteY11-3526" fmla="*/ 2529385 h 2529385"/>
              <a:gd name="connsiteX12-3527" fmla="*/ 611932 w 2528520"/>
              <a:gd name="connsiteY12-3528" fmla="*/ 2516685 h 2529385"/>
              <a:gd name="connsiteX13-3529" fmla="*/ 611932 w 2528520"/>
              <a:gd name="connsiteY13-3530" fmla="*/ 1078282 h 2529385"/>
              <a:gd name="connsiteX14-3531" fmla="*/ 599232 w 2528520"/>
              <a:gd name="connsiteY14-3532" fmla="*/ 1065632 h 2529385"/>
              <a:gd name="connsiteX15-3533" fmla="*/ 795 w 2528520"/>
              <a:gd name="connsiteY15-3534" fmla="*/ 1065632 h 2529385"/>
              <a:gd name="connsiteX16-3535" fmla="*/ 12185 w 2528520"/>
              <a:gd name="connsiteY16-3536" fmla="*/ 1048823 h 2529385"/>
              <a:gd name="connsiteX0-3537" fmla="*/ 12185 w 2528520"/>
              <a:gd name="connsiteY0-3538" fmla="*/ 1048823 h 2529385"/>
              <a:gd name="connsiteX1-3539" fmla="*/ 19895 w 2528520"/>
              <a:gd name="connsiteY1-3540" fmla="*/ 1020645 h 2529385"/>
              <a:gd name="connsiteX2-3541" fmla="*/ 1250312 w 2528520"/>
              <a:gd name="connsiteY2-3542" fmla="*/ 3028 h 2529385"/>
              <a:gd name="connsiteX3-3543" fmla="*/ 1266457 w 2528520"/>
              <a:gd name="connsiteY3-3544" fmla="*/ 3064 h 2529385"/>
              <a:gd name="connsiteX4-3545" fmla="*/ 2524070 w 2528520"/>
              <a:gd name="connsiteY4-3546" fmla="*/ 1043175 h 2529385"/>
              <a:gd name="connsiteX5-3547" fmla="*/ 2527879 w 2528520"/>
              <a:gd name="connsiteY5-3548" fmla="*/ 1057231 h 2529385"/>
              <a:gd name="connsiteX6-3549" fmla="*/ 2515929 w 2528520"/>
              <a:gd name="connsiteY6-3550" fmla="*/ 1065631 h 2529385"/>
              <a:gd name="connsiteX7-3551" fmla="*/ 1917492 w 2528520"/>
              <a:gd name="connsiteY7-3552" fmla="*/ 1065631 h 2529385"/>
              <a:gd name="connsiteX8-3553" fmla="*/ 1904792 w 2528520"/>
              <a:gd name="connsiteY8-3554" fmla="*/ 1078331 h 2529385"/>
              <a:gd name="connsiteX9-3555" fmla="*/ 1904792 w 2528520"/>
              <a:gd name="connsiteY9-3556" fmla="*/ 2516733 h 2529385"/>
              <a:gd name="connsiteX10-3557" fmla="*/ 1892092 w 2528520"/>
              <a:gd name="connsiteY10-3558" fmla="*/ 2529385 h 2529385"/>
              <a:gd name="connsiteX11-3559" fmla="*/ 624632 w 2528520"/>
              <a:gd name="connsiteY11-3560" fmla="*/ 2529385 h 2529385"/>
              <a:gd name="connsiteX12-3561" fmla="*/ 611932 w 2528520"/>
              <a:gd name="connsiteY12-3562" fmla="*/ 2516685 h 2529385"/>
              <a:gd name="connsiteX13-3563" fmla="*/ 611932 w 2528520"/>
              <a:gd name="connsiteY13-3564" fmla="*/ 1078282 h 2529385"/>
              <a:gd name="connsiteX14-3565" fmla="*/ 599232 w 2528520"/>
              <a:gd name="connsiteY14-3566" fmla="*/ 1065632 h 2529385"/>
              <a:gd name="connsiteX15-3567" fmla="*/ 795 w 2528520"/>
              <a:gd name="connsiteY15-3568" fmla="*/ 1065632 h 2529385"/>
              <a:gd name="connsiteX16-3569" fmla="*/ 12185 w 2528520"/>
              <a:gd name="connsiteY16-3570" fmla="*/ 1048823 h 2529385"/>
              <a:gd name="connsiteX0-3571" fmla="*/ 12185 w 2528520"/>
              <a:gd name="connsiteY0-3572" fmla="*/ 1048274 h 2528836"/>
              <a:gd name="connsiteX1-3573" fmla="*/ 19895 w 2528520"/>
              <a:gd name="connsiteY1-3574" fmla="*/ 1020096 h 2528836"/>
              <a:gd name="connsiteX2-3575" fmla="*/ 1242215 w 2528520"/>
              <a:gd name="connsiteY2-3576" fmla="*/ 9173 h 2528836"/>
              <a:gd name="connsiteX3-3577" fmla="*/ 1266457 w 2528520"/>
              <a:gd name="connsiteY3-3578" fmla="*/ 2515 h 2528836"/>
              <a:gd name="connsiteX4-3579" fmla="*/ 2524070 w 2528520"/>
              <a:gd name="connsiteY4-3580" fmla="*/ 1042626 h 2528836"/>
              <a:gd name="connsiteX5-3581" fmla="*/ 2527879 w 2528520"/>
              <a:gd name="connsiteY5-3582" fmla="*/ 1056682 h 2528836"/>
              <a:gd name="connsiteX6-3583" fmla="*/ 2515929 w 2528520"/>
              <a:gd name="connsiteY6-3584" fmla="*/ 1065082 h 2528836"/>
              <a:gd name="connsiteX7-3585" fmla="*/ 1917492 w 2528520"/>
              <a:gd name="connsiteY7-3586" fmla="*/ 1065082 h 2528836"/>
              <a:gd name="connsiteX8-3587" fmla="*/ 1904792 w 2528520"/>
              <a:gd name="connsiteY8-3588" fmla="*/ 1077782 h 2528836"/>
              <a:gd name="connsiteX9-3589" fmla="*/ 1904792 w 2528520"/>
              <a:gd name="connsiteY9-3590" fmla="*/ 2516184 h 2528836"/>
              <a:gd name="connsiteX10-3591" fmla="*/ 1892092 w 2528520"/>
              <a:gd name="connsiteY10-3592" fmla="*/ 2528836 h 2528836"/>
              <a:gd name="connsiteX11-3593" fmla="*/ 624632 w 2528520"/>
              <a:gd name="connsiteY11-3594" fmla="*/ 2528836 h 2528836"/>
              <a:gd name="connsiteX12-3595" fmla="*/ 611932 w 2528520"/>
              <a:gd name="connsiteY12-3596" fmla="*/ 2516136 h 2528836"/>
              <a:gd name="connsiteX13-3597" fmla="*/ 611932 w 2528520"/>
              <a:gd name="connsiteY13-3598" fmla="*/ 1077733 h 2528836"/>
              <a:gd name="connsiteX14-3599" fmla="*/ 599232 w 2528520"/>
              <a:gd name="connsiteY14-3600" fmla="*/ 1065083 h 2528836"/>
              <a:gd name="connsiteX15-3601" fmla="*/ 795 w 2528520"/>
              <a:gd name="connsiteY15-3602" fmla="*/ 1065083 h 2528836"/>
              <a:gd name="connsiteX16-3603" fmla="*/ 12185 w 2528520"/>
              <a:gd name="connsiteY16-3604" fmla="*/ 1048274 h 2528836"/>
              <a:gd name="connsiteX0-3605" fmla="*/ 12185 w 2528520"/>
              <a:gd name="connsiteY0-3606" fmla="*/ 1047650 h 2528212"/>
              <a:gd name="connsiteX1-3607" fmla="*/ 19895 w 2528520"/>
              <a:gd name="connsiteY1-3608" fmla="*/ 1019472 h 2528212"/>
              <a:gd name="connsiteX2-3609" fmla="*/ 1242215 w 2528520"/>
              <a:gd name="connsiteY2-3610" fmla="*/ 8549 h 2528212"/>
              <a:gd name="connsiteX3-3611" fmla="*/ 1266457 w 2528520"/>
              <a:gd name="connsiteY3-3612" fmla="*/ 1891 h 2528212"/>
              <a:gd name="connsiteX4-3613" fmla="*/ 2524070 w 2528520"/>
              <a:gd name="connsiteY4-3614" fmla="*/ 1042002 h 2528212"/>
              <a:gd name="connsiteX5-3615" fmla="*/ 2527879 w 2528520"/>
              <a:gd name="connsiteY5-3616" fmla="*/ 1056058 h 2528212"/>
              <a:gd name="connsiteX6-3617" fmla="*/ 2515929 w 2528520"/>
              <a:gd name="connsiteY6-3618" fmla="*/ 1064458 h 2528212"/>
              <a:gd name="connsiteX7-3619" fmla="*/ 1917492 w 2528520"/>
              <a:gd name="connsiteY7-3620" fmla="*/ 1064458 h 2528212"/>
              <a:gd name="connsiteX8-3621" fmla="*/ 1904792 w 2528520"/>
              <a:gd name="connsiteY8-3622" fmla="*/ 1077158 h 2528212"/>
              <a:gd name="connsiteX9-3623" fmla="*/ 1904792 w 2528520"/>
              <a:gd name="connsiteY9-3624" fmla="*/ 2515560 h 2528212"/>
              <a:gd name="connsiteX10-3625" fmla="*/ 1892092 w 2528520"/>
              <a:gd name="connsiteY10-3626" fmla="*/ 2528212 h 2528212"/>
              <a:gd name="connsiteX11-3627" fmla="*/ 624632 w 2528520"/>
              <a:gd name="connsiteY11-3628" fmla="*/ 2528212 h 2528212"/>
              <a:gd name="connsiteX12-3629" fmla="*/ 611932 w 2528520"/>
              <a:gd name="connsiteY12-3630" fmla="*/ 2515512 h 2528212"/>
              <a:gd name="connsiteX13-3631" fmla="*/ 611932 w 2528520"/>
              <a:gd name="connsiteY13-3632" fmla="*/ 1077109 h 2528212"/>
              <a:gd name="connsiteX14-3633" fmla="*/ 599232 w 2528520"/>
              <a:gd name="connsiteY14-3634" fmla="*/ 1064459 h 2528212"/>
              <a:gd name="connsiteX15-3635" fmla="*/ 795 w 2528520"/>
              <a:gd name="connsiteY15-3636" fmla="*/ 1064459 h 2528212"/>
              <a:gd name="connsiteX16-3637" fmla="*/ 12185 w 2528520"/>
              <a:gd name="connsiteY16-3638" fmla="*/ 1047650 h 2528212"/>
              <a:gd name="connsiteX0-3639" fmla="*/ 12185 w 2528520"/>
              <a:gd name="connsiteY0-3640" fmla="*/ 1046485 h 2527047"/>
              <a:gd name="connsiteX1-3641" fmla="*/ 19895 w 2528520"/>
              <a:gd name="connsiteY1-3642" fmla="*/ 1018307 h 2527047"/>
              <a:gd name="connsiteX2-3643" fmla="*/ 1242215 w 2528520"/>
              <a:gd name="connsiteY2-3644" fmla="*/ 7384 h 2527047"/>
              <a:gd name="connsiteX3-3645" fmla="*/ 1266457 w 2528520"/>
              <a:gd name="connsiteY3-3646" fmla="*/ 726 h 2527047"/>
              <a:gd name="connsiteX4-3647" fmla="*/ 2524070 w 2528520"/>
              <a:gd name="connsiteY4-3648" fmla="*/ 1040837 h 2527047"/>
              <a:gd name="connsiteX5-3649" fmla="*/ 2527879 w 2528520"/>
              <a:gd name="connsiteY5-3650" fmla="*/ 1054893 h 2527047"/>
              <a:gd name="connsiteX6-3651" fmla="*/ 2515929 w 2528520"/>
              <a:gd name="connsiteY6-3652" fmla="*/ 1063293 h 2527047"/>
              <a:gd name="connsiteX7-3653" fmla="*/ 1917492 w 2528520"/>
              <a:gd name="connsiteY7-3654" fmla="*/ 1063293 h 2527047"/>
              <a:gd name="connsiteX8-3655" fmla="*/ 1904792 w 2528520"/>
              <a:gd name="connsiteY8-3656" fmla="*/ 1075993 h 2527047"/>
              <a:gd name="connsiteX9-3657" fmla="*/ 1904792 w 2528520"/>
              <a:gd name="connsiteY9-3658" fmla="*/ 2514395 h 2527047"/>
              <a:gd name="connsiteX10-3659" fmla="*/ 1892092 w 2528520"/>
              <a:gd name="connsiteY10-3660" fmla="*/ 2527047 h 2527047"/>
              <a:gd name="connsiteX11-3661" fmla="*/ 624632 w 2528520"/>
              <a:gd name="connsiteY11-3662" fmla="*/ 2527047 h 2527047"/>
              <a:gd name="connsiteX12-3663" fmla="*/ 611932 w 2528520"/>
              <a:gd name="connsiteY12-3664" fmla="*/ 2514347 h 2527047"/>
              <a:gd name="connsiteX13-3665" fmla="*/ 611932 w 2528520"/>
              <a:gd name="connsiteY13-3666" fmla="*/ 1075944 h 2527047"/>
              <a:gd name="connsiteX14-3667" fmla="*/ 599232 w 2528520"/>
              <a:gd name="connsiteY14-3668" fmla="*/ 1063294 h 2527047"/>
              <a:gd name="connsiteX15-3669" fmla="*/ 795 w 2528520"/>
              <a:gd name="connsiteY15-3670" fmla="*/ 1063294 h 2527047"/>
              <a:gd name="connsiteX16-3671" fmla="*/ 12185 w 2528520"/>
              <a:gd name="connsiteY16-3672" fmla="*/ 1046485 h 2527047"/>
              <a:gd name="connsiteX0-3673" fmla="*/ 12185 w 2528520"/>
              <a:gd name="connsiteY0-3674" fmla="*/ 1045174 h 2525736"/>
              <a:gd name="connsiteX1-3675" fmla="*/ 19895 w 2528520"/>
              <a:gd name="connsiteY1-3676" fmla="*/ 1016996 h 2525736"/>
              <a:gd name="connsiteX2-3677" fmla="*/ 1242215 w 2528520"/>
              <a:gd name="connsiteY2-3678" fmla="*/ 6073 h 2525736"/>
              <a:gd name="connsiteX3-3679" fmla="*/ 1274549 w 2528520"/>
              <a:gd name="connsiteY3-3680" fmla="*/ 6109 h 2525736"/>
              <a:gd name="connsiteX4-3681" fmla="*/ 2524070 w 2528520"/>
              <a:gd name="connsiteY4-3682" fmla="*/ 1039526 h 2525736"/>
              <a:gd name="connsiteX5-3683" fmla="*/ 2527879 w 2528520"/>
              <a:gd name="connsiteY5-3684" fmla="*/ 1053582 h 2525736"/>
              <a:gd name="connsiteX6-3685" fmla="*/ 2515929 w 2528520"/>
              <a:gd name="connsiteY6-3686" fmla="*/ 1061982 h 2525736"/>
              <a:gd name="connsiteX7-3687" fmla="*/ 1917492 w 2528520"/>
              <a:gd name="connsiteY7-3688" fmla="*/ 1061982 h 2525736"/>
              <a:gd name="connsiteX8-3689" fmla="*/ 1904792 w 2528520"/>
              <a:gd name="connsiteY8-3690" fmla="*/ 1074682 h 2525736"/>
              <a:gd name="connsiteX9-3691" fmla="*/ 1904792 w 2528520"/>
              <a:gd name="connsiteY9-3692" fmla="*/ 2513084 h 2525736"/>
              <a:gd name="connsiteX10-3693" fmla="*/ 1892092 w 2528520"/>
              <a:gd name="connsiteY10-3694" fmla="*/ 2525736 h 2525736"/>
              <a:gd name="connsiteX11-3695" fmla="*/ 624632 w 2528520"/>
              <a:gd name="connsiteY11-3696" fmla="*/ 2525736 h 2525736"/>
              <a:gd name="connsiteX12-3697" fmla="*/ 611932 w 2528520"/>
              <a:gd name="connsiteY12-3698" fmla="*/ 2513036 h 2525736"/>
              <a:gd name="connsiteX13-3699" fmla="*/ 611932 w 2528520"/>
              <a:gd name="connsiteY13-3700" fmla="*/ 1074633 h 2525736"/>
              <a:gd name="connsiteX14-3701" fmla="*/ 599232 w 2528520"/>
              <a:gd name="connsiteY14-3702" fmla="*/ 1061983 h 2525736"/>
              <a:gd name="connsiteX15-3703" fmla="*/ 795 w 2528520"/>
              <a:gd name="connsiteY15-3704" fmla="*/ 1061983 h 2525736"/>
              <a:gd name="connsiteX16-3705" fmla="*/ 12185 w 2528520"/>
              <a:gd name="connsiteY16-3706" fmla="*/ 1045174 h 2525736"/>
              <a:gd name="connsiteX0-3707" fmla="*/ 12185 w 2528520"/>
              <a:gd name="connsiteY0-3708" fmla="*/ 1045174 h 2525736"/>
              <a:gd name="connsiteX1-3709" fmla="*/ 19895 w 2528520"/>
              <a:gd name="connsiteY1-3710" fmla="*/ 1016996 h 2525736"/>
              <a:gd name="connsiteX2-3711" fmla="*/ 1242215 w 2528520"/>
              <a:gd name="connsiteY2-3712" fmla="*/ 6073 h 2525736"/>
              <a:gd name="connsiteX3-3713" fmla="*/ 1274549 w 2528520"/>
              <a:gd name="connsiteY3-3714" fmla="*/ 6109 h 2525736"/>
              <a:gd name="connsiteX4-3715" fmla="*/ 2524070 w 2528520"/>
              <a:gd name="connsiteY4-3716" fmla="*/ 1039526 h 2525736"/>
              <a:gd name="connsiteX5-3717" fmla="*/ 2527879 w 2528520"/>
              <a:gd name="connsiteY5-3718" fmla="*/ 1053582 h 2525736"/>
              <a:gd name="connsiteX6-3719" fmla="*/ 2515929 w 2528520"/>
              <a:gd name="connsiteY6-3720" fmla="*/ 1061982 h 2525736"/>
              <a:gd name="connsiteX7-3721" fmla="*/ 1917492 w 2528520"/>
              <a:gd name="connsiteY7-3722" fmla="*/ 1061982 h 2525736"/>
              <a:gd name="connsiteX8-3723" fmla="*/ 1904792 w 2528520"/>
              <a:gd name="connsiteY8-3724" fmla="*/ 1074682 h 2525736"/>
              <a:gd name="connsiteX9-3725" fmla="*/ 1904792 w 2528520"/>
              <a:gd name="connsiteY9-3726" fmla="*/ 2513084 h 2525736"/>
              <a:gd name="connsiteX10-3727" fmla="*/ 1892092 w 2528520"/>
              <a:gd name="connsiteY10-3728" fmla="*/ 2525736 h 2525736"/>
              <a:gd name="connsiteX11-3729" fmla="*/ 624632 w 2528520"/>
              <a:gd name="connsiteY11-3730" fmla="*/ 2525736 h 2525736"/>
              <a:gd name="connsiteX12-3731" fmla="*/ 611932 w 2528520"/>
              <a:gd name="connsiteY12-3732" fmla="*/ 2513036 h 2525736"/>
              <a:gd name="connsiteX13-3733" fmla="*/ 611932 w 2528520"/>
              <a:gd name="connsiteY13-3734" fmla="*/ 1074633 h 2525736"/>
              <a:gd name="connsiteX14-3735" fmla="*/ 599232 w 2528520"/>
              <a:gd name="connsiteY14-3736" fmla="*/ 1061983 h 2525736"/>
              <a:gd name="connsiteX15-3737" fmla="*/ 795 w 2528520"/>
              <a:gd name="connsiteY15-3738" fmla="*/ 1061983 h 2525736"/>
              <a:gd name="connsiteX16-3739" fmla="*/ 12185 w 2528520"/>
              <a:gd name="connsiteY16-3740" fmla="*/ 1045174 h 2525736"/>
              <a:gd name="connsiteX0-3741" fmla="*/ 12185 w 2528520"/>
              <a:gd name="connsiteY0-3742" fmla="*/ 1045174 h 2525736"/>
              <a:gd name="connsiteX1-3743" fmla="*/ 19895 w 2528520"/>
              <a:gd name="connsiteY1-3744" fmla="*/ 1016996 h 2525736"/>
              <a:gd name="connsiteX2-3745" fmla="*/ 1242215 w 2528520"/>
              <a:gd name="connsiteY2-3746" fmla="*/ 6073 h 2525736"/>
              <a:gd name="connsiteX3-3747" fmla="*/ 1274549 w 2528520"/>
              <a:gd name="connsiteY3-3748" fmla="*/ 6109 h 2525736"/>
              <a:gd name="connsiteX4-3749" fmla="*/ 2524070 w 2528520"/>
              <a:gd name="connsiteY4-3750" fmla="*/ 1039526 h 2525736"/>
              <a:gd name="connsiteX5-3751" fmla="*/ 2527879 w 2528520"/>
              <a:gd name="connsiteY5-3752" fmla="*/ 1053582 h 2525736"/>
              <a:gd name="connsiteX6-3753" fmla="*/ 2515929 w 2528520"/>
              <a:gd name="connsiteY6-3754" fmla="*/ 1061982 h 2525736"/>
              <a:gd name="connsiteX7-3755" fmla="*/ 1917492 w 2528520"/>
              <a:gd name="connsiteY7-3756" fmla="*/ 1061982 h 2525736"/>
              <a:gd name="connsiteX8-3757" fmla="*/ 1904792 w 2528520"/>
              <a:gd name="connsiteY8-3758" fmla="*/ 1074682 h 2525736"/>
              <a:gd name="connsiteX9-3759" fmla="*/ 1904792 w 2528520"/>
              <a:gd name="connsiteY9-3760" fmla="*/ 2513084 h 2525736"/>
              <a:gd name="connsiteX10-3761" fmla="*/ 1892092 w 2528520"/>
              <a:gd name="connsiteY10-3762" fmla="*/ 2525736 h 2525736"/>
              <a:gd name="connsiteX11-3763" fmla="*/ 624632 w 2528520"/>
              <a:gd name="connsiteY11-3764" fmla="*/ 2525736 h 2525736"/>
              <a:gd name="connsiteX12-3765" fmla="*/ 611932 w 2528520"/>
              <a:gd name="connsiteY12-3766" fmla="*/ 2513036 h 2525736"/>
              <a:gd name="connsiteX13-3767" fmla="*/ 611932 w 2528520"/>
              <a:gd name="connsiteY13-3768" fmla="*/ 1074633 h 2525736"/>
              <a:gd name="connsiteX14-3769" fmla="*/ 599232 w 2528520"/>
              <a:gd name="connsiteY14-3770" fmla="*/ 1061983 h 2525736"/>
              <a:gd name="connsiteX15-3771" fmla="*/ 795 w 2528520"/>
              <a:gd name="connsiteY15-3772" fmla="*/ 1061983 h 2525736"/>
              <a:gd name="connsiteX16-3773" fmla="*/ 12185 w 2528520"/>
              <a:gd name="connsiteY16-3774" fmla="*/ 1045174 h 2525736"/>
              <a:gd name="connsiteX0-3775" fmla="*/ 12185 w 2528315"/>
              <a:gd name="connsiteY0-3776" fmla="*/ 1045174 h 2525736"/>
              <a:gd name="connsiteX1-3777" fmla="*/ 19895 w 2528315"/>
              <a:gd name="connsiteY1-3778" fmla="*/ 1016996 h 2525736"/>
              <a:gd name="connsiteX2-3779" fmla="*/ 1242215 w 2528315"/>
              <a:gd name="connsiteY2-3780" fmla="*/ 6073 h 2525736"/>
              <a:gd name="connsiteX3-3781" fmla="*/ 1274549 w 2528315"/>
              <a:gd name="connsiteY3-3782" fmla="*/ 6109 h 2525736"/>
              <a:gd name="connsiteX4-3783" fmla="*/ 2496871 w 2528315"/>
              <a:gd name="connsiteY4-3784" fmla="*/ 1017031 h 2525736"/>
              <a:gd name="connsiteX5-3785" fmla="*/ 2527879 w 2528315"/>
              <a:gd name="connsiteY5-3786" fmla="*/ 1053582 h 2525736"/>
              <a:gd name="connsiteX6-3787" fmla="*/ 2515929 w 2528315"/>
              <a:gd name="connsiteY6-3788" fmla="*/ 1061982 h 2525736"/>
              <a:gd name="connsiteX7-3789" fmla="*/ 1917492 w 2528315"/>
              <a:gd name="connsiteY7-3790" fmla="*/ 1061982 h 2525736"/>
              <a:gd name="connsiteX8-3791" fmla="*/ 1904792 w 2528315"/>
              <a:gd name="connsiteY8-3792" fmla="*/ 1074682 h 2525736"/>
              <a:gd name="connsiteX9-3793" fmla="*/ 1904792 w 2528315"/>
              <a:gd name="connsiteY9-3794" fmla="*/ 2513084 h 2525736"/>
              <a:gd name="connsiteX10-3795" fmla="*/ 1892092 w 2528315"/>
              <a:gd name="connsiteY10-3796" fmla="*/ 2525736 h 2525736"/>
              <a:gd name="connsiteX11-3797" fmla="*/ 624632 w 2528315"/>
              <a:gd name="connsiteY11-3798" fmla="*/ 2525736 h 2525736"/>
              <a:gd name="connsiteX12-3799" fmla="*/ 611932 w 2528315"/>
              <a:gd name="connsiteY12-3800" fmla="*/ 2513036 h 2525736"/>
              <a:gd name="connsiteX13-3801" fmla="*/ 611932 w 2528315"/>
              <a:gd name="connsiteY13-3802" fmla="*/ 1074633 h 2525736"/>
              <a:gd name="connsiteX14-3803" fmla="*/ 599232 w 2528315"/>
              <a:gd name="connsiteY14-3804" fmla="*/ 1061983 h 2525736"/>
              <a:gd name="connsiteX15-3805" fmla="*/ 795 w 2528315"/>
              <a:gd name="connsiteY15-3806" fmla="*/ 1061983 h 2525736"/>
              <a:gd name="connsiteX16-3807" fmla="*/ 12185 w 2528315"/>
              <a:gd name="connsiteY16-3808" fmla="*/ 1045174 h 2525736"/>
              <a:gd name="connsiteX0-3809" fmla="*/ 12185 w 2527958"/>
              <a:gd name="connsiteY0-3810" fmla="*/ 1045174 h 2525736"/>
              <a:gd name="connsiteX1-3811" fmla="*/ 19895 w 2527958"/>
              <a:gd name="connsiteY1-3812" fmla="*/ 1016996 h 2525736"/>
              <a:gd name="connsiteX2-3813" fmla="*/ 1242215 w 2527958"/>
              <a:gd name="connsiteY2-3814" fmla="*/ 6073 h 2525736"/>
              <a:gd name="connsiteX3-3815" fmla="*/ 1274549 w 2527958"/>
              <a:gd name="connsiteY3-3816" fmla="*/ 6109 h 2525736"/>
              <a:gd name="connsiteX4-3817" fmla="*/ 2496871 w 2527958"/>
              <a:gd name="connsiteY4-3818" fmla="*/ 1017031 h 2525736"/>
              <a:gd name="connsiteX5-3819" fmla="*/ 2527879 w 2527958"/>
              <a:gd name="connsiteY5-3820" fmla="*/ 1053582 h 2525736"/>
              <a:gd name="connsiteX6-3821" fmla="*/ 2515929 w 2527958"/>
              <a:gd name="connsiteY6-3822" fmla="*/ 1061982 h 2525736"/>
              <a:gd name="connsiteX7-3823" fmla="*/ 1917492 w 2527958"/>
              <a:gd name="connsiteY7-3824" fmla="*/ 1061982 h 2525736"/>
              <a:gd name="connsiteX8-3825" fmla="*/ 1904792 w 2527958"/>
              <a:gd name="connsiteY8-3826" fmla="*/ 1074682 h 2525736"/>
              <a:gd name="connsiteX9-3827" fmla="*/ 1904792 w 2527958"/>
              <a:gd name="connsiteY9-3828" fmla="*/ 2513084 h 2525736"/>
              <a:gd name="connsiteX10-3829" fmla="*/ 1892092 w 2527958"/>
              <a:gd name="connsiteY10-3830" fmla="*/ 2525736 h 2525736"/>
              <a:gd name="connsiteX11-3831" fmla="*/ 624632 w 2527958"/>
              <a:gd name="connsiteY11-3832" fmla="*/ 2525736 h 2525736"/>
              <a:gd name="connsiteX12-3833" fmla="*/ 611932 w 2527958"/>
              <a:gd name="connsiteY12-3834" fmla="*/ 2513036 h 2525736"/>
              <a:gd name="connsiteX13-3835" fmla="*/ 611932 w 2527958"/>
              <a:gd name="connsiteY13-3836" fmla="*/ 1074633 h 2525736"/>
              <a:gd name="connsiteX14-3837" fmla="*/ 599232 w 2527958"/>
              <a:gd name="connsiteY14-3838" fmla="*/ 1061983 h 2525736"/>
              <a:gd name="connsiteX15-3839" fmla="*/ 795 w 2527958"/>
              <a:gd name="connsiteY15-3840" fmla="*/ 1061983 h 2525736"/>
              <a:gd name="connsiteX16-3841" fmla="*/ 12185 w 2527958"/>
              <a:gd name="connsiteY16-3842" fmla="*/ 1045174 h 2525736"/>
              <a:gd name="connsiteX0-3843" fmla="*/ 12185 w 2527879"/>
              <a:gd name="connsiteY0-3844" fmla="*/ 1045174 h 2525736"/>
              <a:gd name="connsiteX1-3845" fmla="*/ 19895 w 2527879"/>
              <a:gd name="connsiteY1-3846" fmla="*/ 1016996 h 2525736"/>
              <a:gd name="connsiteX2-3847" fmla="*/ 1242215 w 2527879"/>
              <a:gd name="connsiteY2-3848" fmla="*/ 6073 h 2525736"/>
              <a:gd name="connsiteX3-3849" fmla="*/ 1274549 w 2527879"/>
              <a:gd name="connsiteY3-3850" fmla="*/ 6109 h 2525736"/>
              <a:gd name="connsiteX4-3851" fmla="*/ 2496871 w 2527879"/>
              <a:gd name="connsiteY4-3852" fmla="*/ 1017031 h 2525736"/>
              <a:gd name="connsiteX5-3853" fmla="*/ 2527879 w 2527879"/>
              <a:gd name="connsiteY5-3854" fmla="*/ 1053582 h 2525736"/>
              <a:gd name="connsiteX6-3855" fmla="*/ 2515929 w 2527879"/>
              <a:gd name="connsiteY6-3856" fmla="*/ 1061982 h 2525736"/>
              <a:gd name="connsiteX7-3857" fmla="*/ 1917492 w 2527879"/>
              <a:gd name="connsiteY7-3858" fmla="*/ 1061982 h 2525736"/>
              <a:gd name="connsiteX8-3859" fmla="*/ 1904792 w 2527879"/>
              <a:gd name="connsiteY8-3860" fmla="*/ 1074682 h 2525736"/>
              <a:gd name="connsiteX9-3861" fmla="*/ 1904792 w 2527879"/>
              <a:gd name="connsiteY9-3862" fmla="*/ 2513084 h 2525736"/>
              <a:gd name="connsiteX10-3863" fmla="*/ 1892092 w 2527879"/>
              <a:gd name="connsiteY10-3864" fmla="*/ 2525736 h 2525736"/>
              <a:gd name="connsiteX11-3865" fmla="*/ 624632 w 2527879"/>
              <a:gd name="connsiteY11-3866" fmla="*/ 2525736 h 2525736"/>
              <a:gd name="connsiteX12-3867" fmla="*/ 611932 w 2527879"/>
              <a:gd name="connsiteY12-3868" fmla="*/ 2513036 h 2525736"/>
              <a:gd name="connsiteX13-3869" fmla="*/ 611932 w 2527879"/>
              <a:gd name="connsiteY13-3870" fmla="*/ 1074633 h 2525736"/>
              <a:gd name="connsiteX14-3871" fmla="*/ 599232 w 2527879"/>
              <a:gd name="connsiteY14-3872" fmla="*/ 1061983 h 2525736"/>
              <a:gd name="connsiteX15-3873" fmla="*/ 795 w 2527879"/>
              <a:gd name="connsiteY15-3874" fmla="*/ 1061983 h 2525736"/>
              <a:gd name="connsiteX16-3875" fmla="*/ 12185 w 2527879"/>
              <a:gd name="connsiteY16-3876" fmla="*/ 1045174 h 2525736"/>
              <a:gd name="connsiteX0-3877" fmla="*/ 12185 w 2520339"/>
              <a:gd name="connsiteY0-3878" fmla="*/ 1045174 h 2525736"/>
              <a:gd name="connsiteX1-3879" fmla="*/ 19895 w 2520339"/>
              <a:gd name="connsiteY1-3880" fmla="*/ 1016996 h 2525736"/>
              <a:gd name="connsiteX2-3881" fmla="*/ 1242215 w 2520339"/>
              <a:gd name="connsiteY2-3882" fmla="*/ 6073 h 2525736"/>
              <a:gd name="connsiteX3-3883" fmla="*/ 1274549 w 2520339"/>
              <a:gd name="connsiteY3-3884" fmla="*/ 6109 h 2525736"/>
              <a:gd name="connsiteX4-3885" fmla="*/ 2496871 w 2520339"/>
              <a:gd name="connsiteY4-3886" fmla="*/ 1017031 h 2525736"/>
              <a:gd name="connsiteX5-3887" fmla="*/ 2504535 w 2520339"/>
              <a:gd name="connsiteY5-3888" fmla="*/ 1045181 h 2525736"/>
              <a:gd name="connsiteX6-3889" fmla="*/ 2515929 w 2520339"/>
              <a:gd name="connsiteY6-3890" fmla="*/ 1061982 h 2525736"/>
              <a:gd name="connsiteX7-3891" fmla="*/ 1917492 w 2520339"/>
              <a:gd name="connsiteY7-3892" fmla="*/ 1061982 h 2525736"/>
              <a:gd name="connsiteX8-3893" fmla="*/ 1904792 w 2520339"/>
              <a:gd name="connsiteY8-3894" fmla="*/ 1074682 h 2525736"/>
              <a:gd name="connsiteX9-3895" fmla="*/ 1904792 w 2520339"/>
              <a:gd name="connsiteY9-3896" fmla="*/ 2513084 h 2525736"/>
              <a:gd name="connsiteX10-3897" fmla="*/ 1892092 w 2520339"/>
              <a:gd name="connsiteY10-3898" fmla="*/ 2525736 h 2525736"/>
              <a:gd name="connsiteX11-3899" fmla="*/ 624632 w 2520339"/>
              <a:gd name="connsiteY11-3900" fmla="*/ 2525736 h 2525736"/>
              <a:gd name="connsiteX12-3901" fmla="*/ 611932 w 2520339"/>
              <a:gd name="connsiteY12-3902" fmla="*/ 2513036 h 2525736"/>
              <a:gd name="connsiteX13-3903" fmla="*/ 611932 w 2520339"/>
              <a:gd name="connsiteY13-3904" fmla="*/ 1074633 h 2525736"/>
              <a:gd name="connsiteX14-3905" fmla="*/ 599232 w 2520339"/>
              <a:gd name="connsiteY14-3906" fmla="*/ 1061983 h 2525736"/>
              <a:gd name="connsiteX15-3907" fmla="*/ 795 w 2520339"/>
              <a:gd name="connsiteY15-3908" fmla="*/ 1061983 h 2525736"/>
              <a:gd name="connsiteX16-3909" fmla="*/ 12185 w 2520339"/>
              <a:gd name="connsiteY16-3910" fmla="*/ 1045174 h 2525736"/>
              <a:gd name="connsiteX0-3911" fmla="*/ 12185 w 2516723"/>
              <a:gd name="connsiteY0-3912" fmla="*/ 1045174 h 2525736"/>
              <a:gd name="connsiteX1-3913" fmla="*/ 19895 w 2516723"/>
              <a:gd name="connsiteY1-3914" fmla="*/ 1016996 h 2525736"/>
              <a:gd name="connsiteX2-3915" fmla="*/ 1242215 w 2516723"/>
              <a:gd name="connsiteY2-3916" fmla="*/ 6073 h 2525736"/>
              <a:gd name="connsiteX3-3917" fmla="*/ 1274549 w 2516723"/>
              <a:gd name="connsiteY3-3918" fmla="*/ 6109 h 2525736"/>
              <a:gd name="connsiteX4-3919" fmla="*/ 2496871 w 2516723"/>
              <a:gd name="connsiteY4-3920" fmla="*/ 1017031 h 2525736"/>
              <a:gd name="connsiteX5-3921" fmla="*/ 2504535 w 2516723"/>
              <a:gd name="connsiteY5-3922" fmla="*/ 1045181 h 2525736"/>
              <a:gd name="connsiteX6-3923" fmla="*/ 2515929 w 2516723"/>
              <a:gd name="connsiteY6-3924" fmla="*/ 1061982 h 2525736"/>
              <a:gd name="connsiteX7-3925" fmla="*/ 1917492 w 2516723"/>
              <a:gd name="connsiteY7-3926" fmla="*/ 1061982 h 2525736"/>
              <a:gd name="connsiteX8-3927" fmla="*/ 1904792 w 2516723"/>
              <a:gd name="connsiteY8-3928" fmla="*/ 1074682 h 2525736"/>
              <a:gd name="connsiteX9-3929" fmla="*/ 1904792 w 2516723"/>
              <a:gd name="connsiteY9-3930" fmla="*/ 2513084 h 2525736"/>
              <a:gd name="connsiteX10-3931" fmla="*/ 1892092 w 2516723"/>
              <a:gd name="connsiteY10-3932" fmla="*/ 2525736 h 2525736"/>
              <a:gd name="connsiteX11-3933" fmla="*/ 624632 w 2516723"/>
              <a:gd name="connsiteY11-3934" fmla="*/ 2525736 h 2525736"/>
              <a:gd name="connsiteX12-3935" fmla="*/ 611932 w 2516723"/>
              <a:gd name="connsiteY12-3936" fmla="*/ 2513036 h 2525736"/>
              <a:gd name="connsiteX13-3937" fmla="*/ 611932 w 2516723"/>
              <a:gd name="connsiteY13-3938" fmla="*/ 1074633 h 2525736"/>
              <a:gd name="connsiteX14-3939" fmla="*/ 599232 w 2516723"/>
              <a:gd name="connsiteY14-3940" fmla="*/ 1061983 h 2525736"/>
              <a:gd name="connsiteX15-3941" fmla="*/ 795 w 2516723"/>
              <a:gd name="connsiteY15-3942" fmla="*/ 1061983 h 2525736"/>
              <a:gd name="connsiteX16-3943" fmla="*/ 12185 w 2516723"/>
              <a:gd name="connsiteY16-3944" fmla="*/ 1045174 h 2525736"/>
              <a:gd name="connsiteX0-3945" fmla="*/ 12185 w 2515929"/>
              <a:gd name="connsiteY0-3946" fmla="*/ 1045174 h 2525736"/>
              <a:gd name="connsiteX1-3947" fmla="*/ 19895 w 2515929"/>
              <a:gd name="connsiteY1-3948" fmla="*/ 1016996 h 2525736"/>
              <a:gd name="connsiteX2-3949" fmla="*/ 1242215 w 2515929"/>
              <a:gd name="connsiteY2-3950" fmla="*/ 6073 h 2525736"/>
              <a:gd name="connsiteX3-3951" fmla="*/ 1274549 w 2515929"/>
              <a:gd name="connsiteY3-3952" fmla="*/ 6109 h 2525736"/>
              <a:gd name="connsiteX4-3953" fmla="*/ 2496871 w 2515929"/>
              <a:gd name="connsiteY4-3954" fmla="*/ 1017031 h 2525736"/>
              <a:gd name="connsiteX5-3955" fmla="*/ 2504535 w 2515929"/>
              <a:gd name="connsiteY5-3956" fmla="*/ 1045181 h 2525736"/>
              <a:gd name="connsiteX6-3957" fmla="*/ 2515929 w 2515929"/>
              <a:gd name="connsiteY6-3958" fmla="*/ 1061982 h 2525736"/>
              <a:gd name="connsiteX7-3959" fmla="*/ 1917492 w 2515929"/>
              <a:gd name="connsiteY7-3960" fmla="*/ 1061982 h 2525736"/>
              <a:gd name="connsiteX8-3961" fmla="*/ 1904792 w 2515929"/>
              <a:gd name="connsiteY8-3962" fmla="*/ 1074682 h 2525736"/>
              <a:gd name="connsiteX9-3963" fmla="*/ 1904792 w 2515929"/>
              <a:gd name="connsiteY9-3964" fmla="*/ 2513084 h 2525736"/>
              <a:gd name="connsiteX10-3965" fmla="*/ 1892092 w 2515929"/>
              <a:gd name="connsiteY10-3966" fmla="*/ 2525736 h 2525736"/>
              <a:gd name="connsiteX11-3967" fmla="*/ 624632 w 2515929"/>
              <a:gd name="connsiteY11-3968" fmla="*/ 2525736 h 2525736"/>
              <a:gd name="connsiteX12-3969" fmla="*/ 611932 w 2515929"/>
              <a:gd name="connsiteY12-3970" fmla="*/ 2513036 h 2525736"/>
              <a:gd name="connsiteX13-3971" fmla="*/ 611932 w 2515929"/>
              <a:gd name="connsiteY13-3972" fmla="*/ 1074633 h 2525736"/>
              <a:gd name="connsiteX14-3973" fmla="*/ 599232 w 2515929"/>
              <a:gd name="connsiteY14-3974" fmla="*/ 1061983 h 2525736"/>
              <a:gd name="connsiteX15-3975" fmla="*/ 795 w 2515929"/>
              <a:gd name="connsiteY15-3976" fmla="*/ 1061983 h 2525736"/>
              <a:gd name="connsiteX16-3977" fmla="*/ 12185 w 2515929"/>
              <a:gd name="connsiteY16-3978" fmla="*/ 1045174 h 2525736"/>
              <a:gd name="connsiteX0-3979" fmla="*/ 12185 w 2505809"/>
              <a:gd name="connsiteY0-3980" fmla="*/ 1045174 h 2525736"/>
              <a:gd name="connsiteX1-3981" fmla="*/ 19895 w 2505809"/>
              <a:gd name="connsiteY1-3982" fmla="*/ 1016996 h 2525736"/>
              <a:gd name="connsiteX2-3983" fmla="*/ 1242215 w 2505809"/>
              <a:gd name="connsiteY2-3984" fmla="*/ 6073 h 2525736"/>
              <a:gd name="connsiteX3-3985" fmla="*/ 1274549 w 2505809"/>
              <a:gd name="connsiteY3-3986" fmla="*/ 6109 h 2525736"/>
              <a:gd name="connsiteX4-3987" fmla="*/ 2496871 w 2505809"/>
              <a:gd name="connsiteY4-3988" fmla="*/ 1017031 h 2525736"/>
              <a:gd name="connsiteX5-3989" fmla="*/ 2504535 w 2505809"/>
              <a:gd name="connsiteY5-3990" fmla="*/ 1045181 h 2525736"/>
              <a:gd name="connsiteX6-3991" fmla="*/ 2480635 w 2505809"/>
              <a:gd name="connsiteY6-3992" fmla="*/ 1061981 h 2525736"/>
              <a:gd name="connsiteX7-3993" fmla="*/ 1917492 w 2505809"/>
              <a:gd name="connsiteY7-3994" fmla="*/ 1061982 h 2525736"/>
              <a:gd name="connsiteX8-3995" fmla="*/ 1904792 w 2505809"/>
              <a:gd name="connsiteY8-3996" fmla="*/ 1074682 h 2525736"/>
              <a:gd name="connsiteX9-3997" fmla="*/ 1904792 w 2505809"/>
              <a:gd name="connsiteY9-3998" fmla="*/ 2513084 h 2525736"/>
              <a:gd name="connsiteX10-3999" fmla="*/ 1892092 w 2505809"/>
              <a:gd name="connsiteY10-4000" fmla="*/ 2525736 h 2525736"/>
              <a:gd name="connsiteX11-4001" fmla="*/ 624632 w 2505809"/>
              <a:gd name="connsiteY11-4002" fmla="*/ 2525736 h 2525736"/>
              <a:gd name="connsiteX12-4003" fmla="*/ 611932 w 2505809"/>
              <a:gd name="connsiteY12-4004" fmla="*/ 2513036 h 2525736"/>
              <a:gd name="connsiteX13-4005" fmla="*/ 611932 w 2505809"/>
              <a:gd name="connsiteY13-4006" fmla="*/ 1074633 h 2525736"/>
              <a:gd name="connsiteX14-4007" fmla="*/ 599232 w 2505809"/>
              <a:gd name="connsiteY14-4008" fmla="*/ 1061983 h 2525736"/>
              <a:gd name="connsiteX15-4009" fmla="*/ 795 w 2505809"/>
              <a:gd name="connsiteY15-4010" fmla="*/ 1061983 h 2525736"/>
              <a:gd name="connsiteX16-4011" fmla="*/ 12185 w 2505809"/>
              <a:gd name="connsiteY16-4012" fmla="*/ 1045174 h 2525736"/>
              <a:gd name="connsiteX0-4013" fmla="*/ 12185 w 2505809"/>
              <a:gd name="connsiteY0-4014" fmla="*/ 1045174 h 2525736"/>
              <a:gd name="connsiteX1-4015" fmla="*/ 19895 w 2505809"/>
              <a:gd name="connsiteY1-4016" fmla="*/ 1016996 h 2525736"/>
              <a:gd name="connsiteX2-4017" fmla="*/ 1242215 w 2505809"/>
              <a:gd name="connsiteY2-4018" fmla="*/ 6073 h 2525736"/>
              <a:gd name="connsiteX3-4019" fmla="*/ 1274549 w 2505809"/>
              <a:gd name="connsiteY3-4020" fmla="*/ 6109 h 2525736"/>
              <a:gd name="connsiteX4-4021" fmla="*/ 2496871 w 2505809"/>
              <a:gd name="connsiteY4-4022" fmla="*/ 1017031 h 2525736"/>
              <a:gd name="connsiteX5-4023" fmla="*/ 2504535 w 2505809"/>
              <a:gd name="connsiteY5-4024" fmla="*/ 1045181 h 2525736"/>
              <a:gd name="connsiteX6-4025" fmla="*/ 2480635 w 2505809"/>
              <a:gd name="connsiteY6-4026" fmla="*/ 1061981 h 2525736"/>
              <a:gd name="connsiteX7-4027" fmla="*/ 1917492 w 2505809"/>
              <a:gd name="connsiteY7-4028" fmla="*/ 1061982 h 2525736"/>
              <a:gd name="connsiteX8-4029" fmla="*/ 1904792 w 2505809"/>
              <a:gd name="connsiteY8-4030" fmla="*/ 1074682 h 2525736"/>
              <a:gd name="connsiteX9-4031" fmla="*/ 1904792 w 2505809"/>
              <a:gd name="connsiteY9-4032" fmla="*/ 2513084 h 2525736"/>
              <a:gd name="connsiteX10-4033" fmla="*/ 1892092 w 2505809"/>
              <a:gd name="connsiteY10-4034" fmla="*/ 2525736 h 2525736"/>
              <a:gd name="connsiteX11-4035" fmla="*/ 624632 w 2505809"/>
              <a:gd name="connsiteY11-4036" fmla="*/ 2525736 h 2525736"/>
              <a:gd name="connsiteX12-4037" fmla="*/ 611932 w 2505809"/>
              <a:gd name="connsiteY12-4038" fmla="*/ 2513036 h 2525736"/>
              <a:gd name="connsiteX13-4039" fmla="*/ 611932 w 2505809"/>
              <a:gd name="connsiteY13-4040" fmla="*/ 1074633 h 2525736"/>
              <a:gd name="connsiteX14-4041" fmla="*/ 599232 w 2505809"/>
              <a:gd name="connsiteY14-4042" fmla="*/ 1061983 h 2525736"/>
              <a:gd name="connsiteX15-4043" fmla="*/ 795 w 2505809"/>
              <a:gd name="connsiteY15-4044" fmla="*/ 1061983 h 2525736"/>
              <a:gd name="connsiteX16-4045" fmla="*/ 12185 w 2505809"/>
              <a:gd name="connsiteY16-4046" fmla="*/ 1045174 h 2525736"/>
              <a:gd name="connsiteX0-4047" fmla="*/ 12185 w 2505809"/>
              <a:gd name="connsiteY0-4048" fmla="*/ 1045174 h 2525736"/>
              <a:gd name="connsiteX1-4049" fmla="*/ 19895 w 2505809"/>
              <a:gd name="connsiteY1-4050" fmla="*/ 1016996 h 2525736"/>
              <a:gd name="connsiteX2-4051" fmla="*/ 1242215 w 2505809"/>
              <a:gd name="connsiteY2-4052" fmla="*/ 6073 h 2525736"/>
              <a:gd name="connsiteX3-4053" fmla="*/ 1274549 w 2505809"/>
              <a:gd name="connsiteY3-4054" fmla="*/ 6109 h 2525736"/>
              <a:gd name="connsiteX4-4055" fmla="*/ 2496871 w 2505809"/>
              <a:gd name="connsiteY4-4056" fmla="*/ 1017031 h 2525736"/>
              <a:gd name="connsiteX5-4057" fmla="*/ 2504535 w 2505809"/>
              <a:gd name="connsiteY5-4058" fmla="*/ 1045181 h 2525736"/>
              <a:gd name="connsiteX6-4059" fmla="*/ 2480635 w 2505809"/>
              <a:gd name="connsiteY6-4060" fmla="*/ 1061981 h 2525736"/>
              <a:gd name="connsiteX7-4061" fmla="*/ 1917492 w 2505809"/>
              <a:gd name="connsiteY7-4062" fmla="*/ 1061982 h 2525736"/>
              <a:gd name="connsiteX8-4063" fmla="*/ 1904792 w 2505809"/>
              <a:gd name="connsiteY8-4064" fmla="*/ 1074682 h 2525736"/>
              <a:gd name="connsiteX9-4065" fmla="*/ 1904792 w 2505809"/>
              <a:gd name="connsiteY9-4066" fmla="*/ 2513084 h 2525736"/>
              <a:gd name="connsiteX10-4067" fmla="*/ 1892092 w 2505809"/>
              <a:gd name="connsiteY10-4068" fmla="*/ 2525736 h 2525736"/>
              <a:gd name="connsiteX11-4069" fmla="*/ 624632 w 2505809"/>
              <a:gd name="connsiteY11-4070" fmla="*/ 2525736 h 2525736"/>
              <a:gd name="connsiteX12-4071" fmla="*/ 611932 w 2505809"/>
              <a:gd name="connsiteY12-4072" fmla="*/ 2513036 h 2525736"/>
              <a:gd name="connsiteX13-4073" fmla="*/ 611932 w 2505809"/>
              <a:gd name="connsiteY13-4074" fmla="*/ 1074633 h 2525736"/>
              <a:gd name="connsiteX14-4075" fmla="*/ 599232 w 2505809"/>
              <a:gd name="connsiteY14-4076" fmla="*/ 1061983 h 2525736"/>
              <a:gd name="connsiteX15-4077" fmla="*/ 795 w 2505809"/>
              <a:gd name="connsiteY15-4078" fmla="*/ 1061983 h 2525736"/>
              <a:gd name="connsiteX16-4079" fmla="*/ 12185 w 2505809"/>
              <a:gd name="connsiteY16-4080" fmla="*/ 1045174 h 2525736"/>
              <a:gd name="connsiteX0-4081" fmla="*/ 12185 w 2505809"/>
              <a:gd name="connsiteY0-4082" fmla="*/ 1045174 h 2525736"/>
              <a:gd name="connsiteX1-4083" fmla="*/ 19895 w 2505809"/>
              <a:gd name="connsiteY1-4084" fmla="*/ 1016996 h 2525736"/>
              <a:gd name="connsiteX2-4085" fmla="*/ 1242215 w 2505809"/>
              <a:gd name="connsiteY2-4086" fmla="*/ 6073 h 2525736"/>
              <a:gd name="connsiteX3-4087" fmla="*/ 1274549 w 2505809"/>
              <a:gd name="connsiteY3-4088" fmla="*/ 6109 h 2525736"/>
              <a:gd name="connsiteX4-4089" fmla="*/ 2496871 w 2505809"/>
              <a:gd name="connsiteY4-4090" fmla="*/ 1017031 h 2525736"/>
              <a:gd name="connsiteX5-4091" fmla="*/ 2504535 w 2505809"/>
              <a:gd name="connsiteY5-4092" fmla="*/ 1045181 h 2525736"/>
              <a:gd name="connsiteX6-4093" fmla="*/ 2480635 w 2505809"/>
              <a:gd name="connsiteY6-4094" fmla="*/ 1061981 h 2525736"/>
              <a:gd name="connsiteX7-4095" fmla="*/ 1930192 w 2505809"/>
              <a:gd name="connsiteY7-4096" fmla="*/ 1061981 h 2525736"/>
              <a:gd name="connsiteX8-4097" fmla="*/ 1904792 w 2505809"/>
              <a:gd name="connsiteY8-4098" fmla="*/ 1074682 h 2525736"/>
              <a:gd name="connsiteX9-4099" fmla="*/ 1904792 w 2505809"/>
              <a:gd name="connsiteY9-4100" fmla="*/ 2513084 h 2525736"/>
              <a:gd name="connsiteX10-4101" fmla="*/ 1892092 w 2505809"/>
              <a:gd name="connsiteY10-4102" fmla="*/ 2525736 h 2525736"/>
              <a:gd name="connsiteX11-4103" fmla="*/ 624632 w 2505809"/>
              <a:gd name="connsiteY11-4104" fmla="*/ 2525736 h 2525736"/>
              <a:gd name="connsiteX12-4105" fmla="*/ 611932 w 2505809"/>
              <a:gd name="connsiteY12-4106" fmla="*/ 2513036 h 2525736"/>
              <a:gd name="connsiteX13-4107" fmla="*/ 611932 w 2505809"/>
              <a:gd name="connsiteY13-4108" fmla="*/ 1074633 h 2525736"/>
              <a:gd name="connsiteX14-4109" fmla="*/ 599232 w 2505809"/>
              <a:gd name="connsiteY14-4110" fmla="*/ 1061983 h 2525736"/>
              <a:gd name="connsiteX15-4111" fmla="*/ 795 w 2505809"/>
              <a:gd name="connsiteY15-4112" fmla="*/ 1061983 h 2525736"/>
              <a:gd name="connsiteX16-4113" fmla="*/ 12185 w 2505809"/>
              <a:gd name="connsiteY16-4114" fmla="*/ 1045174 h 2525736"/>
              <a:gd name="connsiteX0-4115" fmla="*/ 12185 w 2505809"/>
              <a:gd name="connsiteY0-4116" fmla="*/ 1045174 h 2525736"/>
              <a:gd name="connsiteX1-4117" fmla="*/ 19895 w 2505809"/>
              <a:gd name="connsiteY1-4118" fmla="*/ 1016996 h 2525736"/>
              <a:gd name="connsiteX2-4119" fmla="*/ 1242215 w 2505809"/>
              <a:gd name="connsiteY2-4120" fmla="*/ 6073 h 2525736"/>
              <a:gd name="connsiteX3-4121" fmla="*/ 1274549 w 2505809"/>
              <a:gd name="connsiteY3-4122" fmla="*/ 6109 h 2525736"/>
              <a:gd name="connsiteX4-4123" fmla="*/ 2496871 w 2505809"/>
              <a:gd name="connsiteY4-4124" fmla="*/ 1017031 h 2525736"/>
              <a:gd name="connsiteX5-4125" fmla="*/ 2504535 w 2505809"/>
              <a:gd name="connsiteY5-4126" fmla="*/ 1045181 h 2525736"/>
              <a:gd name="connsiteX6-4127" fmla="*/ 2480635 w 2505809"/>
              <a:gd name="connsiteY6-4128" fmla="*/ 1061981 h 2525736"/>
              <a:gd name="connsiteX7-4129" fmla="*/ 1930192 w 2505809"/>
              <a:gd name="connsiteY7-4130" fmla="*/ 1061981 h 2525736"/>
              <a:gd name="connsiteX8-4131" fmla="*/ 1904792 w 2505809"/>
              <a:gd name="connsiteY8-4132" fmla="*/ 1074682 h 2525736"/>
              <a:gd name="connsiteX9-4133" fmla="*/ 1904792 w 2505809"/>
              <a:gd name="connsiteY9-4134" fmla="*/ 2513084 h 2525736"/>
              <a:gd name="connsiteX10-4135" fmla="*/ 1892092 w 2505809"/>
              <a:gd name="connsiteY10-4136" fmla="*/ 2525736 h 2525736"/>
              <a:gd name="connsiteX11-4137" fmla="*/ 624632 w 2505809"/>
              <a:gd name="connsiteY11-4138" fmla="*/ 2525736 h 2525736"/>
              <a:gd name="connsiteX12-4139" fmla="*/ 611932 w 2505809"/>
              <a:gd name="connsiteY12-4140" fmla="*/ 2513036 h 2525736"/>
              <a:gd name="connsiteX13-4141" fmla="*/ 611932 w 2505809"/>
              <a:gd name="connsiteY13-4142" fmla="*/ 1074633 h 2525736"/>
              <a:gd name="connsiteX14-4143" fmla="*/ 599232 w 2505809"/>
              <a:gd name="connsiteY14-4144" fmla="*/ 1061983 h 2525736"/>
              <a:gd name="connsiteX15-4145" fmla="*/ 795 w 2505809"/>
              <a:gd name="connsiteY15-4146" fmla="*/ 1061983 h 2525736"/>
              <a:gd name="connsiteX16-4147" fmla="*/ 12185 w 2505809"/>
              <a:gd name="connsiteY16-4148" fmla="*/ 1045174 h 2525736"/>
              <a:gd name="connsiteX0-4149" fmla="*/ 12185 w 2505809"/>
              <a:gd name="connsiteY0-4150" fmla="*/ 1045174 h 2525736"/>
              <a:gd name="connsiteX1-4151" fmla="*/ 19895 w 2505809"/>
              <a:gd name="connsiteY1-4152" fmla="*/ 1016996 h 2525736"/>
              <a:gd name="connsiteX2-4153" fmla="*/ 1242215 w 2505809"/>
              <a:gd name="connsiteY2-4154" fmla="*/ 6073 h 2525736"/>
              <a:gd name="connsiteX3-4155" fmla="*/ 1274549 w 2505809"/>
              <a:gd name="connsiteY3-4156" fmla="*/ 6109 h 2525736"/>
              <a:gd name="connsiteX4-4157" fmla="*/ 2496871 w 2505809"/>
              <a:gd name="connsiteY4-4158" fmla="*/ 1017031 h 2525736"/>
              <a:gd name="connsiteX5-4159" fmla="*/ 2504535 w 2505809"/>
              <a:gd name="connsiteY5-4160" fmla="*/ 1045181 h 2525736"/>
              <a:gd name="connsiteX6-4161" fmla="*/ 2480635 w 2505809"/>
              <a:gd name="connsiteY6-4162" fmla="*/ 1061981 h 2525736"/>
              <a:gd name="connsiteX7-4163" fmla="*/ 1930192 w 2505809"/>
              <a:gd name="connsiteY7-4164" fmla="*/ 1061981 h 2525736"/>
              <a:gd name="connsiteX8-4165" fmla="*/ 1904792 w 2505809"/>
              <a:gd name="connsiteY8-4166" fmla="*/ 1074682 h 2525736"/>
              <a:gd name="connsiteX9-4167" fmla="*/ 1904792 w 2505809"/>
              <a:gd name="connsiteY9-4168" fmla="*/ 2513084 h 2525736"/>
              <a:gd name="connsiteX10-4169" fmla="*/ 1892092 w 2505809"/>
              <a:gd name="connsiteY10-4170" fmla="*/ 2525736 h 2525736"/>
              <a:gd name="connsiteX11-4171" fmla="*/ 624632 w 2505809"/>
              <a:gd name="connsiteY11-4172" fmla="*/ 2525736 h 2525736"/>
              <a:gd name="connsiteX12-4173" fmla="*/ 611932 w 2505809"/>
              <a:gd name="connsiteY12-4174" fmla="*/ 2513036 h 2525736"/>
              <a:gd name="connsiteX13-4175" fmla="*/ 611932 w 2505809"/>
              <a:gd name="connsiteY13-4176" fmla="*/ 1074633 h 2525736"/>
              <a:gd name="connsiteX14-4177" fmla="*/ 599232 w 2505809"/>
              <a:gd name="connsiteY14-4178" fmla="*/ 1061983 h 2525736"/>
              <a:gd name="connsiteX15-4179" fmla="*/ 795 w 2505809"/>
              <a:gd name="connsiteY15-4180" fmla="*/ 1061983 h 2525736"/>
              <a:gd name="connsiteX16-4181" fmla="*/ 12185 w 2505809"/>
              <a:gd name="connsiteY16-4182" fmla="*/ 1045174 h 2525736"/>
              <a:gd name="connsiteX0-4183" fmla="*/ 12185 w 2505809"/>
              <a:gd name="connsiteY0-4184" fmla="*/ 1045174 h 2525736"/>
              <a:gd name="connsiteX1-4185" fmla="*/ 19895 w 2505809"/>
              <a:gd name="connsiteY1-4186" fmla="*/ 1016996 h 2525736"/>
              <a:gd name="connsiteX2-4187" fmla="*/ 1242215 w 2505809"/>
              <a:gd name="connsiteY2-4188" fmla="*/ 6073 h 2525736"/>
              <a:gd name="connsiteX3-4189" fmla="*/ 1274549 w 2505809"/>
              <a:gd name="connsiteY3-4190" fmla="*/ 6109 h 2525736"/>
              <a:gd name="connsiteX4-4191" fmla="*/ 2496871 w 2505809"/>
              <a:gd name="connsiteY4-4192" fmla="*/ 1017031 h 2525736"/>
              <a:gd name="connsiteX5-4193" fmla="*/ 2504535 w 2505809"/>
              <a:gd name="connsiteY5-4194" fmla="*/ 1045181 h 2525736"/>
              <a:gd name="connsiteX6-4195" fmla="*/ 2480635 w 2505809"/>
              <a:gd name="connsiteY6-4196" fmla="*/ 1061981 h 2525736"/>
              <a:gd name="connsiteX7-4197" fmla="*/ 1930192 w 2505809"/>
              <a:gd name="connsiteY7-4198" fmla="*/ 1061981 h 2525736"/>
              <a:gd name="connsiteX8-4199" fmla="*/ 1904792 w 2505809"/>
              <a:gd name="connsiteY8-4200" fmla="*/ 1087380 h 2525736"/>
              <a:gd name="connsiteX9-4201" fmla="*/ 1904792 w 2505809"/>
              <a:gd name="connsiteY9-4202" fmla="*/ 2513084 h 2525736"/>
              <a:gd name="connsiteX10-4203" fmla="*/ 1892092 w 2505809"/>
              <a:gd name="connsiteY10-4204" fmla="*/ 2525736 h 2525736"/>
              <a:gd name="connsiteX11-4205" fmla="*/ 624632 w 2505809"/>
              <a:gd name="connsiteY11-4206" fmla="*/ 2525736 h 2525736"/>
              <a:gd name="connsiteX12-4207" fmla="*/ 611932 w 2505809"/>
              <a:gd name="connsiteY12-4208" fmla="*/ 2513036 h 2525736"/>
              <a:gd name="connsiteX13-4209" fmla="*/ 611932 w 2505809"/>
              <a:gd name="connsiteY13-4210" fmla="*/ 1074633 h 2525736"/>
              <a:gd name="connsiteX14-4211" fmla="*/ 599232 w 2505809"/>
              <a:gd name="connsiteY14-4212" fmla="*/ 1061983 h 2525736"/>
              <a:gd name="connsiteX15-4213" fmla="*/ 795 w 2505809"/>
              <a:gd name="connsiteY15-4214" fmla="*/ 1061983 h 2525736"/>
              <a:gd name="connsiteX16-4215" fmla="*/ 12185 w 2505809"/>
              <a:gd name="connsiteY16-4216" fmla="*/ 1045174 h 2525736"/>
              <a:gd name="connsiteX0-4217" fmla="*/ 12185 w 2505809"/>
              <a:gd name="connsiteY0-4218" fmla="*/ 1045174 h 2525736"/>
              <a:gd name="connsiteX1-4219" fmla="*/ 19895 w 2505809"/>
              <a:gd name="connsiteY1-4220" fmla="*/ 1016996 h 2525736"/>
              <a:gd name="connsiteX2-4221" fmla="*/ 1242215 w 2505809"/>
              <a:gd name="connsiteY2-4222" fmla="*/ 6073 h 2525736"/>
              <a:gd name="connsiteX3-4223" fmla="*/ 1274549 w 2505809"/>
              <a:gd name="connsiteY3-4224" fmla="*/ 6109 h 2525736"/>
              <a:gd name="connsiteX4-4225" fmla="*/ 2496871 w 2505809"/>
              <a:gd name="connsiteY4-4226" fmla="*/ 1017031 h 2525736"/>
              <a:gd name="connsiteX5-4227" fmla="*/ 2504535 w 2505809"/>
              <a:gd name="connsiteY5-4228" fmla="*/ 1045181 h 2525736"/>
              <a:gd name="connsiteX6-4229" fmla="*/ 2480635 w 2505809"/>
              <a:gd name="connsiteY6-4230" fmla="*/ 1061981 h 2525736"/>
              <a:gd name="connsiteX7-4231" fmla="*/ 1930192 w 2505809"/>
              <a:gd name="connsiteY7-4232" fmla="*/ 1061981 h 2525736"/>
              <a:gd name="connsiteX8-4233" fmla="*/ 1904792 w 2505809"/>
              <a:gd name="connsiteY8-4234" fmla="*/ 1087380 h 2525736"/>
              <a:gd name="connsiteX9-4235" fmla="*/ 1904792 w 2505809"/>
              <a:gd name="connsiteY9-4236" fmla="*/ 2513084 h 2525736"/>
              <a:gd name="connsiteX10-4237" fmla="*/ 1892092 w 2505809"/>
              <a:gd name="connsiteY10-4238" fmla="*/ 2525736 h 2525736"/>
              <a:gd name="connsiteX11-4239" fmla="*/ 624632 w 2505809"/>
              <a:gd name="connsiteY11-4240" fmla="*/ 2525736 h 2525736"/>
              <a:gd name="connsiteX12-4241" fmla="*/ 611932 w 2505809"/>
              <a:gd name="connsiteY12-4242" fmla="*/ 2513036 h 2525736"/>
              <a:gd name="connsiteX13-4243" fmla="*/ 611932 w 2505809"/>
              <a:gd name="connsiteY13-4244" fmla="*/ 1074633 h 2525736"/>
              <a:gd name="connsiteX14-4245" fmla="*/ 599232 w 2505809"/>
              <a:gd name="connsiteY14-4246" fmla="*/ 1061983 h 2525736"/>
              <a:gd name="connsiteX15-4247" fmla="*/ 795 w 2505809"/>
              <a:gd name="connsiteY15-4248" fmla="*/ 1061983 h 2525736"/>
              <a:gd name="connsiteX16-4249" fmla="*/ 12185 w 2505809"/>
              <a:gd name="connsiteY16-4250" fmla="*/ 1045174 h 2525736"/>
              <a:gd name="connsiteX0-4251" fmla="*/ 12185 w 2505809"/>
              <a:gd name="connsiteY0-4252" fmla="*/ 1045174 h 2525736"/>
              <a:gd name="connsiteX1-4253" fmla="*/ 19895 w 2505809"/>
              <a:gd name="connsiteY1-4254" fmla="*/ 1016996 h 2525736"/>
              <a:gd name="connsiteX2-4255" fmla="*/ 1242215 w 2505809"/>
              <a:gd name="connsiteY2-4256" fmla="*/ 6073 h 2525736"/>
              <a:gd name="connsiteX3-4257" fmla="*/ 1274549 w 2505809"/>
              <a:gd name="connsiteY3-4258" fmla="*/ 6109 h 2525736"/>
              <a:gd name="connsiteX4-4259" fmla="*/ 2496871 w 2505809"/>
              <a:gd name="connsiteY4-4260" fmla="*/ 1017031 h 2525736"/>
              <a:gd name="connsiteX5-4261" fmla="*/ 2504535 w 2505809"/>
              <a:gd name="connsiteY5-4262" fmla="*/ 1045181 h 2525736"/>
              <a:gd name="connsiteX6-4263" fmla="*/ 2480635 w 2505809"/>
              <a:gd name="connsiteY6-4264" fmla="*/ 1061981 h 2525736"/>
              <a:gd name="connsiteX7-4265" fmla="*/ 1930192 w 2505809"/>
              <a:gd name="connsiteY7-4266" fmla="*/ 1061981 h 2525736"/>
              <a:gd name="connsiteX8-4267" fmla="*/ 1904792 w 2505809"/>
              <a:gd name="connsiteY8-4268" fmla="*/ 1087380 h 2525736"/>
              <a:gd name="connsiteX9-4269" fmla="*/ 1904792 w 2505809"/>
              <a:gd name="connsiteY9-4270" fmla="*/ 2513084 h 2525736"/>
              <a:gd name="connsiteX10-4271" fmla="*/ 1892092 w 2505809"/>
              <a:gd name="connsiteY10-4272" fmla="*/ 2525736 h 2525736"/>
              <a:gd name="connsiteX11-4273" fmla="*/ 624632 w 2505809"/>
              <a:gd name="connsiteY11-4274" fmla="*/ 2525736 h 2525736"/>
              <a:gd name="connsiteX12-4275" fmla="*/ 611932 w 2505809"/>
              <a:gd name="connsiteY12-4276" fmla="*/ 2513036 h 2525736"/>
              <a:gd name="connsiteX13-4277" fmla="*/ 611932 w 2505809"/>
              <a:gd name="connsiteY13-4278" fmla="*/ 1074633 h 2525736"/>
              <a:gd name="connsiteX14-4279" fmla="*/ 599232 w 2505809"/>
              <a:gd name="connsiteY14-4280" fmla="*/ 1061983 h 2525736"/>
              <a:gd name="connsiteX15-4281" fmla="*/ 795 w 2505809"/>
              <a:gd name="connsiteY15-4282" fmla="*/ 1061983 h 2525736"/>
              <a:gd name="connsiteX16-4283" fmla="*/ 12185 w 2505809"/>
              <a:gd name="connsiteY16-4284" fmla="*/ 1045174 h 2525736"/>
              <a:gd name="connsiteX0-4285" fmla="*/ 12185 w 2505809"/>
              <a:gd name="connsiteY0-4286" fmla="*/ 1045174 h 2525736"/>
              <a:gd name="connsiteX1-4287" fmla="*/ 19895 w 2505809"/>
              <a:gd name="connsiteY1-4288" fmla="*/ 1016996 h 2525736"/>
              <a:gd name="connsiteX2-4289" fmla="*/ 1242215 w 2505809"/>
              <a:gd name="connsiteY2-4290" fmla="*/ 6073 h 2525736"/>
              <a:gd name="connsiteX3-4291" fmla="*/ 1274549 w 2505809"/>
              <a:gd name="connsiteY3-4292" fmla="*/ 6109 h 2525736"/>
              <a:gd name="connsiteX4-4293" fmla="*/ 2496871 w 2505809"/>
              <a:gd name="connsiteY4-4294" fmla="*/ 1017031 h 2525736"/>
              <a:gd name="connsiteX5-4295" fmla="*/ 2504535 w 2505809"/>
              <a:gd name="connsiteY5-4296" fmla="*/ 1045181 h 2525736"/>
              <a:gd name="connsiteX6-4297" fmla="*/ 2480635 w 2505809"/>
              <a:gd name="connsiteY6-4298" fmla="*/ 1061981 h 2525736"/>
              <a:gd name="connsiteX7-4299" fmla="*/ 1930192 w 2505809"/>
              <a:gd name="connsiteY7-4300" fmla="*/ 1061981 h 2525736"/>
              <a:gd name="connsiteX8-4301" fmla="*/ 1904792 w 2505809"/>
              <a:gd name="connsiteY8-4302" fmla="*/ 1087380 h 2525736"/>
              <a:gd name="connsiteX9-4303" fmla="*/ 1904792 w 2505809"/>
              <a:gd name="connsiteY9-4304" fmla="*/ 2500383 h 2525736"/>
              <a:gd name="connsiteX10-4305" fmla="*/ 1892092 w 2505809"/>
              <a:gd name="connsiteY10-4306" fmla="*/ 2525736 h 2525736"/>
              <a:gd name="connsiteX11-4307" fmla="*/ 624632 w 2505809"/>
              <a:gd name="connsiteY11-4308" fmla="*/ 2525736 h 2525736"/>
              <a:gd name="connsiteX12-4309" fmla="*/ 611932 w 2505809"/>
              <a:gd name="connsiteY12-4310" fmla="*/ 2513036 h 2525736"/>
              <a:gd name="connsiteX13-4311" fmla="*/ 611932 w 2505809"/>
              <a:gd name="connsiteY13-4312" fmla="*/ 1074633 h 2525736"/>
              <a:gd name="connsiteX14-4313" fmla="*/ 599232 w 2505809"/>
              <a:gd name="connsiteY14-4314" fmla="*/ 1061983 h 2525736"/>
              <a:gd name="connsiteX15-4315" fmla="*/ 795 w 2505809"/>
              <a:gd name="connsiteY15-4316" fmla="*/ 1061983 h 2525736"/>
              <a:gd name="connsiteX16-4317" fmla="*/ 12185 w 2505809"/>
              <a:gd name="connsiteY16-4318" fmla="*/ 1045174 h 2525736"/>
              <a:gd name="connsiteX0-4319" fmla="*/ 12185 w 2505809"/>
              <a:gd name="connsiteY0-4320" fmla="*/ 1045174 h 2525736"/>
              <a:gd name="connsiteX1-4321" fmla="*/ 19895 w 2505809"/>
              <a:gd name="connsiteY1-4322" fmla="*/ 1016996 h 2525736"/>
              <a:gd name="connsiteX2-4323" fmla="*/ 1242215 w 2505809"/>
              <a:gd name="connsiteY2-4324" fmla="*/ 6073 h 2525736"/>
              <a:gd name="connsiteX3-4325" fmla="*/ 1274549 w 2505809"/>
              <a:gd name="connsiteY3-4326" fmla="*/ 6109 h 2525736"/>
              <a:gd name="connsiteX4-4327" fmla="*/ 2496871 w 2505809"/>
              <a:gd name="connsiteY4-4328" fmla="*/ 1017031 h 2525736"/>
              <a:gd name="connsiteX5-4329" fmla="*/ 2504535 w 2505809"/>
              <a:gd name="connsiteY5-4330" fmla="*/ 1045181 h 2525736"/>
              <a:gd name="connsiteX6-4331" fmla="*/ 2480635 w 2505809"/>
              <a:gd name="connsiteY6-4332" fmla="*/ 1061981 h 2525736"/>
              <a:gd name="connsiteX7-4333" fmla="*/ 1930192 w 2505809"/>
              <a:gd name="connsiteY7-4334" fmla="*/ 1061981 h 2525736"/>
              <a:gd name="connsiteX8-4335" fmla="*/ 1904792 w 2505809"/>
              <a:gd name="connsiteY8-4336" fmla="*/ 1087380 h 2525736"/>
              <a:gd name="connsiteX9-4337" fmla="*/ 1904792 w 2505809"/>
              <a:gd name="connsiteY9-4338" fmla="*/ 2500383 h 2525736"/>
              <a:gd name="connsiteX10-4339" fmla="*/ 1892092 w 2505809"/>
              <a:gd name="connsiteY10-4340" fmla="*/ 2525736 h 2525736"/>
              <a:gd name="connsiteX11-4341" fmla="*/ 624632 w 2505809"/>
              <a:gd name="connsiteY11-4342" fmla="*/ 2525736 h 2525736"/>
              <a:gd name="connsiteX12-4343" fmla="*/ 611932 w 2505809"/>
              <a:gd name="connsiteY12-4344" fmla="*/ 2513036 h 2525736"/>
              <a:gd name="connsiteX13-4345" fmla="*/ 611932 w 2505809"/>
              <a:gd name="connsiteY13-4346" fmla="*/ 1074633 h 2525736"/>
              <a:gd name="connsiteX14-4347" fmla="*/ 599232 w 2505809"/>
              <a:gd name="connsiteY14-4348" fmla="*/ 1061983 h 2525736"/>
              <a:gd name="connsiteX15-4349" fmla="*/ 795 w 2505809"/>
              <a:gd name="connsiteY15-4350" fmla="*/ 1061983 h 2525736"/>
              <a:gd name="connsiteX16-4351" fmla="*/ 12185 w 2505809"/>
              <a:gd name="connsiteY16-4352" fmla="*/ 1045174 h 2525736"/>
              <a:gd name="connsiteX0-4353" fmla="*/ 12185 w 2505809"/>
              <a:gd name="connsiteY0-4354" fmla="*/ 1045174 h 2525736"/>
              <a:gd name="connsiteX1-4355" fmla="*/ 19895 w 2505809"/>
              <a:gd name="connsiteY1-4356" fmla="*/ 1016996 h 2525736"/>
              <a:gd name="connsiteX2-4357" fmla="*/ 1242215 w 2505809"/>
              <a:gd name="connsiteY2-4358" fmla="*/ 6073 h 2525736"/>
              <a:gd name="connsiteX3-4359" fmla="*/ 1274549 w 2505809"/>
              <a:gd name="connsiteY3-4360" fmla="*/ 6109 h 2525736"/>
              <a:gd name="connsiteX4-4361" fmla="*/ 2496871 w 2505809"/>
              <a:gd name="connsiteY4-4362" fmla="*/ 1017031 h 2525736"/>
              <a:gd name="connsiteX5-4363" fmla="*/ 2504535 w 2505809"/>
              <a:gd name="connsiteY5-4364" fmla="*/ 1045181 h 2525736"/>
              <a:gd name="connsiteX6-4365" fmla="*/ 2480635 w 2505809"/>
              <a:gd name="connsiteY6-4366" fmla="*/ 1061981 h 2525736"/>
              <a:gd name="connsiteX7-4367" fmla="*/ 1930192 w 2505809"/>
              <a:gd name="connsiteY7-4368" fmla="*/ 1061981 h 2525736"/>
              <a:gd name="connsiteX8-4369" fmla="*/ 1904792 w 2505809"/>
              <a:gd name="connsiteY8-4370" fmla="*/ 1087380 h 2525736"/>
              <a:gd name="connsiteX9-4371" fmla="*/ 1904792 w 2505809"/>
              <a:gd name="connsiteY9-4372" fmla="*/ 2500383 h 2525736"/>
              <a:gd name="connsiteX10-4373" fmla="*/ 1892092 w 2505809"/>
              <a:gd name="connsiteY10-4374" fmla="*/ 2525736 h 2525736"/>
              <a:gd name="connsiteX11-4375" fmla="*/ 624632 w 2505809"/>
              <a:gd name="connsiteY11-4376" fmla="*/ 2525736 h 2525736"/>
              <a:gd name="connsiteX12-4377" fmla="*/ 611932 w 2505809"/>
              <a:gd name="connsiteY12-4378" fmla="*/ 2513036 h 2525736"/>
              <a:gd name="connsiteX13-4379" fmla="*/ 611932 w 2505809"/>
              <a:gd name="connsiteY13-4380" fmla="*/ 1074633 h 2525736"/>
              <a:gd name="connsiteX14-4381" fmla="*/ 599232 w 2505809"/>
              <a:gd name="connsiteY14-4382" fmla="*/ 1061983 h 2525736"/>
              <a:gd name="connsiteX15-4383" fmla="*/ 795 w 2505809"/>
              <a:gd name="connsiteY15-4384" fmla="*/ 1061983 h 2525736"/>
              <a:gd name="connsiteX16-4385" fmla="*/ 12185 w 2505809"/>
              <a:gd name="connsiteY16-4386" fmla="*/ 1045174 h 2525736"/>
              <a:gd name="connsiteX0-4387" fmla="*/ 12185 w 2505809"/>
              <a:gd name="connsiteY0-4388" fmla="*/ 1045174 h 2525736"/>
              <a:gd name="connsiteX1-4389" fmla="*/ 19895 w 2505809"/>
              <a:gd name="connsiteY1-4390" fmla="*/ 1016996 h 2525736"/>
              <a:gd name="connsiteX2-4391" fmla="*/ 1242215 w 2505809"/>
              <a:gd name="connsiteY2-4392" fmla="*/ 6073 h 2525736"/>
              <a:gd name="connsiteX3-4393" fmla="*/ 1274549 w 2505809"/>
              <a:gd name="connsiteY3-4394" fmla="*/ 6109 h 2525736"/>
              <a:gd name="connsiteX4-4395" fmla="*/ 2496871 w 2505809"/>
              <a:gd name="connsiteY4-4396" fmla="*/ 1017031 h 2525736"/>
              <a:gd name="connsiteX5-4397" fmla="*/ 2504535 w 2505809"/>
              <a:gd name="connsiteY5-4398" fmla="*/ 1045181 h 2525736"/>
              <a:gd name="connsiteX6-4399" fmla="*/ 2480635 w 2505809"/>
              <a:gd name="connsiteY6-4400" fmla="*/ 1061981 h 2525736"/>
              <a:gd name="connsiteX7-4401" fmla="*/ 1930192 w 2505809"/>
              <a:gd name="connsiteY7-4402" fmla="*/ 1061981 h 2525736"/>
              <a:gd name="connsiteX8-4403" fmla="*/ 1904792 w 2505809"/>
              <a:gd name="connsiteY8-4404" fmla="*/ 1087380 h 2525736"/>
              <a:gd name="connsiteX9-4405" fmla="*/ 1904792 w 2505809"/>
              <a:gd name="connsiteY9-4406" fmla="*/ 2500383 h 2525736"/>
              <a:gd name="connsiteX10-4407" fmla="*/ 1879392 w 2505809"/>
              <a:gd name="connsiteY10-4408" fmla="*/ 2525734 h 2525736"/>
              <a:gd name="connsiteX11-4409" fmla="*/ 624632 w 2505809"/>
              <a:gd name="connsiteY11-4410" fmla="*/ 2525736 h 2525736"/>
              <a:gd name="connsiteX12-4411" fmla="*/ 611932 w 2505809"/>
              <a:gd name="connsiteY12-4412" fmla="*/ 2513036 h 2525736"/>
              <a:gd name="connsiteX13-4413" fmla="*/ 611932 w 2505809"/>
              <a:gd name="connsiteY13-4414" fmla="*/ 1074633 h 2525736"/>
              <a:gd name="connsiteX14-4415" fmla="*/ 599232 w 2505809"/>
              <a:gd name="connsiteY14-4416" fmla="*/ 1061983 h 2525736"/>
              <a:gd name="connsiteX15-4417" fmla="*/ 795 w 2505809"/>
              <a:gd name="connsiteY15-4418" fmla="*/ 1061983 h 2525736"/>
              <a:gd name="connsiteX16-4419" fmla="*/ 12185 w 2505809"/>
              <a:gd name="connsiteY16-4420" fmla="*/ 1045174 h 2525736"/>
              <a:gd name="connsiteX0-4421" fmla="*/ 12185 w 2505809"/>
              <a:gd name="connsiteY0-4422" fmla="*/ 1045174 h 2525736"/>
              <a:gd name="connsiteX1-4423" fmla="*/ 19895 w 2505809"/>
              <a:gd name="connsiteY1-4424" fmla="*/ 1016996 h 2525736"/>
              <a:gd name="connsiteX2-4425" fmla="*/ 1242215 w 2505809"/>
              <a:gd name="connsiteY2-4426" fmla="*/ 6073 h 2525736"/>
              <a:gd name="connsiteX3-4427" fmla="*/ 1274549 w 2505809"/>
              <a:gd name="connsiteY3-4428" fmla="*/ 6109 h 2525736"/>
              <a:gd name="connsiteX4-4429" fmla="*/ 2496871 w 2505809"/>
              <a:gd name="connsiteY4-4430" fmla="*/ 1017031 h 2525736"/>
              <a:gd name="connsiteX5-4431" fmla="*/ 2504535 w 2505809"/>
              <a:gd name="connsiteY5-4432" fmla="*/ 1045181 h 2525736"/>
              <a:gd name="connsiteX6-4433" fmla="*/ 2480635 w 2505809"/>
              <a:gd name="connsiteY6-4434" fmla="*/ 1061981 h 2525736"/>
              <a:gd name="connsiteX7-4435" fmla="*/ 1930192 w 2505809"/>
              <a:gd name="connsiteY7-4436" fmla="*/ 1061981 h 2525736"/>
              <a:gd name="connsiteX8-4437" fmla="*/ 1904792 w 2505809"/>
              <a:gd name="connsiteY8-4438" fmla="*/ 1087380 h 2525736"/>
              <a:gd name="connsiteX9-4439" fmla="*/ 1904792 w 2505809"/>
              <a:gd name="connsiteY9-4440" fmla="*/ 2500383 h 2525736"/>
              <a:gd name="connsiteX10-4441" fmla="*/ 1879392 w 2505809"/>
              <a:gd name="connsiteY10-4442" fmla="*/ 2525734 h 2525736"/>
              <a:gd name="connsiteX11-4443" fmla="*/ 624632 w 2505809"/>
              <a:gd name="connsiteY11-4444" fmla="*/ 2525736 h 2525736"/>
              <a:gd name="connsiteX12-4445" fmla="*/ 611932 w 2505809"/>
              <a:gd name="connsiteY12-4446" fmla="*/ 2513036 h 2525736"/>
              <a:gd name="connsiteX13-4447" fmla="*/ 611932 w 2505809"/>
              <a:gd name="connsiteY13-4448" fmla="*/ 1074633 h 2525736"/>
              <a:gd name="connsiteX14-4449" fmla="*/ 599232 w 2505809"/>
              <a:gd name="connsiteY14-4450" fmla="*/ 1061983 h 2525736"/>
              <a:gd name="connsiteX15-4451" fmla="*/ 795 w 2505809"/>
              <a:gd name="connsiteY15-4452" fmla="*/ 1061983 h 2525736"/>
              <a:gd name="connsiteX16-4453" fmla="*/ 12185 w 2505809"/>
              <a:gd name="connsiteY16-4454" fmla="*/ 1045174 h 2525736"/>
              <a:gd name="connsiteX0-4455" fmla="*/ 12185 w 2505809"/>
              <a:gd name="connsiteY0-4456" fmla="*/ 1045174 h 2525736"/>
              <a:gd name="connsiteX1-4457" fmla="*/ 19895 w 2505809"/>
              <a:gd name="connsiteY1-4458" fmla="*/ 1016996 h 2525736"/>
              <a:gd name="connsiteX2-4459" fmla="*/ 1242215 w 2505809"/>
              <a:gd name="connsiteY2-4460" fmla="*/ 6073 h 2525736"/>
              <a:gd name="connsiteX3-4461" fmla="*/ 1274549 w 2505809"/>
              <a:gd name="connsiteY3-4462" fmla="*/ 6109 h 2525736"/>
              <a:gd name="connsiteX4-4463" fmla="*/ 2496871 w 2505809"/>
              <a:gd name="connsiteY4-4464" fmla="*/ 1017031 h 2525736"/>
              <a:gd name="connsiteX5-4465" fmla="*/ 2504535 w 2505809"/>
              <a:gd name="connsiteY5-4466" fmla="*/ 1045181 h 2525736"/>
              <a:gd name="connsiteX6-4467" fmla="*/ 2480635 w 2505809"/>
              <a:gd name="connsiteY6-4468" fmla="*/ 1061981 h 2525736"/>
              <a:gd name="connsiteX7-4469" fmla="*/ 1930192 w 2505809"/>
              <a:gd name="connsiteY7-4470" fmla="*/ 1061981 h 2525736"/>
              <a:gd name="connsiteX8-4471" fmla="*/ 1904792 w 2505809"/>
              <a:gd name="connsiteY8-4472" fmla="*/ 1087380 h 2525736"/>
              <a:gd name="connsiteX9-4473" fmla="*/ 1904792 w 2505809"/>
              <a:gd name="connsiteY9-4474" fmla="*/ 2500383 h 2525736"/>
              <a:gd name="connsiteX10-4475" fmla="*/ 1879392 w 2505809"/>
              <a:gd name="connsiteY10-4476" fmla="*/ 2525734 h 2525736"/>
              <a:gd name="connsiteX11-4477" fmla="*/ 624632 w 2505809"/>
              <a:gd name="connsiteY11-4478" fmla="*/ 2525736 h 2525736"/>
              <a:gd name="connsiteX12-4479" fmla="*/ 611932 w 2505809"/>
              <a:gd name="connsiteY12-4480" fmla="*/ 2513036 h 2525736"/>
              <a:gd name="connsiteX13-4481" fmla="*/ 611932 w 2505809"/>
              <a:gd name="connsiteY13-4482" fmla="*/ 1074633 h 2525736"/>
              <a:gd name="connsiteX14-4483" fmla="*/ 599232 w 2505809"/>
              <a:gd name="connsiteY14-4484" fmla="*/ 1061983 h 2525736"/>
              <a:gd name="connsiteX15-4485" fmla="*/ 795 w 2505809"/>
              <a:gd name="connsiteY15-4486" fmla="*/ 1061983 h 2525736"/>
              <a:gd name="connsiteX16-4487" fmla="*/ 12185 w 2505809"/>
              <a:gd name="connsiteY16-4488" fmla="*/ 1045174 h 2525736"/>
              <a:gd name="connsiteX0-4489" fmla="*/ 12185 w 2505809"/>
              <a:gd name="connsiteY0-4490" fmla="*/ 1045174 h 2525734"/>
              <a:gd name="connsiteX1-4491" fmla="*/ 19895 w 2505809"/>
              <a:gd name="connsiteY1-4492" fmla="*/ 1016996 h 2525734"/>
              <a:gd name="connsiteX2-4493" fmla="*/ 1242215 w 2505809"/>
              <a:gd name="connsiteY2-4494" fmla="*/ 6073 h 2525734"/>
              <a:gd name="connsiteX3-4495" fmla="*/ 1274549 w 2505809"/>
              <a:gd name="connsiteY3-4496" fmla="*/ 6109 h 2525734"/>
              <a:gd name="connsiteX4-4497" fmla="*/ 2496871 w 2505809"/>
              <a:gd name="connsiteY4-4498" fmla="*/ 1017031 h 2525734"/>
              <a:gd name="connsiteX5-4499" fmla="*/ 2504535 w 2505809"/>
              <a:gd name="connsiteY5-4500" fmla="*/ 1045181 h 2525734"/>
              <a:gd name="connsiteX6-4501" fmla="*/ 2480635 w 2505809"/>
              <a:gd name="connsiteY6-4502" fmla="*/ 1061981 h 2525734"/>
              <a:gd name="connsiteX7-4503" fmla="*/ 1930192 w 2505809"/>
              <a:gd name="connsiteY7-4504" fmla="*/ 1061981 h 2525734"/>
              <a:gd name="connsiteX8-4505" fmla="*/ 1904792 w 2505809"/>
              <a:gd name="connsiteY8-4506" fmla="*/ 1087380 h 2525734"/>
              <a:gd name="connsiteX9-4507" fmla="*/ 1904792 w 2505809"/>
              <a:gd name="connsiteY9-4508" fmla="*/ 2500383 h 2525734"/>
              <a:gd name="connsiteX10-4509" fmla="*/ 1879392 w 2505809"/>
              <a:gd name="connsiteY10-4510" fmla="*/ 2525734 h 2525734"/>
              <a:gd name="connsiteX11-4511" fmla="*/ 637332 w 2505809"/>
              <a:gd name="connsiteY11-4512" fmla="*/ 2525734 h 2525734"/>
              <a:gd name="connsiteX12-4513" fmla="*/ 611932 w 2505809"/>
              <a:gd name="connsiteY12-4514" fmla="*/ 2513036 h 2525734"/>
              <a:gd name="connsiteX13-4515" fmla="*/ 611932 w 2505809"/>
              <a:gd name="connsiteY13-4516" fmla="*/ 1074633 h 2525734"/>
              <a:gd name="connsiteX14-4517" fmla="*/ 599232 w 2505809"/>
              <a:gd name="connsiteY14-4518" fmla="*/ 1061983 h 2525734"/>
              <a:gd name="connsiteX15-4519" fmla="*/ 795 w 2505809"/>
              <a:gd name="connsiteY15-4520" fmla="*/ 1061983 h 2525734"/>
              <a:gd name="connsiteX16-4521" fmla="*/ 12185 w 2505809"/>
              <a:gd name="connsiteY16-4522" fmla="*/ 1045174 h 2525734"/>
              <a:gd name="connsiteX0-4523" fmla="*/ 12185 w 2505809"/>
              <a:gd name="connsiteY0-4524" fmla="*/ 1045174 h 2525734"/>
              <a:gd name="connsiteX1-4525" fmla="*/ 19895 w 2505809"/>
              <a:gd name="connsiteY1-4526" fmla="*/ 1016996 h 2525734"/>
              <a:gd name="connsiteX2-4527" fmla="*/ 1242215 w 2505809"/>
              <a:gd name="connsiteY2-4528" fmla="*/ 6073 h 2525734"/>
              <a:gd name="connsiteX3-4529" fmla="*/ 1274549 w 2505809"/>
              <a:gd name="connsiteY3-4530" fmla="*/ 6109 h 2525734"/>
              <a:gd name="connsiteX4-4531" fmla="*/ 2496871 w 2505809"/>
              <a:gd name="connsiteY4-4532" fmla="*/ 1017031 h 2525734"/>
              <a:gd name="connsiteX5-4533" fmla="*/ 2504535 w 2505809"/>
              <a:gd name="connsiteY5-4534" fmla="*/ 1045181 h 2525734"/>
              <a:gd name="connsiteX6-4535" fmla="*/ 2480635 w 2505809"/>
              <a:gd name="connsiteY6-4536" fmla="*/ 1061981 h 2525734"/>
              <a:gd name="connsiteX7-4537" fmla="*/ 1930192 w 2505809"/>
              <a:gd name="connsiteY7-4538" fmla="*/ 1061981 h 2525734"/>
              <a:gd name="connsiteX8-4539" fmla="*/ 1904792 w 2505809"/>
              <a:gd name="connsiteY8-4540" fmla="*/ 1087380 h 2525734"/>
              <a:gd name="connsiteX9-4541" fmla="*/ 1904792 w 2505809"/>
              <a:gd name="connsiteY9-4542" fmla="*/ 2500383 h 2525734"/>
              <a:gd name="connsiteX10-4543" fmla="*/ 1879392 w 2505809"/>
              <a:gd name="connsiteY10-4544" fmla="*/ 2525734 h 2525734"/>
              <a:gd name="connsiteX11-4545" fmla="*/ 637332 w 2505809"/>
              <a:gd name="connsiteY11-4546" fmla="*/ 2525734 h 2525734"/>
              <a:gd name="connsiteX12-4547" fmla="*/ 611932 w 2505809"/>
              <a:gd name="connsiteY12-4548" fmla="*/ 2513036 h 2525734"/>
              <a:gd name="connsiteX13-4549" fmla="*/ 611932 w 2505809"/>
              <a:gd name="connsiteY13-4550" fmla="*/ 1074633 h 2525734"/>
              <a:gd name="connsiteX14-4551" fmla="*/ 599232 w 2505809"/>
              <a:gd name="connsiteY14-4552" fmla="*/ 1061983 h 2525734"/>
              <a:gd name="connsiteX15-4553" fmla="*/ 795 w 2505809"/>
              <a:gd name="connsiteY15-4554" fmla="*/ 1061983 h 2525734"/>
              <a:gd name="connsiteX16-4555" fmla="*/ 12185 w 2505809"/>
              <a:gd name="connsiteY16-4556" fmla="*/ 1045174 h 2525734"/>
              <a:gd name="connsiteX0-4557" fmla="*/ 12185 w 2505809"/>
              <a:gd name="connsiteY0-4558" fmla="*/ 1045174 h 2525734"/>
              <a:gd name="connsiteX1-4559" fmla="*/ 19895 w 2505809"/>
              <a:gd name="connsiteY1-4560" fmla="*/ 1016996 h 2525734"/>
              <a:gd name="connsiteX2-4561" fmla="*/ 1242215 w 2505809"/>
              <a:gd name="connsiteY2-4562" fmla="*/ 6073 h 2525734"/>
              <a:gd name="connsiteX3-4563" fmla="*/ 1274549 w 2505809"/>
              <a:gd name="connsiteY3-4564" fmla="*/ 6109 h 2525734"/>
              <a:gd name="connsiteX4-4565" fmla="*/ 2496871 w 2505809"/>
              <a:gd name="connsiteY4-4566" fmla="*/ 1017031 h 2525734"/>
              <a:gd name="connsiteX5-4567" fmla="*/ 2504535 w 2505809"/>
              <a:gd name="connsiteY5-4568" fmla="*/ 1045181 h 2525734"/>
              <a:gd name="connsiteX6-4569" fmla="*/ 2480635 w 2505809"/>
              <a:gd name="connsiteY6-4570" fmla="*/ 1061981 h 2525734"/>
              <a:gd name="connsiteX7-4571" fmla="*/ 1930192 w 2505809"/>
              <a:gd name="connsiteY7-4572" fmla="*/ 1061981 h 2525734"/>
              <a:gd name="connsiteX8-4573" fmla="*/ 1904792 w 2505809"/>
              <a:gd name="connsiteY8-4574" fmla="*/ 1087380 h 2525734"/>
              <a:gd name="connsiteX9-4575" fmla="*/ 1904792 w 2505809"/>
              <a:gd name="connsiteY9-4576" fmla="*/ 2500383 h 2525734"/>
              <a:gd name="connsiteX10-4577" fmla="*/ 1879392 w 2505809"/>
              <a:gd name="connsiteY10-4578" fmla="*/ 2525734 h 2525734"/>
              <a:gd name="connsiteX11-4579" fmla="*/ 637332 w 2505809"/>
              <a:gd name="connsiteY11-4580" fmla="*/ 2525734 h 2525734"/>
              <a:gd name="connsiteX12-4581" fmla="*/ 611932 w 2505809"/>
              <a:gd name="connsiteY12-4582" fmla="*/ 2513036 h 2525734"/>
              <a:gd name="connsiteX13-4583" fmla="*/ 611932 w 2505809"/>
              <a:gd name="connsiteY13-4584" fmla="*/ 1074633 h 2525734"/>
              <a:gd name="connsiteX14-4585" fmla="*/ 599232 w 2505809"/>
              <a:gd name="connsiteY14-4586" fmla="*/ 1061983 h 2525734"/>
              <a:gd name="connsiteX15-4587" fmla="*/ 795 w 2505809"/>
              <a:gd name="connsiteY15-4588" fmla="*/ 1061983 h 2525734"/>
              <a:gd name="connsiteX16-4589" fmla="*/ 12185 w 2505809"/>
              <a:gd name="connsiteY16-4590" fmla="*/ 1045174 h 2525734"/>
              <a:gd name="connsiteX0-4591" fmla="*/ 12185 w 2505809"/>
              <a:gd name="connsiteY0-4592" fmla="*/ 1045174 h 2525734"/>
              <a:gd name="connsiteX1-4593" fmla="*/ 19895 w 2505809"/>
              <a:gd name="connsiteY1-4594" fmla="*/ 1016996 h 2525734"/>
              <a:gd name="connsiteX2-4595" fmla="*/ 1242215 w 2505809"/>
              <a:gd name="connsiteY2-4596" fmla="*/ 6073 h 2525734"/>
              <a:gd name="connsiteX3-4597" fmla="*/ 1274549 w 2505809"/>
              <a:gd name="connsiteY3-4598" fmla="*/ 6109 h 2525734"/>
              <a:gd name="connsiteX4-4599" fmla="*/ 2496871 w 2505809"/>
              <a:gd name="connsiteY4-4600" fmla="*/ 1017031 h 2525734"/>
              <a:gd name="connsiteX5-4601" fmla="*/ 2504535 w 2505809"/>
              <a:gd name="connsiteY5-4602" fmla="*/ 1045181 h 2525734"/>
              <a:gd name="connsiteX6-4603" fmla="*/ 2480635 w 2505809"/>
              <a:gd name="connsiteY6-4604" fmla="*/ 1061981 h 2525734"/>
              <a:gd name="connsiteX7-4605" fmla="*/ 1930192 w 2505809"/>
              <a:gd name="connsiteY7-4606" fmla="*/ 1061981 h 2525734"/>
              <a:gd name="connsiteX8-4607" fmla="*/ 1904792 w 2505809"/>
              <a:gd name="connsiteY8-4608" fmla="*/ 1087380 h 2525734"/>
              <a:gd name="connsiteX9-4609" fmla="*/ 1904792 w 2505809"/>
              <a:gd name="connsiteY9-4610" fmla="*/ 2500383 h 2525734"/>
              <a:gd name="connsiteX10-4611" fmla="*/ 1879392 w 2505809"/>
              <a:gd name="connsiteY10-4612" fmla="*/ 2525734 h 2525734"/>
              <a:gd name="connsiteX11-4613" fmla="*/ 637332 w 2505809"/>
              <a:gd name="connsiteY11-4614" fmla="*/ 2525734 h 2525734"/>
              <a:gd name="connsiteX12-4615" fmla="*/ 611932 w 2505809"/>
              <a:gd name="connsiteY12-4616" fmla="*/ 2500334 h 2525734"/>
              <a:gd name="connsiteX13-4617" fmla="*/ 611932 w 2505809"/>
              <a:gd name="connsiteY13-4618" fmla="*/ 1074633 h 2525734"/>
              <a:gd name="connsiteX14-4619" fmla="*/ 599232 w 2505809"/>
              <a:gd name="connsiteY14-4620" fmla="*/ 1061983 h 2525734"/>
              <a:gd name="connsiteX15-4621" fmla="*/ 795 w 2505809"/>
              <a:gd name="connsiteY15-4622" fmla="*/ 1061983 h 2525734"/>
              <a:gd name="connsiteX16-4623" fmla="*/ 12185 w 2505809"/>
              <a:gd name="connsiteY16-4624" fmla="*/ 1045174 h 2525734"/>
              <a:gd name="connsiteX0-4625" fmla="*/ 12185 w 2505809"/>
              <a:gd name="connsiteY0-4626" fmla="*/ 1045174 h 2525734"/>
              <a:gd name="connsiteX1-4627" fmla="*/ 19895 w 2505809"/>
              <a:gd name="connsiteY1-4628" fmla="*/ 1016996 h 2525734"/>
              <a:gd name="connsiteX2-4629" fmla="*/ 1242215 w 2505809"/>
              <a:gd name="connsiteY2-4630" fmla="*/ 6073 h 2525734"/>
              <a:gd name="connsiteX3-4631" fmla="*/ 1274549 w 2505809"/>
              <a:gd name="connsiteY3-4632" fmla="*/ 6109 h 2525734"/>
              <a:gd name="connsiteX4-4633" fmla="*/ 2496871 w 2505809"/>
              <a:gd name="connsiteY4-4634" fmla="*/ 1017031 h 2525734"/>
              <a:gd name="connsiteX5-4635" fmla="*/ 2504535 w 2505809"/>
              <a:gd name="connsiteY5-4636" fmla="*/ 1045181 h 2525734"/>
              <a:gd name="connsiteX6-4637" fmla="*/ 2480635 w 2505809"/>
              <a:gd name="connsiteY6-4638" fmla="*/ 1061981 h 2525734"/>
              <a:gd name="connsiteX7-4639" fmla="*/ 1930192 w 2505809"/>
              <a:gd name="connsiteY7-4640" fmla="*/ 1061981 h 2525734"/>
              <a:gd name="connsiteX8-4641" fmla="*/ 1904792 w 2505809"/>
              <a:gd name="connsiteY8-4642" fmla="*/ 1087380 h 2525734"/>
              <a:gd name="connsiteX9-4643" fmla="*/ 1904792 w 2505809"/>
              <a:gd name="connsiteY9-4644" fmla="*/ 2500383 h 2525734"/>
              <a:gd name="connsiteX10-4645" fmla="*/ 1879392 w 2505809"/>
              <a:gd name="connsiteY10-4646" fmla="*/ 2525734 h 2525734"/>
              <a:gd name="connsiteX11-4647" fmla="*/ 637332 w 2505809"/>
              <a:gd name="connsiteY11-4648" fmla="*/ 2525734 h 2525734"/>
              <a:gd name="connsiteX12-4649" fmla="*/ 611932 w 2505809"/>
              <a:gd name="connsiteY12-4650" fmla="*/ 2500334 h 2525734"/>
              <a:gd name="connsiteX13-4651" fmla="*/ 611932 w 2505809"/>
              <a:gd name="connsiteY13-4652" fmla="*/ 1074633 h 2525734"/>
              <a:gd name="connsiteX14-4653" fmla="*/ 599232 w 2505809"/>
              <a:gd name="connsiteY14-4654" fmla="*/ 1061983 h 2525734"/>
              <a:gd name="connsiteX15-4655" fmla="*/ 795 w 2505809"/>
              <a:gd name="connsiteY15-4656" fmla="*/ 1061983 h 2525734"/>
              <a:gd name="connsiteX16-4657" fmla="*/ 12185 w 2505809"/>
              <a:gd name="connsiteY16-4658" fmla="*/ 1045174 h 2525734"/>
              <a:gd name="connsiteX0-4659" fmla="*/ 12185 w 2505809"/>
              <a:gd name="connsiteY0-4660" fmla="*/ 1045174 h 2525734"/>
              <a:gd name="connsiteX1-4661" fmla="*/ 19895 w 2505809"/>
              <a:gd name="connsiteY1-4662" fmla="*/ 1016996 h 2525734"/>
              <a:gd name="connsiteX2-4663" fmla="*/ 1242215 w 2505809"/>
              <a:gd name="connsiteY2-4664" fmla="*/ 6073 h 2525734"/>
              <a:gd name="connsiteX3-4665" fmla="*/ 1274549 w 2505809"/>
              <a:gd name="connsiteY3-4666" fmla="*/ 6109 h 2525734"/>
              <a:gd name="connsiteX4-4667" fmla="*/ 2496871 w 2505809"/>
              <a:gd name="connsiteY4-4668" fmla="*/ 1017031 h 2525734"/>
              <a:gd name="connsiteX5-4669" fmla="*/ 2504535 w 2505809"/>
              <a:gd name="connsiteY5-4670" fmla="*/ 1045181 h 2525734"/>
              <a:gd name="connsiteX6-4671" fmla="*/ 2480635 w 2505809"/>
              <a:gd name="connsiteY6-4672" fmla="*/ 1061981 h 2525734"/>
              <a:gd name="connsiteX7-4673" fmla="*/ 1930192 w 2505809"/>
              <a:gd name="connsiteY7-4674" fmla="*/ 1061981 h 2525734"/>
              <a:gd name="connsiteX8-4675" fmla="*/ 1904792 w 2505809"/>
              <a:gd name="connsiteY8-4676" fmla="*/ 1087380 h 2525734"/>
              <a:gd name="connsiteX9-4677" fmla="*/ 1904792 w 2505809"/>
              <a:gd name="connsiteY9-4678" fmla="*/ 2500383 h 2525734"/>
              <a:gd name="connsiteX10-4679" fmla="*/ 1879392 w 2505809"/>
              <a:gd name="connsiteY10-4680" fmla="*/ 2525734 h 2525734"/>
              <a:gd name="connsiteX11-4681" fmla="*/ 637332 w 2505809"/>
              <a:gd name="connsiteY11-4682" fmla="*/ 2525734 h 2525734"/>
              <a:gd name="connsiteX12-4683" fmla="*/ 611932 w 2505809"/>
              <a:gd name="connsiteY12-4684" fmla="*/ 2500334 h 2525734"/>
              <a:gd name="connsiteX13-4685" fmla="*/ 611932 w 2505809"/>
              <a:gd name="connsiteY13-4686" fmla="*/ 1074633 h 2525734"/>
              <a:gd name="connsiteX14-4687" fmla="*/ 599232 w 2505809"/>
              <a:gd name="connsiteY14-4688" fmla="*/ 1061983 h 2525734"/>
              <a:gd name="connsiteX15-4689" fmla="*/ 795 w 2505809"/>
              <a:gd name="connsiteY15-4690" fmla="*/ 1061983 h 2525734"/>
              <a:gd name="connsiteX16-4691" fmla="*/ 12185 w 2505809"/>
              <a:gd name="connsiteY16-4692" fmla="*/ 1045174 h 2525734"/>
              <a:gd name="connsiteX0-4693" fmla="*/ 12185 w 2505809"/>
              <a:gd name="connsiteY0-4694" fmla="*/ 1045174 h 2525734"/>
              <a:gd name="connsiteX1-4695" fmla="*/ 19895 w 2505809"/>
              <a:gd name="connsiteY1-4696" fmla="*/ 1016996 h 2525734"/>
              <a:gd name="connsiteX2-4697" fmla="*/ 1242215 w 2505809"/>
              <a:gd name="connsiteY2-4698" fmla="*/ 6073 h 2525734"/>
              <a:gd name="connsiteX3-4699" fmla="*/ 1274549 w 2505809"/>
              <a:gd name="connsiteY3-4700" fmla="*/ 6109 h 2525734"/>
              <a:gd name="connsiteX4-4701" fmla="*/ 2496871 w 2505809"/>
              <a:gd name="connsiteY4-4702" fmla="*/ 1017031 h 2525734"/>
              <a:gd name="connsiteX5-4703" fmla="*/ 2504535 w 2505809"/>
              <a:gd name="connsiteY5-4704" fmla="*/ 1045181 h 2525734"/>
              <a:gd name="connsiteX6-4705" fmla="*/ 2480635 w 2505809"/>
              <a:gd name="connsiteY6-4706" fmla="*/ 1061981 h 2525734"/>
              <a:gd name="connsiteX7-4707" fmla="*/ 1930192 w 2505809"/>
              <a:gd name="connsiteY7-4708" fmla="*/ 1061981 h 2525734"/>
              <a:gd name="connsiteX8-4709" fmla="*/ 1904792 w 2505809"/>
              <a:gd name="connsiteY8-4710" fmla="*/ 1087380 h 2525734"/>
              <a:gd name="connsiteX9-4711" fmla="*/ 1904792 w 2505809"/>
              <a:gd name="connsiteY9-4712" fmla="*/ 2500383 h 2525734"/>
              <a:gd name="connsiteX10-4713" fmla="*/ 1879392 w 2505809"/>
              <a:gd name="connsiteY10-4714" fmla="*/ 2525734 h 2525734"/>
              <a:gd name="connsiteX11-4715" fmla="*/ 637332 w 2505809"/>
              <a:gd name="connsiteY11-4716" fmla="*/ 2525734 h 2525734"/>
              <a:gd name="connsiteX12-4717" fmla="*/ 611932 w 2505809"/>
              <a:gd name="connsiteY12-4718" fmla="*/ 2500334 h 2525734"/>
              <a:gd name="connsiteX13-4719" fmla="*/ 611932 w 2505809"/>
              <a:gd name="connsiteY13-4720" fmla="*/ 1087331 h 2525734"/>
              <a:gd name="connsiteX14-4721" fmla="*/ 599232 w 2505809"/>
              <a:gd name="connsiteY14-4722" fmla="*/ 1061983 h 2525734"/>
              <a:gd name="connsiteX15-4723" fmla="*/ 795 w 2505809"/>
              <a:gd name="connsiteY15-4724" fmla="*/ 1061983 h 2525734"/>
              <a:gd name="connsiteX16-4725" fmla="*/ 12185 w 2505809"/>
              <a:gd name="connsiteY16-4726" fmla="*/ 1045174 h 2525734"/>
              <a:gd name="connsiteX0-4727" fmla="*/ 12185 w 2505809"/>
              <a:gd name="connsiteY0-4728" fmla="*/ 1045174 h 2525734"/>
              <a:gd name="connsiteX1-4729" fmla="*/ 19895 w 2505809"/>
              <a:gd name="connsiteY1-4730" fmla="*/ 1016996 h 2525734"/>
              <a:gd name="connsiteX2-4731" fmla="*/ 1242215 w 2505809"/>
              <a:gd name="connsiteY2-4732" fmla="*/ 6073 h 2525734"/>
              <a:gd name="connsiteX3-4733" fmla="*/ 1274549 w 2505809"/>
              <a:gd name="connsiteY3-4734" fmla="*/ 6109 h 2525734"/>
              <a:gd name="connsiteX4-4735" fmla="*/ 2496871 w 2505809"/>
              <a:gd name="connsiteY4-4736" fmla="*/ 1017031 h 2525734"/>
              <a:gd name="connsiteX5-4737" fmla="*/ 2504535 w 2505809"/>
              <a:gd name="connsiteY5-4738" fmla="*/ 1045181 h 2525734"/>
              <a:gd name="connsiteX6-4739" fmla="*/ 2480635 w 2505809"/>
              <a:gd name="connsiteY6-4740" fmla="*/ 1061981 h 2525734"/>
              <a:gd name="connsiteX7-4741" fmla="*/ 1930192 w 2505809"/>
              <a:gd name="connsiteY7-4742" fmla="*/ 1061981 h 2525734"/>
              <a:gd name="connsiteX8-4743" fmla="*/ 1904792 w 2505809"/>
              <a:gd name="connsiteY8-4744" fmla="*/ 1087380 h 2525734"/>
              <a:gd name="connsiteX9-4745" fmla="*/ 1904792 w 2505809"/>
              <a:gd name="connsiteY9-4746" fmla="*/ 2500383 h 2525734"/>
              <a:gd name="connsiteX10-4747" fmla="*/ 1879392 w 2505809"/>
              <a:gd name="connsiteY10-4748" fmla="*/ 2525734 h 2525734"/>
              <a:gd name="connsiteX11-4749" fmla="*/ 637332 w 2505809"/>
              <a:gd name="connsiteY11-4750" fmla="*/ 2525734 h 2525734"/>
              <a:gd name="connsiteX12-4751" fmla="*/ 611932 w 2505809"/>
              <a:gd name="connsiteY12-4752" fmla="*/ 2500334 h 2525734"/>
              <a:gd name="connsiteX13-4753" fmla="*/ 611932 w 2505809"/>
              <a:gd name="connsiteY13-4754" fmla="*/ 1087331 h 2525734"/>
              <a:gd name="connsiteX14-4755" fmla="*/ 599232 w 2505809"/>
              <a:gd name="connsiteY14-4756" fmla="*/ 1061983 h 2525734"/>
              <a:gd name="connsiteX15-4757" fmla="*/ 795 w 2505809"/>
              <a:gd name="connsiteY15-4758" fmla="*/ 1061983 h 2525734"/>
              <a:gd name="connsiteX16-4759" fmla="*/ 12185 w 2505809"/>
              <a:gd name="connsiteY16-4760" fmla="*/ 1045174 h 2525734"/>
              <a:gd name="connsiteX0-4761" fmla="*/ 12185 w 2505809"/>
              <a:gd name="connsiteY0-4762" fmla="*/ 1045174 h 2525734"/>
              <a:gd name="connsiteX1-4763" fmla="*/ 19895 w 2505809"/>
              <a:gd name="connsiteY1-4764" fmla="*/ 1016996 h 2525734"/>
              <a:gd name="connsiteX2-4765" fmla="*/ 1242215 w 2505809"/>
              <a:gd name="connsiteY2-4766" fmla="*/ 6073 h 2525734"/>
              <a:gd name="connsiteX3-4767" fmla="*/ 1274549 w 2505809"/>
              <a:gd name="connsiteY3-4768" fmla="*/ 6109 h 2525734"/>
              <a:gd name="connsiteX4-4769" fmla="*/ 2496871 w 2505809"/>
              <a:gd name="connsiteY4-4770" fmla="*/ 1017031 h 2525734"/>
              <a:gd name="connsiteX5-4771" fmla="*/ 2504535 w 2505809"/>
              <a:gd name="connsiteY5-4772" fmla="*/ 1045181 h 2525734"/>
              <a:gd name="connsiteX6-4773" fmla="*/ 2480635 w 2505809"/>
              <a:gd name="connsiteY6-4774" fmla="*/ 1061981 h 2525734"/>
              <a:gd name="connsiteX7-4775" fmla="*/ 1930192 w 2505809"/>
              <a:gd name="connsiteY7-4776" fmla="*/ 1061981 h 2525734"/>
              <a:gd name="connsiteX8-4777" fmla="*/ 1904792 w 2505809"/>
              <a:gd name="connsiteY8-4778" fmla="*/ 1087380 h 2525734"/>
              <a:gd name="connsiteX9-4779" fmla="*/ 1904792 w 2505809"/>
              <a:gd name="connsiteY9-4780" fmla="*/ 2500383 h 2525734"/>
              <a:gd name="connsiteX10-4781" fmla="*/ 1879392 w 2505809"/>
              <a:gd name="connsiteY10-4782" fmla="*/ 2525734 h 2525734"/>
              <a:gd name="connsiteX11-4783" fmla="*/ 637332 w 2505809"/>
              <a:gd name="connsiteY11-4784" fmla="*/ 2525734 h 2525734"/>
              <a:gd name="connsiteX12-4785" fmla="*/ 611932 w 2505809"/>
              <a:gd name="connsiteY12-4786" fmla="*/ 2500334 h 2525734"/>
              <a:gd name="connsiteX13-4787" fmla="*/ 611932 w 2505809"/>
              <a:gd name="connsiteY13-4788" fmla="*/ 1087331 h 2525734"/>
              <a:gd name="connsiteX14-4789" fmla="*/ 599232 w 2505809"/>
              <a:gd name="connsiteY14-4790" fmla="*/ 1061983 h 2525734"/>
              <a:gd name="connsiteX15-4791" fmla="*/ 795 w 2505809"/>
              <a:gd name="connsiteY15-4792" fmla="*/ 1061983 h 2525734"/>
              <a:gd name="connsiteX16-4793" fmla="*/ 12185 w 2505809"/>
              <a:gd name="connsiteY16-4794" fmla="*/ 1045174 h 2525734"/>
              <a:gd name="connsiteX0-4795" fmla="*/ 12185 w 2505809"/>
              <a:gd name="connsiteY0-4796" fmla="*/ 1045174 h 2525734"/>
              <a:gd name="connsiteX1-4797" fmla="*/ 19895 w 2505809"/>
              <a:gd name="connsiteY1-4798" fmla="*/ 1016996 h 2525734"/>
              <a:gd name="connsiteX2-4799" fmla="*/ 1242215 w 2505809"/>
              <a:gd name="connsiteY2-4800" fmla="*/ 6073 h 2525734"/>
              <a:gd name="connsiteX3-4801" fmla="*/ 1274549 w 2505809"/>
              <a:gd name="connsiteY3-4802" fmla="*/ 6109 h 2525734"/>
              <a:gd name="connsiteX4-4803" fmla="*/ 2496871 w 2505809"/>
              <a:gd name="connsiteY4-4804" fmla="*/ 1017031 h 2525734"/>
              <a:gd name="connsiteX5-4805" fmla="*/ 2504535 w 2505809"/>
              <a:gd name="connsiteY5-4806" fmla="*/ 1045181 h 2525734"/>
              <a:gd name="connsiteX6-4807" fmla="*/ 2480635 w 2505809"/>
              <a:gd name="connsiteY6-4808" fmla="*/ 1061981 h 2525734"/>
              <a:gd name="connsiteX7-4809" fmla="*/ 1930192 w 2505809"/>
              <a:gd name="connsiteY7-4810" fmla="*/ 1061981 h 2525734"/>
              <a:gd name="connsiteX8-4811" fmla="*/ 1904792 w 2505809"/>
              <a:gd name="connsiteY8-4812" fmla="*/ 1087380 h 2525734"/>
              <a:gd name="connsiteX9-4813" fmla="*/ 1904792 w 2505809"/>
              <a:gd name="connsiteY9-4814" fmla="*/ 2500383 h 2525734"/>
              <a:gd name="connsiteX10-4815" fmla="*/ 1879392 w 2505809"/>
              <a:gd name="connsiteY10-4816" fmla="*/ 2525734 h 2525734"/>
              <a:gd name="connsiteX11-4817" fmla="*/ 637332 w 2505809"/>
              <a:gd name="connsiteY11-4818" fmla="*/ 2525734 h 2525734"/>
              <a:gd name="connsiteX12-4819" fmla="*/ 611932 w 2505809"/>
              <a:gd name="connsiteY12-4820" fmla="*/ 2500334 h 2525734"/>
              <a:gd name="connsiteX13-4821" fmla="*/ 611932 w 2505809"/>
              <a:gd name="connsiteY13-4822" fmla="*/ 1087331 h 2525734"/>
              <a:gd name="connsiteX14-4823" fmla="*/ 586533 w 2505809"/>
              <a:gd name="connsiteY14-4824" fmla="*/ 1061981 h 2525734"/>
              <a:gd name="connsiteX15-4825" fmla="*/ 795 w 2505809"/>
              <a:gd name="connsiteY15-4826" fmla="*/ 1061983 h 2525734"/>
              <a:gd name="connsiteX16-4827" fmla="*/ 12185 w 2505809"/>
              <a:gd name="connsiteY16-4828" fmla="*/ 1045174 h 2525734"/>
              <a:gd name="connsiteX0-4829" fmla="*/ 12185 w 2505809"/>
              <a:gd name="connsiteY0-4830" fmla="*/ 1045174 h 2525734"/>
              <a:gd name="connsiteX1-4831" fmla="*/ 19895 w 2505809"/>
              <a:gd name="connsiteY1-4832" fmla="*/ 1016996 h 2525734"/>
              <a:gd name="connsiteX2-4833" fmla="*/ 1242215 w 2505809"/>
              <a:gd name="connsiteY2-4834" fmla="*/ 6073 h 2525734"/>
              <a:gd name="connsiteX3-4835" fmla="*/ 1274549 w 2505809"/>
              <a:gd name="connsiteY3-4836" fmla="*/ 6109 h 2525734"/>
              <a:gd name="connsiteX4-4837" fmla="*/ 2496871 w 2505809"/>
              <a:gd name="connsiteY4-4838" fmla="*/ 1017031 h 2525734"/>
              <a:gd name="connsiteX5-4839" fmla="*/ 2504535 w 2505809"/>
              <a:gd name="connsiteY5-4840" fmla="*/ 1045181 h 2525734"/>
              <a:gd name="connsiteX6-4841" fmla="*/ 2480635 w 2505809"/>
              <a:gd name="connsiteY6-4842" fmla="*/ 1061981 h 2525734"/>
              <a:gd name="connsiteX7-4843" fmla="*/ 1930192 w 2505809"/>
              <a:gd name="connsiteY7-4844" fmla="*/ 1061981 h 2525734"/>
              <a:gd name="connsiteX8-4845" fmla="*/ 1904792 w 2505809"/>
              <a:gd name="connsiteY8-4846" fmla="*/ 1087380 h 2525734"/>
              <a:gd name="connsiteX9-4847" fmla="*/ 1904792 w 2505809"/>
              <a:gd name="connsiteY9-4848" fmla="*/ 2500383 h 2525734"/>
              <a:gd name="connsiteX10-4849" fmla="*/ 1879392 w 2505809"/>
              <a:gd name="connsiteY10-4850" fmla="*/ 2525734 h 2525734"/>
              <a:gd name="connsiteX11-4851" fmla="*/ 637332 w 2505809"/>
              <a:gd name="connsiteY11-4852" fmla="*/ 2525734 h 2525734"/>
              <a:gd name="connsiteX12-4853" fmla="*/ 611932 w 2505809"/>
              <a:gd name="connsiteY12-4854" fmla="*/ 2500334 h 2525734"/>
              <a:gd name="connsiteX13-4855" fmla="*/ 611932 w 2505809"/>
              <a:gd name="connsiteY13-4856" fmla="*/ 1087331 h 2525734"/>
              <a:gd name="connsiteX14-4857" fmla="*/ 586533 w 2505809"/>
              <a:gd name="connsiteY14-4858" fmla="*/ 1061981 h 2525734"/>
              <a:gd name="connsiteX15-4859" fmla="*/ 795 w 2505809"/>
              <a:gd name="connsiteY15-4860" fmla="*/ 1061983 h 2525734"/>
              <a:gd name="connsiteX16-4861" fmla="*/ 12185 w 2505809"/>
              <a:gd name="connsiteY16-4862" fmla="*/ 1045174 h 2525734"/>
              <a:gd name="connsiteX0-4863" fmla="*/ 12185 w 2505809"/>
              <a:gd name="connsiteY0-4864" fmla="*/ 1045174 h 2525734"/>
              <a:gd name="connsiteX1-4865" fmla="*/ 19895 w 2505809"/>
              <a:gd name="connsiteY1-4866" fmla="*/ 1016996 h 2525734"/>
              <a:gd name="connsiteX2-4867" fmla="*/ 1242215 w 2505809"/>
              <a:gd name="connsiteY2-4868" fmla="*/ 6073 h 2525734"/>
              <a:gd name="connsiteX3-4869" fmla="*/ 1274549 w 2505809"/>
              <a:gd name="connsiteY3-4870" fmla="*/ 6109 h 2525734"/>
              <a:gd name="connsiteX4-4871" fmla="*/ 2496871 w 2505809"/>
              <a:gd name="connsiteY4-4872" fmla="*/ 1017031 h 2525734"/>
              <a:gd name="connsiteX5-4873" fmla="*/ 2504535 w 2505809"/>
              <a:gd name="connsiteY5-4874" fmla="*/ 1045181 h 2525734"/>
              <a:gd name="connsiteX6-4875" fmla="*/ 2480635 w 2505809"/>
              <a:gd name="connsiteY6-4876" fmla="*/ 1061981 h 2525734"/>
              <a:gd name="connsiteX7-4877" fmla="*/ 1930192 w 2505809"/>
              <a:gd name="connsiteY7-4878" fmla="*/ 1061981 h 2525734"/>
              <a:gd name="connsiteX8-4879" fmla="*/ 1904792 w 2505809"/>
              <a:gd name="connsiteY8-4880" fmla="*/ 1087380 h 2525734"/>
              <a:gd name="connsiteX9-4881" fmla="*/ 1904792 w 2505809"/>
              <a:gd name="connsiteY9-4882" fmla="*/ 2500383 h 2525734"/>
              <a:gd name="connsiteX10-4883" fmla="*/ 1879392 w 2505809"/>
              <a:gd name="connsiteY10-4884" fmla="*/ 2525734 h 2525734"/>
              <a:gd name="connsiteX11-4885" fmla="*/ 637332 w 2505809"/>
              <a:gd name="connsiteY11-4886" fmla="*/ 2525734 h 2525734"/>
              <a:gd name="connsiteX12-4887" fmla="*/ 611932 w 2505809"/>
              <a:gd name="connsiteY12-4888" fmla="*/ 2500334 h 2525734"/>
              <a:gd name="connsiteX13-4889" fmla="*/ 611932 w 2505809"/>
              <a:gd name="connsiteY13-4890" fmla="*/ 1087331 h 2525734"/>
              <a:gd name="connsiteX14-4891" fmla="*/ 586533 w 2505809"/>
              <a:gd name="connsiteY14-4892" fmla="*/ 1061981 h 2525734"/>
              <a:gd name="connsiteX15-4893" fmla="*/ 795 w 2505809"/>
              <a:gd name="connsiteY15-4894" fmla="*/ 1061983 h 2525734"/>
              <a:gd name="connsiteX16-4895" fmla="*/ 12185 w 2505809"/>
              <a:gd name="connsiteY16-4896" fmla="*/ 1045174 h 2525734"/>
              <a:gd name="connsiteX0-4897" fmla="*/ 1927 w 2495551"/>
              <a:gd name="connsiteY0-4898" fmla="*/ 1045174 h 2525734"/>
              <a:gd name="connsiteX1-4899" fmla="*/ 9637 w 2495551"/>
              <a:gd name="connsiteY1-4900" fmla="*/ 1016996 h 2525734"/>
              <a:gd name="connsiteX2-4901" fmla="*/ 1231957 w 2495551"/>
              <a:gd name="connsiteY2-4902" fmla="*/ 6073 h 2525734"/>
              <a:gd name="connsiteX3-4903" fmla="*/ 1264291 w 2495551"/>
              <a:gd name="connsiteY3-4904" fmla="*/ 6109 h 2525734"/>
              <a:gd name="connsiteX4-4905" fmla="*/ 2486613 w 2495551"/>
              <a:gd name="connsiteY4-4906" fmla="*/ 1017031 h 2525734"/>
              <a:gd name="connsiteX5-4907" fmla="*/ 2494277 w 2495551"/>
              <a:gd name="connsiteY5-4908" fmla="*/ 1045181 h 2525734"/>
              <a:gd name="connsiteX6-4909" fmla="*/ 2470377 w 2495551"/>
              <a:gd name="connsiteY6-4910" fmla="*/ 1061981 h 2525734"/>
              <a:gd name="connsiteX7-4911" fmla="*/ 1919934 w 2495551"/>
              <a:gd name="connsiteY7-4912" fmla="*/ 1061981 h 2525734"/>
              <a:gd name="connsiteX8-4913" fmla="*/ 1894534 w 2495551"/>
              <a:gd name="connsiteY8-4914" fmla="*/ 1087380 h 2525734"/>
              <a:gd name="connsiteX9-4915" fmla="*/ 1894534 w 2495551"/>
              <a:gd name="connsiteY9-4916" fmla="*/ 2500383 h 2525734"/>
              <a:gd name="connsiteX10-4917" fmla="*/ 1869134 w 2495551"/>
              <a:gd name="connsiteY10-4918" fmla="*/ 2525734 h 2525734"/>
              <a:gd name="connsiteX11-4919" fmla="*/ 627074 w 2495551"/>
              <a:gd name="connsiteY11-4920" fmla="*/ 2525734 h 2525734"/>
              <a:gd name="connsiteX12-4921" fmla="*/ 601674 w 2495551"/>
              <a:gd name="connsiteY12-4922" fmla="*/ 2500334 h 2525734"/>
              <a:gd name="connsiteX13-4923" fmla="*/ 601674 w 2495551"/>
              <a:gd name="connsiteY13-4924" fmla="*/ 1087331 h 2525734"/>
              <a:gd name="connsiteX14-4925" fmla="*/ 576275 w 2495551"/>
              <a:gd name="connsiteY14-4926" fmla="*/ 1061981 h 2525734"/>
              <a:gd name="connsiteX15-4927" fmla="*/ 25831 w 2495551"/>
              <a:gd name="connsiteY15-4928" fmla="*/ 1061981 h 2525734"/>
              <a:gd name="connsiteX16-4929" fmla="*/ 1927 w 2495551"/>
              <a:gd name="connsiteY16-4930" fmla="*/ 1045174 h 2525734"/>
              <a:gd name="connsiteX0-4931" fmla="*/ 1269 w 2494893"/>
              <a:gd name="connsiteY0-4932" fmla="*/ 1045174 h 2525734"/>
              <a:gd name="connsiteX1-4933" fmla="*/ 8979 w 2494893"/>
              <a:gd name="connsiteY1-4934" fmla="*/ 1016996 h 2525734"/>
              <a:gd name="connsiteX2-4935" fmla="*/ 1231299 w 2494893"/>
              <a:gd name="connsiteY2-4936" fmla="*/ 6073 h 2525734"/>
              <a:gd name="connsiteX3-4937" fmla="*/ 1263633 w 2494893"/>
              <a:gd name="connsiteY3-4938" fmla="*/ 6109 h 2525734"/>
              <a:gd name="connsiteX4-4939" fmla="*/ 2485955 w 2494893"/>
              <a:gd name="connsiteY4-4940" fmla="*/ 1017031 h 2525734"/>
              <a:gd name="connsiteX5-4941" fmla="*/ 2493619 w 2494893"/>
              <a:gd name="connsiteY5-4942" fmla="*/ 1045181 h 2525734"/>
              <a:gd name="connsiteX6-4943" fmla="*/ 2469719 w 2494893"/>
              <a:gd name="connsiteY6-4944" fmla="*/ 1061981 h 2525734"/>
              <a:gd name="connsiteX7-4945" fmla="*/ 1919276 w 2494893"/>
              <a:gd name="connsiteY7-4946" fmla="*/ 1061981 h 2525734"/>
              <a:gd name="connsiteX8-4947" fmla="*/ 1893876 w 2494893"/>
              <a:gd name="connsiteY8-4948" fmla="*/ 1087380 h 2525734"/>
              <a:gd name="connsiteX9-4949" fmla="*/ 1893876 w 2494893"/>
              <a:gd name="connsiteY9-4950" fmla="*/ 2500383 h 2525734"/>
              <a:gd name="connsiteX10-4951" fmla="*/ 1868476 w 2494893"/>
              <a:gd name="connsiteY10-4952" fmla="*/ 2525734 h 2525734"/>
              <a:gd name="connsiteX11-4953" fmla="*/ 626416 w 2494893"/>
              <a:gd name="connsiteY11-4954" fmla="*/ 2525734 h 2525734"/>
              <a:gd name="connsiteX12-4955" fmla="*/ 601016 w 2494893"/>
              <a:gd name="connsiteY12-4956" fmla="*/ 2500334 h 2525734"/>
              <a:gd name="connsiteX13-4957" fmla="*/ 601016 w 2494893"/>
              <a:gd name="connsiteY13-4958" fmla="*/ 1087331 h 2525734"/>
              <a:gd name="connsiteX14-4959" fmla="*/ 575617 w 2494893"/>
              <a:gd name="connsiteY14-4960" fmla="*/ 1061981 h 2525734"/>
              <a:gd name="connsiteX15-4961" fmla="*/ 25173 w 2494893"/>
              <a:gd name="connsiteY15-4962" fmla="*/ 1061981 h 2525734"/>
              <a:gd name="connsiteX16-4963" fmla="*/ 1269 w 2494893"/>
              <a:gd name="connsiteY16-4964" fmla="*/ 1045174 h 2525734"/>
              <a:gd name="connsiteX0-4965" fmla="*/ 1269 w 2494893"/>
              <a:gd name="connsiteY0-4966" fmla="*/ 1045174 h 2525734"/>
              <a:gd name="connsiteX1-4967" fmla="*/ 8979 w 2494893"/>
              <a:gd name="connsiteY1-4968" fmla="*/ 1016996 h 2525734"/>
              <a:gd name="connsiteX2-4969" fmla="*/ 1231299 w 2494893"/>
              <a:gd name="connsiteY2-4970" fmla="*/ 6073 h 2525734"/>
              <a:gd name="connsiteX3-4971" fmla="*/ 1263633 w 2494893"/>
              <a:gd name="connsiteY3-4972" fmla="*/ 6109 h 2525734"/>
              <a:gd name="connsiteX4-4973" fmla="*/ 2485955 w 2494893"/>
              <a:gd name="connsiteY4-4974" fmla="*/ 1017031 h 2525734"/>
              <a:gd name="connsiteX5-4975" fmla="*/ 2493619 w 2494893"/>
              <a:gd name="connsiteY5-4976" fmla="*/ 1045181 h 2525734"/>
              <a:gd name="connsiteX6-4977" fmla="*/ 2469719 w 2494893"/>
              <a:gd name="connsiteY6-4978" fmla="*/ 1061981 h 2525734"/>
              <a:gd name="connsiteX7-4979" fmla="*/ 1919276 w 2494893"/>
              <a:gd name="connsiteY7-4980" fmla="*/ 1061981 h 2525734"/>
              <a:gd name="connsiteX8-4981" fmla="*/ 1893876 w 2494893"/>
              <a:gd name="connsiteY8-4982" fmla="*/ 1087380 h 2525734"/>
              <a:gd name="connsiteX9-4983" fmla="*/ 1893876 w 2494893"/>
              <a:gd name="connsiteY9-4984" fmla="*/ 2500383 h 2525734"/>
              <a:gd name="connsiteX10-4985" fmla="*/ 1868476 w 2494893"/>
              <a:gd name="connsiteY10-4986" fmla="*/ 2525734 h 2525734"/>
              <a:gd name="connsiteX11-4987" fmla="*/ 626416 w 2494893"/>
              <a:gd name="connsiteY11-4988" fmla="*/ 2525734 h 2525734"/>
              <a:gd name="connsiteX12-4989" fmla="*/ 601016 w 2494893"/>
              <a:gd name="connsiteY12-4990" fmla="*/ 2500334 h 2525734"/>
              <a:gd name="connsiteX13-4991" fmla="*/ 601016 w 2494893"/>
              <a:gd name="connsiteY13-4992" fmla="*/ 1087331 h 2525734"/>
              <a:gd name="connsiteX14-4993" fmla="*/ 575617 w 2494893"/>
              <a:gd name="connsiteY14-4994" fmla="*/ 1061981 h 2525734"/>
              <a:gd name="connsiteX15-4995" fmla="*/ 25173 w 2494893"/>
              <a:gd name="connsiteY15-4996" fmla="*/ 1061981 h 2525734"/>
              <a:gd name="connsiteX16-4997" fmla="*/ 1269 w 2494893"/>
              <a:gd name="connsiteY16-4998" fmla="*/ 1045174 h 2525734"/>
              <a:gd name="connsiteX0-4999" fmla="*/ 1269 w 2494893"/>
              <a:gd name="connsiteY0-5000" fmla="*/ 1045174 h 2525734"/>
              <a:gd name="connsiteX1-5001" fmla="*/ 8979 w 2494893"/>
              <a:gd name="connsiteY1-5002" fmla="*/ 1016996 h 2525734"/>
              <a:gd name="connsiteX2-5003" fmla="*/ 1231299 w 2494893"/>
              <a:gd name="connsiteY2-5004" fmla="*/ 6073 h 2525734"/>
              <a:gd name="connsiteX3-5005" fmla="*/ 1263633 w 2494893"/>
              <a:gd name="connsiteY3-5006" fmla="*/ 6109 h 2525734"/>
              <a:gd name="connsiteX4-5007" fmla="*/ 2485955 w 2494893"/>
              <a:gd name="connsiteY4-5008" fmla="*/ 1017031 h 2525734"/>
              <a:gd name="connsiteX5-5009" fmla="*/ 2493619 w 2494893"/>
              <a:gd name="connsiteY5-5010" fmla="*/ 1045181 h 2525734"/>
              <a:gd name="connsiteX6-5011" fmla="*/ 2469719 w 2494893"/>
              <a:gd name="connsiteY6-5012" fmla="*/ 1061981 h 2525734"/>
              <a:gd name="connsiteX7-5013" fmla="*/ 1919276 w 2494893"/>
              <a:gd name="connsiteY7-5014" fmla="*/ 1061981 h 2525734"/>
              <a:gd name="connsiteX8-5015" fmla="*/ 1893876 w 2494893"/>
              <a:gd name="connsiteY8-5016" fmla="*/ 1087380 h 2525734"/>
              <a:gd name="connsiteX9-5017" fmla="*/ 1893876 w 2494893"/>
              <a:gd name="connsiteY9-5018" fmla="*/ 2500383 h 2525734"/>
              <a:gd name="connsiteX10-5019" fmla="*/ 1868476 w 2494893"/>
              <a:gd name="connsiteY10-5020" fmla="*/ 2525734 h 2525734"/>
              <a:gd name="connsiteX11-5021" fmla="*/ 626416 w 2494893"/>
              <a:gd name="connsiteY11-5022" fmla="*/ 2525734 h 2525734"/>
              <a:gd name="connsiteX12-5023" fmla="*/ 601016 w 2494893"/>
              <a:gd name="connsiteY12-5024" fmla="*/ 2500334 h 2525734"/>
              <a:gd name="connsiteX13-5025" fmla="*/ 601016 w 2494893"/>
              <a:gd name="connsiteY13-5026" fmla="*/ 1087331 h 2525734"/>
              <a:gd name="connsiteX14-5027" fmla="*/ 575617 w 2494893"/>
              <a:gd name="connsiteY14-5028" fmla="*/ 1061981 h 2525734"/>
              <a:gd name="connsiteX15-5029" fmla="*/ 25173 w 2494893"/>
              <a:gd name="connsiteY15-5030" fmla="*/ 1061981 h 2525734"/>
              <a:gd name="connsiteX16-5031" fmla="*/ 24612 w 2494893"/>
              <a:gd name="connsiteY16-5032" fmla="*/ 1036768 h 2525734"/>
              <a:gd name="connsiteX0-5033" fmla="*/ 21088 w 2491369"/>
              <a:gd name="connsiteY0-5034" fmla="*/ 1036768 h 2525734"/>
              <a:gd name="connsiteX1-5035" fmla="*/ 5455 w 2491369"/>
              <a:gd name="connsiteY1-5036" fmla="*/ 1016996 h 2525734"/>
              <a:gd name="connsiteX2-5037" fmla="*/ 1227775 w 2491369"/>
              <a:gd name="connsiteY2-5038" fmla="*/ 6073 h 2525734"/>
              <a:gd name="connsiteX3-5039" fmla="*/ 1260109 w 2491369"/>
              <a:gd name="connsiteY3-5040" fmla="*/ 6109 h 2525734"/>
              <a:gd name="connsiteX4-5041" fmla="*/ 2482431 w 2491369"/>
              <a:gd name="connsiteY4-5042" fmla="*/ 1017031 h 2525734"/>
              <a:gd name="connsiteX5-5043" fmla="*/ 2490095 w 2491369"/>
              <a:gd name="connsiteY5-5044" fmla="*/ 1045181 h 2525734"/>
              <a:gd name="connsiteX6-5045" fmla="*/ 2466195 w 2491369"/>
              <a:gd name="connsiteY6-5046" fmla="*/ 1061981 h 2525734"/>
              <a:gd name="connsiteX7-5047" fmla="*/ 1915752 w 2491369"/>
              <a:gd name="connsiteY7-5048" fmla="*/ 1061981 h 2525734"/>
              <a:gd name="connsiteX8-5049" fmla="*/ 1890352 w 2491369"/>
              <a:gd name="connsiteY8-5050" fmla="*/ 1087380 h 2525734"/>
              <a:gd name="connsiteX9-5051" fmla="*/ 1890352 w 2491369"/>
              <a:gd name="connsiteY9-5052" fmla="*/ 2500383 h 2525734"/>
              <a:gd name="connsiteX10-5053" fmla="*/ 1864952 w 2491369"/>
              <a:gd name="connsiteY10-5054" fmla="*/ 2525734 h 2525734"/>
              <a:gd name="connsiteX11-5055" fmla="*/ 622892 w 2491369"/>
              <a:gd name="connsiteY11-5056" fmla="*/ 2525734 h 2525734"/>
              <a:gd name="connsiteX12-5057" fmla="*/ 597492 w 2491369"/>
              <a:gd name="connsiteY12-5058" fmla="*/ 2500334 h 2525734"/>
              <a:gd name="connsiteX13-5059" fmla="*/ 597492 w 2491369"/>
              <a:gd name="connsiteY13-5060" fmla="*/ 1087331 h 2525734"/>
              <a:gd name="connsiteX14-5061" fmla="*/ 572093 w 2491369"/>
              <a:gd name="connsiteY14-5062" fmla="*/ 1061981 h 2525734"/>
              <a:gd name="connsiteX15-5063" fmla="*/ 21649 w 2491369"/>
              <a:gd name="connsiteY15-5064" fmla="*/ 1061981 h 2525734"/>
              <a:gd name="connsiteX16-5065" fmla="*/ 21088 w 2491369"/>
              <a:gd name="connsiteY16-5066" fmla="*/ 1036768 h 2525734"/>
              <a:gd name="connsiteX0-5067" fmla="*/ 17454 w 2487735"/>
              <a:gd name="connsiteY0-5068" fmla="*/ 1036768 h 2525734"/>
              <a:gd name="connsiteX1-5069" fmla="*/ 1821 w 2487735"/>
              <a:gd name="connsiteY1-5070" fmla="*/ 1016996 h 2525734"/>
              <a:gd name="connsiteX2-5071" fmla="*/ 1224141 w 2487735"/>
              <a:gd name="connsiteY2-5072" fmla="*/ 6073 h 2525734"/>
              <a:gd name="connsiteX3-5073" fmla="*/ 1256475 w 2487735"/>
              <a:gd name="connsiteY3-5074" fmla="*/ 6109 h 2525734"/>
              <a:gd name="connsiteX4-5075" fmla="*/ 2478797 w 2487735"/>
              <a:gd name="connsiteY4-5076" fmla="*/ 1017031 h 2525734"/>
              <a:gd name="connsiteX5-5077" fmla="*/ 2486461 w 2487735"/>
              <a:gd name="connsiteY5-5078" fmla="*/ 1045181 h 2525734"/>
              <a:gd name="connsiteX6-5079" fmla="*/ 2462561 w 2487735"/>
              <a:gd name="connsiteY6-5080" fmla="*/ 1061981 h 2525734"/>
              <a:gd name="connsiteX7-5081" fmla="*/ 1912118 w 2487735"/>
              <a:gd name="connsiteY7-5082" fmla="*/ 1061981 h 2525734"/>
              <a:gd name="connsiteX8-5083" fmla="*/ 1886718 w 2487735"/>
              <a:gd name="connsiteY8-5084" fmla="*/ 1087380 h 2525734"/>
              <a:gd name="connsiteX9-5085" fmla="*/ 1886718 w 2487735"/>
              <a:gd name="connsiteY9-5086" fmla="*/ 2500383 h 2525734"/>
              <a:gd name="connsiteX10-5087" fmla="*/ 1861318 w 2487735"/>
              <a:gd name="connsiteY10-5088" fmla="*/ 2525734 h 2525734"/>
              <a:gd name="connsiteX11-5089" fmla="*/ 619258 w 2487735"/>
              <a:gd name="connsiteY11-5090" fmla="*/ 2525734 h 2525734"/>
              <a:gd name="connsiteX12-5091" fmla="*/ 593858 w 2487735"/>
              <a:gd name="connsiteY12-5092" fmla="*/ 2500334 h 2525734"/>
              <a:gd name="connsiteX13-5093" fmla="*/ 593858 w 2487735"/>
              <a:gd name="connsiteY13-5094" fmla="*/ 1087331 h 2525734"/>
              <a:gd name="connsiteX14-5095" fmla="*/ 568459 w 2487735"/>
              <a:gd name="connsiteY14-5096" fmla="*/ 1061981 h 2525734"/>
              <a:gd name="connsiteX15-5097" fmla="*/ 18015 w 2487735"/>
              <a:gd name="connsiteY15-5098" fmla="*/ 1061981 h 2525734"/>
              <a:gd name="connsiteX16-5099" fmla="*/ 17454 w 2487735"/>
              <a:gd name="connsiteY16-5100" fmla="*/ 1036768 h 2525734"/>
              <a:gd name="connsiteX0-5101" fmla="*/ 15634 w 2485915"/>
              <a:gd name="connsiteY0-5102" fmla="*/ 1036768 h 2525734"/>
              <a:gd name="connsiteX1-5103" fmla="*/ 1 w 2485915"/>
              <a:gd name="connsiteY1-5104" fmla="*/ 1016996 h 2525734"/>
              <a:gd name="connsiteX2-5105" fmla="*/ 1222321 w 2485915"/>
              <a:gd name="connsiteY2-5106" fmla="*/ 6073 h 2525734"/>
              <a:gd name="connsiteX3-5107" fmla="*/ 1254655 w 2485915"/>
              <a:gd name="connsiteY3-5108" fmla="*/ 6109 h 2525734"/>
              <a:gd name="connsiteX4-5109" fmla="*/ 2476977 w 2485915"/>
              <a:gd name="connsiteY4-5110" fmla="*/ 1017031 h 2525734"/>
              <a:gd name="connsiteX5-5111" fmla="*/ 2484641 w 2485915"/>
              <a:gd name="connsiteY5-5112" fmla="*/ 1045181 h 2525734"/>
              <a:gd name="connsiteX6-5113" fmla="*/ 2460741 w 2485915"/>
              <a:gd name="connsiteY6-5114" fmla="*/ 1061981 h 2525734"/>
              <a:gd name="connsiteX7-5115" fmla="*/ 1910298 w 2485915"/>
              <a:gd name="connsiteY7-5116" fmla="*/ 1061981 h 2525734"/>
              <a:gd name="connsiteX8-5117" fmla="*/ 1884898 w 2485915"/>
              <a:gd name="connsiteY8-5118" fmla="*/ 1087380 h 2525734"/>
              <a:gd name="connsiteX9-5119" fmla="*/ 1884898 w 2485915"/>
              <a:gd name="connsiteY9-5120" fmla="*/ 2500383 h 2525734"/>
              <a:gd name="connsiteX10-5121" fmla="*/ 1859498 w 2485915"/>
              <a:gd name="connsiteY10-5122" fmla="*/ 2525734 h 2525734"/>
              <a:gd name="connsiteX11-5123" fmla="*/ 617438 w 2485915"/>
              <a:gd name="connsiteY11-5124" fmla="*/ 2525734 h 2525734"/>
              <a:gd name="connsiteX12-5125" fmla="*/ 592038 w 2485915"/>
              <a:gd name="connsiteY12-5126" fmla="*/ 2500334 h 2525734"/>
              <a:gd name="connsiteX13-5127" fmla="*/ 592038 w 2485915"/>
              <a:gd name="connsiteY13-5128" fmla="*/ 1087331 h 2525734"/>
              <a:gd name="connsiteX14-5129" fmla="*/ 566639 w 2485915"/>
              <a:gd name="connsiteY14-5130" fmla="*/ 1061981 h 2525734"/>
              <a:gd name="connsiteX15-5131" fmla="*/ 16195 w 2485915"/>
              <a:gd name="connsiteY15-5132" fmla="*/ 1061981 h 2525734"/>
              <a:gd name="connsiteX16-5133" fmla="*/ 15634 w 2485915"/>
              <a:gd name="connsiteY16-5134" fmla="*/ 1036768 h 2525734"/>
              <a:gd name="connsiteX0-5135" fmla="*/ 2988 w 2473269"/>
              <a:gd name="connsiteY0-5136" fmla="*/ 1036768 h 2525734"/>
              <a:gd name="connsiteX1-5137" fmla="*/ 14553 w 2473269"/>
              <a:gd name="connsiteY1-5138" fmla="*/ 994501 h 2525734"/>
              <a:gd name="connsiteX2-5139" fmla="*/ 1209675 w 2473269"/>
              <a:gd name="connsiteY2-5140" fmla="*/ 6073 h 2525734"/>
              <a:gd name="connsiteX3-5141" fmla="*/ 1242009 w 2473269"/>
              <a:gd name="connsiteY3-5142" fmla="*/ 6109 h 2525734"/>
              <a:gd name="connsiteX4-5143" fmla="*/ 2464331 w 2473269"/>
              <a:gd name="connsiteY4-5144" fmla="*/ 1017031 h 2525734"/>
              <a:gd name="connsiteX5-5145" fmla="*/ 2471995 w 2473269"/>
              <a:gd name="connsiteY5-5146" fmla="*/ 1045181 h 2525734"/>
              <a:gd name="connsiteX6-5147" fmla="*/ 2448095 w 2473269"/>
              <a:gd name="connsiteY6-5148" fmla="*/ 1061981 h 2525734"/>
              <a:gd name="connsiteX7-5149" fmla="*/ 1897652 w 2473269"/>
              <a:gd name="connsiteY7-5150" fmla="*/ 1061981 h 2525734"/>
              <a:gd name="connsiteX8-5151" fmla="*/ 1872252 w 2473269"/>
              <a:gd name="connsiteY8-5152" fmla="*/ 1087380 h 2525734"/>
              <a:gd name="connsiteX9-5153" fmla="*/ 1872252 w 2473269"/>
              <a:gd name="connsiteY9-5154" fmla="*/ 2500383 h 2525734"/>
              <a:gd name="connsiteX10-5155" fmla="*/ 1846852 w 2473269"/>
              <a:gd name="connsiteY10-5156" fmla="*/ 2525734 h 2525734"/>
              <a:gd name="connsiteX11-5157" fmla="*/ 604792 w 2473269"/>
              <a:gd name="connsiteY11-5158" fmla="*/ 2525734 h 2525734"/>
              <a:gd name="connsiteX12-5159" fmla="*/ 579392 w 2473269"/>
              <a:gd name="connsiteY12-5160" fmla="*/ 2500334 h 2525734"/>
              <a:gd name="connsiteX13-5161" fmla="*/ 579392 w 2473269"/>
              <a:gd name="connsiteY13-5162" fmla="*/ 1087331 h 2525734"/>
              <a:gd name="connsiteX14-5163" fmla="*/ 553993 w 2473269"/>
              <a:gd name="connsiteY14-5164" fmla="*/ 1061981 h 2525734"/>
              <a:gd name="connsiteX15-5165" fmla="*/ 3549 w 2473269"/>
              <a:gd name="connsiteY15-5166" fmla="*/ 1061981 h 2525734"/>
              <a:gd name="connsiteX16-5167" fmla="*/ 2988 w 2473269"/>
              <a:gd name="connsiteY16-5168" fmla="*/ 1036768 h 2525734"/>
              <a:gd name="connsiteX0-5169" fmla="*/ 2988 w 2473269"/>
              <a:gd name="connsiteY0-5170" fmla="*/ 1036768 h 2525734"/>
              <a:gd name="connsiteX1-5171" fmla="*/ 14553 w 2473269"/>
              <a:gd name="connsiteY1-5172" fmla="*/ 994501 h 2525734"/>
              <a:gd name="connsiteX2-5173" fmla="*/ 1209675 w 2473269"/>
              <a:gd name="connsiteY2-5174" fmla="*/ 6073 h 2525734"/>
              <a:gd name="connsiteX3-5175" fmla="*/ 1242009 w 2473269"/>
              <a:gd name="connsiteY3-5176" fmla="*/ 6109 h 2525734"/>
              <a:gd name="connsiteX4-5177" fmla="*/ 2464331 w 2473269"/>
              <a:gd name="connsiteY4-5178" fmla="*/ 1017031 h 2525734"/>
              <a:gd name="connsiteX5-5179" fmla="*/ 2471995 w 2473269"/>
              <a:gd name="connsiteY5-5180" fmla="*/ 1045181 h 2525734"/>
              <a:gd name="connsiteX6-5181" fmla="*/ 2448095 w 2473269"/>
              <a:gd name="connsiteY6-5182" fmla="*/ 1061981 h 2525734"/>
              <a:gd name="connsiteX7-5183" fmla="*/ 1897652 w 2473269"/>
              <a:gd name="connsiteY7-5184" fmla="*/ 1061981 h 2525734"/>
              <a:gd name="connsiteX8-5185" fmla="*/ 1872252 w 2473269"/>
              <a:gd name="connsiteY8-5186" fmla="*/ 1087380 h 2525734"/>
              <a:gd name="connsiteX9-5187" fmla="*/ 1872252 w 2473269"/>
              <a:gd name="connsiteY9-5188" fmla="*/ 2500383 h 2525734"/>
              <a:gd name="connsiteX10-5189" fmla="*/ 1846852 w 2473269"/>
              <a:gd name="connsiteY10-5190" fmla="*/ 2525734 h 2525734"/>
              <a:gd name="connsiteX11-5191" fmla="*/ 604792 w 2473269"/>
              <a:gd name="connsiteY11-5192" fmla="*/ 2525734 h 2525734"/>
              <a:gd name="connsiteX12-5193" fmla="*/ 579392 w 2473269"/>
              <a:gd name="connsiteY12-5194" fmla="*/ 2500334 h 2525734"/>
              <a:gd name="connsiteX13-5195" fmla="*/ 579392 w 2473269"/>
              <a:gd name="connsiteY13-5196" fmla="*/ 1087331 h 2525734"/>
              <a:gd name="connsiteX14-5197" fmla="*/ 553993 w 2473269"/>
              <a:gd name="connsiteY14-5198" fmla="*/ 1061981 h 2525734"/>
              <a:gd name="connsiteX15-5199" fmla="*/ 3549 w 2473269"/>
              <a:gd name="connsiteY15-5200" fmla="*/ 1061981 h 2525734"/>
              <a:gd name="connsiteX16-5201" fmla="*/ 2988 w 2473269"/>
              <a:gd name="connsiteY16-5202" fmla="*/ 1036768 h 2525734"/>
              <a:gd name="connsiteX0-5203" fmla="*/ 2988 w 2473269"/>
              <a:gd name="connsiteY0-5204" fmla="*/ 1036768 h 2525734"/>
              <a:gd name="connsiteX1-5205" fmla="*/ 14553 w 2473269"/>
              <a:gd name="connsiteY1-5206" fmla="*/ 994501 h 2525734"/>
              <a:gd name="connsiteX2-5207" fmla="*/ 1209675 w 2473269"/>
              <a:gd name="connsiteY2-5208" fmla="*/ 6073 h 2525734"/>
              <a:gd name="connsiteX3-5209" fmla="*/ 1242009 w 2473269"/>
              <a:gd name="connsiteY3-5210" fmla="*/ 6109 h 2525734"/>
              <a:gd name="connsiteX4-5211" fmla="*/ 2464331 w 2473269"/>
              <a:gd name="connsiteY4-5212" fmla="*/ 1017031 h 2525734"/>
              <a:gd name="connsiteX5-5213" fmla="*/ 2471995 w 2473269"/>
              <a:gd name="connsiteY5-5214" fmla="*/ 1045181 h 2525734"/>
              <a:gd name="connsiteX6-5215" fmla="*/ 2448095 w 2473269"/>
              <a:gd name="connsiteY6-5216" fmla="*/ 1061981 h 2525734"/>
              <a:gd name="connsiteX7-5217" fmla="*/ 1897652 w 2473269"/>
              <a:gd name="connsiteY7-5218" fmla="*/ 1061981 h 2525734"/>
              <a:gd name="connsiteX8-5219" fmla="*/ 1872252 w 2473269"/>
              <a:gd name="connsiteY8-5220" fmla="*/ 1087380 h 2525734"/>
              <a:gd name="connsiteX9-5221" fmla="*/ 1872252 w 2473269"/>
              <a:gd name="connsiteY9-5222" fmla="*/ 2500383 h 2525734"/>
              <a:gd name="connsiteX10-5223" fmla="*/ 1846852 w 2473269"/>
              <a:gd name="connsiteY10-5224" fmla="*/ 2525734 h 2525734"/>
              <a:gd name="connsiteX11-5225" fmla="*/ 604792 w 2473269"/>
              <a:gd name="connsiteY11-5226" fmla="*/ 2525734 h 2525734"/>
              <a:gd name="connsiteX12-5227" fmla="*/ 579392 w 2473269"/>
              <a:gd name="connsiteY12-5228" fmla="*/ 2500334 h 2525734"/>
              <a:gd name="connsiteX13-5229" fmla="*/ 579392 w 2473269"/>
              <a:gd name="connsiteY13-5230" fmla="*/ 1087331 h 2525734"/>
              <a:gd name="connsiteX14-5231" fmla="*/ 553993 w 2473269"/>
              <a:gd name="connsiteY14-5232" fmla="*/ 1061981 h 2525734"/>
              <a:gd name="connsiteX15-5233" fmla="*/ 3549 w 2473269"/>
              <a:gd name="connsiteY15-5234" fmla="*/ 1061981 h 2525734"/>
              <a:gd name="connsiteX16-5235" fmla="*/ 2988 w 2473269"/>
              <a:gd name="connsiteY16-5236" fmla="*/ 1036768 h 2525734"/>
              <a:gd name="connsiteX0-5237" fmla="*/ 2988 w 2473269"/>
              <a:gd name="connsiteY0-5238" fmla="*/ 1036113 h 2525079"/>
              <a:gd name="connsiteX1-5239" fmla="*/ 14553 w 2473269"/>
              <a:gd name="connsiteY1-5240" fmla="*/ 993846 h 2525079"/>
              <a:gd name="connsiteX2-5241" fmla="*/ 1201583 w 2473269"/>
              <a:gd name="connsiteY2-5242" fmla="*/ 12111 h 2525079"/>
              <a:gd name="connsiteX3-5243" fmla="*/ 1242009 w 2473269"/>
              <a:gd name="connsiteY3-5244" fmla="*/ 5454 h 2525079"/>
              <a:gd name="connsiteX4-5245" fmla="*/ 2464331 w 2473269"/>
              <a:gd name="connsiteY4-5246" fmla="*/ 1016376 h 2525079"/>
              <a:gd name="connsiteX5-5247" fmla="*/ 2471995 w 2473269"/>
              <a:gd name="connsiteY5-5248" fmla="*/ 1044526 h 2525079"/>
              <a:gd name="connsiteX6-5249" fmla="*/ 2448095 w 2473269"/>
              <a:gd name="connsiteY6-5250" fmla="*/ 1061326 h 2525079"/>
              <a:gd name="connsiteX7-5251" fmla="*/ 1897652 w 2473269"/>
              <a:gd name="connsiteY7-5252" fmla="*/ 1061326 h 2525079"/>
              <a:gd name="connsiteX8-5253" fmla="*/ 1872252 w 2473269"/>
              <a:gd name="connsiteY8-5254" fmla="*/ 1086725 h 2525079"/>
              <a:gd name="connsiteX9-5255" fmla="*/ 1872252 w 2473269"/>
              <a:gd name="connsiteY9-5256" fmla="*/ 2499728 h 2525079"/>
              <a:gd name="connsiteX10-5257" fmla="*/ 1846852 w 2473269"/>
              <a:gd name="connsiteY10-5258" fmla="*/ 2525079 h 2525079"/>
              <a:gd name="connsiteX11-5259" fmla="*/ 604792 w 2473269"/>
              <a:gd name="connsiteY11-5260" fmla="*/ 2525079 h 2525079"/>
              <a:gd name="connsiteX12-5261" fmla="*/ 579392 w 2473269"/>
              <a:gd name="connsiteY12-5262" fmla="*/ 2499679 h 2525079"/>
              <a:gd name="connsiteX13-5263" fmla="*/ 579392 w 2473269"/>
              <a:gd name="connsiteY13-5264" fmla="*/ 1086676 h 2525079"/>
              <a:gd name="connsiteX14-5265" fmla="*/ 553993 w 2473269"/>
              <a:gd name="connsiteY14-5266" fmla="*/ 1061326 h 2525079"/>
              <a:gd name="connsiteX15-5267" fmla="*/ 3549 w 2473269"/>
              <a:gd name="connsiteY15-5268" fmla="*/ 1061326 h 2525079"/>
              <a:gd name="connsiteX16-5269" fmla="*/ 2988 w 2473269"/>
              <a:gd name="connsiteY16-5270" fmla="*/ 1036113 h 2525079"/>
              <a:gd name="connsiteX0-5271" fmla="*/ 2988 w 2473269"/>
              <a:gd name="connsiteY0-5272" fmla="*/ 1035337 h 2524303"/>
              <a:gd name="connsiteX1-5273" fmla="*/ 14553 w 2473269"/>
              <a:gd name="connsiteY1-5274" fmla="*/ 993070 h 2524303"/>
              <a:gd name="connsiteX2-5275" fmla="*/ 1201583 w 2473269"/>
              <a:gd name="connsiteY2-5276" fmla="*/ 11335 h 2524303"/>
              <a:gd name="connsiteX3-5277" fmla="*/ 1242009 w 2473269"/>
              <a:gd name="connsiteY3-5278" fmla="*/ 4678 h 2524303"/>
              <a:gd name="connsiteX4-5279" fmla="*/ 2464331 w 2473269"/>
              <a:gd name="connsiteY4-5280" fmla="*/ 1015600 h 2524303"/>
              <a:gd name="connsiteX5-5281" fmla="*/ 2471995 w 2473269"/>
              <a:gd name="connsiteY5-5282" fmla="*/ 1043750 h 2524303"/>
              <a:gd name="connsiteX6-5283" fmla="*/ 2448095 w 2473269"/>
              <a:gd name="connsiteY6-5284" fmla="*/ 1060550 h 2524303"/>
              <a:gd name="connsiteX7-5285" fmla="*/ 1897652 w 2473269"/>
              <a:gd name="connsiteY7-5286" fmla="*/ 1060550 h 2524303"/>
              <a:gd name="connsiteX8-5287" fmla="*/ 1872252 w 2473269"/>
              <a:gd name="connsiteY8-5288" fmla="*/ 1085949 h 2524303"/>
              <a:gd name="connsiteX9-5289" fmla="*/ 1872252 w 2473269"/>
              <a:gd name="connsiteY9-5290" fmla="*/ 2498952 h 2524303"/>
              <a:gd name="connsiteX10-5291" fmla="*/ 1846852 w 2473269"/>
              <a:gd name="connsiteY10-5292" fmla="*/ 2524303 h 2524303"/>
              <a:gd name="connsiteX11-5293" fmla="*/ 604792 w 2473269"/>
              <a:gd name="connsiteY11-5294" fmla="*/ 2524303 h 2524303"/>
              <a:gd name="connsiteX12-5295" fmla="*/ 579392 w 2473269"/>
              <a:gd name="connsiteY12-5296" fmla="*/ 2498903 h 2524303"/>
              <a:gd name="connsiteX13-5297" fmla="*/ 579392 w 2473269"/>
              <a:gd name="connsiteY13-5298" fmla="*/ 1085900 h 2524303"/>
              <a:gd name="connsiteX14-5299" fmla="*/ 553993 w 2473269"/>
              <a:gd name="connsiteY14-5300" fmla="*/ 1060550 h 2524303"/>
              <a:gd name="connsiteX15-5301" fmla="*/ 3549 w 2473269"/>
              <a:gd name="connsiteY15-5302" fmla="*/ 1060550 h 2524303"/>
              <a:gd name="connsiteX16-5303" fmla="*/ 2988 w 2473269"/>
              <a:gd name="connsiteY16-5304" fmla="*/ 1035337 h 2524303"/>
              <a:gd name="connsiteX0-5305" fmla="*/ 2988 w 2473269"/>
              <a:gd name="connsiteY0-5306" fmla="*/ 1034194 h 2523160"/>
              <a:gd name="connsiteX1-5307" fmla="*/ 14553 w 2473269"/>
              <a:gd name="connsiteY1-5308" fmla="*/ 991927 h 2523160"/>
              <a:gd name="connsiteX2-5309" fmla="*/ 1201583 w 2473269"/>
              <a:gd name="connsiteY2-5310" fmla="*/ 10192 h 2523160"/>
              <a:gd name="connsiteX3-5311" fmla="*/ 1242009 w 2473269"/>
              <a:gd name="connsiteY3-5312" fmla="*/ 3535 h 2523160"/>
              <a:gd name="connsiteX4-5313" fmla="*/ 2464331 w 2473269"/>
              <a:gd name="connsiteY4-5314" fmla="*/ 1014457 h 2523160"/>
              <a:gd name="connsiteX5-5315" fmla="*/ 2471995 w 2473269"/>
              <a:gd name="connsiteY5-5316" fmla="*/ 1042607 h 2523160"/>
              <a:gd name="connsiteX6-5317" fmla="*/ 2448095 w 2473269"/>
              <a:gd name="connsiteY6-5318" fmla="*/ 1059407 h 2523160"/>
              <a:gd name="connsiteX7-5319" fmla="*/ 1897652 w 2473269"/>
              <a:gd name="connsiteY7-5320" fmla="*/ 1059407 h 2523160"/>
              <a:gd name="connsiteX8-5321" fmla="*/ 1872252 w 2473269"/>
              <a:gd name="connsiteY8-5322" fmla="*/ 1084806 h 2523160"/>
              <a:gd name="connsiteX9-5323" fmla="*/ 1872252 w 2473269"/>
              <a:gd name="connsiteY9-5324" fmla="*/ 2497809 h 2523160"/>
              <a:gd name="connsiteX10-5325" fmla="*/ 1846852 w 2473269"/>
              <a:gd name="connsiteY10-5326" fmla="*/ 2523160 h 2523160"/>
              <a:gd name="connsiteX11-5327" fmla="*/ 604792 w 2473269"/>
              <a:gd name="connsiteY11-5328" fmla="*/ 2523160 h 2523160"/>
              <a:gd name="connsiteX12-5329" fmla="*/ 579392 w 2473269"/>
              <a:gd name="connsiteY12-5330" fmla="*/ 2497760 h 2523160"/>
              <a:gd name="connsiteX13-5331" fmla="*/ 579392 w 2473269"/>
              <a:gd name="connsiteY13-5332" fmla="*/ 1084757 h 2523160"/>
              <a:gd name="connsiteX14-5333" fmla="*/ 553993 w 2473269"/>
              <a:gd name="connsiteY14-5334" fmla="*/ 1059407 h 2523160"/>
              <a:gd name="connsiteX15-5335" fmla="*/ 3549 w 2473269"/>
              <a:gd name="connsiteY15-5336" fmla="*/ 1059407 h 2523160"/>
              <a:gd name="connsiteX16-5337" fmla="*/ 2988 w 2473269"/>
              <a:gd name="connsiteY16-5338" fmla="*/ 1034194 h 2523160"/>
              <a:gd name="connsiteX0-5339" fmla="*/ 2988 w 2473269"/>
              <a:gd name="connsiteY0-5340" fmla="*/ 1033119 h 2522085"/>
              <a:gd name="connsiteX1-5341" fmla="*/ 14553 w 2473269"/>
              <a:gd name="connsiteY1-5342" fmla="*/ 990852 h 2522085"/>
              <a:gd name="connsiteX2-5343" fmla="*/ 1201583 w 2473269"/>
              <a:gd name="connsiteY2-5344" fmla="*/ 9117 h 2522085"/>
              <a:gd name="connsiteX3-5345" fmla="*/ 1250106 w 2473269"/>
              <a:gd name="connsiteY3-5346" fmla="*/ 9153 h 2522085"/>
              <a:gd name="connsiteX4-5347" fmla="*/ 2464331 w 2473269"/>
              <a:gd name="connsiteY4-5348" fmla="*/ 1013382 h 2522085"/>
              <a:gd name="connsiteX5-5349" fmla="*/ 2471995 w 2473269"/>
              <a:gd name="connsiteY5-5350" fmla="*/ 1041532 h 2522085"/>
              <a:gd name="connsiteX6-5351" fmla="*/ 2448095 w 2473269"/>
              <a:gd name="connsiteY6-5352" fmla="*/ 1058332 h 2522085"/>
              <a:gd name="connsiteX7-5353" fmla="*/ 1897652 w 2473269"/>
              <a:gd name="connsiteY7-5354" fmla="*/ 1058332 h 2522085"/>
              <a:gd name="connsiteX8-5355" fmla="*/ 1872252 w 2473269"/>
              <a:gd name="connsiteY8-5356" fmla="*/ 1083731 h 2522085"/>
              <a:gd name="connsiteX9-5357" fmla="*/ 1872252 w 2473269"/>
              <a:gd name="connsiteY9-5358" fmla="*/ 2496734 h 2522085"/>
              <a:gd name="connsiteX10-5359" fmla="*/ 1846852 w 2473269"/>
              <a:gd name="connsiteY10-5360" fmla="*/ 2522085 h 2522085"/>
              <a:gd name="connsiteX11-5361" fmla="*/ 604792 w 2473269"/>
              <a:gd name="connsiteY11-5362" fmla="*/ 2522085 h 2522085"/>
              <a:gd name="connsiteX12-5363" fmla="*/ 579392 w 2473269"/>
              <a:gd name="connsiteY12-5364" fmla="*/ 2496685 h 2522085"/>
              <a:gd name="connsiteX13-5365" fmla="*/ 579392 w 2473269"/>
              <a:gd name="connsiteY13-5366" fmla="*/ 1083682 h 2522085"/>
              <a:gd name="connsiteX14-5367" fmla="*/ 553993 w 2473269"/>
              <a:gd name="connsiteY14-5368" fmla="*/ 1058332 h 2522085"/>
              <a:gd name="connsiteX15-5369" fmla="*/ 3549 w 2473269"/>
              <a:gd name="connsiteY15-5370" fmla="*/ 1058332 h 2522085"/>
              <a:gd name="connsiteX16-5371" fmla="*/ 2988 w 2473269"/>
              <a:gd name="connsiteY16-5372" fmla="*/ 1033119 h 2522085"/>
              <a:gd name="connsiteX0-5373" fmla="*/ 2988 w 2473269"/>
              <a:gd name="connsiteY0-5374" fmla="*/ 1033119 h 2522085"/>
              <a:gd name="connsiteX1-5375" fmla="*/ 14553 w 2473269"/>
              <a:gd name="connsiteY1-5376" fmla="*/ 990852 h 2522085"/>
              <a:gd name="connsiteX2-5377" fmla="*/ 1201583 w 2473269"/>
              <a:gd name="connsiteY2-5378" fmla="*/ 9117 h 2522085"/>
              <a:gd name="connsiteX3-5379" fmla="*/ 1250106 w 2473269"/>
              <a:gd name="connsiteY3-5380" fmla="*/ 9153 h 2522085"/>
              <a:gd name="connsiteX4-5381" fmla="*/ 2464331 w 2473269"/>
              <a:gd name="connsiteY4-5382" fmla="*/ 1013382 h 2522085"/>
              <a:gd name="connsiteX5-5383" fmla="*/ 2471995 w 2473269"/>
              <a:gd name="connsiteY5-5384" fmla="*/ 1041532 h 2522085"/>
              <a:gd name="connsiteX6-5385" fmla="*/ 2448095 w 2473269"/>
              <a:gd name="connsiteY6-5386" fmla="*/ 1058332 h 2522085"/>
              <a:gd name="connsiteX7-5387" fmla="*/ 1897652 w 2473269"/>
              <a:gd name="connsiteY7-5388" fmla="*/ 1058332 h 2522085"/>
              <a:gd name="connsiteX8-5389" fmla="*/ 1872252 w 2473269"/>
              <a:gd name="connsiteY8-5390" fmla="*/ 1083731 h 2522085"/>
              <a:gd name="connsiteX9-5391" fmla="*/ 1872252 w 2473269"/>
              <a:gd name="connsiteY9-5392" fmla="*/ 2496734 h 2522085"/>
              <a:gd name="connsiteX10-5393" fmla="*/ 1846852 w 2473269"/>
              <a:gd name="connsiteY10-5394" fmla="*/ 2522085 h 2522085"/>
              <a:gd name="connsiteX11-5395" fmla="*/ 604792 w 2473269"/>
              <a:gd name="connsiteY11-5396" fmla="*/ 2522085 h 2522085"/>
              <a:gd name="connsiteX12-5397" fmla="*/ 579392 w 2473269"/>
              <a:gd name="connsiteY12-5398" fmla="*/ 2496685 h 2522085"/>
              <a:gd name="connsiteX13-5399" fmla="*/ 579392 w 2473269"/>
              <a:gd name="connsiteY13-5400" fmla="*/ 1083682 h 2522085"/>
              <a:gd name="connsiteX14-5401" fmla="*/ 553993 w 2473269"/>
              <a:gd name="connsiteY14-5402" fmla="*/ 1058332 h 2522085"/>
              <a:gd name="connsiteX15-5403" fmla="*/ 3549 w 2473269"/>
              <a:gd name="connsiteY15-5404" fmla="*/ 1058332 h 2522085"/>
              <a:gd name="connsiteX16-5405" fmla="*/ 2988 w 2473269"/>
              <a:gd name="connsiteY16-5406" fmla="*/ 1033119 h 2522085"/>
              <a:gd name="connsiteX0-5407" fmla="*/ 2988 w 2473269"/>
              <a:gd name="connsiteY0-5408" fmla="*/ 1033119 h 2522085"/>
              <a:gd name="connsiteX1-5409" fmla="*/ 14553 w 2473269"/>
              <a:gd name="connsiteY1-5410" fmla="*/ 990852 h 2522085"/>
              <a:gd name="connsiteX2-5411" fmla="*/ 1201583 w 2473269"/>
              <a:gd name="connsiteY2-5412" fmla="*/ 9117 h 2522085"/>
              <a:gd name="connsiteX3-5413" fmla="*/ 1250106 w 2473269"/>
              <a:gd name="connsiteY3-5414" fmla="*/ 9153 h 2522085"/>
              <a:gd name="connsiteX4-5415" fmla="*/ 2464331 w 2473269"/>
              <a:gd name="connsiteY4-5416" fmla="*/ 1013382 h 2522085"/>
              <a:gd name="connsiteX5-5417" fmla="*/ 2471995 w 2473269"/>
              <a:gd name="connsiteY5-5418" fmla="*/ 1041532 h 2522085"/>
              <a:gd name="connsiteX6-5419" fmla="*/ 2448095 w 2473269"/>
              <a:gd name="connsiteY6-5420" fmla="*/ 1058332 h 2522085"/>
              <a:gd name="connsiteX7-5421" fmla="*/ 1897652 w 2473269"/>
              <a:gd name="connsiteY7-5422" fmla="*/ 1058332 h 2522085"/>
              <a:gd name="connsiteX8-5423" fmla="*/ 1872252 w 2473269"/>
              <a:gd name="connsiteY8-5424" fmla="*/ 1083731 h 2522085"/>
              <a:gd name="connsiteX9-5425" fmla="*/ 1872252 w 2473269"/>
              <a:gd name="connsiteY9-5426" fmla="*/ 2496734 h 2522085"/>
              <a:gd name="connsiteX10-5427" fmla="*/ 1846852 w 2473269"/>
              <a:gd name="connsiteY10-5428" fmla="*/ 2522085 h 2522085"/>
              <a:gd name="connsiteX11-5429" fmla="*/ 604792 w 2473269"/>
              <a:gd name="connsiteY11-5430" fmla="*/ 2522085 h 2522085"/>
              <a:gd name="connsiteX12-5431" fmla="*/ 579392 w 2473269"/>
              <a:gd name="connsiteY12-5432" fmla="*/ 2496685 h 2522085"/>
              <a:gd name="connsiteX13-5433" fmla="*/ 579392 w 2473269"/>
              <a:gd name="connsiteY13-5434" fmla="*/ 1083682 h 2522085"/>
              <a:gd name="connsiteX14-5435" fmla="*/ 553993 w 2473269"/>
              <a:gd name="connsiteY14-5436" fmla="*/ 1058332 h 2522085"/>
              <a:gd name="connsiteX15-5437" fmla="*/ 3549 w 2473269"/>
              <a:gd name="connsiteY15-5438" fmla="*/ 1058332 h 2522085"/>
              <a:gd name="connsiteX16-5439" fmla="*/ 2988 w 2473269"/>
              <a:gd name="connsiteY16-5440" fmla="*/ 1033119 h 2522085"/>
              <a:gd name="connsiteX0-5441" fmla="*/ 2988 w 2472994"/>
              <a:gd name="connsiteY0-5442" fmla="*/ 1033119 h 2522085"/>
              <a:gd name="connsiteX1-5443" fmla="*/ 14553 w 2472994"/>
              <a:gd name="connsiteY1-5444" fmla="*/ 990852 h 2522085"/>
              <a:gd name="connsiteX2-5445" fmla="*/ 1201583 w 2472994"/>
              <a:gd name="connsiteY2-5446" fmla="*/ 9117 h 2522085"/>
              <a:gd name="connsiteX3-5447" fmla="*/ 1250106 w 2472994"/>
              <a:gd name="connsiteY3-5448" fmla="*/ 9153 h 2522085"/>
              <a:gd name="connsiteX4-5449" fmla="*/ 2437136 w 2472994"/>
              <a:gd name="connsiteY4-5450" fmla="*/ 990888 h 2522085"/>
              <a:gd name="connsiteX5-5451" fmla="*/ 2471995 w 2472994"/>
              <a:gd name="connsiteY5-5452" fmla="*/ 1041532 h 2522085"/>
              <a:gd name="connsiteX6-5453" fmla="*/ 2448095 w 2472994"/>
              <a:gd name="connsiteY6-5454" fmla="*/ 1058332 h 2522085"/>
              <a:gd name="connsiteX7-5455" fmla="*/ 1897652 w 2472994"/>
              <a:gd name="connsiteY7-5456" fmla="*/ 1058332 h 2522085"/>
              <a:gd name="connsiteX8-5457" fmla="*/ 1872252 w 2472994"/>
              <a:gd name="connsiteY8-5458" fmla="*/ 1083731 h 2522085"/>
              <a:gd name="connsiteX9-5459" fmla="*/ 1872252 w 2472994"/>
              <a:gd name="connsiteY9-5460" fmla="*/ 2496734 h 2522085"/>
              <a:gd name="connsiteX10-5461" fmla="*/ 1846852 w 2472994"/>
              <a:gd name="connsiteY10-5462" fmla="*/ 2522085 h 2522085"/>
              <a:gd name="connsiteX11-5463" fmla="*/ 604792 w 2472994"/>
              <a:gd name="connsiteY11-5464" fmla="*/ 2522085 h 2522085"/>
              <a:gd name="connsiteX12-5465" fmla="*/ 579392 w 2472994"/>
              <a:gd name="connsiteY12-5466" fmla="*/ 2496685 h 2522085"/>
              <a:gd name="connsiteX13-5467" fmla="*/ 579392 w 2472994"/>
              <a:gd name="connsiteY13-5468" fmla="*/ 1083682 h 2522085"/>
              <a:gd name="connsiteX14-5469" fmla="*/ 553993 w 2472994"/>
              <a:gd name="connsiteY14-5470" fmla="*/ 1058332 h 2522085"/>
              <a:gd name="connsiteX15-5471" fmla="*/ 3549 w 2472994"/>
              <a:gd name="connsiteY15-5472" fmla="*/ 1058332 h 2522085"/>
              <a:gd name="connsiteX16-5473" fmla="*/ 2988 w 2472994"/>
              <a:gd name="connsiteY16-5474" fmla="*/ 1033119 h 2522085"/>
              <a:gd name="connsiteX0-5475" fmla="*/ 2988 w 2472278"/>
              <a:gd name="connsiteY0-5476" fmla="*/ 1033119 h 2522085"/>
              <a:gd name="connsiteX1-5477" fmla="*/ 14553 w 2472278"/>
              <a:gd name="connsiteY1-5478" fmla="*/ 990852 h 2522085"/>
              <a:gd name="connsiteX2-5479" fmla="*/ 1201583 w 2472278"/>
              <a:gd name="connsiteY2-5480" fmla="*/ 9117 h 2522085"/>
              <a:gd name="connsiteX3-5481" fmla="*/ 1250106 w 2472278"/>
              <a:gd name="connsiteY3-5482" fmla="*/ 9153 h 2522085"/>
              <a:gd name="connsiteX4-5483" fmla="*/ 2437136 w 2472278"/>
              <a:gd name="connsiteY4-5484" fmla="*/ 990888 h 2522085"/>
              <a:gd name="connsiteX5-5485" fmla="*/ 2471995 w 2472278"/>
              <a:gd name="connsiteY5-5486" fmla="*/ 1041532 h 2522085"/>
              <a:gd name="connsiteX6-5487" fmla="*/ 2448095 w 2472278"/>
              <a:gd name="connsiteY6-5488" fmla="*/ 1058332 h 2522085"/>
              <a:gd name="connsiteX7-5489" fmla="*/ 1897652 w 2472278"/>
              <a:gd name="connsiteY7-5490" fmla="*/ 1058332 h 2522085"/>
              <a:gd name="connsiteX8-5491" fmla="*/ 1872252 w 2472278"/>
              <a:gd name="connsiteY8-5492" fmla="*/ 1083731 h 2522085"/>
              <a:gd name="connsiteX9-5493" fmla="*/ 1872252 w 2472278"/>
              <a:gd name="connsiteY9-5494" fmla="*/ 2496734 h 2522085"/>
              <a:gd name="connsiteX10-5495" fmla="*/ 1846852 w 2472278"/>
              <a:gd name="connsiteY10-5496" fmla="*/ 2522085 h 2522085"/>
              <a:gd name="connsiteX11-5497" fmla="*/ 604792 w 2472278"/>
              <a:gd name="connsiteY11-5498" fmla="*/ 2522085 h 2522085"/>
              <a:gd name="connsiteX12-5499" fmla="*/ 579392 w 2472278"/>
              <a:gd name="connsiteY12-5500" fmla="*/ 2496685 h 2522085"/>
              <a:gd name="connsiteX13-5501" fmla="*/ 579392 w 2472278"/>
              <a:gd name="connsiteY13-5502" fmla="*/ 1083682 h 2522085"/>
              <a:gd name="connsiteX14-5503" fmla="*/ 553993 w 2472278"/>
              <a:gd name="connsiteY14-5504" fmla="*/ 1058332 h 2522085"/>
              <a:gd name="connsiteX15-5505" fmla="*/ 3549 w 2472278"/>
              <a:gd name="connsiteY15-5506" fmla="*/ 1058332 h 2522085"/>
              <a:gd name="connsiteX16-5507" fmla="*/ 2988 w 2472278"/>
              <a:gd name="connsiteY16-5508" fmla="*/ 1033119 h 2522085"/>
              <a:gd name="connsiteX0-5509" fmla="*/ 2988 w 2471995"/>
              <a:gd name="connsiteY0-5510" fmla="*/ 1033119 h 2522085"/>
              <a:gd name="connsiteX1-5511" fmla="*/ 14553 w 2471995"/>
              <a:gd name="connsiteY1-5512" fmla="*/ 990852 h 2522085"/>
              <a:gd name="connsiteX2-5513" fmla="*/ 1201583 w 2471995"/>
              <a:gd name="connsiteY2-5514" fmla="*/ 9117 h 2522085"/>
              <a:gd name="connsiteX3-5515" fmla="*/ 1250106 w 2471995"/>
              <a:gd name="connsiteY3-5516" fmla="*/ 9153 h 2522085"/>
              <a:gd name="connsiteX4-5517" fmla="*/ 2437136 w 2471995"/>
              <a:gd name="connsiteY4-5518" fmla="*/ 990888 h 2522085"/>
              <a:gd name="connsiteX5-5519" fmla="*/ 2471995 w 2471995"/>
              <a:gd name="connsiteY5-5520" fmla="*/ 1041532 h 2522085"/>
              <a:gd name="connsiteX6-5521" fmla="*/ 2448095 w 2471995"/>
              <a:gd name="connsiteY6-5522" fmla="*/ 1058332 h 2522085"/>
              <a:gd name="connsiteX7-5523" fmla="*/ 1897652 w 2471995"/>
              <a:gd name="connsiteY7-5524" fmla="*/ 1058332 h 2522085"/>
              <a:gd name="connsiteX8-5525" fmla="*/ 1872252 w 2471995"/>
              <a:gd name="connsiteY8-5526" fmla="*/ 1083731 h 2522085"/>
              <a:gd name="connsiteX9-5527" fmla="*/ 1872252 w 2471995"/>
              <a:gd name="connsiteY9-5528" fmla="*/ 2496734 h 2522085"/>
              <a:gd name="connsiteX10-5529" fmla="*/ 1846852 w 2471995"/>
              <a:gd name="connsiteY10-5530" fmla="*/ 2522085 h 2522085"/>
              <a:gd name="connsiteX11-5531" fmla="*/ 604792 w 2471995"/>
              <a:gd name="connsiteY11-5532" fmla="*/ 2522085 h 2522085"/>
              <a:gd name="connsiteX12-5533" fmla="*/ 579392 w 2471995"/>
              <a:gd name="connsiteY12-5534" fmla="*/ 2496685 h 2522085"/>
              <a:gd name="connsiteX13-5535" fmla="*/ 579392 w 2471995"/>
              <a:gd name="connsiteY13-5536" fmla="*/ 1083682 h 2522085"/>
              <a:gd name="connsiteX14-5537" fmla="*/ 553993 w 2471995"/>
              <a:gd name="connsiteY14-5538" fmla="*/ 1058332 h 2522085"/>
              <a:gd name="connsiteX15-5539" fmla="*/ 3549 w 2471995"/>
              <a:gd name="connsiteY15-5540" fmla="*/ 1058332 h 2522085"/>
              <a:gd name="connsiteX16-5541" fmla="*/ 2988 w 2471995"/>
              <a:gd name="connsiteY16-5542" fmla="*/ 1033119 h 2522085"/>
              <a:gd name="connsiteX0-5543" fmla="*/ 2988 w 2459944"/>
              <a:gd name="connsiteY0-5544" fmla="*/ 1033119 h 2522085"/>
              <a:gd name="connsiteX1-5545" fmla="*/ 14553 w 2459944"/>
              <a:gd name="connsiteY1-5546" fmla="*/ 990852 h 2522085"/>
              <a:gd name="connsiteX2-5547" fmla="*/ 1201583 w 2459944"/>
              <a:gd name="connsiteY2-5548" fmla="*/ 9117 h 2522085"/>
              <a:gd name="connsiteX3-5549" fmla="*/ 1250106 w 2459944"/>
              <a:gd name="connsiteY3-5550" fmla="*/ 9153 h 2522085"/>
              <a:gd name="connsiteX4-5551" fmla="*/ 2437136 w 2459944"/>
              <a:gd name="connsiteY4-5552" fmla="*/ 990888 h 2522085"/>
              <a:gd name="connsiteX5-5553" fmla="*/ 2448653 w 2459944"/>
              <a:gd name="connsiteY5-5554" fmla="*/ 1033131 h 2522085"/>
              <a:gd name="connsiteX6-5555" fmla="*/ 2448095 w 2459944"/>
              <a:gd name="connsiteY6-5556" fmla="*/ 1058332 h 2522085"/>
              <a:gd name="connsiteX7-5557" fmla="*/ 1897652 w 2459944"/>
              <a:gd name="connsiteY7-5558" fmla="*/ 1058332 h 2522085"/>
              <a:gd name="connsiteX8-5559" fmla="*/ 1872252 w 2459944"/>
              <a:gd name="connsiteY8-5560" fmla="*/ 1083731 h 2522085"/>
              <a:gd name="connsiteX9-5561" fmla="*/ 1872252 w 2459944"/>
              <a:gd name="connsiteY9-5562" fmla="*/ 2496734 h 2522085"/>
              <a:gd name="connsiteX10-5563" fmla="*/ 1846852 w 2459944"/>
              <a:gd name="connsiteY10-5564" fmla="*/ 2522085 h 2522085"/>
              <a:gd name="connsiteX11-5565" fmla="*/ 604792 w 2459944"/>
              <a:gd name="connsiteY11-5566" fmla="*/ 2522085 h 2522085"/>
              <a:gd name="connsiteX12-5567" fmla="*/ 579392 w 2459944"/>
              <a:gd name="connsiteY12-5568" fmla="*/ 2496685 h 2522085"/>
              <a:gd name="connsiteX13-5569" fmla="*/ 579392 w 2459944"/>
              <a:gd name="connsiteY13-5570" fmla="*/ 1083682 h 2522085"/>
              <a:gd name="connsiteX14-5571" fmla="*/ 553993 w 2459944"/>
              <a:gd name="connsiteY14-5572" fmla="*/ 1058332 h 2522085"/>
              <a:gd name="connsiteX15-5573" fmla="*/ 3549 w 2459944"/>
              <a:gd name="connsiteY15-5574" fmla="*/ 1058332 h 2522085"/>
              <a:gd name="connsiteX16-5575" fmla="*/ 2988 w 2459944"/>
              <a:gd name="connsiteY16-5576" fmla="*/ 1033119 h 2522085"/>
              <a:gd name="connsiteX0-5577" fmla="*/ 2988 w 2451643"/>
              <a:gd name="connsiteY0-5578" fmla="*/ 1033119 h 2522085"/>
              <a:gd name="connsiteX1-5579" fmla="*/ 14553 w 2451643"/>
              <a:gd name="connsiteY1-5580" fmla="*/ 990852 h 2522085"/>
              <a:gd name="connsiteX2-5581" fmla="*/ 1201583 w 2451643"/>
              <a:gd name="connsiteY2-5582" fmla="*/ 9117 h 2522085"/>
              <a:gd name="connsiteX3-5583" fmla="*/ 1250106 w 2451643"/>
              <a:gd name="connsiteY3-5584" fmla="*/ 9153 h 2522085"/>
              <a:gd name="connsiteX4-5585" fmla="*/ 2437136 w 2451643"/>
              <a:gd name="connsiteY4-5586" fmla="*/ 990888 h 2522085"/>
              <a:gd name="connsiteX5-5587" fmla="*/ 2448653 w 2451643"/>
              <a:gd name="connsiteY5-5588" fmla="*/ 1033131 h 2522085"/>
              <a:gd name="connsiteX6-5589" fmla="*/ 2448095 w 2451643"/>
              <a:gd name="connsiteY6-5590" fmla="*/ 1058332 h 2522085"/>
              <a:gd name="connsiteX7-5591" fmla="*/ 1897652 w 2451643"/>
              <a:gd name="connsiteY7-5592" fmla="*/ 1058332 h 2522085"/>
              <a:gd name="connsiteX8-5593" fmla="*/ 1872252 w 2451643"/>
              <a:gd name="connsiteY8-5594" fmla="*/ 1083731 h 2522085"/>
              <a:gd name="connsiteX9-5595" fmla="*/ 1872252 w 2451643"/>
              <a:gd name="connsiteY9-5596" fmla="*/ 2496734 h 2522085"/>
              <a:gd name="connsiteX10-5597" fmla="*/ 1846852 w 2451643"/>
              <a:gd name="connsiteY10-5598" fmla="*/ 2522085 h 2522085"/>
              <a:gd name="connsiteX11-5599" fmla="*/ 604792 w 2451643"/>
              <a:gd name="connsiteY11-5600" fmla="*/ 2522085 h 2522085"/>
              <a:gd name="connsiteX12-5601" fmla="*/ 579392 w 2451643"/>
              <a:gd name="connsiteY12-5602" fmla="*/ 2496685 h 2522085"/>
              <a:gd name="connsiteX13-5603" fmla="*/ 579392 w 2451643"/>
              <a:gd name="connsiteY13-5604" fmla="*/ 1083682 h 2522085"/>
              <a:gd name="connsiteX14-5605" fmla="*/ 553993 w 2451643"/>
              <a:gd name="connsiteY14-5606" fmla="*/ 1058332 h 2522085"/>
              <a:gd name="connsiteX15-5607" fmla="*/ 3549 w 2451643"/>
              <a:gd name="connsiteY15-5608" fmla="*/ 1058332 h 2522085"/>
              <a:gd name="connsiteX16-5609" fmla="*/ 2988 w 2451643"/>
              <a:gd name="connsiteY16-5610" fmla="*/ 1033119 h 2522085"/>
              <a:gd name="connsiteX0-5611" fmla="*/ 2988 w 2450561"/>
              <a:gd name="connsiteY0-5612" fmla="*/ 1033119 h 2522085"/>
              <a:gd name="connsiteX1-5613" fmla="*/ 14553 w 2450561"/>
              <a:gd name="connsiteY1-5614" fmla="*/ 990852 h 2522085"/>
              <a:gd name="connsiteX2-5615" fmla="*/ 1201583 w 2450561"/>
              <a:gd name="connsiteY2-5616" fmla="*/ 9117 h 2522085"/>
              <a:gd name="connsiteX3-5617" fmla="*/ 1250106 w 2450561"/>
              <a:gd name="connsiteY3-5618" fmla="*/ 9153 h 2522085"/>
              <a:gd name="connsiteX4-5619" fmla="*/ 2437136 w 2450561"/>
              <a:gd name="connsiteY4-5620" fmla="*/ 990888 h 2522085"/>
              <a:gd name="connsiteX5-5621" fmla="*/ 2448653 w 2450561"/>
              <a:gd name="connsiteY5-5622" fmla="*/ 1033131 h 2522085"/>
              <a:gd name="connsiteX6-5623" fmla="*/ 2448095 w 2450561"/>
              <a:gd name="connsiteY6-5624" fmla="*/ 1058332 h 2522085"/>
              <a:gd name="connsiteX7-5625" fmla="*/ 1897652 w 2450561"/>
              <a:gd name="connsiteY7-5626" fmla="*/ 1058332 h 2522085"/>
              <a:gd name="connsiteX8-5627" fmla="*/ 1872252 w 2450561"/>
              <a:gd name="connsiteY8-5628" fmla="*/ 1083731 h 2522085"/>
              <a:gd name="connsiteX9-5629" fmla="*/ 1872252 w 2450561"/>
              <a:gd name="connsiteY9-5630" fmla="*/ 2496734 h 2522085"/>
              <a:gd name="connsiteX10-5631" fmla="*/ 1846852 w 2450561"/>
              <a:gd name="connsiteY10-5632" fmla="*/ 2522085 h 2522085"/>
              <a:gd name="connsiteX11-5633" fmla="*/ 604792 w 2450561"/>
              <a:gd name="connsiteY11-5634" fmla="*/ 2522085 h 2522085"/>
              <a:gd name="connsiteX12-5635" fmla="*/ 579392 w 2450561"/>
              <a:gd name="connsiteY12-5636" fmla="*/ 2496685 h 2522085"/>
              <a:gd name="connsiteX13-5637" fmla="*/ 579392 w 2450561"/>
              <a:gd name="connsiteY13-5638" fmla="*/ 1083682 h 2522085"/>
              <a:gd name="connsiteX14-5639" fmla="*/ 553993 w 2450561"/>
              <a:gd name="connsiteY14-5640" fmla="*/ 1058332 h 2522085"/>
              <a:gd name="connsiteX15-5641" fmla="*/ 3549 w 2450561"/>
              <a:gd name="connsiteY15-5642" fmla="*/ 1058332 h 2522085"/>
              <a:gd name="connsiteX16-5643" fmla="*/ 2988 w 2450561"/>
              <a:gd name="connsiteY16-5644" fmla="*/ 1033119 h 2522085"/>
              <a:gd name="connsiteX0-5645" fmla="*/ 2988 w 2450561"/>
              <a:gd name="connsiteY0-5646" fmla="*/ 1033119 h 2522085"/>
              <a:gd name="connsiteX1-5647" fmla="*/ 14553 w 2450561"/>
              <a:gd name="connsiteY1-5648" fmla="*/ 990852 h 2522085"/>
              <a:gd name="connsiteX2-5649" fmla="*/ 1201583 w 2450561"/>
              <a:gd name="connsiteY2-5650" fmla="*/ 9117 h 2522085"/>
              <a:gd name="connsiteX3-5651" fmla="*/ 1250106 w 2450561"/>
              <a:gd name="connsiteY3-5652" fmla="*/ 9153 h 2522085"/>
              <a:gd name="connsiteX4-5653" fmla="*/ 2437136 w 2450561"/>
              <a:gd name="connsiteY4-5654" fmla="*/ 990888 h 2522085"/>
              <a:gd name="connsiteX5-5655" fmla="*/ 2448653 w 2450561"/>
              <a:gd name="connsiteY5-5656" fmla="*/ 1033131 h 2522085"/>
              <a:gd name="connsiteX6-5657" fmla="*/ 2412804 w 2450561"/>
              <a:gd name="connsiteY6-5658" fmla="*/ 1058331 h 2522085"/>
              <a:gd name="connsiteX7-5659" fmla="*/ 1897652 w 2450561"/>
              <a:gd name="connsiteY7-5660" fmla="*/ 1058332 h 2522085"/>
              <a:gd name="connsiteX8-5661" fmla="*/ 1872252 w 2450561"/>
              <a:gd name="connsiteY8-5662" fmla="*/ 1083731 h 2522085"/>
              <a:gd name="connsiteX9-5663" fmla="*/ 1872252 w 2450561"/>
              <a:gd name="connsiteY9-5664" fmla="*/ 2496734 h 2522085"/>
              <a:gd name="connsiteX10-5665" fmla="*/ 1846852 w 2450561"/>
              <a:gd name="connsiteY10-5666" fmla="*/ 2522085 h 2522085"/>
              <a:gd name="connsiteX11-5667" fmla="*/ 604792 w 2450561"/>
              <a:gd name="connsiteY11-5668" fmla="*/ 2522085 h 2522085"/>
              <a:gd name="connsiteX12-5669" fmla="*/ 579392 w 2450561"/>
              <a:gd name="connsiteY12-5670" fmla="*/ 2496685 h 2522085"/>
              <a:gd name="connsiteX13-5671" fmla="*/ 579392 w 2450561"/>
              <a:gd name="connsiteY13-5672" fmla="*/ 1083682 h 2522085"/>
              <a:gd name="connsiteX14-5673" fmla="*/ 553993 w 2450561"/>
              <a:gd name="connsiteY14-5674" fmla="*/ 1058332 h 2522085"/>
              <a:gd name="connsiteX15-5675" fmla="*/ 3549 w 2450561"/>
              <a:gd name="connsiteY15-5676" fmla="*/ 1058332 h 2522085"/>
              <a:gd name="connsiteX16-5677" fmla="*/ 2988 w 2450561"/>
              <a:gd name="connsiteY16-5678" fmla="*/ 1033119 h 2522085"/>
              <a:gd name="connsiteX0-5679" fmla="*/ 2988 w 2450561"/>
              <a:gd name="connsiteY0-5680" fmla="*/ 1033119 h 2522085"/>
              <a:gd name="connsiteX1-5681" fmla="*/ 14553 w 2450561"/>
              <a:gd name="connsiteY1-5682" fmla="*/ 990852 h 2522085"/>
              <a:gd name="connsiteX2-5683" fmla="*/ 1201583 w 2450561"/>
              <a:gd name="connsiteY2-5684" fmla="*/ 9117 h 2522085"/>
              <a:gd name="connsiteX3-5685" fmla="*/ 1250106 w 2450561"/>
              <a:gd name="connsiteY3-5686" fmla="*/ 9153 h 2522085"/>
              <a:gd name="connsiteX4-5687" fmla="*/ 2437136 w 2450561"/>
              <a:gd name="connsiteY4-5688" fmla="*/ 990888 h 2522085"/>
              <a:gd name="connsiteX5-5689" fmla="*/ 2448653 w 2450561"/>
              <a:gd name="connsiteY5-5690" fmla="*/ 1033131 h 2522085"/>
              <a:gd name="connsiteX6-5691" fmla="*/ 2412804 w 2450561"/>
              <a:gd name="connsiteY6-5692" fmla="*/ 1058331 h 2522085"/>
              <a:gd name="connsiteX7-5693" fmla="*/ 1897652 w 2450561"/>
              <a:gd name="connsiteY7-5694" fmla="*/ 1058332 h 2522085"/>
              <a:gd name="connsiteX8-5695" fmla="*/ 1872252 w 2450561"/>
              <a:gd name="connsiteY8-5696" fmla="*/ 1083731 h 2522085"/>
              <a:gd name="connsiteX9-5697" fmla="*/ 1872252 w 2450561"/>
              <a:gd name="connsiteY9-5698" fmla="*/ 2496734 h 2522085"/>
              <a:gd name="connsiteX10-5699" fmla="*/ 1846852 w 2450561"/>
              <a:gd name="connsiteY10-5700" fmla="*/ 2522085 h 2522085"/>
              <a:gd name="connsiteX11-5701" fmla="*/ 604792 w 2450561"/>
              <a:gd name="connsiteY11-5702" fmla="*/ 2522085 h 2522085"/>
              <a:gd name="connsiteX12-5703" fmla="*/ 579392 w 2450561"/>
              <a:gd name="connsiteY12-5704" fmla="*/ 2496685 h 2522085"/>
              <a:gd name="connsiteX13-5705" fmla="*/ 579392 w 2450561"/>
              <a:gd name="connsiteY13-5706" fmla="*/ 1083682 h 2522085"/>
              <a:gd name="connsiteX14-5707" fmla="*/ 553993 w 2450561"/>
              <a:gd name="connsiteY14-5708" fmla="*/ 1058332 h 2522085"/>
              <a:gd name="connsiteX15-5709" fmla="*/ 3549 w 2450561"/>
              <a:gd name="connsiteY15-5710" fmla="*/ 1058332 h 2522085"/>
              <a:gd name="connsiteX16-5711" fmla="*/ 2988 w 2450561"/>
              <a:gd name="connsiteY16-5712" fmla="*/ 1033119 h 2522085"/>
              <a:gd name="connsiteX0-5713" fmla="*/ 2988 w 2450561"/>
              <a:gd name="connsiteY0-5714" fmla="*/ 1033119 h 2522085"/>
              <a:gd name="connsiteX1-5715" fmla="*/ 14553 w 2450561"/>
              <a:gd name="connsiteY1-5716" fmla="*/ 990852 h 2522085"/>
              <a:gd name="connsiteX2-5717" fmla="*/ 1201583 w 2450561"/>
              <a:gd name="connsiteY2-5718" fmla="*/ 9117 h 2522085"/>
              <a:gd name="connsiteX3-5719" fmla="*/ 1250106 w 2450561"/>
              <a:gd name="connsiteY3-5720" fmla="*/ 9153 h 2522085"/>
              <a:gd name="connsiteX4-5721" fmla="*/ 2437136 w 2450561"/>
              <a:gd name="connsiteY4-5722" fmla="*/ 990888 h 2522085"/>
              <a:gd name="connsiteX5-5723" fmla="*/ 2448653 w 2450561"/>
              <a:gd name="connsiteY5-5724" fmla="*/ 1033131 h 2522085"/>
              <a:gd name="connsiteX6-5725" fmla="*/ 2412804 w 2450561"/>
              <a:gd name="connsiteY6-5726" fmla="*/ 1058331 h 2522085"/>
              <a:gd name="connsiteX7-5727" fmla="*/ 1897652 w 2450561"/>
              <a:gd name="connsiteY7-5728" fmla="*/ 1058332 h 2522085"/>
              <a:gd name="connsiteX8-5729" fmla="*/ 1872252 w 2450561"/>
              <a:gd name="connsiteY8-5730" fmla="*/ 1083731 h 2522085"/>
              <a:gd name="connsiteX9-5731" fmla="*/ 1872252 w 2450561"/>
              <a:gd name="connsiteY9-5732" fmla="*/ 2496734 h 2522085"/>
              <a:gd name="connsiteX10-5733" fmla="*/ 1846852 w 2450561"/>
              <a:gd name="connsiteY10-5734" fmla="*/ 2522085 h 2522085"/>
              <a:gd name="connsiteX11-5735" fmla="*/ 604792 w 2450561"/>
              <a:gd name="connsiteY11-5736" fmla="*/ 2522085 h 2522085"/>
              <a:gd name="connsiteX12-5737" fmla="*/ 579392 w 2450561"/>
              <a:gd name="connsiteY12-5738" fmla="*/ 2496685 h 2522085"/>
              <a:gd name="connsiteX13-5739" fmla="*/ 579392 w 2450561"/>
              <a:gd name="connsiteY13-5740" fmla="*/ 1083682 h 2522085"/>
              <a:gd name="connsiteX14-5741" fmla="*/ 553993 w 2450561"/>
              <a:gd name="connsiteY14-5742" fmla="*/ 1058332 h 2522085"/>
              <a:gd name="connsiteX15-5743" fmla="*/ 3549 w 2450561"/>
              <a:gd name="connsiteY15-5744" fmla="*/ 1058332 h 2522085"/>
              <a:gd name="connsiteX16-5745" fmla="*/ 2988 w 2450561"/>
              <a:gd name="connsiteY16-5746" fmla="*/ 1033119 h 2522085"/>
              <a:gd name="connsiteX0-5747" fmla="*/ 2988 w 2450561"/>
              <a:gd name="connsiteY0-5748" fmla="*/ 1033119 h 2522085"/>
              <a:gd name="connsiteX1-5749" fmla="*/ 14553 w 2450561"/>
              <a:gd name="connsiteY1-5750" fmla="*/ 990852 h 2522085"/>
              <a:gd name="connsiteX2-5751" fmla="*/ 1201583 w 2450561"/>
              <a:gd name="connsiteY2-5752" fmla="*/ 9117 h 2522085"/>
              <a:gd name="connsiteX3-5753" fmla="*/ 1250106 w 2450561"/>
              <a:gd name="connsiteY3-5754" fmla="*/ 9153 h 2522085"/>
              <a:gd name="connsiteX4-5755" fmla="*/ 2437136 w 2450561"/>
              <a:gd name="connsiteY4-5756" fmla="*/ 990888 h 2522085"/>
              <a:gd name="connsiteX5-5757" fmla="*/ 2448653 w 2450561"/>
              <a:gd name="connsiteY5-5758" fmla="*/ 1033131 h 2522085"/>
              <a:gd name="connsiteX6-5759" fmla="*/ 2412804 w 2450561"/>
              <a:gd name="connsiteY6-5760" fmla="*/ 1058331 h 2522085"/>
              <a:gd name="connsiteX7-5761" fmla="*/ 1910353 w 2450561"/>
              <a:gd name="connsiteY7-5762" fmla="*/ 1058331 h 2522085"/>
              <a:gd name="connsiteX8-5763" fmla="*/ 1872252 w 2450561"/>
              <a:gd name="connsiteY8-5764" fmla="*/ 1083731 h 2522085"/>
              <a:gd name="connsiteX9-5765" fmla="*/ 1872252 w 2450561"/>
              <a:gd name="connsiteY9-5766" fmla="*/ 2496734 h 2522085"/>
              <a:gd name="connsiteX10-5767" fmla="*/ 1846852 w 2450561"/>
              <a:gd name="connsiteY10-5768" fmla="*/ 2522085 h 2522085"/>
              <a:gd name="connsiteX11-5769" fmla="*/ 604792 w 2450561"/>
              <a:gd name="connsiteY11-5770" fmla="*/ 2522085 h 2522085"/>
              <a:gd name="connsiteX12-5771" fmla="*/ 579392 w 2450561"/>
              <a:gd name="connsiteY12-5772" fmla="*/ 2496685 h 2522085"/>
              <a:gd name="connsiteX13-5773" fmla="*/ 579392 w 2450561"/>
              <a:gd name="connsiteY13-5774" fmla="*/ 1083682 h 2522085"/>
              <a:gd name="connsiteX14-5775" fmla="*/ 553993 w 2450561"/>
              <a:gd name="connsiteY14-5776" fmla="*/ 1058332 h 2522085"/>
              <a:gd name="connsiteX15-5777" fmla="*/ 3549 w 2450561"/>
              <a:gd name="connsiteY15-5778" fmla="*/ 1058332 h 2522085"/>
              <a:gd name="connsiteX16-5779" fmla="*/ 2988 w 2450561"/>
              <a:gd name="connsiteY16-5780" fmla="*/ 1033119 h 2522085"/>
              <a:gd name="connsiteX0-5781" fmla="*/ 2988 w 2450561"/>
              <a:gd name="connsiteY0-5782" fmla="*/ 1033119 h 2522085"/>
              <a:gd name="connsiteX1-5783" fmla="*/ 14553 w 2450561"/>
              <a:gd name="connsiteY1-5784" fmla="*/ 990852 h 2522085"/>
              <a:gd name="connsiteX2-5785" fmla="*/ 1201583 w 2450561"/>
              <a:gd name="connsiteY2-5786" fmla="*/ 9117 h 2522085"/>
              <a:gd name="connsiteX3-5787" fmla="*/ 1250106 w 2450561"/>
              <a:gd name="connsiteY3-5788" fmla="*/ 9153 h 2522085"/>
              <a:gd name="connsiteX4-5789" fmla="*/ 2437136 w 2450561"/>
              <a:gd name="connsiteY4-5790" fmla="*/ 990888 h 2522085"/>
              <a:gd name="connsiteX5-5791" fmla="*/ 2448653 w 2450561"/>
              <a:gd name="connsiteY5-5792" fmla="*/ 1033131 h 2522085"/>
              <a:gd name="connsiteX6-5793" fmla="*/ 2412804 w 2450561"/>
              <a:gd name="connsiteY6-5794" fmla="*/ 1058331 h 2522085"/>
              <a:gd name="connsiteX7-5795" fmla="*/ 1910353 w 2450561"/>
              <a:gd name="connsiteY7-5796" fmla="*/ 1058331 h 2522085"/>
              <a:gd name="connsiteX8-5797" fmla="*/ 1872252 w 2450561"/>
              <a:gd name="connsiteY8-5798" fmla="*/ 1083731 h 2522085"/>
              <a:gd name="connsiteX9-5799" fmla="*/ 1872252 w 2450561"/>
              <a:gd name="connsiteY9-5800" fmla="*/ 2496734 h 2522085"/>
              <a:gd name="connsiteX10-5801" fmla="*/ 1846852 w 2450561"/>
              <a:gd name="connsiteY10-5802" fmla="*/ 2522085 h 2522085"/>
              <a:gd name="connsiteX11-5803" fmla="*/ 604792 w 2450561"/>
              <a:gd name="connsiteY11-5804" fmla="*/ 2522085 h 2522085"/>
              <a:gd name="connsiteX12-5805" fmla="*/ 579392 w 2450561"/>
              <a:gd name="connsiteY12-5806" fmla="*/ 2496685 h 2522085"/>
              <a:gd name="connsiteX13-5807" fmla="*/ 579392 w 2450561"/>
              <a:gd name="connsiteY13-5808" fmla="*/ 1083682 h 2522085"/>
              <a:gd name="connsiteX14-5809" fmla="*/ 553993 w 2450561"/>
              <a:gd name="connsiteY14-5810" fmla="*/ 1058332 h 2522085"/>
              <a:gd name="connsiteX15-5811" fmla="*/ 3549 w 2450561"/>
              <a:gd name="connsiteY15-5812" fmla="*/ 1058332 h 2522085"/>
              <a:gd name="connsiteX16-5813" fmla="*/ 2988 w 2450561"/>
              <a:gd name="connsiteY16-5814" fmla="*/ 1033119 h 2522085"/>
              <a:gd name="connsiteX0-5815" fmla="*/ 2988 w 2450561"/>
              <a:gd name="connsiteY0-5816" fmla="*/ 1033119 h 2522085"/>
              <a:gd name="connsiteX1-5817" fmla="*/ 14553 w 2450561"/>
              <a:gd name="connsiteY1-5818" fmla="*/ 990852 h 2522085"/>
              <a:gd name="connsiteX2-5819" fmla="*/ 1201583 w 2450561"/>
              <a:gd name="connsiteY2-5820" fmla="*/ 9117 h 2522085"/>
              <a:gd name="connsiteX3-5821" fmla="*/ 1250106 w 2450561"/>
              <a:gd name="connsiteY3-5822" fmla="*/ 9153 h 2522085"/>
              <a:gd name="connsiteX4-5823" fmla="*/ 2437136 w 2450561"/>
              <a:gd name="connsiteY4-5824" fmla="*/ 990888 h 2522085"/>
              <a:gd name="connsiteX5-5825" fmla="*/ 2448653 w 2450561"/>
              <a:gd name="connsiteY5-5826" fmla="*/ 1033131 h 2522085"/>
              <a:gd name="connsiteX6-5827" fmla="*/ 2412804 w 2450561"/>
              <a:gd name="connsiteY6-5828" fmla="*/ 1058331 h 2522085"/>
              <a:gd name="connsiteX7-5829" fmla="*/ 1910353 w 2450561"/>
              <a:gd name="connsiteY7-5830" fmla="*/ 1058331 h 2522085"/>
              <a:gd name="connsiteX8-5831" fmla="*/ 1872252 w 2450561"/>
              <a:gd name="connsiteY8-5832" fmla="*/ 1083731 h 2522085"/>
              <a:gd name="connsiteX9-5833" fmla="*/ 1872252 w 2450561"/>
              <a:gd name="connsiteY9-5834" fmla="*/ 2496734 h 2522085"/>
              <a:gd name="connsiteX10-5835" fmla="*/ 1846852 w 2450561"/>
              <a:gd name="connsiteY10-5836" fmla="*/ 2522085 h 2522085"/>
              <a:gd name="connsiteX11-5837" fmla="*/ 604792 w 2450561"/>
              <a:gd name="connsiteY11-5838" fmla="*/ 2522085 h 2522085"/>
              <a:gd name="connsiteX12-5839" fmla="*/ 579392 w 2450561"/>
              <a:gd name="connsiteY12-5840" fmla="*/ 2496685 h 2522085"/>
              <a:gd name="connsiteX13-5841" fmla="*/ 579392 w 2450561"/>
              <a:gd name="connsiteY13-5842" fmla="*/ 1083682 h 2522085"/>
              <a:gd name="connsiteX14-5843" fmla="*/ 553993 w 2450561"/>
              <a:gd name="connsiteY14-5844" fmla="*/ 1058332 h 2522085"/>
              <a:gd name="connsiteX15-5845" fmla="*/ 3549 w 2450561"/>
              <a:gd name="connsiteY15-5846" fmla="*/ 1058332 h 2522085"/>
              <a:gd name="connsiteX16-5847" fmla="*/ 2988 w 2450561"/>
              <a:gd name="connsiteY16-5848" fmla="*/ 1033119 h 2522085"/>
              <a:gd name="connsiteX0-5849" fmla="*/ 2988 w 2450561"/>
              <a:gd name="connsiteY0-5850" fmla="*/ 1033119 h 2522085"/>
              <a:gd name="connsiteX1-5851" fmla="*/ 14553 w 2450561"/>
              <a:gd name="connsiteY1-5852" fmla="*/ 990852 h 2522085"/>
              <a:gd name="connsiteX2-5853" fmla="*/ 1201583 w 2450561"/>
              <a:gd name="connsiteY2-5854" fmla="*/ 9117 h 2522085"/>
              <a:gd name="connsiteX3-5855" fmla="*/ 1250106 w 2450561"/>
              <a:gd name="connsiteY3-5856" fmla="*/ 9153 h 2522085"/>
              <a:gd name="connsiteX4-5857" fmla="*/ 2437136 w 2450561"/>
              <a:gd name="connsiteY4-5858" fmla="*/ 990888 h 2522085"/>
              <a:gd name="connsiteX5-5859" fmla="*/ 2448653 w 2450561"/>
              <a:gd name="connsiteY5-5860" fmla="*/ 1033131 h 2522085"/>
              <a:gd name="connsiteX6-5861" fmla="*/ 2412804 w 2450561"/>
              <a:gd name="connsiteY6-5862" fmla="*/ 1058331 h 2522085"/>
              <a:gd name="connsiteX7-5863" fmla="*/ 1910353 w 2450561"/>
              <a:gd name="connsiteY7-5864" fmla="*/ 1058331 h 2522085"/>
              <a:gd name="connsiteX8-5865" fmla="*/ 1872254 w 2450561"/>
              <a:gd name="connsiteY8-5866" fmla="*/ 1096430 h 2522085"/>
              <a:gd name="connsiteX9-5867" fmla="*/ 1872252 w 2450561"/>
              <a:gd name="connsiteY9-5868" fmla="*/ 2496734 h 2522085"/>
              <a:gd name="connsiteX10-5869" fmla="*/ 1846852 w 2450561"/>
              <a:gd name="connsiteY10-5870" fmla="*/ 2522085 h 2522085"/>
              <a:gd name="connsiteX11-5871" fmla="*/ 604792 w 2450561"/>
              <a:gd name="connsiteY11-5872" fmla="*/ 2522085 h 2522085"/>
              <a:gd name="connsiteX12-5873" fmla="*/ 579392 w 2450561"/>
              <a:gd name="connsiteY12-5874" fmla="*/ 2496685 h 2522085"/>
              <a:gd name="connsiteX13-5875" fmla="*/ 579392 w 2450561"/>
              <a:gd name="connsiteY13-5876" fmla="*/ 1083682 h 2522085"/>
              <a:gd name="connsiteX14-5877" fmla="*/ 553993 w 2450561"/>
              <a:gd name="connsiteY14-5878" fmla="*/ 1058332 h 2522085"/>
              <a:gd name="connsiteX15-5879" fmla="*/ 3549 w 2450561"/>
              <a:gd name="connsiteY15-5880" fmla="*/ 1058332 h 2522085"/>
              <a:gd name="connsiteX16-5881" fmla="*/ 2988 w 2450561"/>
              <a:gd name="connsiteY16-5882" fmla="*/ 1033119 h 2522085"/>
              <a:gd name="connsiteX0-5883" fmla="*/ 2988 w 2450561"/>
              <a:gd name="connsiteY0-5884" fmla="*/ 1033119 h 2522085"/>
              <a:gd name="connsiteX1-5885" fmla="*/ 14553 w 2450561"/>
              <a:gd name="connsiteY1-5886" fmla="*/ 990852 h 2522085"/>
              <a:gd name="connsiteX2-5887" fmla="*/ 1201583 w 2450561"/>
              <a:gd name="connsiteY2-5888" fmla="*/ 9117 h 2522085"/>
              <a:gd name="connsiteX3-5889" fmla="*/ 1250106 w 2450561"/>
              <a:gd name="connsiteY3-5890" fmla="*/ 9153 h 2522085"/>
              <a:gd name="connsiteX4-5891" fmla="*/ 2437136 w 2450561"/>
              <a:gd name="connsiteY4-5892" fmla="*/ 990888 h 2522085"/>
              <a:gd name="connsiteX5-5893" fmla="*/ 2448653 w 2450561"/>
              <a:gd name="connsiteY5-5894" fmla="*/ 1033131 h 2522085"/>
              <a:gd name="connsiteX6-5895" fmla="*/ 2412804 w 2450561"/>
              <a:gd name="connsiteY6-5896" fmla="*/ 1058331 h 2522085"/>
              <a:gd name="connsiteX7-5897" fmla="*/ 1910353 w 2450561"/>
              <a:gd name="connsiteY7-5898" fmla="*/ 1058331 h 2522085"/>
              <a:gd name="connsiteX8-5899" fmla="*/ 1872254 w 2450561"/>
              <a:gd name="connsiteY8-5900" fmla="*/ 1096430 h 2522085"/>
              <a:gd name="connsiteX9-5901" fmla="*/ 1872252 w 2450561"/>
              <a:gd name="connsiteY9-5902" fmla="*/ 2496734 h 2522085"/>
              <a:gd name="connsiteX10-5903" fmla="*/ 1846852 w 2450561"/>
              <a:gd name="connsiteY10-5904" fmla="*/ 2522085 h 2522085"/>
              <a:gd name="connsiteX11-5905" fmla="*/ 604792 w 2450561"/>
              <a:gd name="connsiteY11-5906" fmla="*/ 2522085 h 2522085"/>
              <a:gd name="connsiteX12-5907" fmla="*/ 579392 w 2450561"/>
              <a:gd name="connsiteY12-5908" fmla="*/ 2496685 h 2522085"/>
              <a:gd name="connsiteX13-5909" fmla="*/ 579392 w 2450561"/>
              <a:gd name="connsiteY13-5910" fmla="*/ 1083682 h 2522085"/>
              <a:gd name="connsiteX14-5911" fmla="*/ 553993 w 2450561"/>
              <a:gd name="connsiteY14-5912" fmla="*/ 1058332 h 2522085"/>
              <a:gd name="connsiteX15-5913" fmla="*/ 3549 w 2450561"/>
              <a:gd name="connsiteY15-5914" fmla="*/ 1058332 h 2522085"/>
              <a:gd name="connsiteX16-5915" fmla="*/ 2988 w 2450561"/>
              <a:gd name="connsiteY16-5916" fmla="*/ 1033119 h 2522085"/>
              <a:gd name="connsiteX0-5917" fmla="*/ 2988 w 2450561"/>
              <a:gd name="connsiteY0-5918" fmla="*/ 1033119 h 2522085"/>
              <a:gd name="connsiteX1-5919" fmla="*/ 14553 w 2450561"/>
              <a:gd name="connsiteY1-5920" fmla="*/ 990852 h 2522085"/>
              <a:gd name="connsiteX2-5921" fmla="*/ 1201583 w 2450561"/>
              <a:gd name="connsiteY2-5922" fmla="*/ 9117 h 2522085"/>
              <a:gd name="connsiteX3-5923" fmla="*/ 1250106 w 2450561"/>
              <a:gd name="connsiteY3-5924" fmla="*/ 9153 h 2522085"/>
              <a:gd name="connsiteX4-5925" fmla="*/ 2437136 w 2450561"/>
              <a:gd name="connsiteY4-5926" fmla="*/ 990888 h 2522085"/>
              <a:gd name="connsiteX5-5927" fmla="*/ 2448653 w 2450561"/>
              <a:gd name="connsiteY5-5928" fmla="*/ 1033131 h 2522085"/>
              <a:gd name="connsiteX6-5929" fmla="*/ 2412804 w 2450561"/>
              <a:gd name="connsiteY6-5930" fmla="*/ 1058331 h 2522085"/>
              <a:gd name="connsiteX7-5931" fmla="*/ 1910353 w 2450561"/>
              <a:gd name="connsiteY7-5932" fmla="*/ 1058331 h 2522085"/>
              <a:gd name="connsiteX8-5933" fmla="*/ 1872254 w 2450561"/>
              <a:gd name="connsiteY8-5934" fmla="*/ 1096430 h 2522085"/>
              <a:gd name="connsiteX9-5935" fmla="*/ 1872252 w 2450561"/>
              <a:gd name="connsiteY9-5936" fmla="*/ 2496734 h 2522085"/>
              <a:gd name="connsiteX10-5937" fmla="*/ 1846852 w 2450561"/>
              <a:gd name="connsiteY10-5938" fmla="*/ 2522085 h 2522085"/>
              <a:gd name="connsiteX11-5939" fmla="*/ 604792 w 2450561"/>
              <a:gd name="connsiteY11-5940" fmla="*/ 2522085 h 2522085"/>
              <a:gd name="connsiteX12-5941" fmla="*/ 579392 w 2450561"/>
              <a:gd name="connsiteY12-5942" fmla="*/ 2496685 h 2522085"/>
              <a:gd name="connsiteX13-5943" fmla="*/ 579392 w 2450561"/>
              <a:gd name="connsiteY13-5944" fmla="*/ 1083682 h 2522085"/>
              <a:gd name="connsiteX14-5945" fmla="*/ 553993 w 2450561"/>
              <a:gd name="connsiteY14-5946" fmla="*/ 1058332 h 2522085"/>
              <a:gd name="connsiteX15-5947" fmla="*/ 3549 w 2450561"/>
              <a:gd name="connsiteY15-5948" fmla="*/ 1058332 h 2522085"/>
              <a:gd name="connsiteX16-5949" fmla="*/ 2988 w 2450561"/>
              <a:gd name="connsiteY16-5950" fmla="*/ 1033119 h 2522085"/>
              <a:gd name="connsiteX0-5951" fmla="*/ 2988 w 2450561"/>
              <a:gd name="connsiteY0-5952" fmla="*/ 1033119 h 2522085"/>
              <a:gd name="connsiteX1-5953" fmla="*/ 14553 w 2450561"/>
              <a:gd name="connsiteY1-5954" fmla="*/ 990852 h 2522085"/>
              <a:gd name="connsiteX2-5955" fmla="*/ 1201583 w 2450561"/>
              <a:gd name="connsiteY2-5956" fmla="*/ 9117 h 2522085"/>
              <a:gd name="connsiteX3-5957" fmla="*/ 1250106 w 2450561"/>
              <a:gd name="connsiteY3-5958" fmla="*/ 9153 h 2522085"/>
              <a:gd name="connsiteX4-5959" fmla="*/ 2437136 w 2450561"/>
              <a:gd name="connsiteY4-5960" fmla="*/ 990888 h 2522085"/>
              <a:gd name="connsiteX5-5961" fmla="*/ 2448653 w 2450561"/>
              <a:gd name="connsiteY5-5962" fmla="*/ 1033131 h 2522085"/>
              <a:gd name="connsiteX6-5963" fmla="*/ 2412804 w 2450561"/>
              <a:gd name="connsiteY6-5964" fmla="*/ 1058331 h 2522085"/>
              <a:gd name="connsiteX7-5965" fmla="*/ 1910353 w 2450561"/>
              <a:gd name="connsiteY7-5966" fmla="*/ 1058331 h 2522085"/>
              <a:gd name="connsiteX8-5967" fmla="*/ 1872254 w 2450561"/>
              <a:gd name="connsiteY8-5968" fmla="*/ 1096430 h 2522085"/>
              <a:gd name="connsiteX9-5969" fmla="*/ 1872254 w 2450561"/>
              <a:gd name="connsiteY9-5970" fmla="*/ 2484033 h 2522085"/>
              <a:gd name="connsiteX10-5971" fmla="*/ 1846852 w 2450561"/>
              <a:gd name="connsiteY10-5972" fmla="*/ 2522085 h 2522085"/>
              <a:gd name="connsiteX11-5973" fmla="*/ 604792 w 2450561"/>
              <a:gd name="connsiteY11-5974" fmla="*/ 2522085 h 2522085"/>
              <a:gd name="connsiteX12-5975" fmla="*/ 579392 w 2450561"/>
              <a:gd name="connsiteY12-5976" fmla="*/ 2496685 h 2522085"/>
              <a:gd name="connsiteX13-5977" fmla="*/ 579392 w 2450561"/>
              <a:gd name="connsiteY13-5978" fmla="*/ 1083682 h 2522085"/>
              <a:gd name="connsiteX14-5979" fmla="*/ 553993 w 2450561"/>
              <a:gd name="connsiteY14-5980" fmla="*/ 1058332 h 2522085"/>
              <a:gd name="connsiteX15-5981" fmla="*/ 3549 w 2450561"/>
              <a:gd name="connsiteY15-5982" fmla="*/ 1058332 h 2522085"/>
              <a:gd name="connsiteX16-5983" fmla="*/ 2988 w 2450561"/>
              <a:gd name="connsiteY16-5984" fmla="*/ 1033119 h 2522085"/>
              <a:gd name="connsiteX0-5985" fmla="*/ 2988 w 2450561"/>
              <a:gd name="connsiteY0-5986" fmla="*/ 1033119 h 2522085"/>
              <a:gd name="connsiteX1-5987" fmla="*/ 14553 w 2450561"/>
              <a:gd name="connsiteY1-5988" fmla="*/ 990852 h 2522085"/>
              <a:gd name="connsiteX2-5989" fmla="*/ 1201583 w 2450561"/>
              <a:gd name="connsiteY2-5990" fmla="*/ 9117 h 2522085"/>
              <a:gd name="connsiteX3-5991" fmla="*/ 1250106 w 2450561"/>
              <a:gd name="connsiteY3-5992" fmla="*/ 9153 h 2522085"/>
              <a:gd name="connsiteX4-5993" fmla="*/ 2437136 w 2450561"/>
              <a:gd name="connsiteY4-5994" fmla="*/ 990888 h 2522085"/>
              <a:gd name="connsiteX5-5995" fmla="*/ 2448653 w 2450561"/>
              <a:gd name="connsiteY5-5996" fmla="*/ 1033131 h 2522085"/>
              <a:gd name="connsiteX6-5997" fmla="*/ 2412804 w 2450561"/>
              <a:gd name="connsiteY6-5998" fmla="*/ 1058331 h 2522085"/>
              <a:gd name="connsiteX7-5999" fmla="*/ 1910353 w 2450561"/>
              <a:gd name="connsiteY7-6000" fmla="*/ 1058331 h 2522085"/>
              <a:gd name="connsiteX8-6001" fmla="*/ 1872254 w 2450561"/>
              <a:gd name="connsiteY8-6002" fmla="*/ 1096430 h 2522085"/>
              <a:gd name="connsiteX9-6003" fmla="*/ 1872254 w 2450561"/>
              <a:gd name="connsiteY9-6004" fmla="*/ 2484033 h 2522085"/>
              <a:gd name="connsiteX10-6005" fmla="*/ 1846852 w 2450561"/>
              <a:gd name="connsiteY10-6006" fmla="*/ 2522085 h 2522085"/>
              <a:gd name="connsiteX11-6007" fmla="*/ 604792 w 2450561"/>
              <a:gd name="connsiteY11-6008" fmla="*/ 2522085 h 2522085"/>
              <a:gd name="connsiteX12-6009" fmla="*/ 579392 w 2450561"/>
              <a:gd name="connsiteY12-6010" fmla="*/ 2496685 h 2522085"/>
              <a:gd name="connsiteX13-6011" fmla="*/ 579392 w 2450561"/>
              <a:gd name="connsiteY13-6012" fmla="*/ 1083682 h 2522085"/>
              <a:gd name="connsiteX14-6013" fmla="*/ 553993 w 2450561"/>
              <a:gd name="connsiteY14-6014" fmla="*/ 1058332 h 2522085"/>
              <a:gd name="connsiteX15-6015" fmla="*/ 3549 w 2450561"/>
              <a:gd name="connsiteY15-6016" fmla="*/ 1058332 h 2522085"/>
              <a:gd name="connsiteX16-6017" fmla="*/ 2988 w 2450561"/>
              <a:gd name="connsiteY16-6018" fmla="*/ 1033119 h 2522085"/>
              <a:gd name="connsiteX0-6019" fmla="*/ 2988 w 2450561"/>
              <a:gd name="connsiteY0-6020" fmla="*/ 1033119 h 2522085"/>
              <a:gd name="connsiteX1-6021" fmla="*/ 14553 w 2450561"/>
              <a:gd name="connsiteY1-6022" fmla="*/ 990852 h 2522085"/>
              <a:gd name="connsiteX2-6023" fmla="*/ 1201583 w 2450561"/>
              <a:gd name="connsiteY2-6024" fmla="*/ 9117 h 2522085"/>
              <a:gd name="connsiteX3-6025" fmla="*/ 1250106 w 2450561"/>
              <a:gd name="connsiteY3-6026" fmla="*/ 9153 h 2522085"/>
              <a:gd name="connsiteX4-6027" fmla="*/ 2437136 w 2450561"/>
              <a:gd name="connsiteY4-6028" fmla="*/ 990888 h 2522085"/>
              <a:gd name="connsiteX5-6029" fmla="*/ 2448653 w 2450561"/>
              <a:gd name="connsiteY5-6030" fmla="*/ 1033131 h 2522085"/>
              <a:gd name="connsiteX6-6031" fmla="*/ 2412804 w 2450561"/>
              <a:gd name="connsiteY6-6032" fmla="*/ 1058331 h 2522085"/>
              <a:gd name="connsiteX7-6033" fmla="*/ 1910353 w 2450561"/>
              <a:gd name="connsiteY7-6034" fmla="*/ 1058331 h 2522085"/>
              <a:gd name="connsiteX8-6035" fmla="*/ 1872254 w 2450561"/>
              <a:gd name="connsiteY8-6036" fmla="*/ 1096430 h 2522085"/>
              <a:gd name="connsiteX9-6037" fmla="*/ 1872254 w 2450561"/>
              <a:gd name="connsiteY9-6038" fmla="*/ 2484033 h 2522085"/>
              <a:gd name="connsiteX10-6039" fmla="*/ 1846852 w 2450561"/>
              <a:gd name="connsiteY10-6040" fmla="*/ 2522085 h 2522085"/>
              <a:gd name="connsiteX11-6041" fmla="*/ 604792 w 2450561"/>
              <a:gd name="connsiteY11-6042" fmla="*/ 2522085 h 2522085"/>
              <a:gd name="connsiteX12-6043" fmla="*/ 579392 w 2450561"/>
              <a:gd name="connsiteY12-6044" fmla="*/ 2496685 h 2522085"/>
              <a:gd name="connsiteX13-6045" fmla="*/ 579392 w 2450561"/>
              <a:gd name="connsiteY13-6046" fmla="*/ 1083682 h 2522085"/>
              <a:gd name="connsiteX14-6047" fmla="*/ 553993 w 2450561"/>
              <a:gd name="connsiteY14-6048" fmla="*/ 1058332 h 2522085"/>
              <a:gd name="connsiteX15-6049" fmla="*/ 3549 w 2450561"/>
              <a:gd name="connsiteY15-6050" fmla="*/ 1058332 h 2522085"/>
              <a:gd name="connsiteX16-6051" fmla="*/ 2988 w 2450561"/>
              <a:gd name="connsiteY16-6052" fmla="*/ 1033119 h 2522085"/>
              <a:gd name="connsiteX0-6053" fmla="*/ 2988 w 2450561"/>
              <a:gd name="connsiteY0-6054" fmla="*/ 1033119 h 2522085"/>
              <a:gd name="connsiteX1-6055" fmla="*/ 14553 w 2450561"/>
              <a:gd name="connsiteY1-6056" fmla="*/ 990852 h 2522085"/>
              <a:gd name="connsiteX2-6057" fmla="*/ 1201583 w 2450561"/>
              <a:gd name="connsiteY2-6058" fmla="*/ 9117 h 2522085"/>
              <a:gd name="connsiteX3-6059" fmla="*/ 1250106 w 2450561"/>
              <a:gd name="connsiteY3-6060" fmla="*/ 9153 h 2522085"/>
              <a:gd name="connsiteX4-6061" fmla="*/ 2437136 w 2450561"/>
              <a:gd name="connsiteY4-6062" fmla="*/ 990888 h 2522085"/>
              <a:gd name="connsiteX5-6063" fmla="*/ 2448653 w 2450561"/>
              <a:gd name="connsiteY5-6064" fmla="*/ 1033131 h 2522085"/>
              <a:gd name="connsiteX6-6065" fmla="*/ 2412804 w 2450561"/>
              <a:gd name="connsiteY6-6066" fmla="*/ 1058331 h 2522085"/>
              <a:gd name="connsiteX7-6067" fmla="*/ 1910353 w 2450561"/>
              <a:gd name="connsiteY7-6068" fmla="*/ 1058331 h 2522085"/>
              <a:gd name="connsiteX8-6069" fmla="*/ 1872254 w 2450561"/>
              <a:gd name="connsiteY8-6070" fmla="*/ 1096430 h 2522085"/>
              <a:gd name="connsiteX9-6071" fmla="*/ 1872254 w 2450561"/>
              <a:gd name="connsiteY9-6072" fmla="*/ 2484033 h 2522085"/>
              <a:gd name="connsiteX10-6073" fmla="*/ 1834154 w 2450561"/>
              <a:gd name="connsiteY10-6074" fmla="*/ 2522084 h 2522085"/>
              <a:gd name="connsiteX11-6075" fmla="*/ 604792 w 2450561"/>
              <a:gd name="connsiteY11-6076" fmla="*/ 2522085 h 2522085"/>
              <a:gd name="connsiteX12-6077" fmla="*/ 579392 w 2450561"/>
              <a:gd name="connsiteY12-6078" fmla="*/ 2496685 h 2522085"/>
              <a:gd name="connsiteX13-6079" fmla="*/ 579392 w 2450561"/>
              <a:gd name="connsiteY13-6080" fmla="*/ 1083682 h 2522085"/>
              <a:gd name="connsiteX14-6081" fmla="*/ 553993 w 2450561"/>
              <a:gd name="connsiteY14-6082" fmla="*/ 1058332 h 2522085"/>
              <a:gd name="connsiteX15-6083" fmla="*/ 3549 w 2450561"/>
              <a:gd name="connsiteY15-6084" fmla="*/ 1058332 h 2522085"/>
              <a:gd name="connsiteX16-6085" fmla="*/ 2988 w 2450561"/>
              <a:gd name="connsiteY16-6086" fmla="*/ 1033119 h 2522085"/>
              <a:gd name="connsiteX0-6087" fmla="*/ 2988 w 2450561"/>
              <a:gd name="connsiteY0-6088" fmla="*/ 1033119 h 2522085"/>
              <a:gd name="connsiteX1-6089" fmla="*/ 14553 w 2450561"/>
              <a:gd name="connsiteY1-6090" fmla="*/ 990852 h 2522085"/>
              <a:gd name="connsiteX2-6091" fmla="*/ 1201583 w 2450561"/>
              <a:gd name="connsiteY2-6092" fmla="*/ 9117 h 2522085"/>
              <a:gd name="connsiteX3-6093" fmla="*/ 1250106 w 2450561"/>
              <a:gd name="connsiteY3-6094" fmla="*/ 9153 h 2522085"/>
              <a:gd name="connsiteX4-6095" fmla="*/ 2437136 w 2450561"/>
              <a:gd name="connsiteY4-6096" fmla="*/ 990888 h 2522085"/>
              <a:gd name="connsiteX5-6097" fmla="*/ 2448653 w 2450561"/>
              <a:gd name="connsiteY5-6098" fmla="*/ 1033131 h 2522085"/>
              <a:gd name="connsiteX6-6099" fmla="*/ 2412804 w 2450561"/>
              <a:gd name="connsiteY6-6100" fmla="*/ 1058331 h 2522085"/>
              <a:gd name="connsiteX7-6101" fmla="*/ 1910353 w 2450561"/>
              <a:gd name="connsiteY7-6102" fmla="*/ 1058331 h 2522085"/>
              <a:gd name="connsiteX8-6103" fmla="*/ 1872254 w 2450561"/>
              <a:gd name="connsiteY8-6104" fmla="*/ 1096430 h 2522085"/>
              <a:gd name="connsiteX9-6105" fmla="*/ 1872254 w 2450561"/>
              <a:gd name="connsiteY9-6106" fmla="*/ 2484033 h 2522085"/>
              <a:gd name="connsiteX10-6107" fmla="*/ 1834154 w 2450561"/>
              <a:gd name="connsiteY10-6108" fmla="*/ 2522084 h 2522085"/>
              <a:gd name="connsiteX11-6109" fmla="*/ 604792 w 2450561"/>
              <a:gd name="connsiteY11-6110" fmla="*/ 2522085 h 2522085"/>
              <a:gd name="connsiteX12-6111" fmla="*/ 579392 w 2450561"/>
              <a:gd name="connsiteY12-6112" fmla="*/ 2496685 h 2522085"/>
              <a:gd name="connsiteX13-6113" fmla="*/ 579392 w 2450561"/>
              <a:gd name="connsiteY13-6114" fmla="*/ 1083682 h 2522085"/>
              <a:gd name="connsiteX14-6115" fmla="*/ 553993 w 2450561"/>
              <a:gd name="connsiteY14-6116" fmla="*/ 1058332 h 2522085"/>
              <a:gd name="connsiteX15-6117" fmla="*/ 3549 w 2450561"/>
              <a:gd name="connsiteY15-6118" fmla="*/ 1058332 h 2522085"/>
              <a:gd name="connsiteX16-6119" fmla="*/ 2988 w 2450561"/>
              <a:gd name="connsiteY16-6120" fmla="*/ 1033119 h 2522085"/>
              <a:gd name="connsiteX0-6121" fmla="*/ 2988 w 2450561"/>
              <a:gd name="connsiteY0-6122" fmla="*/ 1033119 h 2522085"/>
              <a:gd name="connsiteX1-6123" fmla="*/ 14553 w 2450561"/>
              <a:gd name="connsiteY1-6124" fmla="*/ 990852 h 2522085"/>
              <a:gd name="connsiteX2-6125" fmla="*/ 1201583 w 2450561"/>
              <a:gd name="connsiteY2-6126" fmla="*/ 9117 h 2522085"/>
              <a:gd name="connsiteX3-6127" fmla="*/ 1250106 w 2450561"/>
              <a:gd name="connsiteY3-6128" fmla="*/ 9153 h 2522085"/>
              <a:gd name="connsiteX4-6129" fmla="*/ 2437136 w 2450561"/>
              <a:gd name="connsiteY4-6130" fmla="*/ 990888 h 2522085"/>
              <a:gd name="connsiteX5-6131" fmla="*/ 2448653 w 2450561"/>
              <a:gd name="connsiteY5-6132" fmla="*/ 1033131 h 2522085"/>
              <a:gd name="connsiteX6-6133" fmla="*/ 2412804 w 2450561"/>
              <a:gd name="connsiteY6-6134" fmla="*/ 1058331 h 2522085"/>
              <a:gd name="connsiteX7-6135" fmla="*/ 1910353 w 2450561"/>
              <a:gd name="connsiteY7-6136" fmla="*/ 1058331 h 2522085"/>
              <a:gd name="connsiteX8-6137" fmla="*/ 1872254 w 2450561"/>
              <a:gd name="connsiteY8-6138" fmla="*/ 1096430 h 2522085"/>
              <a:gd name="connsiteX9-6139" fmla="*/ 1872254 w 2450561"/>
              <a:gd name="connsiteY9-6140" fmla="*/ 2484033 h 2522085"/>
              <a:gd name="connsiteX10-6141" fmla="*/ 1834154 w 2450561"/>
              <a:gd name="connsiteY10-6142" fmla="*/ 2522084 h 2522085"/>
              <a:gd name="connsiteX11-6143" fmla="*/ 604792 w 2450561"/>
              <a:gd name="connsiteY11-6144" fmla="*/ 2522085 h 2522085"/>
              <a:gd name="connsiteX12-6145" fmla="*/ 579392 w 2450561"/>
              <a:gd name="connsiteY12-6146" fmla="*/ 2496685 h 2522085"/>
              <a:gd name="connsiteX13-6147" fmla="*/ 579392 w 2450561"/>
              <a:gd name="connsiteY13-6148" fmla="*/ 1083682 h 2522085"/>
              <a:gd name="connsiteX14-6149" fmla="*/ 553993 w 2450561"/>
              <a:gd name="connsiteY14-6150" fmla="*/ 1058332 h 2522085"/>
              <a:gd name="connsiteX15-6151" fmla="*/ 3549 w 2450561"/>
              <a:gd name="connsiteY15-6152" fmla="*/ 1058332 h 2522085"/>
              <a:gd name="connsiteX16-6153" fmla="*/ 2988 w 2450561"/>
              <a:gd name="connsiteY16-6154" fmla="*/ 1033119 h 2522085"/>
              <a:gd name="connsiteX0-6155" fmla="*/ 2988 w 2450561"/>
              <a:gd name="connsiteY0-6156" fmla="*/ 1033119 h 2522084"/>
              <a:gd name="connsiteX1-6157" fmla="*/ 14553 w 2450561"/>
              <a:gd name="connsiteY1-6158" fmla="*/ 990852 h 2522084"/>
              <a:gd name="connsiteX2-6159" fmla="*/ 1201583 w 2450561"/>
              <a:gd name="connsiteY2-6160" fmla="*/ 9117 h 2522084"/>
              <a:gd name="connsiteX3-6161" fmla="*/ 1250106 w 2450561"/>
              <a:gd name="connsiteY3-6162" fmla="*/ 9153 h 2522084"/>
              <a:gd name="connsiteX4-6163" fmla="*/ 2437136 w 2450561"/>
              <a:gd name="connsiteY4-6164" fmla="*/ 990888 h 2522084"/>
              <a:gd name="connsiteX5-6165" fmla="*/ 2448653 w 2450561"/>
              <a:gd name="connsiteY5-6166" fmla="*/ 1033131 h 2522084"/>
              <a:gd name="connsiteX6-6167" fmla="*/ 2412804 w 2450561"/>
              <a:gd name="connsiteY6-6168" fmla="*/ 1058331 h 2522084"/>
              <a:gd name="connsiteX7-6169" fmla="*/ 1910353 w 2450561"/>
              <a:gd name="connsiteY7-6170" fmla="*/ 1058331 h 2522084"/>
              <a:gd name="connsiteX8-6171" fmla="*/ 1872254 w 2450561"/>
              <a:gd name="connsiteY8-6172" fmla="*/ 1096430 h 2522084"/>
              <a:gd name="connsiteX9-6173" fmla="*/ 1872254 w 2450561"/>
              <a:gd name="connsiteY9-6174" fmla="*/ 2484033 h 2522084"/>
              <a:gd name="connsiteX10-6175" fmla="*/ 1834154 w 2450561"/>
              <a:gd name="connsiteY10-6176" fmla="*/ 2522084 h 2522084"/>
              <a:gd name="connsiteX11-6177" fmla="*/ 617494 w 2450561"/>
              <a:gd name="connsiteY11-6178" fmla="*/ 2522084 h 2522084"/>
              <a:gd name="connsiteX12-6179" fmla="*/ 579392 w 2450561"/>
              <a:gd name="connsiteY12-6180" fmla="*/ 2496685 h 2522084"/>
              <a:gd name="connsiteX13-6181" fmla="*/ 579392 w 2450561"/>
              <a:gd name="connsiteY13-6182" fmla="*/ 1083682 h 2522084"/>
              <a:gd name="connsiteX14-6183" fmla="*/ 553993 w 2450561"/>
              <a:gd name="connsiteY14-6184" fmla="*/ 1058332 h 2522084"/>
              <a:gd name="connsiteX15-6185" fmla="*/ 3549 w 2450561"/>
              <a:gd name="connsiteY15-6186" fmla="*/ 1058332 h 2522084"/>
              <a:gd name="connsiteX16-6187" fmla="*/ 2988 w 2450561"/>
              <a:gd name="connsiteY16-6188" fmla="*/ 1033119 h 2522084"/>
              <a:gd name="connsiteX0-6189" fmla="*/ 2988 w 2450561"/>
              <a:gd name="connsiteY0-6190" fmla="*/ 1033119 h 2522084"/>
              <a:gd name="connsiteX1-6191" fmla="*/ 14553 w 2450561"/>
              <a:gd name="connsiteY1-6192" fmla="*/ 990852 h 2522084"/>
              <a:gd name="connsiteX2-6193" fmla="*/ 1201583 w 2450561"/>
              <a:gd name="connsiteY2-6194" fmla="*/ 9117 h 2522084"/>
              <a:gd name="connsiteX3-6195" fmla="*/ 1250106 w 2450561"/>
              <a:gd name="connsiteY3-6196" fmla="*/ 9153 h 2522084"/>
              <a:gd name="connsiteX4-6197" fmla="*/ 2437136 w 2450561"/>
              <a:gd name="connsiteY4-6198" fmla="*/ 990888 h 2522084"/>
              <a:gd name="connsiteX5-6199" fmla="*/ 2448653 w 2450561"/>
              <a:gd name="connsiteY5-6200" fmla="*/ 1033131 h 2522084"/>
              <a:gd name="connsiteX6-6201" fmla="*/ 2412804 w 2450561"/>
              <a:gd name="connsiteY6-6202" fmla="*/ 1058331 h 2522084"/>
              <a:gd name="connsiteX7-6203" fmla="*/ 1910353 w 2450561"/>
              <a:gd name="connsiteY7-6204" fmla="*/ 1058331 h 2522084"/>
              <a:gd name="connsiteX8-6205" fmla="*/ 1872254 w 2450561"/>
              <a:gd name="connsiteY8-6206" fmla="*/ 1096430 h 2522084"/>
              <a:gd name="connsiteX9-6207" fmla="*/ 1872254 w 2450561"/>
              <a:gd name="connsiteY9-6208" fmla="*/ 2484033 h 2522084"/>
              <a:gd name="connsiteX10-6209" fmla="*/ 1834154 w 2450561"/>
              <a:gd name="connsiteY10-6210" fmla="*/ 2522084 h 2522084"/>
              <a:gd name="connsiteX11-6211" fmla="*/ 617494 w 2450561"/>
              <a:gd name="connsiteY11-6212" fmla="*/ 2522084 h 2522084"/>
              <a:gd name="connsiteX12-6213" fmla="*/ 579392 w 2450561"/>
              <a:gd name="connsiteY12-6214" fmla="*/ 2496685 h 2522084"/>
              <a:gd name="connsiteX13-6215" fmla="*/ 579392 w 2450561"/>
              <a:gd name="connsiteY13-6216" fmla="*/ 1083682 h 2522084"/>
              <a:gd name="connsiteX14-6217" fmla="*/ 553993 w 2450561"/>
              <a:gd name="connsiteY14-6218" fmla="*/ 1058332 h 2522084"/>
              <a:gd name="connsiteX15-6219" fmla="*/ 3549 w 2450561"/>
              <a:gd name="connsiteY15-6220" fmla="*/ 1058332 h 2522084"/>
              <a:gd name="connsiteX16-6221" fmla="*/ 2988 w 2450561"/>
              <a:gd name="connsiteY16-6222" fmla="*/ 1033119 h 2522084"/>
              <a:gd name="connsiteX0-6223" fmla="*/ 2988 w 2450561"/>
              <a:gd name="connsiteY0-6224" fmla="*/ 1033119 h 2522084"/>
              <a:gd name="connsiteX1-6225" fmla="*/ 14553 w 2450561"/>
              <a:gd name="connsiteY1-6226" fmla="*/ 990852 h 2522084"/>
              <a:gd name="connsiteX2-6227" fmla="*/ 1201583 w 2450561"/>
              <a:gd name="connsiteY2-6228" fmla="*/ 9117 h 2522084"/>
              <a:gd name="connsiteX3-6229" fmla="*/ 1250106 w 2450561"/>
              <a:gd name="connsiteY3-6230" fmla="*/ 9153 h 2522084"/>
              <a:gd name="connsiteX4-6231" fmla="*/ 2437136 w 2450561"/>
              <a:gd name="connsiteY4-6232" fmla="*/ 990888 h 2522084"/>
              <a:gd name="connsiteX5-6233" fmla="*/ 2448653 w 2450561"/>
              <a:gd name="connsiteY5-6234" fmla="*/ 1033131 h 2522084"/>
              <a:gd name="connsiteX6-6235" fmla="*/ 2412804 w 2450561"/>
              <a:gd name="connsiteY6-6236" fmla="*/ 1058331 h 2522084"/>
              <a:gd name="connsiteX7-6237" fmla="*/ 1910353 w 2450561"/>
              <a:gd name="connsiteY7-6238" fmla="*/ 1058331 h 2522084"/>
              <a:gd name="connsiteX8-6239" fmla="*/ 1872254 w 2450561"/>
              <a:gd name="connsiteY8-6240" fmla="*/ 1096430 h 2522084"/>
              <a:gd name="connsiteX9-6241" fmla="*/ 1872254 w 2450561"/>
              <a:gd name="connsiteY9-6242" fmla="*/ 2484033 h 2522084"/>
              <a:gd name="connsiteX10-6243" fmla="*/ 1834154 w 2450561"/>
              <a:gd name="connsiteY10-6244" fmla="*/ 2522084 h 2522084"/>
              <a:gd name="connsiteX11-6245" fmla="*/ 617494 w 2450561"/>
              <a:gd name="connsiteY11-6246" fmla="*/ 2522084 h 2522084"/>
              <a:gd name="connsiteX12-6247" fmla="*/ 579392 w 2450561"/>
              <a:gd name="connsiteY12-6248" fmla="*/ 2496685 h 2522084"/>
              <a:gd name="connsiteX13-6249" fmla="*/ 579392 w 2450561"/>
              <a:gd name="connsiteY13-6250" fmla="*/ 1083682 h 2522084"/>
              <a:gd name="connsiteX14-6251" fmla="*/ 553993 w 2450561"/>
              <a:gd name="connsiteY14-6252" fmla="*/ 1058332 h 2522084"/>
              <a:gd name="connsiteX15-6253" fmla="*/ 3549 w 2450561"/>
              <a:gd name="connsiteY15-6254" fmla="*/ 1058332 h 2522084"/>
              <a:gd name="connsiteX16-6255" fmla="*/ 2988 w 2450561"/>
              <a:gd name="connsiteY16-6256" fmla="*/ 1033119 h 2522084"/>
              <a:gd name="connsiteX0-6257" fmla="*/ 2988 w 2450561"/>
              <a:gd name="connsiteY0-6258" fmla="*/ 1033119 h 2522084"/>
              <a:gd name="connsiteX1-6259" fmla="*/ 14553 w 2450561"/>
              <a:gd name="connsiteY1-6260" fmla="*/ 990852 h 2522084"/>
              <a:gd name="connsiteX2-6261" fmla="*/ 1201583 w 2450561"/>
              <a:gd name="connsiteY2-6262" fmla="*/ 9117 h 2522084"/>
              <a:gd name="connsiteX3-6263" fmla="*/ 1250106 w 2450561"/>
              <a:gd name="connsiteY3-6264" fmla="*/ 9153 h 2522084"/>
              <a:gd name="connsiteX4-6265" fmla="*/ 2437136 w 2450561"/>
              <a:gd name="connsiteY4-6266" fmla="*/ 990888 h 2522084"/>
              <a:gd name="connsiteX5-6267" fmla="*/ 2448653 w 2450561"/>
              <a:gd name="connsiteY5-6268" fmla="*/ 1033131 h 2522084"/>
              <a:gd name="connsiteX6-6269" fmla="*/ 2412804 w 2450561"/>
              <a:gd name="connsiteY6-6270" fmla="*/ 1058331 h 2522084"/>
              <a:gd name="connsiteX7-6271" fmla="*/ 1910353 w 2450561"/>
              <a:gd name="connsiteY7-6272" fmla="*/ 1058331 h 2522084"/>
              <a:gd name="connsiteX8-6273" fmla="*/ 1872254 w 2450561"/>
              <a:gd name="connsiteY8-6274" fmla="*/ 1096430 h 2522084"/>
              <a:gd name="connsiteX9-6275" fmla="*/ 1872254 w 2450561"/>
              <a:gd name="connsiteY9-6276" fmla="*/ 2484033 h 2522084"/>
              <a:gd name="connsiteX10-6277" fmla="*/ 1834154 w 2450561"/>
              <a:gd name="connsiteY10-6278" fmla="*/ 2522084 h 2522084"/>
              <a:gd name="connsiteX11-6279" fmla="*/ 617494 w 2450561"/>
              <a:gd name="connsiteY11-6280" fmla="*/ 2522084 h 2522084"/>
              <a:gd name="connsiteX12-6281" fmla="*/ 579394 w 2450561"/>
              <a:gd name="connsiteY12-6282" fmla="*/ 2483984 h 2522084"/>
              <a:gd name="connsiteX13-6283" fmla="*/ 579392 w 2450561"/>
              <a:gd name="connsiteY13-6284" fmla="*/ 1083682 h 2522084"/>
              <a:gd name="connsiteX14-6285" fmla="*/ 553993 w 2450561"/>
              <a:gd name="connsiteY14-6286" fmla="*/ 1058332 h 2522084"/>
              <a:gd name="connsiteX15-6287" fmla="*/ 3549 w 2450561"/>
              <a:gd name="connsiteY15-6288" fmla="*/ 1058332 h 2522084"/>
              <a:gd name="connsiteX16-6289" fmla="*/ 2988 w 2450561"/>
              <a:gd name="connsiteY16-6290" fmla="*/ 1033119 h 2522084"/>
              <a:gd name="connsiteX0-6291" fmla="*/ 2988 w 2450561"/>
              <a:gd name="connsiteY0-6292" fmla="*/ 1033119 h 2522084"/>
              <a:gd name="connsiteX1-6293" fmla="*/ 14553 w 2450561"/>
              <a:gd name="connsiteY1-6294" fmla="*/ 990852 h 2522084"/>
              <a:gd name="connsiteX2-6295" fmla="*/ 1201583 w 2450561"/>
              <a:gd name="connsiteY2-6296" fmla="*/ 9117 h 2522084"/>
              <a:gd name="connsiteX3-6297" fmla="*/ 1250106 w 2450561"/>
              <a:gd name="connsiteY3-6298" fmla="*/ 9153 h 2522084"/>
              <a:gd name="connsiteX4-6299" fmla="*/ 2437136 w 2450561"/>
              <a:gd name="connsiteY4-6300" fmla="*/ 990888 h 2522084"/>
              <a:gd name="connsiteX5-6301" fmla="*/ 2448653 w 2450561"/>
              <a:gd name="connsiteY5-6302" fmla="*/ 1033131 h 2522084"/>
              <a:gd name="connsiteX6-6303" fmla="*/ 2412804 w 2450561"/>
              <a:gd name="connsiteY6-6304" fmla="*/ 1058331 h 2522084"/>
              <a:gd name="connsiteX7-6305" fmla="*/ 1910353 w 2450561"/>
              <a:gd name="connsiteY7-6306" fmla="*/ 1058331 h 2522084"/>
              <a:gd name="connsiteX8-6307" fmla="*/ 1872254 w 2450561"/>
              <a:gd name="connsiteY8-6308" fmla="*/ 1096430 h 2522084"/>
              <a:gd name="connsiteX9-6309" fmla="*/ 1872254 w 2450561"/>
              <a:gd name="connsiteY9-6310" fmla="*/ 2484033 h 2522084"/>
              <a:gd name="connsiteX10-6311" fmla="*/ 1834154 w 2450561"/>
              <a:gd name="connsiteY10-6312" fmla="*/ 2522084 h 2522084"/>
              <a:gd name="connsiteX11-6313" fmla="*/ 617494 w 2450561"/>
              <a:gd name="connsiteY11-6314" fmla="*/ 2522084 h 2522084"/>
              <a:gd name="connsiteX12-6315" fmla="*/ 579394 w 2450561"/>
              <a:gd name="connsiteY12-6316" fmla="*/ 2483984 h 2522084"/>
              <a:gd name="connsiteX13-6317" fmla="*/ 579392 w 2450561"/>
              <a:gd name="connsiteY13-6318" fmla="*/ 1083682 h 2522084"/>
              <a:gd name="connsiteX14-6319" fmla="*/ 553993 w 2450561"/>
              <a:gd name="connsiteY14-6320" fmla="*/ 1058332 h 2522084"/>
              <a:gd name="connsiteX15-6321" fmla="*/ 3549 w 2450561"/>
              <a:gd name="connsiteY15-6322" fmla="*/ 1058332 h 2522084"/>
              <a:gd name="connsiteX16-6323" fmla="*/ 2988 w 2450561"/>
              <a:gd name="connsiteY16-6324" fmla="*/ 1033119 h 2522084"/>
              <a:gd name="connsiteX0-6325" fmla="*/ 2988 w 2450561"/>
              <a:gd name="connsiteY0-6326" fmla="*/ 1033119 h 2522084"/>
              <a:gd name="connsiteX1-6327" fmla="*/ 14553 w 2450561"/>
              <a:gd name="connsiteY1-6328" fmla="*/ 990852 h 2522084"/>
              <a:gd name="connsiteX2-6329" fmla="*/ 1201583 w 2450561"/>
              <a:gd name="connsiteY2-6330" fmla="*/ 9117 h 2522084"/>
              <a:gd name="connsiteX3-6331" fmla="*/ 1250106 w 2450561"/>
              <a:gd name="connsiteY3-6332" fmla="*/ 9153 h 2522084"/>
              <a:gd name="connsiteX4-6333" fmla="*/ 2437136 w 2450561"/>
              <a:gd name="connsiteY4-6334" fmla="*/ 990888 h 2522084"/>
              <a:gd name="connsiteX5-6335" fmla="*/ 2448653 w 2450561"/>
              <a:gd name="connsiteY5-6336" fmla="*/ 1033131 h 2522084"/>
              <a:gd name="connsiteX6-6337" fmla="*/ 2412804 w 2450561"/>
              <a:gd name="connsiteY6-6338" fmla="*/ 1058331 h 2522084"/>
              <a:gd name="connsiteX7-6339" fmla="*/ 1910353 w 2450561"/>
              <a:gd name="connsiteY7-6340" fmla="*/ 1058331 h 2522084"/>
              <a:gd name="connsiteX8-6341" fmla="*/ 1872254 w 2450561"/>
              <a:gd name="connsiteY8-6342" fmla="*/ 1096430 h 2522084"/>
              <a:gd name="connsiteX9-6343" fmla="*/ 1872254 w 2450561"/>
              <a:gd name="connsiteY9-6344" fmla="*/ 2484033 h 2522084"/>
              <a:gd name="connsiteX10-6345" fmla="*/ 1834154 w 2450561"/>
              <a:gd name="connsiteY10-6346" fmla="*/ 2522084 h 2522084"/>
              <a:gd name="connsiteX11-6347" fmla="*/ 617494 w 2450561"/>
              <a:gd name="connsiteY11-6348" fmla="*/ 2522084 h 2522084"/>
              <a:gd name="connsiteX12-6349" fmla="*/ 579394 w 2450561"/>
              <a:gd name="connsiteY12-6350" fmla="*/ 2483984 h 2522084"/>
              <a:gd name="connsiteX13-6351" fmla="*/ 579392 w 2450561"/>
              <a:gd name="connsiteY13-6352" fmla="*/ 1083682 h 2522084"/>
              <a:gd name="connsiteX14-6353" fmla="*/ 553993 w 2450561"/>
              <a:gd name="connsiteY14-6354" fmla="*/ 1058332 h 2522084"/>
              <a:gd name="connsiteX15-6355" fmla="*/ 3549 w 2450561"/>
              <a:gd name="connsiteY15-6356" fmla="*/ 1058332 h 2522084"/>
              <a:gd name="connsiteX16-6357" fmla="*/ 2988 w 2450561"/>
              <a:gd name="connsiteY16-6358" fmla="*/ 1033119 h 2522084"/>
              <a:gd name="connsiteX0-6359" fmla="*/ 2988 w 2450561"/>
              <a:gd name="connsiteY0-6360" fmla="*/ 1033119 h 2522084"/>
              <a:gd name="connsiteX1-6361" fmla="*/ 14553 w 2450561"/>
              <a:gd name="connsiteY1-6362" fmla="*/ 990852 h 2522084"/>
              <a:gd name="connsiteX2-6363" fmla="*/ 1201583 w 2450561"/>
              <a:gd name="connsiteY2-6364" fmla="*/ 9117 h 2522084"/>
              <a:gd name="connsiteX3-6365" fmla="*/ 1250106 w 2450561"/>
              <a:gd name="connsiteY3-6366" fmla="*/ 9153 h 2522084"/>
              <a:gd name="connsiteX4-6367" fmla="*/ 2437136 w 2450561"/>
              <a:gd name="connsiteY4-6368" fmla="*/ 990888 h 2522084"/>
              <a:gd name="connsiteX5-6369" fmla="*/ 2448653 w 2450561"/>
              <a:gd name="connsiteY5-6370" fmla="*/ 1033131 h 2522084"/>
              <a:gd name="connsiteX6-6371" fmla="*/ 2412804 w 2450561"/>
              <a:gd name="connsiteY6-6372" fmla="*/ 1058331 h 2522084"/>
              <a:gd name="connsiteX7-6373" fmla="*/ 1910353 w 2450561"/>
              <a:gd name="connsiteY7-6374" fmla="*/ 1058331 h 2522084"/>
              <a:gd name="connsiteX8-6375" fmla="*/ 1872254 w 2450561"/>
              <a:gd name="connsiteY8-6376" fmla="*/ 1096430 h 2522084"/>
              <a:gd name="connsiteX9-6377" fmla="*/ 1872254 w 2450561"/>
              <a:gd name="connsiteY9-6378" fmla="*/ 2484033 h 2522084"/>
              <a:gd name="connsiteX10-6379" fmla="*/ 1834154 w 2450561"/>
              <a:gd name="connsiteY10-6380" fmla="*/ 2522084 h 2522084"/>
              <a:gd name="connsiteX11-6381" fmla="*/ 617494 w 2450561"/>
              <a:gd name="connsiteY11-6382" fmla="*/ 2522084 h 2522084"/>
              <a:gd name="connsiteX12-6383" fmla="*/ 579394 w 2450561"/>
              <a:gd name="connsiteY12-6384" fmla="*/ 2483984 h 2522084"/>
              <a:gd name="connsiteX13-6385" fmla="*/ 579394 w 2450561"/>
              <a:gd name="connsiteY13-6386" fmla="*/ 1096381 h 2522084"/>
              <a:gd name="connsiteX14-6387" fmla="*/ 553993 w 2450561"/>
              <a:gd name="connsiteY14-6388" fmla="*/ 1058332 h 2522084"/>
              <a:gd name="connsiteX15-6389" fmla="*/ 3549 w 2450561"/>
              <a:gd name="connsiteY15-6390" fmla="*/ 1058332 h 2522084"/>
              <a:gd name="connsiteX16-6391" fmla="*/ 2988 w 2450561"/>
              <a:gd name="connsiteY16-6392" fmla="*/ 1033119 h 2522084"/>
              <a:gd name="connsiteX0-6393" fmla="*/ 2988 w 2450561"/>
              <a:gd name="connsiteY0-6394" fmla="*/ 1033119 h 2522084"/>
              <a:gd name="connsiteX1-6395" fmla="*/ 14553 w 2450561"/>
              <a:gd name="connsiteY1-6396" fmla="*/ 990852 h 2522084"/>
              <a:gd name="connsiteX2-6397" fmla="*/ 1201583 w 2450561"/>
              <a:gd name="connsiteY2-6398" fmla="*/ 9117 h 2522084"/>
              <a:gd name="connsiteX3-6399" fmla="*/ 1250106 w 2450561"/>
              <a:gd name="connsiteY3-6400" fmla="*/ 9153 h 2522084"/>
              <a:gd name="connsiteX4-6401" fmla="*/ 2437136 w 2450561"/>
              <a:gd name="connsiteY4-6402" fmla="*/ 990888 h 2522084"/>
              <a:gd name="connsiteX5-6403" fmla="*/ 2448653 w 2450561"/>
              <a:gd name="connsiteY5-6404" fmla="*/ 1033131 h 2522084"/>
              <a:gd name="connsiteX6-6405" fmla="*/ 2412804 w 2450561"/>
              <a:gd name="connsiteY6-6406" fmla="*/ 1058331 h 2522084"/>
              <a:gd name="connsiteX7-6407" fmla="*/ 1910353 w 2450561"/>
              <a:gd name="connsiteY7-6408" fmla="*/ 1058331 h 2522084"/>
              <a:gd name="connsiteX8-6409" fmla="*/ 1872254 w 2450561"/>
              <a:gd name="connsiteY8-6410" fmla="*/ 1096430 h 2522084"/>
              <a:gd name="connsiteX9-6411" fmla="*/ 1872254 w 2450561"/>
              <a:gd name="connsiteY9-6412" fmla="*/ 2484033 h 2522084"/>
              <a:gd name="connsiteX10-6413" fmla="*/ 1834154 w 2450561"/>
              <a:gd name="connsiteY10-6414" fmla="*/ 2522084 h 2522084"/>
              <a:gd name="connsiteX11-6415" fmla="*/ 617494 w 2450561"/>
              <a:gd name="connsiteY11-6416" fmla="*/ 2522084 h 2522084"/>
              <a:gd name="connsiteX12-6417" fmla="*/ 579394 w 2450561"/>
              <a:gd name="connsiteY12-6418" fmla="*/ 2483984 h 2522084"/>
              <a:gd name="connsiteX13-6419" fmla="*/ 579394 w 2450561"/>
              <a:gd name="connsiteY13-6420" fmla="*/ 1096381 h 2522084"/>
              <a:gd name="connsiteX14-6421" fmla="*/ 553993 w 2450561"/>
              <a:gd name="connsiteY14-6422" fmla="*/ 1058332 h 2522084"/>
              <a:gd name="connsiteX15-6423" fmla="*/ 3549 w 2450561"/>
              <a:gd name="connsiteY15-6424" fmla="*/ 1058332 h 2522084"/>
              <a:gd name="connsiteX16-6425" fmla="*/ 2988 w 2450561"/>
              <a:gd name="connsiteY16-6426" fmla="*/ 1033119 h 2522084"/>
              <a:gd name="connsiteX0-6427" fmla="*/ 2988 w 2450561"/>
              <a:gd name="connsiteY0-6428" fmla="*/ 1033119 h 2522084"/>
              <a:gd name="connsiteX1-6429" fmla="*/ 14553 w 2450561"/>
              <a:gd name="connsiteY1-6430" fmla="*/ 990852 h 2522084"/>
              <a:gd name="connsiteX2-6431" fmla="*/ 1201583 w 2450561"/>
              <a:gd name="connsiteY2-6432" fmla="*/ 9117 h 2522084"/>
              <a:gd name="connsiteX3-6433" fmla="*/ 1250106 w 2450561"/>
              <a:gd name="connsiteY3-6434" fmla="*/ 9153 h 2522084"/>
              <a:gd name="connsiteX4-6435" fmla="*/ 2437136 w 2450561"/>
              <a:gd name="connsiteY4-6436" fmla="*/ 990888 h 2522084"/>
              <a:gd name="connsiteX5-6437" fmla="*/ 2448653 w 2450561"/>
              <a:gd name="connsiteY5-6438" fmla="*/ 1033131 h 2522084"/>
              <a:gd name="connsiteX6-6439" fmla="*/ 2412804 w 2450561"/>
              <a:gd name="connsiteY6-6440" fmla="*/ 1058331 h 2522084"/>
              <a:gd name="connsiteX7-6441" fmla="*/ 1910353 w 2450561"/>
              <a:gd name="connsiteY7-6442" fmla="*/ 1058331 h 2522084"/>
              <a:gd name="connsiteX8-6443" fmla="*/ 1872254 w 2450561"/>
              <a:gd name="connsiteY8-6444" fmla="*/ 1096430 h 2522084"/>
              <a:gd name="connsiteX9-6445" fmla="*/ 1872254 w 2450561"/>
              <a:gd name="connsiteY9-6446" fmla="*/ 2484033 h 2522084"/>
              <a:gd name="connsiteX10-6447" fmla="*/ 1834154 w 2450561"/>
              <a:gd name="connsiteY10-6448" fmla="*/ 2522084 h 2522084"/>
              <a:gd name="connsiteX11-6449" fmla="*/ 617494 w 2450561"/>
              <a:gd name="connsiteY11-6450" fmla="*/ 2522084 h 2522084"/>
              <a:gd name="connsiteX12-6451" fmla="*/ 579394 w 2450561"/>
              <a:gd name="connsiteY12-6452" fmla="*/ 2483984 h 2522084"/>
              <a:gd name="connsiteX13-6453" fmla="*/ 579394 w 2450561"/>
              <a:gd name="connsiteY13-6454" fmla="*/ 1096381 h 2522084"/>
              <a:gd name="connsiteX14-6455" fmla="*/ 553993 w 2450561"/>
              <a:gd name="connsiteY14-6456" fmla="*/ 1058332 h 2522084"/>
              <a:gd name="connsiteX15-6457" fmla="*/ 3549 w 2450561"/>
              <a:gd name="connsiteY15-6458" fmla="*/ 1058332 h 2522084"/>
              <a:gd name="connsiteX16-6459" fmla="*/ 2988 w 2450561"/>
              <a:gd name="connsiteY16-6460" fmla="*/ 1033119 h 2522084"/>
              <a:gd name="connsiteX0-6461" fmla="*/ 2988 w 2450561"/>
              <a:gd name="connsiteY0-6462" fmla="*/ 1033119 h 2522084"/>
              <a:gd name="connsiteX1-6463" fmla="*/ 14553 w 2450561"/>
              <a:gd name="connsiteY1-6464" fmla="*/ 990852 h 2522084"/>
              <a:gd name="connsiteX2-6465" fmla="*/ 1201583 w 2450561"/>
              <a:gd name="connsiteY2-6466" fmla="*/ 9117 h 2522084"/>
              <a:gd name="connsiteX3-6467" fmla="*/ 1250106 w 2450561"/>
              <a:gd name="connsiteY3-6468" fmla="*/ 9153 h 2522084"/>
              <a:gd name="connsiteX4-6469" fmla="*/ 2437136 w 2450561"/>
              <a:gd name="connsiteY4-6470" fmla="*/ 990888 h 2522084"/>
              <a:gd name="connsiteX5-6471" fmla="*/ 2448653 w 2450561"/>
              <a:gd name="connsiteY5-6472" fmla="*/ 1033131 h 2522084"/>
              <a:gd name="connsiteX6-6473" fmla="*/ 2412804 w 2450561"/>
              <a:gd name="connsiteY6-6474" fmla="*/ 1058331 h 2522084"/>
              <a:gd name="connsiteX7-6475" fmla="*/ 1910353 w 2450561"/>
              <a:gd name="connsiteY7-6476" fmla="*/ 1058331 h 2522084"/>
              <a:gd name="connsiteX8-6477" fmla="*/ 1872254 w 2450561"/>
              <a:gd name="connsiteY8-6478" fmla="*/ 1096430 h 2522084"/>
              <a:gd name="connsiteX9-6479" fmla="*/ 1872254 w 2450561"/>
              <a:gd name="connsiteY9-6480" fmla="*/ 2484033 h 2522084"/>
              <a:gd name="connsiteX10-6481" fmla="*/ 1834154 w 2450561"/>
              <a:gd name="connsiteY10-6482" fmla="*/ 2522084 h 2522084"/>
              <a:gd name="connsiteX11-6483" fmla="*/ 617494 w 2450561"/>
              <a:gd name="connsiteY11-6484" fmla="*/ 2522084 h 2522084"/>
              <a:gd name="connsiteX12-6485" fmla="*/ 579394 w 2450561"/>
              <a:gd name="connsiteY12-6486" fmla="*/ 2483984 h 2522084"/>
              <a:gd name="connsiteX13-6487" fmla="*/ 579394 w 2450561"/>
              <a:gd name="connsiteY13-6488" fmla="*/ 1096381 h 2522084"/>
              <a:gd name="connsiteX14-6489" fmla="*/ 541295 w 2450561"/>
              <a:gd name="connsiteY14-6490" fmla="*/ 1058331 h 2522084"/>
              <a:gd name="connsiteX15-6491" fmla="*/ 3549 w 2450561"/>
              <a:gd name="connsiteY15-6492" fmla="*/ 1058332 h 2522084"/>
              <a:gd name="connsiteX16-6493" fmla="*/ 2988 w 2450561"/>
              <a:gd name="connsiteY16-6494" fmla="*/ 1033119 h 2522084"/>
              <a:gd name="connsiteX0-6495" fmla="*/ 2988 w 2450561"/>
              <a:gd name="connsiteY0-6496" fmla="*/ 1033119 h 2522084"/>
              <a:gd name="connsiteX1-6497" fmla="*/ 14553 w 2450561"/>
              <a:gd name="connsiteY1-6498" fmla="*/ 990852 h 2522084"/>
              <a:gd name="connsiteX2-6499" fmla="*/ 1201583 w 2450561"/>
              <a:gd name="connsiteY2-6500" fmla="*/ 9117 h 2522084"/>
              <a:gd name="connsiteX3-6501" fmla="*/ 1250106 w 2450561"/>
              <a:gd name="connsiteY3-6502" fmla="*/ 9153 h 2522084"/>
              <a:gd name="connsiteX4-6503" fmla="*/ 2437136 w 2450561"/>
              <a:gd name="connsiteY4-6504" fmla="*/ 990888 h 2522084"/>
              <a:gd name="connsiteX5-6505" fmla="*/ 2448653 w 2450561"/>
              <a:gd name="connsiteY5-6506" fmla="*/ 1033131 h 2522084"/>
              <a:gd name="connsiteX6-6507" fmla="*/ 2412804 w 2450561"/>
              <a:gd name="connsiteY6-6508" fmla="*/ 1058331 h 2522084"/>
              <a:gd name="connsiteX7-6509" fmla="*/ 1910353 w 2450561"/>
              <a:gd name="connsiteY7-6510" fmla="*/ 1058331 h 2522084"/>
              <a:gd name="connsiteX8-6511" fmla="*/ 1872254 w 2450561"/>
              <a:gd name="connsiteY8-6512" fmla="*/ 1096430 h 2522084"/>
              <a:gd name="connsiteX9-6513" fmla="*/ 1872254 w 2450561"/>
              <a:gd name="connsiteY9-6514" fmla="*/ 2484033 h 2522084"/>
              <a:gd name="connsiteX10-6515" fmla="*/ 1834154 w 2450561"/>
              <a:gd name="connsiteY10-6516" fmla="*/ 2522084 h 2522084"/>
              <a:gd name="connsiteX11-6517" fmla="*/ 617494 w 2450561"/>
              <a:gd name="connsiteY11-6518" fmla="*/ 2522084 h 2522084"/>
              <a:gd name="connsiteX12-6519" fmla="*/ 579394 w 2450561"/>
              <a:gd name="connsiteY12-6520" fmla="*/ 2483984 h 2522084"/>
              <a:gd name="connsiteX13-6521" fmla="*/ 579394 w 2450561"/>
              <a:gd name="connsiteY13-6522" fmla="*/ 1096381 h 2522084"/>
              <a:gd name="connsiteX14-6523" fmla="*/ 541295 w 2450561"/>
              <a:gd name="connsiteY14-6524" fmla="*/ 1058331 h 2522084"/>
              <a:gd name="connsiteX15-6525" fmla="*/ 3549 w 2450561"/>
              <a:gd name="connsiteY15-6526" fmla="*/ 1058332 h 2522084"/>
              <a:gd name="connsiteX16-6527" fmla="*/ 2988 w 2450561"/>
              <a:gd name="connsiteY16-6528" fmla="*/ 1033119 h 2522084"/>
              <a:gd name="connsiteX0-6529" fmla="*/ 2988 w 2450561"/>
              <a:gd name="connsiteY0-6530" fmla="*/ 1033119 h 2522084"/>
              <a:gd name="connsiteX1-6531" fmla="*/ 14553 w 2450561"/>
              <a:gd name="connsiteY1-6532" fmla="*/ 990852 h 2522084"/>
              <a:gd name="connsiteX2-6533" fmla="*/ 1201583 w 2450561"/>
              <a:gd name="connsiteY2-6534" fmla="*/ 9117 h 2522084"/>
              <a:gd name="connsiteX3-6535" fmla="*/ 1250106 w 2450561"/>
              <a:gd name="connsiteY3-6536" fmla="*/ 9153 h 2522084"/>
              <a:gd name="connsiteX4-6537" fmla="*/ 2437136 w 2450561"/>
              <a:gd name="connsiteY4-6538" fmla="*/ 990888 h 2522084"/>
              <a:gd name="connsiteX5-6539" fmla="*/ 2448653 w 2450561"/>
              <a:gd name="connsiteY5-6540" fmla="*/ 1033131 h 2522084"/>
              <a:gd name="connsiteX6-6541" fmla="*/ 2412804 w 2450561"/>
              <a:gd name="connsiteY6-6542" fmla="*/ 1058331 h 2522084"/>
              <a:gd name="connsiteX7-6543" fmla="*/ 1910353 w 2450561"/>
              <a:gd name="connsiteY7-6544" fmla="*/ 1058331 h 2522084"/>
              <a:gd name="connsiteX8-6545" fmla="*/ 1872254 w 2450561"/>
              <a:gd name="connsiteY8-6546" fmla="*/ 1096430 h 2522084"/>
              <a:gd name="connsiteX9-6547" fmla="*/ 1872254 w 2450561"/>
              <a:gd name="connsiteY9-6548" fmla="*/ 2484033 h 2522084"/>
              <a:gd name="connsiteX10-6549" fmla="*/ 1834154 w 2450561"/>
              <a:gd name="connsiteY10-6550" fmla="*/ 2522084 h 2522084"/>
              <a:gd name="connsiteX11-6551" fmla="*/ 617494 w 2450561"/>
              <a:gd name="connsiteY11-6552" fmla="*/ 2522084 h 2522084"/>
              <a:gd name="connsiteX12-6553" fmla="*/ 579394 w 2450561"/>
              <a:gd name="connsiteY12-6554" fmla="*/ 2483984 h 2522084"/>
              <a:gd name="connsiteX13-6555" fmla="*/ 579394 w 2450561"/>
              <a:gd name="connsiteY13-6556" fmla="*/ 1096381 h 2522084"/>
              <a:gd name="connsiteX14-6557" fmla="*/ 541295 w 2450561"/>
              <a:gd name="connsiteY14-6558" fmla="*/ 1058331 h 2522084"/>
              <a:gd name="connsiteX15-6559" fmla="*/ 3549 w 2450561"/>
              <a:gd name="connsiteY15-6560" fmla="*/ 1058332 h 2522084"/>
              <a:gd name="connsiteX16-6561" fmla="*/ 2988 w 2450561"/>
              <a:gd name="connsiteY16-6562" fmla="*/ 1033119 h 2522084"/>
              <a:gd name="connsiteX0-6563" fmla="*/ 1903 w 2449476"/>
              <a:gd name="connsiteY0-6564" fmla="*/ 1033119 h 2522084"/>
              <a:gd name="connsiteX1-6565" fmla="*/ 13468 w 2449476"/>
              <a:gd name="connsiteY1-6566" fmla="*/ 990852 h 2522084"/>
              <a:gd name="connsiteX2-6567" fmla="*/ 1200498 w 2449476"/>
              <a:gd name="connsiteY2-6568" fmla="*/ 9117 h 2522084"/>
              <a:gd name="connsiteX3-6569" fmla="*/ 1249021 w 2449476"/>
              <a:gd name="connsiteY3-6570" fmla="*/ 9153 h 2522084"/>
              <a:gd name="connsiteX4-6571" fmla="*/ 2436051 w 2449476"/>
              <a:gd name="connsiteY4-6572" fmla="*/ 990888 h 2522084"/>
              <a:gd name="connsiteX5-6573" fmla="*/ 2447568 w 2449476"/>
              <a:gd name="connsiteY5-6574" fmla="*/ 1033131 h 2522084"/>
              <a:gd name="connsiteX6-6575" fmla="*/ 2411719 w 2449476"/>
              <a:gd name="connsiteY6-6576" fmla="*/ 1058331 h 2522084"/>
              <a:gd name="connsiteX7-6577" fmla="*/ 1909268 w 2449476"/>
              <a:gd name="connsiteY7-6578" fmla="*/ 1058331 h 2522084"/>
              <a:gd name="connsiteX8-6579" fmla="*/ 1871169 w 2449476"/>
              <a:gd name="connsiteY8-6580" fmla="*/ 1096430 h 2522084"/>
              <a:gd name="connsiteX9-6581" fmla="*/ 1871169 w 2449476"/>
              <a:gd name="connsiteY9-6582" fmla="*/ 2484033 h 2522084"/>
              <a:gd name="connsiteX10-6583" fmla="*/ 1833069 w 2449476"/>
              <a:gd name="connsiteY10-6584" fmla="*/ 2522084 h 2522084"/>
              <a:gd name="connsiteX11-6585" fmla="*/ 616409 w 2449476"/>
              <a:gd name="connsiteY11-6586" fmla="*/ 2522084 h 2522084"/>
              <a:gd name="connsiteX12-6587" fmla="*/ 578309 w 2449476"/>
              <a:gd name="connsiteY12-6588" fmla="*/ 2483984 h 2522084"/>
              <a:gd name="connsiteX13-6589" fmla="*/ 578309 w 2449476"/>
              <a:gd name="connsiteY13-6590" fmla="*/ 1096381 h 2522084"/>
              <a:gd name="connsiteX14-6591" fmla="*/ 540210 w 2449476"/>
              <a:gd name="connsiteY14-6592" fmla="*/ 1058331 h 2522084"/>
              <a:gd name="connsiteX15-6593" fmla="*/ 37759 w 2449476"/>
              <a:gd name="connsiteY15-6594" fmla="*/ 1058331 h 2522084"/>
              <a:gd name="connsiteX16-6595" fmla="*/ 1903 w 2449476"/>
              <a:gd name="connsiteY16-6596" fmla="*/ 1033119 h 2522084"/>
              <a:gd name="connsiteX0-6597" fmla="*/ 1903 w 2449476"/>
              <a:gd name="connsiteY0-6598" fmla="*/ 1033119 h 2522084"/>
              <a:gd name="connsiteX1-6599" fmla="*/ 13468 w 2449476"/>
              <a:gd name="connsiteY1-6600" fmla="*/ 990852 h 2522084"/>
              <a:gd name="connsiteX2-6601" fmla="*/ 1200498 w 2449476"/>
              <a:gd name="connsiteY2-6602" fmla="*/ 9117 h 2522084"/>
              <a:gd name="connsiteX3-6603" fmla="*/ 1249021 w 2449476"/>
              <a:gd name="connsiteY3-6604" fmla="*/ 9153 h 2522084"/>
              <a:gd name="connsiteX4-6605" fmla="*/ 2436051 w 2449476"/>
              <a:gd name="connsiteY4-6606" fmla="*/ 990888 h 2522084"/>
              <a:gd name="connsiteX5-6607" fmla="*/ 2447568 w 2449476"/>
              <a:gd name="connsiteY5-6608" fmla="*/ 1033131 h 2522084"/>
              <a:gd name="connsiteX6-6609" fmla="*/ 2411719 w 2449476"/>
              <a:gd name="connsiteY6-6610" fmla="*/ 1058331 h 2522084"/>
              <a:gd name="connsiteX7-6611" fmla="*/ 1909268 w 2449476"/>
              <a:gd name="connsiteY7-6612" fmla="*/ 1058331 h 2522084"/>
              <a:gd name="connsiteX8-6613" fmla="*/ 1871169 w 2449476"/>
              <a:gd name="connsiteY8-6614" fmla="*/ 1096430 h 2522084"/>
              <a:gd name="connsiteX9-6615" fmla="*/ 1871169 w 2449476"/>
              <a:gd name="connsiteY9-6616" fmla="*/ 2484033 h 2522084"/>
              <a:gd name="connsiteX10-6617" fmla="*/ 1833069 w 2449476"/>
              <a:gd name="connsiteY10-6618" fmla="*/ 2522084 h 2522084"/>
              <a:gd name="connsiteX11-6619" fmla="*/ 616409 w 2449476"/>
              <a:gd name="connsiteY11-6620" fmla="*/ 2522084 h 2522084"/>
              <a:gd name="connsiteX12-6621" fmla="*/ 578309 w 2449476"/>
              <a:gd name="connsiteY12-6622" fmla="*/ 2483984 h 2522084"/>
              <a:gd name="connsiteX13-6623" fmla="*/ 578309 w 2449476"/>
              <a:gd name="connsiteY13-6624" fmla="*/ 1096381 h 2522084"/>
              <a:gd name="connsiteX14-6625" fmla="*/ 540210 w 2449476"/>
              <a:gd name="connsiteY14-6626" fmla="*/ 1058331 h 2522084"/>
              <a:gd name="connsiteX15-6627" fmla="*/ 37759 w 2449476"/>
              <a:gd name="connsiteY15-6628" fmla="*/ 1058331 h 2522084"/>
              <a:gd name="connsiteX16-6629" fmla="*/ 1903 w 2449476"/>
              <a:gd name="connsiteY16-6630" fmla="*/ 1033119 h 25220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2449476" h="2522084">
                <a:moveTo>
                  <a:pt x="1903" y="1033119"/>
                </a:moveTo>
                <a:cubicBezTo>
                  <a:pt x="-3095" y="1019238"/>
                  <a:pt x="2100" y="1000255"/>
                  <a:pt x="13468" y="990852"/>
                </a:cubicBezTo>
                <a:cubicBezTo>
                  <a:pt x="13468" y="990852"/>
                  <a:pt x="1200498" y="9117"/>
                  <a:pt x="1200498" y="9117"/>
                </a:cubicBezTo>
                <a:cubicBezTo>
                  <a:pt x="1215226" y="-3063"/>
                  <a:pt x="1234293" y="-3026"/>
                  <a:pt x="1249021" y="9153"/>
                </a:cubicBezTo>
                <a:cubicBezTo>
                  <a:pt x="1249021" y="9153"/>
                  <a:pt x="2436051" y="990888"/>
                  <a:pt x="2436051" y="990888"/>
                </a:cubicBezTo>
                <a:cubicBezTo>
                  <a:pt x="2447419" y="1000290"/>
                  <a:pt x="2452562" y="1019249"/>
                  <a:pt x="2447568" y="1033131"/>
                </a:cubicBezTo>
                <a:cubicBezTo>
                  <a:pt x="2442572" y="1047013"/>
                  <a:pt x="2426472" y="1058331"/>
                  <a:pt x="2411719" y="1058331"/>
                </a:cubicBezTo>
                <a:cubicBezTo>
                  <a:pt x="2411719" y="1058331"/>
                  <a:pt x="1909268" y="1058331"/>
                  <a:pt x="1909268" y="1058331"/>
                </a:cubicBezTo>
                <a:cubicBezTo>
                  <a:pt x="1886950" y="1058331"/>
                  <a:pt x="1871169" y="1074112"/>
                  <a:pt x="1871169" y="1096430"/>
                </a:cubicBezTo>
                <a:cubicBezTo>
                  <a:pt x="1871169" y="1096430"/>
                  <a:pt x="1871169" y="2484033"/>
                  <a:pt x="1871169" y="2484033"/>
                </a:cubicBezTo>
                <a:cubicBezTo>
                  <a:pt x="1871169" y="2506352"/>
                  <a:pt x="1855388" y="2522084"/>
                  <a:pt x="1833069" y="2522084"/>
                </a:cubicBezTo>
                <a:cubicBezTo>
                  <a:pt x="1833069" y="2522084"/>
                  <a:pt x="616409" y="2522084"/>
                  <a:pt x="616409" y="2522084"/>
                </a:cubicBezTo>
                <a:cubicBezTo>
                  <a:pt x="594090" y="2522084"/>
                  <a:pt x="578309" y="2506303"/>
                  <a:pt x="578309" y="2483984"/>
                </a:cubicBezTo>
                <a:cubicBezTo>
                  <a:pt x="578309" y="2483984"/>
                  <a:pt x="578309" y="1096381"/>
                  <a:pt x="578309" y="1096381"/>
                </a:cubicBezTo>
                <a:cubicBezTo>
                  <a:pt x="578309" y="1074063"/>
                  <a:pt x="562528" y="1058331"/>
                  <a:pt x="540210" y="1058331"/>
                </a:cubicBezTo>
                <a:cubicBezTo>
                  <a:pt x="540210" y="1058331"/>
                  <a:pt x="37759" y="1058331"/>
                  <a:pt x="37759" y="1058331"/>
                </a:cubicBezTo>
                <a:cubicBezTo>
                  <a:pt x="23005" y="1058331"/>
                  <a:pt x="6901" y="1046999"/>
                  <a:pt x="1903" y="1033119"/>
                </a:cubicBezTo>
                <a:close/>
              </a:path>
            </a:pathLst>
          </a:custGeom>
          <a:gradFill>
            <a:gsLst>
              <a:gs pos="7000">
                <a:schemeClr val="accent2">
                  <a:alpha val="100000"/>
                </a:schemeClr>
              </a:gs>
              <a:gs pos="100000">
                <a:schemeClr val="accent2">
                  <a:alpha val="60000"/>
                </a:scheme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pic>
        <p:nvPicPr>
          <p:cNvPr id="715" name="图片 714" descr="/data/temp/1210657a-945d-40fe-955d-57742d1b5ff0/3eda473f-b8eb-11f0-b789-2e0feacbf866.svg3eda473f-b8eb-11f0-b789-2e0feacbf866"/>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a:stretch>
            <a:fillRect/>
          </a:stretch>
        </p:blipFill>
        <p:spPr>
          <a:xfrm>
            <a:off x="4848463" y="4272477"/>
            <a:ext cx="367660" cy="367660"/>
          </a:xfrm>
          <a:prstGeom prst="rect">
            <a:avLst/>
          </a:prstGeom>
        </p:spPr>
      </p:pic>
      <p:pic>
        <p:nvPicPr>
          <p:cNvPr id="716" name="图片 715" descr="/data/temp/1210657a-945d-40fe-955d-57742d1b5ff0/3eda46b1-b8eb-11f0-b789-2e0feacbf866.svg3eda46b1-b8eb-11f0-b789-2e0feacbf866"/>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rcRect/>
          <a:stretch>
            <a:fillRect/>
          </a:stretch>
        </p:blipFill>
        <p:spPr>
          <a:xfrm>
            <a:off x="7009031" y="2696144"/>
            <a:ext cx="367660" cy="367660"/>
          </a:xfrm>
          <a:prstGeom prst="rect">
            <a:avLst/>
          </a:prstGeom>
        </p:spPr>
      </p:pic>
      <p:sp>
        <p:nvSpPr>
          <p:cNvPr id="718" name="文本框 717"/>
          <p:cNvSpPr txBox="1"/>
          <p:nvPr>
            <p:custDataLst>
              <p:tags r:id="rId12"/>
            </p:custDataLst>
          </p:nvPr>
        </p:nvSpPr>
        <p:spPr>
          <a:xfrm>
            <a:off x="8305165" y="1517650"/>
            <a:ext cx="3467100" cy="4957445"/>
          </a:xfrm>
          <a:prstGeom prst="rect">
            <a:avLst/>
          </a:prstGeom>
          <a:noFill/>
        </p:spPr>
        <p:txBody>
          <a:bodyPr wrap="square" lIns="0" tIns="0" rIns="0" bIns="0" rtlCol="0">
            <a:noAutofit/>
          </a:bodyPr>
          <a:p>
            <a:pPr indent="0" algn="l" fontAlgn="auto">
              <a:lnSpc>
                <a:spcPct val="140000"/>
              </a:lnSpc>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在司法实践中</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江苏省无锡市中级人民法院作出的</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宜兴冷冻胚胎纠纷案</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锡民终字第</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01235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号</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民事判决书</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胚胎是介于人与物之间的过渡存在</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具有孕育成生命的潜质</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比非生命体具有更高的道德地位</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应受到特殊尊重与保护。”</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20" name="文本框 719"/>
          <p:cNvSpPr txBox="1"/>
          <p:nvPr>
            <p:custDataLst>
              <p:tags r:id="rId13"/>
            </p:custDataLst>
          </p:nvPr>
        </p:nvSpPr>
        <p:spPr>
          <a:xfrm>
            <a:off x="580390" y="1939925"/>
            <a:ext cx="3300095" cy="4276725"/>
          </a:xfrm>
          <a:prstGeom prst="rect">
            <a:avLst/>
          </a:prstGeom>
          <a:noFill/>
        </p:spPr>
        <p:txBody>
          <a:bodyPr wrap="square" lIns="0" tIns="0" rIns="0" bIns="0" rtlCol="0">
            <a:noAutofit/>
          </a:bodyPr>
          <a:p>
            <a:pPr indent="0" algn="just" fontAlgn="auto">
              <a:lnSpc>
                <a:spcPct val="140000"/>
              </a:lnSpc>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胎儿纵然不能与人相提并论</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但不可否认的是</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胎儿属于一种生命现象</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是发展为人的重要阶段。就此而言</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至少应当将胎儿视为潜在的人看待</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至少不宜将其与物等同视之。</a:t>
            </a:r>
            <a:endPar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14"/>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0" y="1986280"/>
            <a:ext cx="3417570" cy="2314575"/>
          </a:xfrm>
        </p:spPr>
        <p:txBody>
          <a:bodyPr anchor="b" anchorCtr="0">
            <a:noAutofit/>
          </a:bodyPr>
          <a:lstStyle/>
          <a:p>
            <a:pPr algn="just"/>
            <a:r>
              <a:rPr lang="en-US" altLang="zh-CN" sz="2400" b="0">
                <a:latin typeface="微软雅黑" panose="020B0503020204020204" charset="-122"/>
                <a:ea typeface="微软雅黑" panose="020B0503020204020204" charset="-122"/>
                <a:cs typeface="微软雅黑" panose="020B0503020204020204" charset="-122"/>
              </a:rPr>
              <a:t>      </a:t>
            </a:r>
            <a:r>
              <a:rPr lang="zh-CN" altLang="en-US" sz="2400" b="0">
                <a:latin typeface="微软雅黑" panose="020B0503020204020204" charset="-122"/>
                <a:ea typeface="微软雅黑" panose="020B0503020204020204" charset="-122"/>
                <a:cs typeface="微软雅黑" panose="020B0503020204020204" charset="-122"/>
              </a:rPr>
              <a:t>胎儿、胚胎通常不被认定为宪法意义上的</a:t>
            </a:r>
            <a:r>
              <a:rPr lang="en-US" altLang="zh-CN" sz="2400" b="0">
                <a:latin typeface="微软雅黑" panose="020B0503020204020204" charset="-122"/>
                <a:ea typeface="微软雅黑" panose="020B0503020204020204" charset="-122"/>
                <a:cs typeface="微软雅黑" panose="020B0503020204020204" charset="-122"/>
              </a:rPr>
              <a:t> “</a:t>
            </a:r>
            <a:r>
              <a:rPr lang="zh-CN" altLang="en-US" sz="2400" b="0">
                <a:latin typeface="微软雅黑" panose="020B0503020204020204" charset="-122"/>
                <a:ea typeface="微软雅黑" panose="020B0503020204020204" charset="-122"/>
                <a:cs typeface="微软雅黑" panose="020B0503020204020204" charset="-122"/>
              </a:rPr>
              <a:t>人</a:t>
            </a:r>
            <a:r>
              <a:rPr lang="en-US" altLang="zh-CN" sz="2400" b="0">
                <a:latin typeface="微软雅黑" panose="020B0503020204020204" charset="-122"/>
                <a:ea typeface="微软雅黑" panose="020B0503020204020204" charset="-122"/>
                <a:cs typeface="微软雅黑" panose="020B0503020204020204" charset="-122"/>
              </a:rPr>
              <a:t>”</a:t>
            </a:r>
            <a:r>
              <a:rPr lang="zh-CN" altLang="en-US" sz="2400" b="0">
                <a:latin typeface="微软雅黑" panose="020B0503020204020204" charset="-122"/>
                <a:ea typeface="微软雅黑" panose="020B0503020204020204" charset="-122"/>
                <a:cs typeface="微软雅黑" panose="020B0503020204020204" charset="-122"/>
              </a:rPr>
              <a:t>，</a:t>
            </a:r>
            <a:r>
              <a:rPr lang="zh-CN" altLang="en-US" sz="2400">
                <a:latin typeface="微软雅黑" panose="020B0503020204020204" charset="-122"/>
                <a:ea typeface="微软雅黑" panose="020B0503020204020204" charset="-122"/>
                <a:cs typeface="微软雅黑" panose="020B0503020204020204" charset="-122"/>
              </a:rPr>
              <a:t>一般不能成为基本权利的独立主体，</a:t>
            </a:r>
            <a:r>
              <a:rPr lang="zh-CN" altLang="en-US" sz="2400" b="0">
                <a:latin typeface="微软雅黑" panose="020B0503020204020204" charset="-122"/>
                <a:ea typeface="微软雅黑" panose="020B0503020204020204" charset="-122"/>
                <a:cs typeface="微软雅黑" panose="020B0503020204020204" charset="-122"/>
              </a:rPr>
              <a:t>但部分法律会对其利益给予</a:t>
            </a:r>
            <a:r>
              <a:rPr lang="zh-CN" altLang="en-US" sz="2400">
                <a:latin typeface="微软雅黑" panose="020B0503020204020204" charset="-122"/>
                <a:ea typeface="微软雅黑" panose="020B0503020204020204" charset="-122"/>
                <a:cs typeface="微软雅黑" panose="020B0503020204020204" charset="-122"/>
              </a:rPr>
              <a:t>特殊保护。</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3" name="矩形 2"/>
          <p:cNvSpPr/>
          <p:nvPr>
            <p:custDataLst>
              <p:tags r:id="rId2"/>
            </p:custDataLst>
          </p:nvPr>
        </p:nvSpPr>
        <p:spPr>
          <a:xfrm>
            <a:off x="7543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1694180" y="574675"/>
            <a:ext cx="9869805" cy="6142355"/>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3542030" y="814070"/>
            <a:ext cx="8021955" cy="5753100"/>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宪法意义上的</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多</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以</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出生</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为认定标准，强调具备独立人格和权利能力</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，胎儿、胚胎尚未脱离母体，缺乏独立人格的核心要素。</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2.</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基本权利的定义明确其是</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人作为人必不可少的权利</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胎儿、胚胎尚未完全具备</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人</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的完整属性，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无法独立行使和主张权利。</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特殊保护不等于主体资格，</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部分法律（如民法中关于胎儿继承权的规定）对胎儿利益的保护，是基于其未来成为</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人</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的潜在可能性，</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而非承认其作为宪法基本权利的独立主体</a:t>
            </a:r>
            <a:r>
              <a:rPr lang="zh-CN" altLang="en-US" sz="2400">
                <a:solidFill>
                  <a:schemeClr val="tx1"/>
                </a:solidFill>
              </a:rPr>
              <a:t>。</a:t>
            </a:r>
            <a:r>
              <a:rPr lang="en-US" altLang="zh-CN" sz="2400">
                <a:solidFill>
                  <a:schemeClr val="tx1"/>
                </a:solidFill>
              </a:rPr>
              <a:t> </a:t>
            </a:r>
            <a:endParaRPr lang="en-US" altLang="zh-CN" sz="2400">
              <a:solidFill>
                <a:schemeClr val="tx1"/>
              </a:solidFill>
            </a:endParaRPr>
          </a:p>
        </p:txBody>
      </p:sp>
    </p:spTree>
    <p:custDataLst>
      <p:tags r:id="rId5"/>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四、基本权利的主体：</a:t>
            </a:r>
            <a:r>
              <a:rPr lang="zh-CN" altLang="en-US" sz="2800"/>
              <a:t>（二）特殊主体</a:t>
            </a:r>
            <a:endParaRPr lang="zh-CN" altLang="en-US" sz="2800"/>
          </a:p>
        </p:txBody>
      </p:sp>
      <p:sp>
        <p:nvSpPr>
          <p:cNvPr id="2" name="圆角矩形 2"/>
          <p:cNvSpPr/>
          <p:nvPr>
            <p:custDataLst>
              <p:tags r:id="rId2"/>
            </p:custDataLst>
          </p:nvPr>
        </p:nvSpPr>
        <p:spPr>
          <a:xfrm>
            <a:off x="273050" y="1229360"/>
            <a:ext cx="11222990" cy="1418590"/>
          </a:xfrm>
          <a:prstGeom prst="roundRect">
            <a:avLst>
              <a:gd name="adj" fmla="val 13387"/>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en-US" sz="2400" kern="0">
                <a:ln>
                  <a:noFill/>
                  <a:prstDash val="sysDot"/>
                </a:ln>
                <a:solidFill>
                  <a:schemeClr val="tx1">
                    <a:lumMod val="85000"/>
                    <a:lumOff val="15000"/>
                  </a:schemeClr>
                </a:solidFill>
                <a:uFillTx/>
                <a:latin typeface="+mn-ea"/>
                <a:sym typeface="+mn-ea"/>
              </a:rPr>
              <a:t>1.</a:t>
            </a:r>
            <a:r>
              <a:rPr lang="zh-CN" altLang="en-US" sz="2400" kern="0">
                <a:ln>
                  <a:noFill/>
                  <a:prstDash val="sysDot"/>
                </a:ln>
                <a:solidFill>
                  <a:schemeClr val="tx1">
                    <a:lumMod val="85000"/>
                    <a:lumOff val="15000"/>
                  </a:schemeClr>
                </a:solidFill>
                <a:uFillTx/>
                <a:latin typeface="+mn-ea"/>
                <a:sym typeface="+mn-ea"/>
              </a:rPr>
              <a:t>含义：只能享有部分基本权利，而不能享有一般主体所享有的所有基本权利的权利主体。法人和外国人是我国宪法规定的基本权利的特殊主体。</a:t>
            </a:r>
            <a:endParaRPr lang="en-US" altLang="zh-CN" sz="2400" kern="0">
              <a:ln>
                <a:noFill/>
                <a:prstDash val="sysDot"/>
              </a:ln>
              <a:solidFill>
                <a:schemeClr val="tx1">
                  <a:lumMod val="85000"/>
                  <a:lumOff val="15000"/>
                </a:schemeClr>
              </a:solidFill>
              <a:uFillTx/>
              <a:latin typeface="+mn-ea"/>
              <a:sym typeface="+mn-ea"/>
            </a:endParaRPr>
          </a:p>
        </p:txBody>
      </p:sp>
      <p:sp>
        <p:nvSpPr>
          <p:cNvPr id="4" name="圆角矩形 9"/>
          <p:cNvSpPr/>
          <p:nvPr>
            <p:custDataLst>
              <p:tags r:id="rId3"/>
            </p:custDataLst>
          </p:nvPr>
        </p:nvSpPr>
        <p:spPr>
          <a:xfrm>
            <a:off x="723094" y="1328913"/>
            <a:ext cx="720397" cy="89321"/>
          </a:xfrm>
          <a:prstGeom prst="roundRect">
            <a:avLst>
              <a:gd name="adj" fmla="val 50000"/>
            </a:avLst>
          </a:prstGeom>
          <a:gradFill>
            <a:gsLst>
              <a:gs pos="100000">
                <a:schemeClr val="accent1">
                  <a:lumMod val="60000"/>
                  <a:lumOff val="40000"/>
                  <a:alpha val="71000"/>
                </a:schemeClr>
              </a:gs>
              <a:gs pos="0">
                <a:schemeClr val="accent1">
                  <a:alpha val="100000"/>
                </a:schemeClr>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5" name="圆角矩形 5"/>
          <p:cNvSpPr/>
          <p:nvPr>
            <p:custDataLst>
              <p:tags r:id="rId4"/>
            </p:custDataLst>
          </p:nvPr>
        </p:nvSpPr>
        <p:spPr>
          <a:xfrm>
            <a:off x="273685" y="2797175"/>
            <a:ext cx="11222990" cy="3961765"/>
          </a:xfrm>
          <a:prstGeom prst="roundRect">
            <a:avLst>
              <a:gd name="adj" fmla="val 13387"/>
            </a:avLst>
          </a:prstGeom>
          <a:solidFill>
            <a:schemeClr val="accent2">
              <a:lumMod val="60000"/>
              <a:lumOff val="40000"/>
              <a:alpha val="12000"/>
            </a:schemeClr>
          </a:solidFill>
          <a:ln w="9525">
            <a:gradFill>
              <a:gsLst>
                <a:gs pos="100000">
                  <a:schemeClr val="accent2">
                    <a:alpha val="15000"/>
                  </a:schemeClr>
                </a:gs>
                <a:gs pos="0">
                  <a:schemeClr val="accent2">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en-US" altLang="en-US" sz="2400" kern="0">
                <a:ln>
                  <a:noFill/>
                  <a:prstDash val="sysDot"/>
                </a:ln>
                <a:solidFill>
                  <a:schemeClr val="tx1">
                    <a:lumMod val="85000"/>
                    <a:lumOff val="15000"/>
                  </a:schemeClr>
                </a:solidFill>
                <a:uFillTx/>
                <a:latin typeface="+mn-ea"/>
                <a:sym typeface="+mn-ea"/>
              </a:rPr>
              <a:t>2.</a:t>
            </a:r>
            <a:r>
              <a:rPr lang="en-US" altLang="zh-CN" sz="2400" kern="0">
                <a:ln>
                  <a:noFill/>
                  <a:prstDash val="sysDot"/>
                </a:ln>
                <a:solidFill>
                  <a:schemeClr val="tx1">
                    <a:lumMod val="85000"/>
                    <a:lumOff val="15000"/>
                  </a:schemeClr>
                </a:solidFill>
                <a:uFillTx/>
                <a:latin typeface="+mn-ea"/>
                <a:sym typeface="+mn-ea"/>
              </a:rPr>
              <a:t> </a:t>
            </a:r>
            <a:r>
              <a:rPr lang="zh-CN" altLang="en-US" sz="2400" kern="0">
                <a:ln>
                  <a:noFill/>
                  <a:prstDash val="sysDot"/>
                </a:ln>
                <a:solidFill>
                  <a:schemeClr val="tx1">
                    <a:lumMod val="85000"/>
                    <a:lumOff val="15000"/>
                  </a:schemeClr>
                </a:solidFill>
                <a:uFillTx/>
                <a:latin typeface="+mn-ea"/>
                <a:sym typeface="+mn-ea"/>
              </a:rPr>
              <a:t>外国人</a:t>
            </a:r>
            <a:r>
              <a:rPr lang="en-US" altLang="zh-CN" sz="2400" kern="0">
                <a:ln>
                  <a:noFill/>
                  <a:prstDash val="sysDot"/>
                </a:ln>
                <a:solidFill>
                  <a:schemeClr val="tx1">
                    <a:lumMod val="85000"/>
                    <a:lumOff val="15000"/>
                  </a:schemeClr>
                </a:solidFill>
                <a:uFillTx/>
                <a:latin typeface="+mn-ea"/>
                <a:sym typeface="+mn-ea"/>
              </a:rPr>
              <a:t>——“</a:t>
            </a:r>
            <a:r>
              <a:rPr lang="zh-CN" altLang="en-US" sz="2400" kern="0">
                <a:ln>
                  <a:noFill/>
                  <a:prstDash val="sysDot"/>
                </a:ln>
                <a:solidFill>
                  <a:schemeClr val="tx1">
                    <a:lumMod val="85000"/>
                    <a:lumOff val="15000"/>
                  </a:schemeClr>
                </a:solidFill>
                <a:uFillTx/>
                <a:latin typeface="+mn-ea"/>
                <a:sym typeface="+mn-ea"/>
              </a:rPr>
              <a:t>国家尊重和保障人权</a:t>
            </a:r>
            <a:r>
              <a:rPr lang="en-US" altLang="zh-CN" sz="2400" kern="0">
                <a:ln>
                  <a:noFill/>
                  <a:prstDash val="sysDot"/>
                </a:ln>
                <a:solidFill>
                  <a:schemeClr val="tx1">
                    <a:lumMod val="85000"/>
                    <a:lumOff val="15000"/>
                  </a:schemeClr>
                </a:solidFill>
                <a:uFillTx/>
                <a:latin typeface="+mn-ea"/>
                <a:sym typeface="+mn-ea"/>
              </a:rPr>
              <a:t> ”</a:t>
            </a:r>
            <a:r>
              <a:rPr lang="zh-CN" altLang="en-US" sz="2400" kern="0">
                <a:ln>
                  <a:noFill/>
                  <a:prstDash val="sysDot"/>
                </a:ln>
                <a:solidFill>
                  <a:schemeClr val="tx1">
                    <a:lumMod val="85000"/>
                    <a:lumOff val="15000"/>
                  </a:schemeClr>
                </a:solidFill>
                <a:uFillTx/>
                <a:latin typeface="+mn-ea"/>
                <a:sym typeface="+mn-ea"/>
              </a:rPr>
              <a:t>。在自由权、参政权和社会权这三种类型的基本权利中，</a:t>
            </a:r>
            <a:r>
              <a:rPr lang="zh-CN" altLang="en-US" sz="2400" b="1" kern="0">
                <a:ln>
                  <a:noFill/>
                  <a:prstDash val="sysDot"/>
                </a:ln>
                <a:solidFill>
                  <a:schemeClr val="tx1">
                    <a:lumMod val="85000"/>
                    <a:lumOff val="15000"/>
                  </a:schemeClr>
                </a:solidFill>
                <a:uFillTx/>
                <a:latin typeface="+mn-ea"/>
                <a:sym typeface="+mn-ea"/>
              </a:rPr>
              <a:t>由于自由权具有普遍性和先国家性，外国人可以与中国公民无差别地作为主体享有这些基本权利。</a:t>
            </a:r>
            <a:r>
              <a:rPr lang="zh-CN" altLang="en-US" sz="2400" kern="0">
                <a:ln>
                  <a:noFill/>
                  <a:prstDash val="sysDot"/>
                </a:ln>
                <a:solidFill>
                  <a:schemeClr val="tx1">
                    <a:lumMod val="85000"/>
                    <a:lumOff val="15000"/>
                  </a:schemeClr>
                </a:solidFill>
                <a:uFillTx/>
                <a:latin typeface="+mn-ea"/>
                <a:sym typeface="+mn-ea"/>
              </a:rPr>
              <a:t>但是，</a:t>
            </a:r>
            <a:r>
              <a:rPr lang="zh-CN" altLang="en-US" sz="2400" b="1" kern="0">
                <a:ln>
                  <a:noFill/>
                  <a:prstDash val="sysDot"/>
                </a:ln>
                <a:solidFill>
                  <a:schemeClr val="tx1">
                    <a:lumMod val="85000"/>
                    <a:lumOff val="15000"/>
                  </a:schemeClr>
                </a:solidFill>
                <a:uFillTx/>
                <a:latin typeface="+mn-ea"/>
                <a:sym typeface="+mn-ea"/>
              </a:rPr>
              <a:t>对于参政权和社会权而言，这些权利或多或少具有国籍身份属性，</a:t>
            </a:r>
            <a:r>
              <a:rPr lang="zh-CN" altLang="en-US" sz="2400" kern="0">
                <a:ln>
                  <a:noFill/>
                  <a:prstDash val="sysDot"/>
                </a:ln>
                <a:solidFill>
                  <a:schemeClr val="tx1">
                    <a:lumMod val="85000"/>
                    <a:lumOff val="15000"/>
                  </a:schemeClr>
                </a:solidFill>
                <a:uFillTx/>
                <a:latin typeface="+mn-ea"/>
                <a:sym typeface="+mn-ea"/>
              </a:rPr>
              <a:t>外国人并不当然作为这些权利的主体，其要么完全不享有这些权利，要么需要受到严格的限制。</a:t>
            </a:r>
            <a:endParaRPr lang="zh-CN" altLang="en-US" sz="2400"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sz="2400" kern="0">
                <a:ln>
                  <a:noFill/>
                  <a:prstDash val="sysDot"/>
                </a:ln>
                <a:solidFill>
                  <a:schemeClr val="tx1">
                    <a:lumMod val="85000"/>
                    <a:lumOff val="15000"/>
                  </a:schemeClr>
                </a:solidFill>
                <a:uFillTx/>
                <a:latin typeface="+mn-ea"/>
                <a:sym typeface="+mn-ea"/>
              </a:rPr>
              <a:t>       </a:t>
            </a:r>
            <a:r>
              <a:rPr lang="zh-CN" altLang="en-US" sz="2400" kern="0">
                <a:ln>
                  <a:noFill/>
                  <a:prstDash val="sysDot"/>
                </a:ln>
                <a:solidFill>
                  <a:schemeClr val="tx1">
                    <a:lumMod val="85000"/>
                    <a:lumOff val="15000"/>
                  </a:schemeClr>
                </a:solidFill>
                <a:uFillTx/>
                <a:latin typeface="+mn-ea"/>
                <a:sym typeface="+mn-ea"/>
              </a:rPr>
              <a:t>一般而言，</a:t>
            </a:r>
            <a:r>
              <a:rPr lang="zh-CN" altLang="en-US" sz="2400" b="1" kern="0">
                <a:ln>
                  <a:noFill/>
                  <a:prstDash val="sysDot"/>
                </a:ln>
                <a:solidFill>
                  <a:schemeClr val="tx1">
                    <a:lumMod val="85000"/>
                    <a:lumOff val="15000"/>
                  </a:schemeClr>
                </a:solidFill>
                <a:uFillTx/>
                <a:latin typeface="+mn-ea"/>
                <a:sym typeface="+mn-ea"/>
              </a:rPr>
              <a:t>参政权中的选举权和被选举权属于外国人不享有的权利</a:t>
            </a:r>
            <a:r>
              <a:rPr lang="zh-CN" altLang="en-US" sz="2400" kern="0">
                <a:ln>
                  <a:noFill/>
                  <a:prstDash val="sysDot"/>
                </a:ln>
                <a:solidFill>
                  <a:schemeClr val="tx1">
                    <a:lumMod val="85000"/>
                    <a:lumOff val="15000"/>
                  </a:schemeClr>
                </a:solidFill>
                <a:uFillTx/>
                <a:latin typeface="+mn-ea"/>
                <a:sym typeface="+mn-ea"/>
              </a:rPr>
              <a:t>，而对于选举权和被选举权以外的其他政治权利和社会权，则需要加以严格限制。</a:t>
            </a:r>
            <a:endParaRPr lang="zh-CN" altLang="en-US" sz="2400" kern="0">
              <a:ln>
                <a:noFill/>
                <a:prstDash val="sysDot"/>
              </a:ln>
              <a:solidFill>
                <a:schemeClr val="tx1">
                  <a:lumMod val="85000"/>
                  <a:lumOff val="15000"/>
                </a:schemeClr>
              </a:solidFill>
              <a:uFillTx/>
              <a:latin typeface="+mn-ea"/>
              <a:sym typeface="+mn-ea"/>
            </a:endParaRPr>
          </a:p>
        </p:txBody>
      </p:sp>
      <p:sp>
        <p:nvSpPr>
          <p:cNvPr id="8" name="圆角矩形 10"/>
          <p:cNvSpPr/>
          <p:nvPr>
            <p:custDataLst>
              <p:tags r:id="rId5"/>
            </p:custDataLst>
          </p:nvPr>
        </p:nvSpPr>
        <p:spPr>
          <a:xfrm>
            <a:off x="723741" y="2895213"/>
            <a:ext cx="720397" cy="89321"/>
          </a:xfrm>
          <a:prstGeom prst="roundRect">
            <a:avLst>
              <a:gd name="adj" fmla="val 50000"/>
            </a:avLst>
          </a:prstGeom>
          <a:gradFill>
            <a:gsLst>
              <a:gs pos="100000">
                <a:schemeClr val="accent2">
                  <a:lumMod val="60000"/>
                  <a:lumOff val="40000"/>
                  <a:alpha val="71000"/>
                </a:schemeClr>
              </a:gs>
              <a:gs pos="0">
                <a:schemeClr val="accent2">
                  <a:alpha val="100000"/>
                </a:schemeClr>
              </a:gs>
            </a:gsLst>
            <a:lin ang="0"/>
          </a:gradFill>
          <a:ln>
            <a:noFill/>
          </a:ln>
          <a:effectLst>
            <a:outerShdw blurRad="508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6"/>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4349750" y="5191760"/>
            <a:ext cx="7008495" cy="1229995"/>
          </a:xfrm>
          <a:effectLst/>
        </p:spPr>
        <p:txBody>
          <a:bodyPr vert="horz" wrap="square" lIns="0" tIns="0" rIns="0" bIns="0" rtlCol="0" anchor="t" anchorCtr="0">
            <a:normAutofit/>
          </a:bodyPr>
          <a:lstStyle/>
          <a:p>
            <a:pPr lvl="0" algn="l">
              <a:lnSpc>
                <a:spcPct val="130000"/>
              </a:lnSpc>
              <a:buClrTx/>
              <a:buSzTx/>
              <a:buFontTx/>
            </a:pPr>
            <a:r>
              <a:rPr lang="zh-CN" altLang="en-US" sz="5000">
                <a:solidFill>
                  <a:schemeClr val="tx1">
                    <a:lumMod val="85000"/>
                    <a:lumOff val="15000"/>
                    <a:alpha val="80000"/>
                  </a:schemeClr>
                </a:solidFill>
                <a:effectLst/>
                <a:sym typeface="+mn-ea"/>
              </a:rPr>
              <a:t>思考</a:t>
            </a:r>
            <a:endParaRPr lang="zh-CN" altLang="en-US" sz="5000">
              <a:solidFill>
                <a:schemeClr val="tx1">
                  <a:lumMod val="85000"/>
                  <a:lumOff val="15000"/>
                  <a:alpha val="80000"/>
                </a:schemeClr>
              </a:solidFill>
              <a:effectLst/>
              <a:sym typeface="+mn-ea"/>
            </a:endParaRPr>
          </a:p>
        </p:txBody>
      </p:sp>
      <p:sp>
        <p:nvSpPr>
          <p:cNvPr id="11" name="文本框 10"/>
          <p:cNvSpPr txBox="1"/>
          <p:nvPr>
            <p:custDataLst>
              <p:tags r:id="rId3"/>
            </p:custDataLst>
          </p:nvPr>
        </p:nvSpPr>
        <p:spPr>
          <a:xfrm>
            <a:off x="1739265" y="1740535"/>
            <a:ext cx="9476740" cy="1688465"/>
          </a:xfrm>
          <a:prstGeom prst="rect">
            <a:avLst/>
          </a:prstGeom>
          <a:noFill/>
        </p:spPr>
        <p:txBody>
          <a:bodyPr wrap="square" tIns="36195" bIns="323850" rtlCol="0" anchor="t" anchorCtr="0">
            <a:normAutofit lnSpcReduction="20000"/>
          </a:bodyPr>
          <a:lstStyle/>
          <a:p>
            <a:pPr indent="0" algn="just" fontAlgn="auto">
              <a:lnSpc>
                <a:spcPct val="120000"/>
              </a:lnSpc>
              <a:spcBef>
                <a:spcPct val="0"/>
              </a:spcBef>
              <a:spcAft>
                <a:spcPct val="0"/>
              </a:spcAft>
              <a:buNone/>
            </a:pPr>
            <a:r>
              <a:rPr lang="zh-CN" sz="4000" spc="100">
                <a:ln>
                  <a:noFill/>
                  <a:prstDash val="sysDot"/>
                </a:ln>
                <a:solidFill>
                  <a:schemeClr val="lt1"/>
                </a:solidFill>
                <a:effectLst/>
                <a:uFillTx/>
                <a:latin typeface="微软雅黑" panose="020B0503020204020204" charset="-122"/>
                <a:ea typeface="微软雅黑" panose="020B0503020204020204" charset="-122"/>
                <a:cs typeface="+mn-ea"/>
                <a:sym typeface="+mn-ea"/>
              </a:rPr>
              <a:t>在中国，法人是否能成为基本权利的主体？</a:t>
            </a:r>
            <a:endParaRPr lang="zh-CN" sz="40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303530" y="2036445"/>
            <a:ext cx="2264410" cy="2195830"/>
          </a:xfrm>
        </p:spPr>
        <p:txBody>
          <a:bodyPr anchor="b" anchorCtr="0">
            <a:normAutofit/>
          </a:bodyPr>
          <a:lstStyle/>
          <a:p>
            <a:pPr algn="ctr"/>
            <a:r>
              <a:rPr lang="zh-CN" altLang="en-US" sz="3555"/>
              <a:t>推导思路</a:t>
            </a:r>
            <a:endParaRPr lang="zh-CN" altLang="en-US" sz="3555"/>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2567940" y="165735"/>
            <a:ext cx="8752205" cy="6205220"/>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2642235" y="166370"/>
            <a:ext cx="8604250" cy="6103620"/>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就</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公民的基本权利和义务</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一章中的具体权利规定而言，其并未提及企业事业组织、国有企业、社会团体、集体经济组织等享有基本权利，因此，</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从具体基本权利条款不能推导出法人的基本权利。</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但是，类似于外国人的基本权利主体资格的推导路径，《宪法》第</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33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条第</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3</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款</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国家尊重和保障人权</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条款同样为法人作为基本权利主体提供了解释空间。</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从文义上看，人权的主体具有普遍性，既包含自然人，也包含法律拟制的</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人＂。</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法人作为人权和基本权利的主体在概括性条款的文义射程之内，</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因此可以由该条款推导出法人的人权和基本权利主体资格。</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303530" y="2036445"/>
            <a:ext cx="2264410" cy="2195830"/>
          </a:xfrm>
        </p:spPr>
        <p:txBody>
          <a:bodyPr anchor="b" anchorCtr="0">
            <a:normAutofit/>
          </a:bodyPr>
          <a:lstStyle/>
          <a:p>
            <a:pPr algn="ctr"/>
            <a:r>
              <a:rPr lang="zh-CN" altLang="en-US" sz="3555"/>
              <a:t>法人主体资格的范围</a:t>
            </a:r>
            <a:endParaRPr lang="zh-CN" altLang="en-US" sz="3555"/>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2567940" y="165735"/>
            <a:ext cx="8752205" cy="6205220"/>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2642235" y="166370"/>
            <a:ext cx="8604250" cy="6103620"/>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法人的基本权利主体资格与公民的基本权利主体资格不同，</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并不可以当然地将公民享有的所有基本权利都推广到法人。</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以德国作为参照，</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法人享有的基本权利需要视其类型和各个具体基本权利的性质而定。</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就我国的法人作为基本权利主体，应注意：</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40000"/>
              </a:lnSpc>
            </a:pP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第一</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，国家机关是基本权利的效力对象，承担尊重和保障基本权利的义务，</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国家机关法人一般不具有基本权利主体资格；</a:t>
            </a:r>
            <a:endPar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indent="0" algn="just" fontAlgn="auto">
              <a:lnSpc>
                <a:spcPct val="140000"/>
              </a:lnSpc>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第二，非国家机关法人，如企业法人、社团法人、特别法人等，一般均可以作为基本权利主体；</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indent="0" algn="just" fontAlgn="auto">
              <a:lnSpc>
                <a:spcPct val="140000"/>
              </a:lnSpc>
            </a:pP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第三，应当结合法人的类型和基本权利的性质进行综合判断，限定法人享有的基本权利的范围，即</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法人享有的基本权利应当与其类型和基本权利的性质相匹配。</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0" lvl="0" indent="0" fontAlgn="auto">
              <a:lnSpc>
                <a:spcPct val="15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四、基本权利的主体：</a:t>
            </a:r>
            <a:r>
              <a:rPr lang="zh-CN" altLang="en-US" sz="2800"/>
              <a:t>（三）特定主体</a:t>
            </a:r>
            <a:endParaRPr lang="zh-CN" altLang="en-US" sz="2800"/>
          </a:p>
        </p:txBody>
      </p:sp>
      <p:sp>
        <p:nvSpPr>
          <p:cNvPr id="319" name="任意多边形: 形状 3"/>
          <p:cNvSpPr/>
          <p:nvPr>
            <p:custDataLst>
              <p:tags r:id="rId2"/>
            </p:custDataLst>
          </p:nvPr>
        </p:nvSpPr>
        <p:spPr>
          <a:xfrm rot="10800000">
            <a:off x="6479324" y="2843595"/>
            <a:ext cx="5191341" cy="3624346"/>
          </a:xfrm>
          <a:custGeom>
            <a:avLst/>
            <a:gdLst>
              <a:gd name="connsiteX0" fmla="*/ 2584395 w 2695478"/>
              <a:gd name="connsiteY0" fmla="*/ 1854489 h 1854489"/>
              <a:gd name="connsiteX1" fmla="*/ 111083 w 2695478"/>
              <a:gd name="connsiteY1" fmla="*/ 1854489 h 1854489"/>
              <a:gd name="connsiteX2" fmla="*/ 0 w 2695478"/>
              <a:gd name="connsiteY2" fmla="*/ 1743406 h 1854489"/>
              <a:gd name="connsiteX3" fmla="*/ 0 w 2695478"/>
              <a:gd name="connsiteY3" fmla="*/ 362180 h 1854489"/>
              <a:gd name="connsiteX4" fmla="*/ 111083 w 2695478"/>
              <a:gd name="connsiteY4" fmla="*/ 251097 h 1854489"/>
              <a:gd name="connsiteX5" fmla="*/ 1139340 w 2695478"/>
              <a:gd name="connsiteY5" fmla="*/ 251097 h 1854489"/>
              <a:gd name="connsiteX6" fmla="*/ 1347740 w 2695478"/>
              <a:gd name="connsiteY6" fmla="*/ 0 h 1854489"/>
              <a:gd name="connsiteX7" fmla="*/ 1556139 w 2695478"/>
              <a:gd name="connsiteY7" fmla="*/ 251097 h 1854489"/>
              <a:gd name="connsiteX8" fmla="*/ 2584395 w 2695478"/>
              <a:gd name="connsiteY8" fmla="*/ 251097 h 1854489"/>
              <a:gd name="connsiteX9" fmla="*/ 2695478 w 2695478"/>
              <a:gd name="connsiteY9" fmla="*/ 362180 h 1854489"/>
              <a:gd name="connsiteX10" fmla="*/ 2695478 w 2695478"/>
              <a:gd name="connsiteY10" fmla="*/ 1743406 h 1854489"/>
              <a:gd name="connsiteX11" fmla="*/ 2584395 w 2695478"/>
              <a:gd name="connsiteY11" fmla="*/ 1854489 h 1854489"/>
              <a:gd name="connsiteX0-1" fmla="*/ 2584395 w 2695478"/>
              <a:gd name="connsiteY0-2" fmla="*/ 1865811 h 1865811"/>
              <a:gd name="connsiteX1-3" fmla="*/ 111083 w 2695478"/>
              <a:gd name="connsiteY1-4" fmla="*/ 1865811 h 1865811"/>
              <a:gd name="connsiteX2-5" fmla="*/ 0 w 2695478"/>
              <a:gd name="connsiteY2-6" fmla="*/ 1754728 h 1865811"/>
              <a:gd name="connsiteX3-7" fmla="*/ 0 w 2695478"/>
              <a:gd name="connsiteY3-8" fmla="*/ 373502 h 1865811"/>
              <a:gd name="connsiteX4-9" fmla="*/ 111083 w 2695478"/>
              <a:gd name="connsiteY4-10" fmla="*/ 262419 h 1865811"/>
              <a:gd name="connsiteX5-11" fmla="*/ 1139340 w 2695478"/>
              <a:gd name="connsiteY5-12" fmla="*/ 262419 h 1865811"/>
              <a:gd name="connsiteX6-13" fmla="*/ 1575299 w 2695478"/>
              <a:gd name="connsiteY6-14" fmla="*/ 0 h 1865811"/>
              <a:gd name="connsiteX7-15" fmla="*/ 1556139 w 2695478"/>
              <a:gd name="connsiteY7-16" fmla="*/ 262419 h 1865811"/>
              <a:gd name="connsiteX8-17" fmla="*/ 2584395 w 2695478"/>
              <a:gd name="connsiteY8-18" fmla="*/ 262419 h 1865811"/>
              <a:gd name="connsiteX9-19" fmla="*/ 2695478 w 2695478"/>
              <a:gd name="connsiteY9-20" fmla="*/ 373502 h 1865811"/>
              <a:gd name="connsiteX10-21" fmla="*/ 2695478 w 2695478"/>
              <a:gd name="connsiteY10-22" fmla="*/ 1754728 h 1865811"/>
              <a:gd name="connsiteX11-23" fmla="*/ 2584395 w 2695478"/>
              <a:gd name="connsiteY11-24" fmla="*/ 1865811 h 18658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2695478" h="1865811">
                <a:moveTo>
                  <a:pt x="2584395" y="1865811"/>
                </a:moveTo>
                <a:lnTo>
                  <a:pt x="111083" y="1865811"/>
                </a:lnTo>
                <a:cubicBezTo>
                  <a:pt x="49734" y="1865811"/>
                  <a:pt x="0" y="1816077"/>
                  <a:pt x="0" y="1754728"/>
                </a:cubicBezTo>
                <a:lnTo>
                  <a:pt x="0" y="373502"/>
                </a:lnTo>
                <a:cubicBezTo>
                  <a:pt x="0" y="312153"/>
                  <a:pt x="49734" y="262419"/>
                  <a:pt x="111083" y="262419"/>
                </a:cubicBezTo>
                <a:lnTo>
                  <a:pt x="1139340" y="262419"/>
                </a:lnTo>
                <a:lnTo>
                  <a:pt x="1575299" y="0"/>
                </a:lnTo>
                <a:lnTo>
                  <a:pt x="1556139" y="262419"/>
                </a:lnTo>
                <a:lnTo>
                  <a:pt x="2584395" y="262419"/>
                </a:lnTo>
                <a:cubicBezTo>
                  <a:pt x="2645744" y="262419"/>
                  <a:pt x="2695478" y="312153"/>
                  <a:pt x="2695478" y="373502"/>
                </a:cubicBezTo>
                <a:lnTo>
                  <a:pt x="2695478" y="1754728"/>
                </a:lnTo>
                <a:cubicBezTo>
                  <a:pt x="2695478" y="1816077"/>
                  <a:pt x="2645744" y="1865811"/>
                  <a:pt x="2584395" y="1865811"/>
                </a:cubicBezTo>
                <a:close/>
              </a:path>
            </a:pathLst>
          </a:custGeom>
          <a:solidFill>
            <a:srgbClr val="FFFFFF">
              <a:alpha val="15000"/>
            </a:srgbClr>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solidFill>
                <a:schemeClr val="lt1"/>
              </a:solidFill>
            </a:endParaRPr>
          </a:p>
        </p:txBody>
      </p:sp>
      <p:sp>
        <p:nvSpPr>
          <p:cNvPr id="320" name="矩形 319"/>
          <p:cNvSpPr/>
          <p:nvPr>
            <p:custDataLst>
              <p:tags r:id="rId3"/>
            </p:custDataLst>
          </p:nvPr>
        </p:nvSpPr>
        <p:spPr>
          <a:xfrm>
            <a:off x="7043528" y="3161587"/>
            <a:ext cx="4306178" cy="2380277"/>
          </a:xfrm>
          <a:prstGeom prst="rect">
            <a:avLst/>
          </a:prstGeom>
          <a:noFill/>
        </p:spPr>
        <p:txBody>
          <a:bodyPr vert="horz" wrap="square" lIns="0" tIns="0" rIns="0" bIns="0" rtlCol="0" anchor="ctr" anchorCtr="0">
            <a:noAutofit/>
          </a:bodyPr>
          <a:p>
            <a:pPr algn="just">
              <a:lnSpc>
                <a:spcPct val="150000"/>
              </a:lnSpc>
              <a:spcBef>
                <a:spcPct val="0"/>
              </a:spcBef>
              <a:spcAft>
                <a:spcPct val="0"/>
              </a:spcAft>
            </a:pPr>
            <a:r>
              <a:rPr lang="en-US" altLang="en-US" sz="2400" b="1" dirty="0">
                <a:solidFill>
                  <a:schemeClr val="tx1">
                    <a:lumMod val="85000"/>
                    <a:lumOff val="15000"/>
                  </a:schemeClr>
                </a:solidFill>
                <a:latin typeface="+mn-ea"/>
                <a:cs typeface="+mn-ea"/>
                <a:sym typeface="+mn-ea"/>
              </a:rPr>
              <a:t>2.</a:t>
            </a:r>
            <a:r>
              <a:rPr lang="zh-CN" altLang="en-US" sz="2400" b="1" dirty="0">
                <a:solidFill>
                  <a:schemeClr val="tx1">
                    <a:lumMod val="85000"/>
                    <a:lumOff val="15000"/>
                  </a:schemeClr>
                </a:solidFill>
                <a:latin typeface="+mn-ea"/>
                <a:cs typeface="+mn-ea"/>
                <a:sym typeface="+mn-ea"/>
              </a:rPr>
              <a:t>妇女、老人、儿童、残疾人、华侨</a:t>
            </a:r>
            <a:r>
              <a:rPr lang="zh-CN" altLang="en-US" sz="2400" dirty="0">
                <a:solidFill>
                  <a:schemeClr val="tx1">
                    <a:lumMod val="85000"/>
                    <a:lumOff val="15000"/>
                  </a:schemeClr>
                </a:solidFill>
                <a:latin typeface="+mn-ea"/>
                <a:cs typeface="+mn-ea"/>
                <a:sym typeface="+mn-ea"/>
              </a:rPr>
              <a:t>是我国宪法规定的基本权利的特定主体。</a:t>
            </a:r>
            <a:r>
              <a:rPr lang="en-US" altLang="zh-CN" sz="2400" dirty="0">
                <a:solidFill>
                  <a:schemeClr val="tx1">
                    <a:lumMod val="85000"/>
                    <a:lumOff val="15000"/>
                  </a:schemeClr>
                </a:solidFill>
                <a:latin typeface="+mn-ea"/>
                <a:cs typeface="+mn-ea"/>
                <a:sym typeface="+mn-ea"/>
              </a:rPr>
              <a:t> </a:t>
            </a:r>
            <a:r>
              <a:rPr lang="zh-CN" altLang="en-US" sz="2400" b="1" dirty="0">
                <a:solidFill>
                  <a:schemeClr val="tx1">
                    <a:lumMod val="85000"/>
                    <a:lumOff val="15000"/>
                  </a:schemeClr>
                </a:solidFill>
                <a:latin typeface="+mn-ea"/>
                <a:cs typeface="+mn-ea"/>
                <a:sym typeface="+mn-ea"/>
              </a:rPr>
              <a:t>外国人在作为享有受庇护权的主体</a:t>
            </a:r>
            <a:r>
              <a:rPr lang="zh-CN" altLang="en-US" sz="2400" dirty="0">
                <a:solidFill>
                  <a:schemeClr val="tx1">
                    <a:lumMod val="85000"/>
                    <a:lumOff val="15000"/>
                  </a:schemeClr>
                </a:solidFill>
                <a:latin typeface="+mn-ea"/>
                <a:cs typeface="+mn-ea"/>
                <a:sym typeface="+mn-ea"/>
              </a:rPr>
              <a:t>时，在学理上也可被视为基本权利的特定主体。</a:t>
            </a:r>
            <a:endParaRPr lang="zh-CN" altLang="en-US" sz="2400" dirty="0">
              <a:solidFill>
                <a:schemeClr val="tx1">
                  <a:lumMod val="85000"/>
                  <a:lumOff val="15000"/>
                </a:schemeClr>
              </a:solidFill>
              <a:latin typeface="+mn-ea"/>
              <a:cs typeface="+mn-ea"/>
              <a:sym typeface="+mn-ea"/>
            </a:endParaRPr>
          </a:p>
        </p:txBody>
      </p:sp>
      <p:sp>
        <p:nvSpPr>
          <p:cNvPr id="321" name="任意多边形: 形状 8"/>
          <p:cNvSpPr/>
          <p:nvPr>
            <p:custDataLst>
              <p:tags r:id="rId4"/>
            </p:custDataLst>
          </p:nvPr>
        </p:nvSpPr>
        <p:spPr>
          <a:xfrm rot="10800000">
            <a:off x="621947" y="1580238"/>
            <a:ext cx="6140380" cy="4365368"/>
          </a:xfrm>
          <a:custGeom>
            <a:avLst/>
            <a:gdLst>
              <a:gd name="connsiteX0" fmla="*/ 2584395 w 2695478"/>
              <a:gd name="connsiteY0" fmla="*/ 1854489 h 1854489"/>
              <a:gd name="connsiteX1" fmla="*/ 111083 w 2695478"/>
              <a:gd name="connsiteY1" fmla="*/ 1854489 h 1854489"/>
              <a:gd name="connsiteX2" fmla="*/ 0 w 2695478"/>
              <a:gd name="connsiteY2" fmla="*/ 1743406 h 1854489"/>
              <a:gd name="connsiteX3" fmla="*/ 0 w 2695478"/>
              <a:gd name="connsiteY3" fmla="*/ 362180 h 1854489"/>
              <a:gd name="connsiteX4" fmla="*/ 111083 w 2695478"/>
              <a:gd name="connsiteY4" fmla="*/ 251097 h 1854489"/>
              <a:gd name="connsiteX5" fmla="*/ 1139340 w 2695478"/>
              <a:gd name="connsiteY5" fmla="*/ 251097 h 1854489"/>
              <a:gd name="connsiteX6" fmla="*/ 1347740 w 2695478"/>
              <a:gd name="connsiteY6" fmla="*/ 0 h 1854489"/>
              <a:gd name="connsiteX7" fmla="*/ 1556139 w 2695478"/>
              <a:gd name="connsiteY7" fmla="*/ 251097 h 1854489"/>
              <a:gd name="connsiteX8" fmla="*/ 2584395 w 2695478"/>
              <a:gd name="connsiteY8" fmla="*/ 251097 h 1854489"/>
              <a:gd name="connsiteX9" fmla="*/ 2695478 w 2695478"/>
              <a:gd name="connsiteY9" fmla="*/ 362180 h 1854489"/>
              <a:gd name="connsiteX10" fmla="*/ 2695478 w 2695478"/>
              <a:gd name="connsiteY10" fmla="*/ 1743406 h 1854489"/>
              <a:gd name="connsiteX11" fmla="*/ 2584395 w 2695478"/>
              <a:gd name="connsiteY11" fmla="*/ 1854489 h 1854489"/>
              <a:gd name="connsiteX0-1" fmla="*/ 2584395 w 2695478"/>
              <a:gd name="connsiteY0-2" fmla="*/ 1859172 h 1859172"/>
              <a:gd name="connsiteX1-3" fmla="*/ 111083 w 2695478"/>
              <a:gd name="connsiteY1-4" fmla="*/ 1859172 h 1859172"/>
              <a:gd name="connsiteX2-5" fmla="*/ 0 w 2695478"/>
              <a:gd name="connsiteY2-6" fmla="*/ 1748089 h 1859172"/>
              <a:gd name="connsiteX3-7" fmla="*/ 0 w 2695478"/>
              <a:gd name="connsiteY3-8" fmla="*/ 366863 h 1859172"/>
              <a:gd name="connsiteX4-9" fmla="*/ 111083 w 2695478"/>
              <a:gd name="connsiteY4-10" fmla="*/ 255780 h 1859172"/>
              <a:gd name="connsiteX5-11" fmla="*/ 1139340 w 2695478"/>
              <a:gd name="connsiteY5-12" fmla="*/ 255780 h 1859172"/>
              <a:gd name="connsiteX6-13" fmla="*/ 1043632 w 2695478"/>
              <a:gd name="connsiteY6-14" fmla="*/ 0 h 1859172"/>
              <a:gd name="connsiteX7-15" fmla="*/ 1556139 w 2695478"/>
              <a:gd name="connsiteY7-16" fmla="*/ 255780 h 1859172"/>
              <a:gd name="connsiteX8-17" fmla="*/ 2584395 w 2695478"/>
              <a:gd name="connsiteY8-18" fmla="*/ 255780 h 1859172"/>
              <a:gd name="connsiteX9-19" fmla="*/ 2695478 w 2695478"/>
              <a:gd name="connsiteY9-20" fmla="*/ 366863 h 1859172"/>
              <a:gd name="connsiteX10-21" fmla="*/ 2695478 w 2695478"/>
              <a:gd name="connsiteY10-22" fmla="*/ 1748089 h 1859172"/>
              <a:gd name="connsiteX11-23" fmla="*/ 2584395 w 2695478"/>
              <a:gd name="connsiteY11-24" fmla="*/ 1859172 h 18591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2695478" h="1859172">
                <a:moveTo>
                  <a:pt x="2584395" y="1859172"/>
                </a:moveTo>
                <a:lnTo>
                  <a:pt x="111083" y="1859172"/>
                </a:lnTo>
                <a:cubicBezTo>
                  <a:pt x="49734" y="1859172"/>
                  <a:pt x="0" y="1809438"/>
                  <a:pt x="0" y="1748089"/>
                </a:cubicBezTo>
                <a:lnTo>
                  <a:pt x="0" y="366863"/>
                </a:lnTo>
                <a:cubicBezTo>
                  <a:pt x="0" y="305514"/>
                  <a:pt x="49734" y="255780"/>
                  <a:pt x="111083" y="255780"/>
                </a:cubicBezTo>
                <a:lnTo>
                  <a:pt x="1139340" y="255780"/>
                </a:lnTo>
                <a:lnTo>
                  <a:pt x="1043632" y="0"/>
                </a:lnTo>
                <a:lnTo>
                  <a:pt x="1556139" y="255780"/>
                </a:lnTo>
                <a:lnTo>
                  <a:pt x="2584395" y="255780"/>
                </a:lnTo>
                <a:cubicBezTo>
                  <a:pt x="2645744" y="255780"/>
                  <a:pt x="2695478" y="305514"/>
                  <a:pt x="2695478" y="366863"/>
                </a:cubicBezTo>
                <a:lnTo>
                  <a:pt x="2695478" y="1748089"/>
                </a:lnTo>
                <a:cubicBezTo>
                  <a:pt x="2695478" y="1809438"/>
                  <a:pt x="2645744" y="1859172"/>
                  <a:pt x="2584395" y="1859172"/>
                </a:cubicBezTo>
                <a:close/>
              </a:path>
            </a:pathLst>
          </a:custGeom>
          <a:gradFill>
            <a:gsLst>
              <a:gs pos="0">
                <a:schemeClr val="accent1">
                  <a:alpha val="100000"/>
                </a:schemeClr>
              </a:gs>
              <a:gs pos="50000">
                <a:schemeClr val="accent1">
                  <a:alpha val="100000"/>
                </a:schemeClr>
              </a:gs>
            </a:gsLst>
            <a:lin ang="13800000" scaled="0"/>
          </a:gradFill>
          <a:ln>
            <a:noFill/>
          </a:ln>
          <a:effectLst>
            <a:outerShdw blurRad="228600" dist="177800" dir="3780000" algn="t" rotWithShape="0">
              <a:schemeClr val="accent1">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endParaRPr lang="zh-CN" altLang="en-US" sz="4000" b="1" dirty="0">
              <a:solidFill>
                <a:schemeClr val="lt1"/>
              </a:solidFill>
            </a:endParaRPr>
          </a:p>
        </p:txBody>
      </p:sp>
      <p:sp>
        <p:nvSpPr>
          <p:cNvPr id="322" name="矩形 321"/>
          <p:cNvSpPr/>
          <p:nvPr>
            <p:custDataLst>
              <p:tags r:id="rId5"/>
            </p:custDataLst>
          </p:nvPr>
        </p:nvSpPr>
        <p:spPr>
          <a:xfrm>
            <a:off x="1159591" y="2007340"/>
            <a:ext cx="5065626" cy="2790868"/>
          </a:xfrm>
          <a:prstGeom prst="rect">
            <a:avLst/>
          </a:prstGeom>
          <a:noFill/>
        </p:spPr>
        <p:txBody>
          <a:bodyPr vert="horz" wrap="square" lIns="0" tIns="0" rIns="0" bIns="0" rtlCol="0" anchor="ctr" anchorCtr="0">
            <a:noAutofit/>
          </a:bodyPr>
          <a:p>
            <a:pPr algn="just">
              <a:lnSpc>
                <a:spcPct val="150000"/>
              </a:lnSpc>
              <a:spcBef>
                <a:spcPct val="0"/>
              </a:spcBef>
              <a:spcAft>
                <a:spcPct val="0"/>
              </a:spcAft>
            </a:pPr>
            <a:r>
              <a:rPr lang="en-US" altLang="en-US" sz="2400" b="1"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2400" b="1"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rPr>
              <a:t>含义：</a:t>
            </a:r>
            <a:r>
              <a:rPr lang="zh-CN" altLang="en-US" sz="2400"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rPr>
              <a:t>一般主体或特殊主体的转化形态，是既享有一般主体或特殊主体所应当享有的基本权利，</a:t>
            </a:r>
            <a:r>
              <a:rPr lang="zh-CN" altLang="en-US" sz="2400" b="1"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rPr>
              <a:t>又基于其特别的身份或处境而享有某些特定基本权利的主体。</a:t>
            </a:r>
            <a:r>
              <a:rPr lang="en-US" altLang="zh-CN" sz="2400" b="1"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rPr>
              <a:t> </a:t>
            </a:r>
            <a:endParaRPr lang="en-US" altLang="zh-CN" sz="2400" b="1" dirty="0">
              <a:solidFill>
                <a:schemeClr val="lt1">
                  <a:lumMod val="100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6"/>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宋某虐待失能老人案</a:t>
            </a:r>
            <a:endParaRPr lang="zh-CN" altLang="en-US" dirty="0">
              <a:latin typeface="+mn-ea"/>
              <a:ea typeface="+mn-ea"/>
              <a:cs typeface="+mn-cs"/>
            </a:endParaRPr>
          </a:p>
        </p:txBody>
      </p:sp>
      <p:sp>
        <p:nvSpPr>
          <p:cNvPr id="3" name="圆角矩形 1"/>
          <p:cNvSpPr/>
          <p:nvPr>
            <p:custDataLst>
              <p:tags r:id="rId2"/>
            </p:custDataLst>
          </p:nvPr>
        </p:nvSpPr>
        <p:spPr>
          <a:xfrm>
            <a:off x="696595" y="2061318"/>
            <a:ext cx="596865" cy="596865"/>
          </a:xfrm>
          <a:prstGeom prst="roundRect">
            <a:avLst/>
          </a:prstGeom>
          <a:gradFill>
            <a:gsLst>
              <a:gs pos="0">
                <a:schemeClr val="accent1">
                  <a:lumMod val="60000"/>
                  <a:lumOff val="40000"/>
                  <a:alpha val="76000"/>
                </a:schemeClr>
              </a:gs>
              <a:gs pos="100000">
                <a:schemeClr val="accent1">
                  <a:alpha val="100000"/>
                </a:schemeClr>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sp>
        <p:nvSpPr>
          <p:cNvPr id="20" name="矩形 19"/>
          <p:cNvSpPr/>
          <p:nvPr>
            <p:custDataLst>
              <p:tags r:id="rId3"/>
            </p:custDataLst>
          </p:nvPr>
        </p:nvSpPr>
        <p:spPr>
          <a:xfrm>
            <a:off x="1541145" y="1435100"/>
            <a:ext cx="10093325" cy="2473325"/>
          </a:xfrm>
          <a:prstGeom prst="rect">
            <a:avLst/>
          </a:prstGeom>
          <a:noFill/>
        </p:spPr>
        <p:txBody>
          <a:bodyPr wrap="square" lIns="0" tIns="0" rIns="0" bIns="0" rtlCol="0" anchor="ctr" anchorCtr="0">
            <a:noAutofit/>
          </a:bodyPr>
          <a:p>
            <a:pPr indent="0" fontAlgn="auto">
              <a:lnSpc>
                <a:spcPct val="150000"/>
              </a:lnSpc>
              <a:spcBef>
                <a:spcPct val="0"/>
              </a:spcBef>
              <a:spcAft>
                <a:spcPct val="0"/>
              </a:spcAft>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被害人赵某</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老年女士</a:t>
            </a:r>
            <a:r>
              <a:rPr lang="en-US" altLang="zh-CN"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遭遇交通事故致颅脑损伤，认知和语言能力发生障碍</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在某医院住院治疗，</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生活不能自理</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。宋某系某家政公司派遣到该医院的护工，受赵某子女雇佣负责陪护。宋某采取持橡胶手套抽打被害人脸部、用鞋底抽打其腹部、捆绑等方式虐待赵某</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致其身体多处受伤，经鉴定，构成轻微伤。</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cxnSp>
        <p:nvCxnSpPr>
          <p:cNvPr id="11" name="直接连接符 10"/>
          <p:cNvCxnSpPr/>
          <p:nvPr>
            <p:custDataLst>
              <p:tags r:id="rId4"/>
            </p:custDataLst>
          </p:nvPr>
        </p:nvCxnSpPr>
        <p:spPr>
          <a:xfrm>
            <a:off x="723898" y="3907155"/>
            <a:ext cx="10772142" cy="1270"/>
          </a:xfrm>
          <a:prstGeom prst="line">
            <a:avLst/>
          </a:prstGeom>
          <a:ln>
            <a:solidFill>
              <a:schemeClr val="accent2">
                <a:alpha val="20000"/>
              </a:schemeClr>
            </a:solidFill>
          </a:ln>
        </p:spPr>
        <p:style>
          <a:lnRef idx="2">
            <a:schemeClr val="accent1"/>
          </a:lnRef>
          <a:fillRef idx="0">
            <a:srgbClr val="FFFFFF"/>
          </a:fillRef>
          <a:effectRef idx="0">
            <a:srgbClr val="FFFFFF"/>
          </a:effectRef>
          <a:fontRef idx="minor">
            <a:schemeClr val="tx1"/>
          </a:fontRef>
        </p:style>
      </p:cxnSp>
      <p:sp>
        <p:nvSpPr>
          <p:cNvPr id="6" name="矩形 5"/>
          <p:cNvSpPr/>
          <p:nvPr>
            <p:custDataLst>
              <p:tags r:id="rId5"/>
            </p:custDataLst>
          </p:nvPr>
        </p:nvSpPr>
        <p:spPr>
          <a:xfrm>
            <a:off x="1674438" y="4263353"/>
            <a:ext cx="9821602" cy="1835042"/>
          </a:xfrm>
          <a:prstGeom prst="rect">
            <a:avLst/>
          </a:prstGeom>
          <a:noFill/>
        </p:spPr>
        <p:txBody>
          <a:bodyPr wrap="square" lIns="0" tIns="0" rIns="0" bIns="0" rtlCol="0" anchor="ctr" anchorCtr="0">
            <a:noAutofit/>
          </a:bodyPr>
          <a:p>
            <a:pPr indent="0" fontAlgn="auto">
              <a:lnSpc>
                <a:spcPct val="150000"/>
              </a:lnSpc>
              <a:spcBef>
                <a:spcPct val="0"/>
              </a:spcBef>
              <a:spcAft>
                <a:spcPct val="0"/>
              </a:spcAft>
            </a:pP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经检察机关起诉，</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宋某因犯虐待被看护人罪</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被判处</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有期徒刑两年三个月并禁止在刑满释放后三年内从事看护工作。</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custDataLst>
              <p:tags r:id="rId6"/>
            </p:custDataLst>
          </p:nvPr>
        </p:nvSpPr>
        <p:spPr>
          <a:xfrm>
            <a:off x="695960" y="5151681"/>
            <a:ext cx="596865" cy="596865"/>
          </a:xfrm>
          <a:prstGeom prst="roundRect">
            <a:avLst/>
          </a:prstGeom>
          <a:gradFill>
            <a:gsLst>
              <a:gs pos="0">
                <a:schemeClr val="accent2">
                  <a:lumMod val="60000"/>
                  <a:lumOff val="40000"/>
                  <a:alpha val="76000"/>
                </a:schemeClr>
              </a:gs>
              <a:gs pos="100000">
                <a:schemeClr val="accent2">
                  <a:alpha val="100000"/>
                </a:schemeClr>
              </a:gs>
            </a:gsLst>
            <a:lin ang="2700000" scaled="0"/>
          </a:gradFill>
          <a:ln>
            <a:noFill/>
          </a:ln>
          <a:effectLst>
            <a:outerShdw blurRad="177800" dist="38100" dir="2700000" algn="tl" rotWithShape="0">
              <a:schemeClr val="accent2">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pic>
        <p:nvPicPr>
          <p:cNvPr id="13" name="图片 12" descr="343439383331313b343532303031393bd2b5bca8b9dcc0ed"/>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36287" y="2201010"/>
            <a:ext cx="317481" cy="317481"/>
          </a:xfrm>
          <a:prstGeom prst="rect">
            <a:avLst/>
          </a:prstGeom>
        </p:spPr>
      </p:pic>
      <p:pic>
        <p:nvPicPr>
          <p:cNvPr id="24" name="图片 23" descr="343439383331313b343532303032303bb8f6c8cbd0c5cfa2"/>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837557" y="5293278"/>
            <a:ext cx="313672" cy="313672"/>
          </a:xfrm>
          <a:prstGeom prst="rect">
            <a:avLst/>
          </a:prstGeom>
        </p:spPr>
      </p:pic>
    </p:spTree>
    <p:custDataLst>
      <p:tags r:id="rId13"/>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54940" y="2036445"/>
            <a:ext cx="2487930" cy="2195830"/>
          </a:xfrm>
        </p:spPr>
        <p:txBody>
          <a:bodyPr anchor="b" anchorCtr="0">
            <a:normAutofit fontScale="90000"/>
          </a:bodyPr>
          <a:lstStyle/>
          <a:p>
            <a:pPr algn="ctr"/>
            <a:r>
              <a:rPr lang="zh-CN" altLang="en-US" sz="3555"/>
              <a:t>特定主体保护的法理逻辑与分析框架</a:t>
            </a:r>
            <a:r>
              <a:rPr lang="en-US" altLang="zh-CN" sz="3555"/>
              <a:t>1</a:t>
            </a:r>
            <a:endParaRPr lang="en-US" altLang="zh-CN" sz="3555"/>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2567940" y="165735"/>
            <a:ext cx="8752205" cy="6205220"/>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3102610" y="681990"/>
            <a:ext cx="7847330" cy="5043805"/>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身份识别：</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首先识别涉事主体属于哪一类特定主体（如妇女、老人、儿童、残疾人等）。</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2.</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权利重叠分析：</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一般基本权利：</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分析其作为普通公民被侵害的权利（如人身自由、人格尊严、平等权）。</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特定基本权利：</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分析其作为特定主体被侵害的、需要特殊保护的权利（如老年人获得物质帮助的权利、儿童受特殊保护的权利）。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54940" y="2036445"/>
            <a:ext cx="2487930" cy="2195830"/>
          </a:xfrm>
        </p:spPr>
        <p:txBody>
          <a:bodyPr anchor="b" anchorCtr="0">
            <a:normAutofit fontScale="90000"/>
          </a:bodyPr>
          <a:lstStyle/>
          <a:p>
            <a:pPr algn="ctr"/>
            <a:r>
              <a:rPr lang="zh-CN" altLang="en-US" sz="3555"/>
              <a:t>特定主体保护的法理逻辑与分析框架</a:t>
            </a:r>
            <a:r>
              <a:rPr lang="en-US" altLang="zh-CN" sz="3555"/>
              <a:t>2</a:t>
            </a:r>
            <a:endParaRPr lang="en-US" altLang="zh-CN" sz="3555"/>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2567940" y="165735"/>
            <a:ext cx="8752205" cy="6205220"/>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3173730" y="683895"/>
            <a:ext cx="7776210" cy="4975860"/>
          </a:xfrm>
          <a:prstGeom prst="rect">
            <a:avLst/>
          </a:prstGeom>
          <a:noFill/>
        </p:spPr>
        <p:txBody>
          <a:bodyPr wrap="square" rtlCol="0" anchor="ctr" anchorCtr="0">
            <a:noAutofit/>
          </a:bodyPr>
          <a:lstStyle/>
          <a:p>
            <a:pPr marL="0" lvl="0" indent="0" fontAlgn="auto">
              <a:lnSpc>
                <a:spcPct val="150000"/>
              </a:lnSpc>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3.</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国家义务审视：</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尊重义务（消极义务）</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：国家自身不得侵犯其权利。</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保护义务（积极义务）</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：国家必须通过立法和执法、司法，保护其权利免受第三方（如其他个人、企业）的侵害。</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实现义务（积极义务）</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：国家需要建立制度和完善措施，积极帮助其实现权利（如建立救助站、发放补贴）。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160655" y="3065780"/>
            <a:ext cx="3917315" cy="725805"/>
          </a:xfrm>
        </p:spPr>
        <p:txBody>
          <a:bodyPr/>
          <a:lstStyle/>
          <a:p>
            <a:r>
              <a:rPr lang="zh-CN" altLang="en-US">
                <a:solidFill>
                  <a:srgbClr val="FFFFFF"/>
                </a:solidFill>
              </a:rPr>
              <a:t>五、基本权利的效力</a:t>
            </a:r>
            <a:endParaRPr lang="zh-CN" altLang="en-US">
              <a:solidFill>
                <a:srgbClr val="FFFFFF"/>
              </a:solidFill>
            </a:endParaRPr>
          </a:p>
        </p:txBody>
      </p:sp>
      <p:sp>
        <p:nvSpPr>
          <p:cNvPr id="9" name="文本框 8"/>
          <p:cNvSpPr txBox="1"/>
          <p:nvPr>
            <p:custDataLst>
              <p:tags r:id="rId4"/>
            </p:custDataLst>
          </p:nvPr>
        </p:nvSpPr>
        <p:spPr>
          <a:xfrm>
            <a:off x="4885055" y="1050921"/>
            <a:ext cx="6911340" cy="4756150"/>
          </a:xfrm>
          <a:prstGeom prst="rect">
            <a:avLst/>
          </a:prstGeom>
          <a:noFill/>
        </p:spPr>
        <p:txBody>
          <a:bodyPr wrap="square" rtlCol="0" anchor="ctr" anchorCtr="0">
            <a:normAutofit/>
          </a:bodyPr>
          <a:lstStyle/>
          <a:p>
            <a:pPr marL="342900" indent="-342900" algn="just" fontAlgn="auto">
              <a:lnSpc>
                <a:spcPct val="150000"/>
              </a:lnSpc>
              <a:spcAft>
                <a:spcPts val="1200"/>
              </a:spcAft>
              <a:buClr>
                <a:srgbClr val="A6A6A6"/>
              </a:buClr>
              <a:buFont typeface="Wingdings" panose="05000000000000000000" charset="0"/>
              <a:buChar char="l"/>
            </a:pPr>
            <a:r>
              <a:rPr lang="zh-CN" altLang="en-US" sz="2800" b="1">
                <a:solidFill>
                  <a:schemeClr val="tx1"/>
                </a:solidFill>
                <a:latin typeface="微软雅黑" panose="020B0503020204020204" charset="-122"/>
                <a:ea typeface="微软雅黑" panose="020B0503020204020204" charset="-122"/>
              </a:rPr>
              <a:t>（一）概念：</a:t>
            </a:r>
            <a:r>
              <a:rPr lang="zh-CN" altLang="en-US" sz="2400">
                <a:solidFill>
                  <a:schemeClr val="tx1"/>
                </a:solidFill>
                <a:latin typeface="微软雅黑" panose="020B0503020204020204" charset="-122"/>
                <a:ea typeface="微软雅黑" panose="020B0503020204020204" charset="-122"/>
              </a:rPr>
              <a:t>基本权利的效力是指基本权利规范</a:t>
            </a:r>
            <a:r>
              <a:rPr lang="zh-CN" altLang="en-US" sz="2400" b="1">
                <a:solidFill>
                  <a:schemeClr val="tx1"/>
                </a:solidFill>
                <a:latin typeface="微软雅黑" panose="020B0503020204020204" charset="-122"/>
                <a:ea typeface="微软雅黑" panose="020B0503020204020204" charset="-122"/>
              </a:rPr>
              <a:t>在法律上所拘束的对象与范围。</a:t>
            </a:r>
            <a:r>
              <a:rPr lang="zh-CN" altLang="en-US" sz="2400">
                <a:solidFill>
                  <a:schemeClr val="tx1"/>
                </a:solidFill>
                <a:latin typeface="微软雅黑" panose="020B0503020204020204" charset="-122"/>
                <a:ea typeface="微软雅黑" panose="020B0503020204020204" charset="-122"/>
              </a:rPr>
              <a:t>这种效力既非道德效力（规范背后的伦理属性），也非实际效力（某一规范在实际社会生活中被人们所奉行），而是</a:t>
            </a:r>
            <a:r>
              <a:rPr lang="zh-CN" altLang="en-US" sz="2400" b="1">
                <a:solidFill>
                  <a:schemeClr val="tx1"/>
                </a:solidFill>
                <a:latin typeface="微软雅黑" panose="020B0503020204020204" charset="-122"/>
                <a:ea typeface="微软雅黑" panose="020B0503020204020204" charset="-122"/>
              </a:rPr>
              <a:t>法律效力</a:t>
            </a:r>
            <a:r>
              <a:rPr lang="zh-CN" altLang="en-US" sz="2400">
                <a:solidFill>
                  <a:schemeClr val="tx1"/>
                </a:solidFill>
                <a:latin typeface="微软雅黑" panose="020B0503020204020204" charset="-122"/>
                <a:ea typeface="微软雅黑" panose="020B0503020204020204" charset="-122"/>
              </a:rPr>
              <a:t>（某一规范在制定时有上位规范的授权或者依据）。</a:t>
            </a:r>
            <a:endParaRPr lang="zh-CN" altLang="en-US" sz="2400">
              <a:solidFill>
                <a:schemeClr val="tx1"/>
              </a:solidFill>
              <a:latin typeface="微软雅黑" panose="020B0503020204020204" charset="-122"/>
              <a:ea typeface="微软雅黑" panose="020B0503020204020204" charset="-122"/>
            </a:endParaRPr>
          </a:p>
        </p:txBody>
      </p:sp>
    </p:spTree>
    <p:custDataLst>
      <p:tags r:id="rId5"/>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装饰 1"/>
          <p:cNvSpPr/>
          <p:nvPr>
            <p:custDataLst>
              <p:tags r:id="rId1"/>
            </p:custDataLst>
          </p:nvPr>
        </p:nvSpPr>
        <p:spPr>
          <a:xfrm>
            <a:off x="1066809" y="914407"/>
            <a:ext cx="10058481" cy="5029240"/>
          </a:xfrm>
          <a:prstGeom prst="rect">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20000"/>
              </a:lnSpc>
              <a:spcBef>
                <a:spcPts val="0"/>
              </a:spcBef>
              <a:spcAft>
                <a:spcPts val="0"/>
              </a:spcAft>
              <a:buClrTx/>
              <a:buSzTx/>
              <a:buFontTx/>
              <a:buNone/>
            </a:pPr>
            <a:endParaRPr kumimoji="1"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Arial" panose="020B0604020202020204" pitchFamily="34" charset="0"/>
            </a:endParaRPr>
          </a:p>
        </p:txBody>
      </p:sp>
      <p:cxnSp>
        <p:nvCxnSpPr>
          <p:cNvPr id="9" name="装饰 2"/>
          <p:cNvCxnSpPr/>
          <p:nvPr>
            <p:custDataLst>
              <p:tags r:id="rId2"/>
            </p:custDataLst>
          </p:nvPr>
        </p:nvCxnSpPr>
        <p:spPr>
          <a:xfrm>
            <a:off x="6400851" y="2133617"/>
            <a:ext cx="0" cy="2705100"/>
          </a:xfrm>
          <a:prstGeom prst="line">
            <a:avLst/>
          </a:prstGeom>
          <a:ln w="1270">
            <a:solidFill>
              <a:schemeClr val="lt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任意多边形: 形状 13"/>
          <p:cNvSpPr>
            <a:spLocks noChangeAspect="1"/>
          </p:cNvSpPr>
          <p:nvPr>
            <p:custDataLst>
              <p:tags r:id="rId3"/>
            </p:custDataLst>
          </p:nvPr>
        </p:nvSpPr>
        <p:spPr>
          <a:xfrm rot="10800000">
            <a:off x="535686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2" name="任意多边形: 形状 14"/>
          <p:cNvSpPr>
            <a:spLocks noChangeAspect="1"/>
          </p:cNvSpPr>
          <p:nvPr>
            <p:custDataLst>
              <p:tags r:id="rId4"/>
            </p:custDataLst>
          </p:nvPr>
        </p:nvSpPr>
        <p:spPr>
          <a:xfrm rot="10800000">
            <a:off x="498348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27" name="任意多边形: 形状 13"/>
          <p:cNvSpPr>
            <a:spLocks noChangeAspect="1"/>
          </p:cNvSpPr>
          <p:nvPr>
            <p:custDataLst>
              <p:tags r:id="rId5"/>
            </p:custDataLst>
          </p:nvPr>
        </p:nvSpPr>
        <p:spPr>
          <a:xfrm rot="10800000" flipH="1" flipV="1">
            <a:off x="186245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8" name="任意多边形: 形状 14"/>
          <p:cNvSpPr>
            <a:spLocks noChangeAspect="1"/>
          </p:cNvSpPr>
          <p:nvPr>
            <p:custDataLst>
              <p:tags r:id="rId6"/>
            </p:custDataLst>
          </p:nvPr>
        </p:nvSpPr>
        <p:spPr>
          <a:xfrm rot="10800000" flipH="1" flipV="1">
            <a:off x="223583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31" name="文本框 30"/>
          <p:cNvSpPr txBox="1"/>
          <p:nvPr>
            <p:custDataLst>
              <p:tags r:id="rId7"/>
            </p:custDataLst>
          </p:nvPr>
        </p:nvSpPr>
        <p:spPr>
          <a:xfrm>
            <a:off x="6401435" y="914400"/>
            <a:ext cx="4723765" cy="5028565"/>
          </a:xfrm>
          <a:prstGeom prst="rect">
            <a:avLst/>
          </a:prstGeom>
          <a:noFill/>
        </p:spPr>
        <p:txBody>
          <a:bodyPr wrap="square" rtlCol="0" anchor="ctr" anchorCtr="0">
            <a:noAutofit/>
          </a:bodyPr>
          <a:lstStyle/>
          <a:p>
            <a:pPr indent="0" algn="just" fontAlgn="auto">
              <a:lnSpc>
                <a:spcPct val="150000"/>
              </a:lnSpc>
              <a:spcAft>
                <a:spcPts val="1200"/>
              </a:spcAft>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近代宪法遵循古典立宪主义原则，</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基本权利的效力被认为及于国家或者说国家机关，</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包括立法机关、行政机关和司法机关等。</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就基本权利私人间效力问题而言，</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基本权利对私人无效力理论获得普遍认同，</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基本权利被认为对私人关系或者私法领域不具有约束力。</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 name="标题 2"/>
          <p:cNvSpPr>
            <a:spLocks noGrp="1"/>
          </p:cNvSpPr>
          <p:nvPr>
            <p:ph type="title"/>
            <p:custDataLst>
              <p:tags r:id="rId8"/>
            </p:custDataLst>
          </p:nvPr>
        </p:nvSpPr>
        <p:spPr>
          <a:xfrm>
            <a:off x="1665605" y="2244725"/>
            <a:ext cx="3691255" cy="2189480"/>
          </a:xfrm>
        </p:spPr>
        <p:txBody>
          <a:bodyPr/>
          <a:lstStyle/>
          <a:p>
            <a:r>
              <a:rPr lang="zh-CN" altLang="en-US" sz="2800"/>
              <a:t>（二）基本权利效力论发展脉络</a:t>
            </a:r>
            <a:endParaRPr lang="zh-CN" altLang="en-US" sz="2800"/>
          </a:p>
        </p:txBody>
      </p:sp>
    </p:spTree>
    <p:custDataLst>
      <p:tags r:id="rId9"/>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矩形 13"/>
          <p:cNvSpPr/>
          <p:nvPr>
            <p:custDataLst>
              <p:tags r:id="rId1"/>
            </p:custDataLst>
          </p:nvPr>
        </p:nvSpPr>
        <p:spPr>
          <a:xfrm>
            <a:off x="582613" y="848995"/>
            <a:ext cx="11048365" cy="5523865"/>
          </a:xfrm>
          <a:prstGeom prst="rect">
            <a:avLst/>
          </a:prstGeom>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custDataLst>
              <p:tags r:id="rId2"/>
            </p:custDataLst>
          </p:nvPr>
        </p:nvSpPr>
        <p:spPr>
          <a:xfrm>
            <a:off x="582613" y="848995"/>
            <a:ext cx="11048365" cy="5523865"/>
          </a:xfrm>
          <a:prstGeom prst="rect">
            <a:avLst/>
          </a:prstGeom>
          <a:solidFill>
            <a:srgbClr val="FFFFFF">
              <a:alpha val="15000"/>
            </a:srgbClr>
          </a:solidFill>
          <a:ln w="349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2" name="矩形 1"/>
          <p:cNvSpPr/>
          <p:nvPr>
            <p:custDataLst>
              <p:tags r:id="rId3"/>
            </p:custDataLst>
          </p:nvPr>
        </p:nvSpPr>
        <p:spPr>
          <a:xfrm>
            <a:off x="41211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5" name="矩形 4"/>
          <p:cNvSpPr/>
          <p:nvPr>
            <p:custDataLst>
              <p:tags r:id="rId4"/>
            </p:custDataLst>
          </p:nvPr>
        </p:nvSpPr>
        <p:spPr>
          <a:xfrm>
            <a:off x="11453495" y="2698750"/>
            <a:ext cx="330835" cy="1460500"/>
          </a:xfrm>
          <a:prstGeom prst="rect">
            <a:avLst/>
          </a:prstGeom>
          <a:solidFill>
            <a:schemeClr val="accent1">
              <a:lumMod val="7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custDataLst>
              <p:tags r:id="rId5"/>
            </p:custDataLst>
          </p:nvPr>
        </p:nvSpPr>
        <p:spPr>
          <a:xfrm>
            <a:off x="796925" y="1355090"/>
            <a:ext cx="10603230" cy="4930140"/>
          </a:xfrm>
          <a:prstGeom prst="rect">
            <a:avLst/>
          </a:prstGeom>
          <a:noFill/>
        </p:spPr>
        <p:txBody>
          <a:bodyPr wrap="square" rtlCol="0" anchor="ctr" anchorCtr="0">
            <a:noAutofit/>
          </a:bodyPr>
          <a:lstStyle/>
          <a:p>
            <a:pPr marL="720090" indent="0" algn="l" fontAlgn="auto">
              <a:lnSpc>
                <a:spcPct val="150000"/>
              </a:lnSpc>
              <a:spcAft>
                <a:spcPts val="1200"/>
              </a:spcAft>
            </a:pP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基本权利对国家权力的效力：</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基本权利的效力</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主要针对国家权力。</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基本权利的最基本的</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功能是防御国家侵害的</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防御权功能</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a:t>
            </a: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基本权利对国家权力的效力不限于防御权功能。</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基本权利对立法、行政、司法三权的约束力，</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概括为两个方面：</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1.</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不得侵犯。</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2.</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积极保障。（特别是在行使裁量权时必须以保障基本权利为归依。）</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720090" indent="0" algn="l" fontAlgn="auto">
              <a:lnSpc>
                <a:spcPct val="150000"/>
              </a:lnSpc>
              <a:spcAft>
                <a:spcPts val="1200"/>
              </a:spcAft>
            </a:pPr>
            <a:endParaRPr lang="zh-CN" altLang="en-US" sz="12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9" name="标题 8"/>
          <p:cNvSpPr>
            <a:spLocks noGrp="1"/>
          </p:cNvSpPr>
          <p:nvPr>
            <p:ph type="title"/>
            <p:custDataLst>
              <p:tags r:id="rId6"/>
            </p:custDataLst>
          </p:nvPr>
        </p:nvSpPr>
        <p:spPr>
          <a:xfrm>
            <a:off x="2146300" y="493395"/>
            <a:ext cx="7920355" cy="763270"/>
          </a:xfrm>
          <a:solidFill>
            <a:schemeClr val="accent1"/>
          </a:solidFill>
        </p:spPr>
        <p:txBody>
          <a:bodyPr/>
          <a:lstStyle/>
          <a:p>
            <a:pPr algn="ctr"/>
            <a:r>
              <a:rPr lang="zh-CN" altLang="en-US" b="0">
                <a:solidFill>
                  <a:srgbClr val="FFFFFF"/>
                </a:solidFill>
              </a:rPr>
              <a:t>国家效力说的基本内容</a:t>
            </a:r>
            <a:endParaRPr lang="zh-CN" altLang="en-US" b="0">
              <a:solidFill>
                <a:srgbClr val="FFFFFF"/>
              </a:solidFill>
            </a:endParaRPr>
          </a:p>
        </p:txBody>
      </p:sp>
    </p:spTree>
    <p:custDataLst>
      <p:tags r:id="rId7"/>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userDrawn="1">
            <p:custDataLst>
              <p:tags r:id="rId1"/>
            </p:custDataLst>
          </p:nvPr>
        </p:nvSpPr>
        <p:spPr>
          <a:xfrm>
            <a:off x="0" y="8255"/>
            <a:ext cx="4267200" cy="6858000"/>
          </a:xfrm>
          <a:prstGeom prst="rect">
            <a:avLst/>
          </a:prstGeom>
          <a:solidFill>
            <a:schemeClr val="tx1">
              <a:lumMod val="50000"/>
              <a:lumOff val="50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latin typeface="微软雅黑" panose="020B0503020204020204" charset="-122"/>
              <a:ea typeface="微软雅黑" panose="020B0503020204020204" charset="-122"/>
              <a:sym typeface="+mn-ea"/>
            </a:endParaRPr>
          </a:p>
        </p:txBody>
      </p:sp>
      <p:sp>
        <p:nvSpPr>
          <p:cNvPr id="7"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40000"/>
                </a:srgbClr>
              </a:gs>
              <a:gs pos="100000">
                <a:srgbClr val="FFFFFF">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40000"/>
                </a:srgbClr>
              </a:gs>
              <a:gs pos="100000">
                <a:srgbClr val="FFFFFF">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8" name="直接连接符 7"/>
          <p:cNvCxnSpPr/>
          <p:nvPr>
            <p:custDataLst>
              <p:tags r:id="rId4"/>
            </p:custDataLst>
          </p:nvPr>
        </p:nvCxnSpPr>
        <p:spPr>
          <a:xfrm>
            <a:off x="448310" y="1019175"/>
            <a:ext cx="908685" cy="0"/>
          </a:xfrm>
          <a:prstGeom prst="line">
            <a:avLst/>
          </a:prstGeom>
          <a:ln w="25400" cap="rnd">
            <a:solidFill>
              <a:schemeClr val="tx1">
                <a:lumMod val="50000"/>
                <a:lumOff val="50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457200" y="6096049"/>
            <a:ext cx="291465" cy="0"/>
          </a:xfrm>
          <a:prstGeom prst="line">
            <a:avLst/>
          </a:prstGeom>
          <a:ln w="25400" cap="rnd">
            <a:solidFill>
              <a:schemeClr val="tx1">
                <a:lumMod val="50000"/>
                <a:lumOff val="50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1278235" y="609600"/>
            <a:ext cx="230505" cy="0"/>
          </a:xfrm>
          <a:prstGeom prst="line">
            <a:avLst/>
          </a:prstGeom>
          <a:ln w="19050" cap="rnd">
            <a:solidFill>
              <a:schemeClr val="tx1">
                <a:lumMod val="50000"/>
                <a:lumOff val="50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1278235" y="670560"/>
            <a:ext cx="141605" cy="0"/>
          </a:xfrm>
          <a:prstGeom prst="line">
            <a:avLst/>
          </a:prstGeom>
          <a:ln w="19050" cap="rnd">
            <a:solidFill>
              <a:schemeClr val="tx1">
                <a:lumMod val="50000"/>
                <a:lumOff val="50000"/>
                <a:alpha val="35000"/>
              </a:schemeClr>
            </a:solidFill>
          </a:ln>
        </p:spPr>
        <p:style>
          <a:lnRef idx="1">
            <a:schemeClr val="accent1"/>
          </a:lnRef>
          <a:fillRef idx="0">
            <a:schemeClr val="accent1"/>
          </a:fillRef>
          <a:effectRef idx="0">
            <a:schemeClr val="accent1"/>
          </a:effectRef>
          <a:fontRef idx="minor">
            <a:schemeClr val="tx1"/>
          </a:fontRef>
        </p:style>
      </p:cxnSp>
      <p:sp>
        <p:nvSpPr>
          <p:cNvPr id="3" name="标题 2"/>
          <p:cNvSpPr>
            <a:spLocks noGrp="1"/>
          </p:cNvSpPr>
          <p:nvPr>
            <p:ph type="title"/>
            <p:custDataLst>
              <p:tags r:id="rId8"/>
            </p:custDataLst>
          </p:nvPr>
        </p:nvSpPr>
        <p:spPr>
          <a:xfrm>
            <a:off x="657225" y="1494790"/>
            <a:ext cx="3155950" cy="3710305"/>
          </a:xfrm>
        </p:spPr>
        <p:txBody>
          <a:bodyPr>
            <a:normAutofit/>
          </a:bodyPr>
          <a:lstStyle/>
          <a:p>
            <a:pPr algn="just"/>
            <a:r>
              <a:rPr lang="zh-CN" altLang="en-US" sz="2400" b="0">
                <a:latin typeface="微软雅黑" panose="020B0503020204020204" charset="-122"/>
                <a:ea typeface="微软雅黑" panose="020B0503020204020204" charset="-122"/>
                <a:cs typeface="微软雅黑" panose="020B0503020204020204" charset="-122"/>
              </a:rPr>
              <a:t>根据传统理论，基本权利不适用于私人关系。私人关系一般依据</a:t>
            </a:r>
            <a:r>
              <a:rPr lang="en-US" altLang="zh-CN" sz="2400" b="0">
                <a:latin typeface="微软雅黑" panose="020B0503020204020204" charset="-122"/>
                <a:ea typeface="微软雅黑" panose="020B0503020204020204" charset="-122"/>
                <a:cs typeface="微软雅黑" panose="020B0503020204020204" charset="-122"/>
              </a:rPr>
              <a:t>“</a:t>
            </a:r>
            <a:r>
              <a:rPr lang="zh-CN" altLang="en-US" sz="2400" b="0">
                <a:latin typeface="微软雅黑" panose="020B0503020204020204" charset="-122"/>
                <a:ea typeface="微软雅黑" panose="020B0503020204020204" charset="-122"/>
                <a:cs typeface="微软雅黑" panose="020B0503020204020204" charset="-122"/>
              </a:rPr>
              <a:t>私法自治</a:t>
            </a:r>
            <a:r>
              <a:rPr lang="en-US" altLang="zh-CN" sz="2400" b="0">
                <a:latin typeface="微软雅黑" panose="020B0503020204020204" charset="-122"/>
                <a:ea typeface="微软雅黑" panose="020B0503020204020204" charset="-122"/>
                <a:cs typeface="微软雅黑" panose="020B0503020204020204" charset="-122"/>
              </a:rPr>
              <a:t>”</a:t>
            </a:r>
            <a:r>
              <a:rPr lang="zh-CN" altLang="en-US" sz="2400" b="0">
                <a:latin typeface="微软雅黑" panose="020B0503020204020204" charset="-122"/>
                <a:ea typeface="微软雅黑" panose="020B0503020204020204" charset="-122"/>
                <a:cs typeface="微软雅黑" panose="020B0503020204020204" charset="-122"/>
              </a:rPr>
              <a:t>的理念，由以民法为核心的私法调整。</a:t>
            </a:r>
            <a:r>
              <a:rPr lang="en-US" altLang="zh-CN" sz="2400">
                <a:latin typeface="微软雅黑" panose="020B0503020204020204" charset="-122"/>
                <a:ea typeface="微软雅黑" panose="020B0503020204020204" charset="-122"/>
                <a:cs typeface="微软雅黑" panose="020B0503020204020204" charset="-122"/>
              </a:rPr>
              <a:t>20</a:t>
            </a:r>
            <a:r>
              <a:rPr lang="zh-CN" altLang="en-US" sz="2400">
                <a:latin typeface="微软雅黑" panose="020B0503020204020204" charset="-122"/>
                <a:ea typeface="微软雅黑" panose="020B0503020204020204" charset="-122"/>
                <a:cs typeface="微软雅黑" panose="020B0503020204020204" charset="-122"/>
              </a:rPr>
              <a:t>世纪之后，基本权利的效力适用于整个法律关系。</a:t>
            </a:r>
            <a:endParaRPr lang="zh-CN" altLang="en-US" sz="2400">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custDataLst>
              <p:tags r:id="rId9"/>
            </p:custDataLst>
          </p:nvPr>
        </p:nvSpPr>
        <p:spPr>
          <a:xfrm>
            <a:off x="4876800" y="946785"/>
            <a:ext cx="6631305" cy="5149215"/>
          </a:xfrm>
          <a:prstGeom prst="rect">
            <a:avLst/>
          </a:prstGeom>
          <a:noFill/>
        </p:spPr>
        <p:txBody>
          <a:bodyPr wrap="square" rtlCol="0">
            <a:noAutofit/>
          </a:bodyPr>
          <a:lstStyle/>
          <a:p>
            <a:pPr marL="342900" lvl="0" indent="-342900" algn="just" fontAlgn="auto">
              <a:lnSpc>
                <a:spcPct val="150000"/>
              </a:lnSpc>
              <a:spcAft>
                <a:spcPts val="1200"/>
              </a:spcAft>
              <a:buFont typeface="Wingdings" panose="05000000000000000000" charset="0"/>
              <a:buChar char="l"/>
            </a:pP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基本权利观念的转变。</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主观防御权</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客观价值秩序（基本权利的价值可以辐射到包括私法在内的所有法律领域，积极作为）。</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lvl="0" indent="-342900" algn="just" fontAlgn="auto">
              <a:lnSpc>
                <a:spcPct val="150000"/>
              </a:lnSpc>
              <a:spcAft>
                <a:spcPts val="1200"/>
              </a:spcAft>
              <a:buFont typeface="Wingdings" panose="05000000000000000000" charset="0"/>
              <a:buChar char="l"/>
            </a:pP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国家权力的社会化，</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私主体具备类似国家的权力。</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lvl="0" indent="-342900" algn="just" fontAlgn="auto">
              <a:lnSpc>
                <a:spcPct val="150000"/>
              </a:lnSpc>
              <a:spcAft>
                <a:spcPts val="1200"/>
              </a:spcAft>
              <a:buFont typeface="Wingdings" panose="05000000000000000000" charset="0"/>
              <a:buChar char="l"/>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基本权利保障方式的多样化</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lvl="0" indent="-342900" algn="just" fontAlgn="auto">
              <a:lnSpc>
                <a:spcPct val="150000"/>
              </a:lnSpc>
              <a:spcAft>
                <a:spcPts val="1200"/>
              </a:spcAft>
              <a:buFont typeface="Wingdings" panose="05000000000000000000" charset="0"/>
              <a:buChar char="l"/>
            </a:pP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民法原理依据宪法精神的调整，</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例如，契约自由和财产权的受限。</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342900" lvl="0" indent="-342900" algn="just" fontAlgn="auto">
              <a:lnSpc>
                <a:spcPct val="150000"/>
              </a:lnSpc>
              <a:spcAft>
                <a:spcPts val="1200"/>
              </a:spcAft>
              <a:buFont typeface="Wingdings" panose="05000000000000000000" charset="0"/>
              <a:buChar char="l"/>
            </a:pP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 name="标题 1"/>
          <p:cNvSpPr>
            <a:spLocks noGrp="1"/>
          </p:cNvSpPr>
          <p:nvPr>
            <p:custDataLst>
              <p:tags r:id="rId10"/>
            </p:custDataLst>
          </p:nvPr>
        </p:nvSpPr>
        <p:spPr>
          <a:xfrm>
            <a:off x="349885" y="145415"/>
            <a:ext cx="3917315" cy="874395"/>
          </a:xfrm>
          <a:prstGeom prst="rect">
            <a:avLst/>
          </a:prstGeom>
        </p:spPr>
        <p:txBody>
          <a:bodyPr vert="horz" wrap="square" lIns="0" tIns="0" rIns="0" bIns="0" rtlCol="0" anchor="b" anchorCtr="0">
            <a:noAutofit/>
          </a:bodyPr>
          <a:lst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a:lstStyle>
          <a:p>
            <a:r>
              <a:rPr lang="en-US" altLang="zh-CN" sz="2700">
                <a:latin typeface="微软雅黑" panose="020B0503020204020204" charset="-122"/>
                <a:ea typeface="微软雅黑" panose="020B0503020204020204" charset="-122"/>
                <a:cs typeface="微软雅黑" panose="020B0503020204020204" charset="-122"/>
              </a:rPr>
              <a:t>2.</a:t>
            </a:r>
            <a:r>
              <a:rPr lang="zh-CN" altLang="en-US" sz="2700">
                <a:latin typeface="微软雅黑" panose="020B0503020204020204" charset="-122"/>
                <a:ea typeface="微软雅黑" panose="020B0503020204020204" charset="-122"/>
                <a:cs typeface="微软雅黑" panose="020B0503020204020204" charset="-122"/>
              </a:rPr>
              <a:t>基本权利效力在私人领域的扩展</a:t>
            </a:r>
            <a:endParaRPr lang="zh-CN" altLang="en-US" sz="2700">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装饰 1"/>
          <p:cNvSpPr/>
          <p:nvPr>
            <p:custDataLst>
              <p:tags r:id="rId1"/>
            </p:custDataLst>
          </p:nvPr>
        </p:nvSpPr>
        <p:spPr>
          <a:xfrm>
            <a:off x="1066809" y="914407"/>
            <a:ext cx="10058481" cy="5029240"/>
          </a:xfrm>
          <a:prstGeom prst="rect">
            <a:avLst/>
          </a:pr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20000"/>
              </a:lnSpc>
              <a:spcBef>
                <a:spcPts val="0"/>
              </a:spcBef>
              <a:spcAft>
                <a:spcPts val="0"/>
              </a:spcAft>
              <a:buClrTx/>
              <a:buSzTx/>
              <a:buFontTx/>
              <a:buNone/>
            </a:pPr>
            <a:endParaRPr kumimoji="1"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Arial" panose="020B0604020202020204" pitchFamily="34" charset="0"/>
            </a:endParaRPr>
          </a:p>
        </p:txBody>
      </p:sp>
      <p:cxnSp>
        <p:nvCxnSpPr>
          <p:cNvPr id="9" name="装饰 2"/>
          <p:cNvCxnSpPr/>
          <p:nvPr>
            <p:custDataLst>
              <p:tags r:id="rId2"/>
            </p:custDataLst>
          </p:nvPr>
        </p:nvCxnSpPr>
        <p:spPr>
          <a:xfrm>
            <a:off x="6400851" y="2133617"/>
            <a:ext cx="0" cy="2705100"/>
          </a:xfrm>
          <a:prstGeom prst="line">
            <a:avLst/>
          </a:prstGeom>
          <a:ln w="1270">
            <a:solidFill>
              <a:schemeClr val="lt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任意多边形: 形状 13"/>
          <p:cNvSpPr>
            <a:spLocks noChangeAspect="1"/>
          </p:cNvSpPr>
          <p:nvPr>
            <p:custDataLst>
              <p:tags r:id="rId3"/>
            </p:custDataLst>
          </p:nvPr>
        </p:nvSpPr>
        <p:spPr>
          <a:xfrm rot="10800000">
            <a:off x="535686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2" name="任意多边形: 形状 14"/>
          <p:cNvSpPr>
            <a:spLocks noChangeAspect="1"/>
          </p:cNvSpPr>
          <p:nvPr>
            <p:custDataLst>
              <p:tags r:id="rId4"/>
            </p:custDataLst>
          </p:nvPr>
        </p:nvSpPr>
        <p:spPr>
          <a:xfrm rot="10800000">
            <a:off x="4983480" y="480060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27" name="任意多边形: 形状 13"/>
          <p:cNvSpPr>
            <a:spLocks noChangeAspect="1"/>
          </p:cNvSpPr>
          <p:nvPr>
            <p:custDataLst>
              <p:tags r:id="rId5"/>
            </p:custDataLst>
          </p:nvPr>
        </p:nvSpPr>
        <p:spPr>
          <a:xfrm rot="10800000" flipH="1" flipV="1">
            <a:off x="186245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dirty="0">
              <a:latin typeface="Arial" panose="020B0604020202020204" pitchFamily="34" charset="0"/>
              <a:ea typeface="微软雅黑" panose="020B0503020204020204" charset="-122"/>
            </a:endParaRPr>
          </a:p>
        </p:txBody>
      </p:sp>
      <p:sp>
        <p:nvSpPr>
          <p:cNvPr id="28" name="任意多边形: 形状 14"/>
          <p:cNvSpPr>
            <a:spLocks noChangeAspect="1"/>
          </p:cNvSpPr>
          <p:nvPr>
            <p:custDataLst>
              <p:tags r:id="rId6"/>
            </p:custDataLst>
          </p:nvPr>
        </p:nvSpPr>
        <p:spPr>
          <a:xfrm rot="10800000" flipH="1" flipV="1">
            <a:off x="2235835" y="1484630"/>
            <a:ext cx="281940" cy="5721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chemeClr val="accent1">
              <a:alpha val="80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zh-CN" altLang="en-US">
              <a:latin typeface="Arial" panose="020B0604020202020204" pitchFamily="34" charset="0"/>
              <a:ea typeface="微软雅黑" panose="020B0503020204020204" charset="-122"/>
            </a:endParaRPr>
          </a:p>
        </p:txBody>
      </p:sp>
      <p:sp>
        <p:nvSpPr>
          <p:cNvPr id="31" name="文本框 30"/>
          <p:cNvSpPr txBox="1"/>
          <p:nvPr>
            <p:custDataLst>
              <p:tags r:id="rId7"/>
            </p:custDataLst>
          </p:nvPr>
        </p:nvSpPr>
        <p:spPr>
          <a:xfrm>
            <a:off x="6946900" y="1197610"/>
            <a:ext cx="3933825" cy="4457700"/>
          </a:xfrm>
          <a:prstGeom prst="rect">
            <a:avLst/>
          </a:prstGeom>
          <a:noFill/>
        </p:spPr>
        <p:txBody>
          <a:bodyPr wrap="square" rtlCol="0" anchor="ctr" anchorCtr="0">
            <a:noAutofit/>
          </a:bodyPr>
          <a:lstStyle/>
          <a:p>
            <a:pPr indent="0" algn="just" fontAlgn="auto">
              <a:lnSpc>
                <a:spcPct val="150000"/>
              </a:lnSpc>
              <a:spcAft>
                <a:spcPts val="1200"/>
              </a:spcAft>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1.</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国家效力说：</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基本权利规范是在调整个人与国家关系或者个人与公共权力的关系的基础上产生的。这就决定了</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基本权利的效力主要及于国家或者公共权力，</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而不及于私人关系或者私法领域。</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 name="标题 2"/>
          <p:cNvSpPr>
            <a:spLocks noGrp="1"/>
          </p:cNvSpPr>
          <p:nvPr>
            <p:ph type="title"/>
            <p:custDataLst>
              <p:tags r:id="rId8"/>
            </p:custDataLst>
          </p:nvPr>
        </p:nvSpPr>
        <p:spPr>
          <a:xfrm>
            <a:off x="1863090" y="2244725"/>
            <a:ext cx="3775075" cy="2363470"/>
          </a:xfrm>
        </p:spPr>
        <p:txBody>
          <a:bodyPr/>
          <a:lstStyle/>
          <a:p>
            <a:r>
              <a:rPr lang="zh-CN" altLang="en-US" sz="2800"/>
              <a:t>（三）典型效力论展示</a:t>
            </a:r>
            <a:endParaRPr lang="zh-CN" altLang="en-US" sz="2800"/>
          </a:p>
        </p:txBody>
      </p:sp>
    </p:spTree>
    <p:custDataLst>
      <p:tags r:id="rId9"/>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zh-CN" sz="2800">
                <a:latin typeface="微软雅黑" panose="020B0503020204020204" charset="-122"/>
                <a:ea typeface="微软雅黑" panose="020B0503020204020204" charset="-122"/>
                <a:cs typeface="微软雅黑" panose="020B0503020204020204" charset="-122"/>
              </a:rPr>
              <a:t>2.</a:t>
            </a:r>
            <a:r>
              <a:rPr lang="zh-CN" altLang="en-US" sz="2800">
                <a:latin typeface="微软雅黑" panose="020B0503020204020204" charset="-122"/>
                <a:ea typeface="微软雅黑" panose="020B0503020204020204" charset="-122"/>
                <a:cs typeface="微软雅黑" panose="020B0503020204020204" charset="-122"/>
              </a:rPr>
              <a:t>第三人效力理论（德国）</a:t>
            </a:r>
            <a:endParaRPr lang="zh-CN" altLang="en-US" sz="2800">
              <a:latin typeface="微软雅黑" panose="020B0503020204020204" charset="-122"/>
              <a:ea typeface="微软雅黑" panose="020B0503020204020204" charset="-122"/>
              <a:cs typeface="微软雅黑" panose="020B0503020204020204" charset="-122"/>
            </a:endParaRPr>
          </a:p>
        </p:txBody>
      </p:sp>
      <p:sp useBgFill="1">
        <p:nvSpPr>
          <p:cNvPr id="526" name="矩形 525"/>
          <p:cNvSpPr/>
          <p:nvPr>
            <p:custDataLst>
              <p:tags r:id="rId2"/>
            </p:custDataLst>
          </p:nvPr>
        </p:nvSpPr>
        <p:spPr>
          <a:xfrm>
            <a:off x="6288882" y="1500026"/>
            <a:ext cx="5635020" cy="4871112"/>
          </a:xfrm>
          <a:prstGeom prst="rect">
            <a:avLst/>
          </a:prstGeom>
          <a:ln w="3175">
            <a:noFill/>
          </a:ln>
          <a:effectLst>
            <a:outerShdw blurRad="215900" dist="50800" dir="5400000" sx="102000" sy="102000" algn="ctr" rotWithShape="0">
              <a:schemeClr val="accent2">
                <a:alpha val="15000"/>
              </a:schemeClr>
            </a:outerShdw>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527" name="矩形 526"/>
          <p:cNvSpPr/>
          <p:nvPr>
            <p:custDataLst>
              <p:tags r:id="rId3"/>
            </p:custDataLst>
          </p:nvPr>
        </p:nvSpPr>
        <p:spPr>
          <a:xfrm>
            <a:off x="6288882" y="1499985"/>
            <a:ext cx="5635020" cy="4871112"/>
          </a:xfrm>
          <a:prstGeom prst="rect">
            <a:avLst/>
          </a:prstGeom>
          <a:solidFill>
            <a:srgbClr val="FFFFFF">
              <a:alpha val="20000"/>
            </a:srgbClr>
          </a:solidFill>
          <a:ln w="3175">
            <a:noFill/>
          </a:ln>
          <a:effectLst/>
        </p:spPr>
        <p:txBody>
          <a:bodyPr wrap="none" lIns="215900" tIns="935990" rIns="215900" bIns="36195" rtlCol="0" anchor="ctr" anchorCtr="0">
            <a:noAutofit/>
          </a:bodyPr>
          <a:lstStyle/>
          <a:p>
            <a:pPr lvl="0" algn="ctr">
              <a:buClrTx/>
              <a:buSzTx/>
              <a:buFontTx/>
            </a:pPr>
            <a:endParaRPr lang="zh-CN" altLang="en-US" sz="1400">
              <a:solidFill>
                <a:srgbClr val="666666"/>
              </a:solidFill>
              <a:latin typeface="+mn-ea"/>
              <a:cs typeface="+mn-ea"/>
              <a:sym typeface="+mn-ea"/>
            </a:endParaRPr>
          </a:p>
        </p:txBody>
      </p:sp>
      <p:sp useBgFill="1">
        <p:nvSpPr>
          <p:cNvPr id="528" name="矩形 527"/>
          <p:cNvSpPr/>
          <p:nvPr>
            <p:custDataLst>
              <p:tags r:id="rId4"/>
            </p:custDataLst>
          </p:nvPr>
        </p:nvSpPr>
        <p:spPr>
          <a:xfrm>
            <a:off x="308121" y="1500026"/>
            <a:ext cx="5635020" cy="4871112"/>
          </a:xfrm>
          <a:prstGeom prst="rect">
            <a:avLst/>
          </a:prstGeom>
          <a:ln w="3175">
            <a:noFill/>
          </a:ln>
          <a:effectLst>
            <a:outerShdw blurRad="215900" dist="50800" dir="5400000" sx="102000" sy="102000" algn="ctr" rotWithShape="0">
              <a:schemeClr val="accent1">
                <a:alpha val="15000"/>
              </a:schemeClr>
            </a:outerShdw>
          </a:effectLst>
        </p:spPr>
        <p:txBody>
          <a:bodyPr wrap="none" lIns="215900" tIns="935990" rIns="215900" bIns="36195" rtlCol="0" anchor="ctr" anchorCtr="0">
            <a:noAutofit/>
          </a:bodyPr>
          <a:lstStyle/>
          <a:p>
            <a:pPr lvl="0" algn="ctr">
              <a:buClrTx/>
              <a:buSzTx/>
              <a:buFontTx/>
            </a:pPr>
            <a:br>
              <a:rPr lang="zh-CN" altLang="en-US" sz="1400">
                <a:solidFill>
                  <a:srgbClr val="666666"/>
                </a:solidFill>
                <a:latin typeface="+mn-ea"/>
                <a:cs typeface="+mn-ea"/>
                <a:sym typeface="+mn-ea"/>
              </a:rPr>
            </a:br>
            <a:endParaRPr lang="zh-CN" altLang="en-US" sz="1400">
              <a:solidFill>
                <a:srgbClr val="666666"/>
              </a:solidFill>
              <a:latin typeface="+mn-ea"/>
              <a:cs typeface="+mn-ea"/>
              <a:sym typeface="+mn-ea"/>
            </a:endParaRPr>
          </a:p>
        </p:txBody>
      </p:sp>
      <p:sp>
        <p:nvSpPr>
          <p:cNvPr id="529" name="矩形 528"/>
          <p:cNvSpPr/>
          <p:nvPr>
            <p:custDataLst>
              <p:tags r:id="rId5"/>
            </p:custDataLst>
          </p:nvPr>
        </p:nvSpPr>
        <p:spPr>
          <a:xfrm>
            <a:off x="308121" y="1510203"/>
            <a:ext cx="5635020" cy="4871112"/>
          </a:xfrm>
          <a:prstGeom prst="rect">
            <a:avLst/>
          </a:prstGeom>
          <a:solidFill>
            <a:srgbClr val="FFFFFF">
              <a:alpha val="20000"/>
            </a:srgbClr>
          </a:solidFill>
          <a:ln w="3175">
            <a:noFill/>
          </a:ln>
          <a:effectLst/>
        </p:spPr>
        <p:txBody>
          <a:bodyPr wrap="none" lIns="215900" tIns="935990" rIns="215900" bIns="36195" rtlCol="0" anchor="ctr" anchorCtr="0">
            <a:noAutofit/>
          </a:bodyPr>
          <a:lstStyle/>
          <a:p>
            <a:pPr lvl="0" algn="ctr">
              <a:buClrTx/>
              <a:buSzTx/>
              <a:buFontTx/>
            </a:pPr>
            <a:r>
              <a:rPr lang="zh-CN" altLang="en-US" sz="1400">
                <a:solidFill>
                  <a:srgbClr val="666666"/>
                </a:solidFill>
                <a:latin typeface="+mn-ea"/>
                <a:cs typeface="+mn-ea"/>
                <a:sym typeface="+mn-ea"/>
              </a:rPr>
              <a:t>间接效力说</a:t>
            </a:r>
            <a:endParaRPr lang="zh-CN" altLang="en-US" sz="1400">
              <a:solidFill>
                <a:srgbClr val="666666"/>
              </a:solidFill>
              <a:latin typeface="+mn-ea"/>
              <a:cs typeface="+mn-ea"/>
              <a:sym typeface="+mn-ea"/>
            </a:endParaRPr>
          </a:p>
        </p:txBody>
      </p:sp>
      <p:sp>
        <p:nvSpPr>
          <p:cNvPr id="530" name="任意多边形 529"/>
          <p:cNvSpPr/>
          <p:nvPr>
            <p:custDataLst>
              <p:tags r:id="rId6"/>
            </p:custDataLst>
          </p:nvPr>
        </p:nvSpPr>
        <p:spPr>
          <a:xfrm>
            <a:off x="558885" y="1286842"/>
            <a:ext cx="1138346" cy="1461539"/>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113" h="1429">
                <a:moveTo>
                  <a:pt x="1113" y="201"/>
                </a:moveTo>
                <a:lnTo>
                  <a:pt x="996" y="201"/>
                </a:lnTo>
                <a:lnTo>
                  <a:pt x="1113" y="201"/>
                </a:lnTo>
                <a:close/>
                <a:moveTo>
                  <a:pt x="173" y="0"/>
                </a:moveTo>
                <a:lnTo>
                  <a:pt x="183" y="0"/>
                </a:lnTo>
                <a:lnTo>
                  <a:pt x="1113" y="0"/>
                </a:lnTo>
                <a:lnTo>
                  <a:pt x="1113" y="1"/>
                </a:lnTo>
                <a:lnTo>
                  <a:pt x="1108" y="1"/>
                </a:lnTo>
                <a:cubicBezTo>
                  <a:pt x="1045" y="6"/>
                  <a:pt x="995" y="82"/>
                  <a:pt x="995" y="174"/>
                </a:cubicBezTo>
                <a:cubicBezTo>
                  <a:pt x="995" y="183"/>
                  <a:pt x="995" y="192"/>
                  <a:pt x="996" y="200"/>
                </a:cubicBezTo>
                <a:lnTo>
                  <a:pt x="996" y="201"/>
                </a:lnTo>
                <a:lnTo>
                  <a:pt x="989" y="201"/>
                </a:lnTo>
                <a:lnTo>
                  <a:pt x="989" y="904"/>
                </a:lnTo>
                <a:lnTo>
                  <a:pt x="989" y="909"/>
                </a:lnTo>
                <a:cubicBezTo>
                  <a:pt x="990" y="917"/>
                  <a:pt x="990" y="925"/>
                  <a:pt x="990" y="934"/>
                </a:cubicBezTo>
                <a:cubicBezTo>
                  <a:pt x="990" y="943"/>
                  <a:pt x="990" y="951"/>
                  <a:pt x="989" y="959"/>
                </a:cubicBezTo>
                <a:lnTo>
                  <a:pt x="989" y="964"/>
                </a:lnTo>
                <a:lnTo>
                  <a:pt x="989" y="971"/>
                </a:lnTo>
                <a:lnTo>
                  <a:pt x="989" y="973"/>
                </a:lnTo>
                <a:cubicBezTo>
                  <a:pt x="988" y="999"/>
                  <a:pt x="984" y="1025"/>
                  <a:pt x="977" y="1050"/>
                </a:cubicBezTo>
                <a:lnTo>
                  <a:pt x="975" y="1055"/>
                </a:lnTo>
                <a:lnTo>
                  <a:pt x="974" y="1058"/>
                </a:lnTo>
                <a:cubicBezTo>
                  <a:pt x="919" y="1271"/>
                  <a:pt x="726" y="1429"/>
                  <a:pt x="495" y="1429"/>
                </a:cubicBezTo>
                <a:cubicBezTo>
                  <a:pt x="264" y="1429"/>
                  <a:pt x="71" y="1271"/>
                  <a:pt x="16" y="1058"/>
                </a:cubicBezTo>
                <a:lnTo>
                  <a:pt x="15" y="1055"/>
                </a:lnTo>
                <a:lnTo>
                  <a:pt x="13" y="1050"/>
                </a:lnTo>
                <a:cubicBezTo>
                  <a:pt x="6" y="1025"/>
                  <a:pt x="2" y="999"/>
                  <a:pt x="1" y="973"/>
                </a:cubicBezTo>
                <a:lnTo>
                  <a:pt x="1" y="971"/>
                </a:lnTo>
                <a:lnTo>
                  <a:pt x="1" y="964"/>
                </a:lnTo>
                <a:lnTo>
                  <a:pt x="1" y="959"/>
                </a:lnTo>
                <a:cubicBezTo>
                  <a:pt x="0" y="951"/>
                  <a:pt x="0" y="943"/>
                  <a:pt x="0" y="934"/>
                </a:cubicBezTo>
                <a:cubicBezTo>
                  <a:pt x="0" y="925"/>
                  <a:pt x="0" y="917"/>
                  <a:pt x="1" y="909"/>
                </a:cubicBezTo>
                <a:lnTo>
                  <a:pt x="1" y="904"/>
                </a:lnTo>
                <a:lnTo>
                  <a:pt x="1" y="185"/>
                </a:lnTo>
                <a:lnTo>
                  <a:pt x="1" y="185"/>
                </a:lnTo>
                <a:lnTo>
                  <a:pt x="1" y="183"/>
                </a:lnTo>
                <a:cubicBezTo>
                  <a:pt x="1" y="181"/>
                  <a:pt x="1" y="178"/>
                  <a:pt x="1" y="175"/>
                </a:cubicBezTo>
                <a:cubicBezTo>
                  <a:pt x="1" y="84"/>
                  <a:pt x="72" y="10"/>
                  <a:pt x="164" y="1"/>
                </a:cubicBezTo>
                <a:lnTo>
                  <a:pt x="164" y="1"/>
                </a:lnTo>
                <a:lnTo>
                  <a:pt x="167" y="0"/>
                </a:lnTo>
                <a:cubicBezTo>
                  <a:pt x="169" y="0"/>
                  <a:pt x="171" y="0"/>
                  <a:pt x="173" y="0"/>
                </a:cubicBezTo>
                <a:close/>
              </a:path>
            </a:pathLst>
          </a:custGeom>
          <a:gradFill>
            <a:gsLst>
              <a:gs pos="0">
                <a:schemeClr val="accent1">
                  <a:lumMod val="60000"/>
                  <a:lumOff val="40000"/>
                  <a:alpha val="100000"/>
                </a:schemeClr>
              </a:gs>
              <a:gs pos="71000">
                <a:schemeClr val="accent1">
                  <a:alpha val="100000"/>
                </a:schemeClr>
              </a:gs>
            </a:gsLst>
            <a:lin ang="2700000" scaled="0"/>
          </a:gradFill>
          <a:ln>
            <a:noFill/>
          </a:ln>
          <a:effectLst>
            <a:outerShdw blurRad="101600" dist="25400" dir="5400000" sx="103000" sy="103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rIns="17970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800" b="1">
                <a:solidFill>
                  <a:schemeClr val="lt1"/>
                </a:solidFill>
                <a:latin typeface="+mn-ea"/>
                <a:cs typeface="+mn-ea"/>
                <a:sym typeface="+mn-ea"/>
              </a:rPr>
              <a:t>01</a:t>
            </a:r>
            <a:endParaRPr lang="en-US" altLang="zh-CN" sz="2800" b="1">
              <a:solidFill>
                <a:schemeClr val="lt1"/>
              </a:solidFill>
              <a:latin typeface="+mn-ea"/>
              <a:cs typeface="+mn-ea"/>
              <a:sym typeface="+mn-ea"/>
            </a:endParaRPr>
          </a:p>
        </p:txBody>
      </p:sp>
      <p:sp>
        <p:nvSpPr>
          <p:cNvPr id="531" name="任意多边形 530"/>
          <p:cNvSpPr/>
          <p:nvPr>
            <p:custDataLst>
              <p:tags r:id="rId7"/>
            </p:custDataLst>
          </p:nvPr>
        </p:nvSpPr>
        <p:spPr>
          <a:xfrm>
            <a:off x="1562626" y="1286159"/>
            <a:ext cx="276046" cy="204301"/>
          </a:xfrm>
          <a:custGeom>
            <a:avLst/>
            <a:gdLst/>
            <a:ahLst/>
            <a:cxnLst>
              <a:cxn ang="3">
                <a:pos x="hc" y="t"/>
              </a:cxn>
              <a:cxn ang="cd2">
                <a:pos x="l" y="vc"/>
              </a:cxn>
              <a:cxn ang="cd4">
                <a:pos x="hc" y="b"/>
              </a:cxn>
              <a:cxn ang="0">
                <a:pos x="r" y="vc"/>
              </a:cxn>
            </a:cxnLst>
            <a:rect l="l" t="t" r="r" b="b"/>
            <a:pathLst>
              <a:path w="340" h="253">
                <a:moveTo>
                  <a:pt x="170" y="0"/>
                </a:moveTo>
                <a:cubicBezTo>
                  <a:pt x="264" y="0"/>
                  <a:pt x="340" y="98"/>
                  <a:pt x="340" y="220"/>
                </a:cubicBezTo>
                <a:cubicBezTo>
                  <a:pt x="340" y="231"/>
                  <a:pt x="339" y="242"/>
                  <a:pt x="338" y="253"/>
                </a:cubicBezTo>
                <a:lnTo>
                  <a:pt x="338" y="253"/>
                </a:lnTo>
                <a:lnTo>
                  <a:pt x="2" y="253"/>
                </a:lnTo>
                <a:lnTo>
                  <a:pt x="2" y="253"/>
                </a:lnTo>
                <a:cubicBezTo>
                  <a:pt x="1" y="242"/>
                  <a:pt x="0" y="231"/>
                  <a:pt x="0" y="220"/>
                </a:cubicBezTo>
                <a:cubicBezTo>
                  <a:pt x="0" y="98"/>
                  <a:pt x="76" y="0"/>
                  <a:pt x="170"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532" name="圆角矩形 531"/>
          <p:cNvSpPr/>
          <p:nvPr>
            <p:custDataLst>
              <p:tags r:id="rId8"/>
            </p:custDataLst>
          </p:nvPr>
        </p:nvSpPr>
        <p:spPr>
          <a:xfrm>
            <a:off x="1769660" y="6284361"/>
            <a:ext cx="2711605" cy="97026"/>
          </a:xfrm>
          <a:prstGeom prst="roundRect">
            <a:avLst/>
          </a:prstGeom>
          <a:gradFill>
            <a:gsLst>
              <a:gs pos="0">
                <a:schemeClr val="accent1">
                  <a:lumMod val="60000"/>
                  <a:lumOff val="40000"/>
                  <a:alpha val="100000"/>
                </a:schemeClr>
              </a:gs>
              <a:gs pos="71000">
                <a:schemeClr val="accent1">
                  <a:alpha val="10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sym typeface="+mn-ea"/>
            </a:endParaRPr>
          </a:p>
        </p:txBody>
      </p:sp>
      <p:sp>
        <p:nvSpPr>
          <p:cNvPr id="533" name="矩形 532"/>
          <p:cNvSpPr/>
          <p:nvPr>
            <p:custDataLst>
              <p:tags r:id="rId9"/>
            </p:custDataLst>
          </p:nvPr>
        </p:nvSpPr>
        <p:spPr>
          <a:xfrm>
            <a:off x="1839365" y="1787052"/>
            <a:ext cx="2169086" cy="332339"/>
          </a:xfrm>
          <a:prstGeom prst="rect">
            <a:avLst/>
          </a:prstGeom>
          <a:noFill/>
        </p:spPr>
        <p:txBody>
          <a:bodyPr wrap="square" lIns="0" tIns="0" rIns="0" bIns="0" rtlCol="0" anchor="t" anchorCtr="0">
            <a:noAutofit/>
          </a:bodyPr>
          <a:lstStyle/>
          <a:p>
            <a:pPr algn="l">
              <a:spcBef>
                <a:spcPct val="0"/>
              </a:spcBef>
              <a:spcAft>
                <a:spcPct val="0"/>
              </a:spcAft>
            </a:pPr>
            <a:r>
              <a:rPr lang="zh-CN" altLang="en-US" sz="2400" b="1" dirty="0">
                <a:solidFill>
                  <a:schemeClr val="tx1">
                    <a:lumMod val="85000"/>
                    <a:lumOff val="15000"/>
                  </a:schemeClr>
                </a:solidFill>
                <a:latin typeface="+mn-ea"/>
                <a:cs typeface="+mn-ea"/>
                <a:sym typeface="+mn-ea"/>
              </a:rPr>
              <a:t>间接效力说</a:t>
            </a:r>
            <a:endParaRPr lang="zh-CN" altLang="en-US" sz="2400" b="1">
              <a:solidFill>
                <a:schemeClr val="accent1"/>
              </a:solidFill>
              <a:latin typeface="+mn-ea"/>
              <a:cs typeface="+mn-ea"/>
            </a:endParaRPr>
          </a:p>
        </p:txBody>
      </p:sp>
      <p:sp>
        <p:nvSpPr>
          <p:cNvPr id="534" name="矩形 533"/>
          <p:cNvSpPr/>
          <p:nvPr>
            <p:custDataLst>
              <p:tags r:id="rId10"/>
            </p:custDataLst>
          </p:nvPr>
        </p:nvSpPr>
        <p:spPr>
          <a:xfrm>
            <a:off x="307975" y="2329815"/>
            <a:ext cx="5634990" cy="3955415"/>
          </a:xfrm>
          <a:prstGeom prst="rect">
            <a:avLst/>
          </a:prstGeom>
          <a:noFill/>
        </p:spPr>
        <p:txBody>
          <a:bodyPr wrap="square" lIns="0" tIns="0" rIns="0" bIns="0" rtlCol="0" anchor="t" anchorCtr="0">
            <a:noAutofit/>
          </a:bodyPr>
          <a:lstStyle/>
          <a:p>
            <a:pPr indent="0" fontAlgn="auto">
              <a:lnSpc>
                <a:spcPct val="150000"/>
              </a:lnSpc>
              <a:spcBef>
                <a:spcPct val="0"/>
              </a:spcBef>
              <a:spcAft>
                <a:spcPct val="0"/>
              </a:spcAft>
            </a:pP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基本权利</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不能直接适用于私人之间，而只能通过民法”概括条款”的适用而实现，</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即宪法基本权利条款不能在民事判决中被直接引用作为裁判依据。（基本权利本身所具有的＂价值秩序”，</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只有通过民法诚实信用、善良风俗等概括条款的解释，</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才能对私法关系产生影响）</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535" name="任意多边形 534"/>
          <p:cNvSpPr/>
          <p:nvPr>
            <p:custDataLst>
              <p:tags r:id="rId11"/>
            </p:custDataLst>
          </p:nvPr>
        </p:nvSpPr>
        <p:spPr>
          <a:xfrm>
            <a:off x="6539646" y="1286842"/>
            <a:ext cx="1138346" cy="1461539"/>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113" h="1429">
                <a:moveTo>
                  <a:pt x="1113" y="201"/>
                </a:moveTo>
                <a:lnTo>
                  <a:pt x="996" y="201"/>
                </a:lnTo>
                <a:lnTo>
                  <a:pt x="1113" y="201"/>
                </a:lnTo>
                <a:close/>
                <a:moveTo>
                  <a:pt x="173" y="0"/>
                </a:moveTo>
                <a:lnTo>
                  <a:pt x="183" y="0"/>
                </a:lnTo>
                <a:lnTo>
                  <a:pt x="1113" y="0"/>
                </a:lnTo>
                <a:lnTo>
                  <a:pt x="1113" y="1"/>
                </a:lnTo>
                <a:lnTo>
                  <a:pt x="1108" y="1"/>
                </a:lnTo>
                <a:cubicBezTo>
                  <a:pt x="1045" y="6"/>
                  <a:pt x="995" y="82"/>
                  <a:pt x="995" y="174"/>
                </a:cubicBezTo>
                <a:cubicBezTo>
                  <a:pt x="995" y="183"/>
                  <a:pt x="995" y="192"/>
                  <a:pt x="996" y="200"/>
                </a:cubicBezTo>
                <a:lnTo>
                  <a:pt x="996" y="201"/>
                </a:lnTo>
                <a:lnTo>
                  <a:pt x="989" y="201"/>
                </a:lnTo>
                <a:lnTo>
                  <a:pt x="989" y="904"/>
                </a:lnTo>
                <a:lnTo>
                  <a:pt x="989" y="909"/>
                </a:lnTo>
                <a:cubicBezTo>
                  <a:pt x="990" y="917"/>
                  <a:pt x="990" y="925"/>
                  <a:pt x="990" y="934"/>
                </a:cubicBezTo>
                <a:cubicBezTo>
                  <a:pt x="990" y="943"/>
                  <a:pt x="990" y="951"/>
                  <a:pt x="989" y="959"/>
                </a:cubicBezTo>
                <a:lnTo>
                  <a:pt x="989" y="964"/>
                </a:lnTo>
                <a:lnTo>
                  <a:pt x="989" y="971"/>
                </a:lnTo>
                <a:lnTo>
                  <a:pt x="989" y="973"/>
                </a:lnTo>
                <a:cubicBezTo>
                  <a:pt x="988" y="999"/>
                  <a:pt x="984" y="1025"/>
                  <a:pt x="977" y="1050"/>
                </a:cubicBezTo>
                <a:lnTo>
                  <a:pt x="975" y="1055"/>
                </a:lnTo>
                <a:lnTo>
                  <a:pt x="974" y="1058"/>
                </a:lnTo>
                <a:cubicBezTo>
                  <a:pt x="919" y="1271"/>
                  <a:pt x="726" y="1429"/>
                  <a:pt x="495" y="1429"/>
                </a:cubicBezTo>
                <a:cubicBezTo>
                  <a:pt x="264" y="1429"/>
                  <a:pt x="71" y="1271"/>
                  <a:pt x="16" y="1058"/>
                </a:cubicBezTo>
                <a:lnTo>
                  <a:pt x="15" y="1055"/>
                </a:lnTo>
                <a:lnTo>
                  <a:pt x="13" y="1050"/>
                </a:lnTo>
                <a:cubicBezTo>
                  <a:pt x="6" y="1025"/>
                  <a:pt x="2" y="999"/>
                  <a:pt x="1" y="973"/>
                </a:cubicBezTo>
                <a:lnTo>
                  <a:pt x="1" y="971"/>
                </a:lnTo>
                <a:lnTo>
                  <a:pt x="1" y="964"/>
                </a:lnTo>
                <a:lnTo>
                  <a:pt x="1" y="959"/>
                </a:lnTo>
                <a:cubicBezTo>
                  <a:pt x="0" y="951"/>
                  <a:pt x="0" y="943"/>
                  <a:pt x="0" y="934"/>
                </a:cubicBezTo>
                <a:cubicBezTo>
                  <a:pt x="0" y="925"/>
                  <a:pt x="0" y="917"/>
                  <a:pt x="1" y="909"/>
                </a:cubicBezTo>
                <a:lnTo>
                  <a:pt x="1" y="904"/>
                </a:lnTo>
                <a:lnTo>
                  <a:pt x="1" y="185"/>
                </a:lnTo>
                <a:lnTo>
                  <a:pt x="1" y="185"/>
                </a:lnTo>
                <a:lnTo>
                  <a:pt x="1" y="183"/>
                </a:lnTo>
                <a:cubicBezTo>
                  <a:pt x="1" y="181"/>
                  <a:pt x="1" y="178"/>
                  <a:pt x="1" y="175"/>
                </a:cubicBezTo>
                <a:cubicBezTo>
                  <a:pt x="1" y="84"/>
                  <a:pt x="72" y="10"/>
                  <a:pt x="164" y="1"/>
                </a:cubicBezTo>
                <a:lnTo>
                  <a:pt x="164" y="1"/>
                </a:lnTo>
                <a:lnTo>
                  <a:pt x="167" y="0"/>
                </a:lnTo>
                <a:cubicBezTo>
                  <a:pt x="169" y="0"/>
                  <a:pt x="171" y="0"/>
                  <a:pt x="173" y="0"/>
                </a:cubicBezTo>
                <a:close/>
              </a:path>
            </a:pathLst>
          </a:custGeom>
          <a:gradFill>
            <a:gsLst>
              <a:gs pos="0">
                <a:schemeClr val="accent2">
                  <a:lumMod val="60000"/>
                  <a:lumOff val="40000"/>
                  <a:alpha val="100000"/>
                </a:schemeClr>
              </a:gs>
              <a:gs pos="71000">
                <a:schemeClr val="accent2">
                  <a:alpha val="100000"/>
                </a:schemeClr>
              </a:gs>
            </a:gsLst>
            <a:lin ang="2700000" scaled="0"/>
          </a:gradFill>
          <a:ln>
            <a:noFill/>
          </a:ln>
          <a:effectLst>
            <a:outerShdw blurRad="101600" dist="25400" dir="5400000" sx="103000" sy="103000" algn="t"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rIns="17970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r>
              <a:rPr lang="en-US" altLang="zh-CN" sz="2800" b="1">
                <a:solidFill>
                  <a:schemeClr val="lt1"/>
                </a:solidFill>
                <a:latin typeface="+mn-ea"/>
                <a:cs typeface="+mn-ea"/>
                <a:sym typeface="+mn-ea"/>
              </a:rPr>
              <a:t>02</a:t>
            </a:r>
            <a:endParaRPr lang="en-US" altLang="zh-CN" sz="2800" b="1">
              <a:solidFill>
                <a:schemeClr val="lt1"/>
              </a:solidFill>
              <a:latin typeface="+mn-ea"/>
              <a:cs typeface="+mn-ea"/>
              <a:sym typeface="+mn-ea"/>
            </a:endParaRPr>
          </a:p>
        </p:txBody>
      </p:sp>
      <p:sp>
        <p:nvSpPr>
          <p:cNvPr id="536" name="任意多边形 535"/>
          <p:cNvSpPr/>
          <p:nvPr>
            <p:custDataLst>
              <p:tags r:id="rId12"/>
            </p:custDataLst>
          </p:nvPr>
        </p:nvSpPr>
        <p:spPr>
          <a:xfrm>
            <a:off x="7543386" y="1286159"/>
            <a:ext cx="276046" cy="204301"/>
          </a:xfrm>
          <a:custGeom>
            <a:avLst/>
            <a:gdLst/>
            <a:ahLst/>
            <a:cxnLst>
              <a:cxn ang="3">
                <a:pos x="hc" y="t"/>
              </a:cxn>
              <a:cxn ang="cd2">
                <a:pos x="l" y="vc"/>
              </a:cxn>
              <a:cxn ang="cd4">
                <a:pos x="hc" y="b"/>
              </a:cxn>
              <a:cxn ang="0">
                <a:pos x="r" y="vc"/>
              </a:cxn>
            </a:cxnLst>
            <a:rect l="l" t="t" r="r" b="b"/>
            <a:pathLst>
              <a:path w="340" h="253">
                <a:moveTo>
                  <a:pt x="170" y="0"/>
                </a:moveTo>
                <a:cubicBezTo>
                  <a:pt x="264" y="0"/>
                  <a:pt x="340" y="98"/>
                  <a:pt x="340" y="220"/>
                </a:cubicBezTo>
                <a:cubicBezTo>
                  <a:pt x="340" y="231"/>
                  <a:pt x="339" y="242"/>
                  <a:pt x="338" y="253"/>
                </a:cubicBezTo>
                <a:lnTo>
                  <a:pt x="338" y="253"/>
                </a:lnTo>
                <a:lnTo>
                  <a:pt x="2" y="253"/>
                </a:lnTo>
                <a:lnTo>
                  <a:pt x="2" y="253"/>
                </a:lnTo>
                <a:cubicBezTo>
                  <a:pt x="1" y="242"/>
                  <a:pt x="0" y="231"/>
                  <a:pt x="0" y="220"/>
                </a:cubicBezTo>
                <a:cubicBezTo>
                  <a:pt x="0" y="98"/>
                  <a:pt x="76" y="0"/>
                  <a:pt x="17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537" name="圆角矩形 536"/>
          <p:cNvSpPr/>
          <p:nvPr>
            <p:custDataLst>
              <p:tags r:id="rId13"/>
            </p:custDataLst>
          </p:nvPr>
        </p:nvSpPr>
        <p:spPr>
          <a:xfrm>
            <a:off x="7750420" y="6284361"/>
            <a:ext cx="2711605" cy="97026"/>
          </a:xfrm>
          <a:prstGeom prst="roundRect">
            <a:avLst/>
          </a:prstGeom>
          <a:gradFill>
            <a:gsLst>
              <a:gs pos="0">
                <a:schemeClr val="accent2">
                  <a:lumMod val="60000"/>
                  <a:lumOff val="40000"/>
                  <a:alpha val="100000"/>
                </a:schemeClr>
              </a:gs>
              <a:gs pos="71000">
                <a:schemeClr val="accent2">
                  <a:alpha val="10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a:solidFill>
                <a:schemeClr val="lt1"/>
              </a:solidFill>
              <a:sym typeface="+mn-ea"/>
            </a:endParaRPr>
          </a:p>
        </p:txBody>
      </p:sp>
      <p:sp>
        <p:nvSpPr>
          <p:cNvPr id="538" name="矩形 537"/>
          <p:cNvSpPr/>
          <p:nvPr>
            <p:custDataLst>
              <p:tags r:id="rId14"/>
            </p:custDataLst>
          </p:nvPr>
        </p:nvSpPr>
        <p:spPr>
          <a:xfrm>
            <a:off x="7820115" y="1787004"/>
            <a:ext cx="3593376" cy="960693"/>
          </a:xfrm>
          <a:prstGeom prst="rect">
            <a:avLst/>
          </a:prstGeom>
          <a:noFill/>
        </p:spPr>
        <p:txBody>
          <a:bodyPr wrap="square" lIns="0" tIns="0" rIns="0" bIns="0" rtlCol="0" anchor="t" anchorCtr="0">
            <a:noAutofit/>
          </a:bodyPr>
          <a:lstStyle/>
          <a:p>
            <a:pPr algn="l">
              <a:spcBef>
                <a:spcPct val="0"/>
              </a:spcBef>
              <a:spcAft>
                <a:spcPct val="0"/>
              </a:spcAft>
            </a:pPr>
            <a:r>
              <a:rPr lang="zh-CN" altLang="en-US" sz="2400" b="1" dirty="0">
                <a:solidFill>
                  <a:schemeClr val="tx1">
                    <a:lumMod val="85000"/>
                    <a:lumOff val="15000"/>
                  </a:schemeClr>
                </a:solidFill>
                <a:latin typeface="+mn-ea"/>
                <a:cs typeface="+mn-ea"/>
                <a:sym typeface="+mn-ea"/>
              </a:rPr>
              <a:t>直接效力说</a:t>
            </a:r>
            <a:endParaRPr lang="zh-CN" altLang="en-US" sz="2400" b="1">
              <a:solidFill>
                <a:schemeClr val="accent2"/>
              </a:solidFill>
              <a:latin typeface="+mn-ea"/>
              <a:cs typeface="+mn-ea"/>
            </a:endParaRPr>
          </a:p>
        </p:txBody>
      </p:sp>
      <p:sp>
        <p:nvSpPr>
          <p:cNvPr id="539" name="矩形 538"/>
          <p:cNvSpPr/>
          <p:nvPr>
            <p:custDataLst>
              <p:tags r:id="rId15"/>
            </p:custDataLst>
          </p:nvPr>
        </p:nvSpPr>
        <p:spPr>
          <a:xfrm>
            <a:off x="6288405" y="2255520"/>
            <a:ext cx="5635625" cy="3853180"/>
          </a:xfrm>
          <a:prstGeom prst="rect">
            <a:avLst/>
          </a:prstGeom>
          <a:noFill/>
        </p:spPr>
        <p:txBody>
          <a:bodyPr wrap="square" lIns="0" tIns="0" rIns="0" bIns="0" rtlCol="0" anchor="t" anchorCtr="0">
            <a:noAutofit/>
          </a:bodyPr>
          <a:lstStyle/>
          <a:p>
            <a:pPr indent="0" fontAlgn="auto">
              <a:lnSpc>
                <a:spcPct val="150000"/>
              </a:lnSpc>
              <a:spcBef>
                <a:spcPct val="0"/>
              </a:spcBef>
              <a:spcAft>
                <a:spcPct val="0"/>
              </a:spcAft>
            </a:pP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spcBef>
                <a:spcPct val="0"/>
              </a:spcBef>
              <a:spcAft>
                <a:spcPct val="0"/>
              </a:spcAft>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私人之间的法律关系</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可以直接以基本权利条款作为规范基础或者请求权规范。</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宪法上的基本权利条款是“最高的规范</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”，如果它们不能在私法关系中被适用，那么，宪法上的基本权利条款</a:t>
            </a:r>
            <a:r>
              <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将沦为仅具有“绝对的宣示性质”的具文。</a:t>
            </a:r>
            <a:endParaRPr lang="zh-CN" altLang="en-US" sz="24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Tree>
    <p:custDataLst>
      <p:tags r:id="rId16"/>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custDataLst>
              <p:tags r:id="rId1"/>
            </p:custDataLst>
          </p:nvPr>
        </p:nvSpPr>
        <p:spPr>
          <a:xfrm>
            <a:off x="575945" y="401320"/>
            <a:ext cx="1382395" cy="1382395"/>
          </a:xfrm>
          <a:prstGeom prst="ellipse">
            <a:avLst/>
          </a:prstGeom>
          <a:gradFill>
            <a:gsLst>
              <a:gs pos="0">
                <a:schemeClr val="accent1">
                  <a:alpha val="78000"/>
                </a:schemeClr>
              </a:gs>
              <a:gs pos="100000">
                <a:schemeClr val="accent1">
                  <a:lumMod val="60000"/>
                  <a:lumOff val="40000"/>
                  <a:alpha val="75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4"/>
          <p:cNvSpPr/>
          <p:nvPr>
            <p:custDataLst>
              <p:tags r:id="rId2"/>
            </p:custDataLst>
          </p:nvPr>
        </p:nvSpPr>
        <p:spPr>
          <a:xfrm>
            <a:off x="875030" y="1391920"/>
            <a:ext cx="11317605" cy="5035550"/>
          </a:xfrm>
          <a:prstGeom prst="rect">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useBgFill="1">
        <p:nvSpPr>
          <p:cNvPr id="4" name="矩形 3"/>
          <p:cNvSpPr/>
          <p:nvPr>
            <p:custDataLst>
              <p:tags r:id="rId3"/>
            </p:custDataLst>
          </p:nvPr>
        </p:nvSpPr>
        <p:spPr>
          <a:xfrm>
            <a:off x="1202055" y="862330"/>
            <a:ext cx="10989945" cy="5215255"/>
          </a:xfrm>
          <a:prstGeom prst="rect">
            <a:avLst/>
          </a:prstGeom>
          <a:ln w="6350">
            <a:solidFill>
              <a:schemeClr val="accent1">
                <a:alpha val="10000"/>
              </a:schemeClr>
            </a:solidFill>
          </a:ln>
          <a:effectLst>
            <a:outerShdw blurRad="304800" dist="38100" dir="8100000" algn="tr" rotWithShape="0">
              <a:prstClr val="black">
                <a:alpha val="12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useBgFill="1">
        <p:nvSpPr>
          <p:cNvPr id="9" name="矩形 8"/>
          <p:cNvSpPr/>
          <p:nvPr>
            <p:custDataLst>
              <p:tags r:id="rId4"/>
            </p:custDataLst>
          </p:nvPr>
        </p:nvSpPr>
        <p:spPr>
          <a:xfrm>
            <a:off x="1202690" y="862330"/>
            <a:ext cx="10989945" cy="5215255"/>
          </a:xfrm>
          <a:prstGeom prst="rect">
            <a:avLst/>
          </a:pr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mn-ea"/>
              <a:sym typeface="+mn-ea"/>
            </a:endParaRPr>
          </a:p>
        </p:txBody>
      </p:sp>
      <p:sp>
        <p:nvSpPr>
          <p:cNvPr id="2" name="标题 1"/>
          <p:cNvSpPr>
            <a:spLocks noGrp="1"/>
          </p:cNvSpPr>
          <p:nvPr>
            <p:ph type="title"/>
            <p:custDataLst>
              <p:tags r:id="rId5"/>
            </p:custDataLst>
          </p:nvPr>
        </p:nvSpPr>
        <p:spPr>
          <a:xfrm>
            <a:off x="2142490" y="1427480"/>
            <a:ext cx="9109075" cy="925195"/>
          </a:xfrm>
        </p:spPr>
        <p:txBody>
          <a:bodyPr/>
          <a:lstStyle/>
          <a:p>
            <a:r>
              <a:rPr lang="en-US" altLang="en-US" sz="2800">
                <a:latin typeface="微软雅黑" panose="020B0503020204020204" charset="-122"/>
                <a:ea typeface="微软雅黑" panose="020B0503020204020204" charset="-122"/>
                <a:cs typeface="微软雅黑" panose="020B0503020204020204" charset="-122"/>
              </a:rPr>
              <a:t>3.</a:t>
            </a:r>
            <a:r>
              <a:rPr lang="zh-CN" altLang="en-US" sz="2800">
                <a:latin typeface="微软雅黑" panose="020B0503020204020204" charset="-122"/>
                <a:ea typeface="微软雅黑" panose="020B0503020204020204" charset="-122"/>
                <a:cs typeface="微软雅黑" panose="020B0503020204020204" charset="-122"/>
              </a:rPr>
              <a:t>国家行为理论（美国）</a:t>
            </a:r>
            <a:endParaRPr lang="zh-CN" altLang="en-US" sz="2800">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custDataLst>
              <p:tags r:id="rId6"/>
            </p:custDataLst>
          </p:nvPr>
        </p:nvSpPr>
        <p:spPr>
          <a:xfrm>
            <a:off x="2142490" y="2517775"/>
            <a:ext cx="9109075" cy="2632075"/>
          </a:xfrm>
          <a:prstGeom prst="rect">
            <a:avLst/>
          </a:prstGeom>
          <a:noFill/>
        </p:spPr>
        <p:txBody>
          <a:bodyPr wrap="square" lIns="0" tIns="0" rIns="0" bIns="0" rtlCol="0">
            <a:normAutofit/>
          </a:bodyPr>
          <a:lstStyle/>
          <a:p>
            <a:pPr indent="0" algn="l" fontAlgn="auto">
              <a:lnSpc>
                <a:spcPct val="140000"/>
              </a:lnSpc>
            </a:pP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美国的国家行为理论不像德国的第三人效力理论那样彻底，并非所有主体的所有行为都会受到基本权利的约束。</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只有那些被认为与国家密切相关的私法主体的行为</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（私人行为具备了公共职能、国家卷入私人活动、私人行为得到了某种公开或暗中的“国家辅助</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”）才会受到基本权利的制约。</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 name="L 形 5"/>
          <p:cNvSpPr/>
          <p:nvPr>
            <p:custDataLst>
              <p:tags r:id="rId7"/>
            </p:custDataLst>
          </p:nvPr>
        </p:nvSpPr>
        <p:spPr>
          <a:xfrm>
            <a:off x="1082675" y="5785485"/>
            <a:ext cx="368300" cy="400685"/>
          </a:xfrm>
          <a:prstGeom prst="corner">
            <a:avLst>
              <a:gd name="adj1" fmla="val 29137"/>
              <a:gd name="adj2" fmla="val 31310"/>
            </a:avLst>
          </a:prstGeom>
          <a:gradFill>
            <a:gsLst>
              <a:gs pos="16000">
                <a:schemeClr val="accent1"/>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椭圆 7"/>
          <p:cNvSpPr/>
          <p:nvPr>
            <p:custDataLst>
              <p:tags r:id="rId8"/>
            </p:custDataLst>
          </p:nvPr>
        </p:nvSpPr>
        <p:spPr>
          <a:xfrm>
            <a:off x="10389235" y="5746115"/>
            <a:ext cx="680720" cy="680720"/>
          </a:xfrm>
          <a:prstGeom prst="ellipse">
            <a:avLst/>
          </a:prstGeom>
          <a:gradFill>
            <a:gsLst>
              <a:gs pos="0">
                <a:schemeClr val="accent1"/>
              </a:gs>
              <a:gs pos="100000">
                <a:schemeClr val="accent1">
                  <a:lumMod val="60000"/>
                  <a:lumOff val="40000"/>
                  <a:alpha val="81000"/>
                </a:schemeClr>
              </a:gs>
            </a:gsLst>
            <a:lin ang="2700000" scaled="0"/>
          </a:gradFill>
          <a:ln>
            <a:noFill/>
          </a:ln>
          <a:effectLst>
            <a:outerShdw blurRad="114300" dist="38100" dir="2700000" algn="tl" rotWithShape="0">
              <a:schemeClr val="accent1">
                <a:lumMod val="75000"/>
                <a:alpha val="1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9"/>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en-US" sz="2800">
                <a:latin typeface="微软雅黑" panose="020B0503020204020204" charset="-122"/>
                <a:ea typeface="微软雅黑" panose="020B0503020204020204" charset="-122"/>
                <a:cs typeface="微软雅黑" panose="020B0503020204020204" charset="-122"/>
              </a:rPr>
              <a:t>4.</a:t>
            </a:r>
            <a:r>
              <a:rPr lang="zh-CN" altLang="en-US" sz="2800">
                <a:latin typeface="微软雅黑" panose="020B0503020204020204" charset="-122"/>
                <a:ea typeface="微软雅黑" panose="020B0503020204020204" charset="-122"/>
                <a:cs typeface="微软雅黑" panose="020B0503020204020204" charset="-122"/>
              </a:rPr>
              <a:t>国家保护义务论</a:t>
            </a:r>
            <a:endParaRPr lang="zh-CN" altLang="en-US" sz="2800">
              <a:latin typeface="微软雅黑" panose="020B0503020204020204" charset="-122"/>
              <a:ea typeface="微软雅黑" panose="020B0503020204020204" charset="-122"/>
              <a:cs typeface="微软雅黑" panose="020B0503020204020204" charset="-122"/>
            </a:endParaRPr>
          </a:p>
        </p:txBody>
      </p:sp>
      <p:sp>
        <p:nvSpPr>
          <p:cNvPr id="8" name="矩形 7"/>
          <p:cNvSpPr/>
          <p:nvPr userDrawn="1">
            <p:custDataLst>
              <p:tags r:id="rId2"/>
            </p:custDataLst>
          </p:nvPr>
        </p:nvSpPr>
        <p:spPr>
          <a:xfrm>
            <a:off x="0" y="3048000"/>
            <a:ext cx="12192000" cy="3810000"/>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latin typeface="微软雅黑" panose="020B0503020204020204" charset="-122"/>
              <a:ea typeface="微软雅黑" panose="020B0503020204020204" charset="-122"/>
              <a:sym typeface="+mn-ea"/>
            </a:endParaRPr>
          </a:p>
        </p:txBody>
      </p:sp>
      <p:sp useBgFill="1">
        <p:nvSpPr>
          <p:cNvPr id="5" name="矩形 4"/>
          <p:cNvSpPr/>
          <p:nvPr>
            <p:custDataLst>
              <p:tags r:id="rId3"/>
            </p:custDataLst>
          </p:nvPr>
        </p:nvSpPr>
        <p:spPr>
          <a:xfrm>
            <a:off x="701040" y="1828800"/>
            <a:ext cx="10800715" cy="3823970"/>
          </a:xfrm>
          <a:prstGeom prst="rect">
            <a:avLst/>
          </a:prstGeom>
          <a:ln>
            <a:noFill/>
          </a:ln>
          <a:effectLst>
            <a:outerShdw blurRad="127000" dist="38100" dir="5400000" algn="t" rotWithShape="0">
              <a:schemeClr val="dk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0" rIns="360000" numCol="1" spcCol="0" rtlCol="0" fromWordArt="0" anchor="ctr" anchorCtr="0" forceAA="0" compatLnSpc="1">
            <a:noAutofit/>
          </a:bodyPr>
          <a:lstStyle/>
          <a:p>
            <a:pPr algn="just">
              <a:lnSpc>
                <a:spcPct val="130000"/>
              </a:lnSpc>
            </a:pPr>
            <a:endParaRPr lang="zh-CN" altLang="en-US" spc="150" dirty="0">
              <a:ln w="3175">
                <a:noFill/>
                <a:prstDash val="dash"/>
              </a:ln>
              <a:solidFill>
                <a:srgbClr val="262626"/>
              </a:solidFill>
              <a:uFillTx/>
              <a:latin typeface="+mn-ea"/>
              <a:ea typeface="微软雅黑" panose="020B0503020204020204" charset="-122"/>
              <a:cs typeface="微软雅黑" panose="020B0503020204020204" charset="-122"/>
              <a:sym typeface="+mn-ea"/>
            </a:endParaRPr>
          </a:p>
        </p:txBody>
      </p:sp>
      <p:sp>
        <p:nvSpPr>
          <p:cNvPr id="6" name="文本框 5"/>
          <p:cNvSpPr txBox="1"/>
          <p:nvPr>
            <p:custDataLst>
              <p:tags r:id="rId4"/>
            </p:custDataLst>
          </p:nvPr>
        </p:nvSpPr>
        <p:spPr>
          <a:xfrm>
            <a:off x="1477010" y="2055495"/>
            <a:ext cx="9074785" cy="3355340"/>
          </a:xfrm>
          <a:prstGeom prst="rect">
            <a:avLst/>
          </a:prstGeom>
          <a:noFill/>
        </p:spPr>
        <p:txBody>
          <a:bodyPr wrap="square" lIns="0" tIns="0" rIns="0" bIns="0" rtlCol="0" anchor="ctr" anchorCtr="0">
            <a:normAutofit/>
          </a:bodyPr>
          <a:lstStyle/>
          <a:p>
            <a:pPr indent="0" fontAlgn="auto">
              <a:lnSpc>
                <a:spcPct val="150000"/>
              </a:lnSpc>
            </a:pP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宪法规定的基本权利，不仅赋予公民抵御国家公权力不当干预的防御权，同时也</a:t>
            </a:r>
            <a:r>
              <a:rPr lang="zh-CN" altLang="en-US" sz="2400" b="1"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为国家设定了积极的义务，要求国家采取有效措施，</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保护公民的基本权利免受第三方（其他私人、社会组织等）</a:t>
            </a:r>
            <a:r>
              <a:rPr lang="en-US" altLang="zh-CN"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的侵害。</a:t>
            </a:r>
            <a:endParaRPr lang="zh-CN" altLang="en-US" sz="2400" kern="0" dirty="0">
              <a:ln>
                <a:noFill/>
                <a:prstDash val="sysDot"/>
              </a:ln>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5"/>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normAutofit fontScale="90000"/>
          </a:bodyPr>
          <a:lstStyle/>
          <a:p>
            <a:r>
              <a:rPr lang="zh-CN" altLang="en-US" sz="3110"/>
              <a:t>（四）我国最高人民法院有关基本权利私人间效力的文件的变迁</a:t>
            </a:r>
            <a:endParaRPr lang="zh-CN" altLang="en-US" sz="3110"/>
          </a:p>
        </p:txBody>
      </p:sp>
      <p:sp>
        <p:nvSpPr>
          <p:cNvPr id="2" name="文本框 44"/>
          <p:cNvSpPr txBox="1"/>
          <p:nvPr>
            <p:custDataLst>
              <p:tags r:id="rId2"/>
            </p:custDataLst>
          </p:nvPr>
        </p:nvSpPr>
        <p:spPr>
          <a:xfrm>
            <a:off x="695325" y="1541284"/>
            <a:ext cx="744817" cy="1551520"/>
          </a:xfrm>
          <a:prstGeom prst="rect">
            <a:avLst/>
          </a:prstGeom>
          <a:noFill/>
        </p:spPr>
        <p:txBody>
          <a:bodyPr wrap="none" lIns="0" tIns="36195" rIns="0" bIns="0" rtlCol="0" anchor="ctr" anchorCtr="0">
            <a:noAutofit/>
          </a:bodyPr>
          <a:p>
            <a:pPr lvl="0" algn="l">
              <a:buClrTx/>
              <a:buSzTx/>
              <a:buFontTx/>
            </a:pPr>
            <a:r>
              <a:rPr lang="en-US" altLang="zh-CN" sz="3500" b="1" dirty="0">
                <a:gradFill>
                  <a:gsLst>
                    <a:gs pos="0">
                      <a:schemeClr val="accent1">
                        <a:alpha val="100000"/>
                      </a:schemeClr>
                    </a:gs>
                    <a:gs pos="100000">
                      <a:schemeClr val="accent1">
                        <a:alpha val="70000"/>
                      </a:schemeClr>
                    </a:gs>
                  </a:gsLst>
                  <a:lin ang="5400000" scaled="0"/>
                </a:gradFill>
                <a:latin typeface="+mj-lt"/>
                <a:ea typeface="+mj-lt"/>
                <a:sym typeface="+mn-ea"/>
              </a:rPr>
              <a:t>01</a:t>
            </a:r>
            <a:endParaRPr lang="en-US" altLang="zh-CN" sz="3500" b="1" dirty="0">
              <a:gradFill>
                <a:gsLst>
                  <a:gs pos="0">
                    <a:schemeClr val="accent1">
                      <a:alpha val="100000"/>
                    </a:schemeClr>
                  </a:gs>
                  <a:gs pos="100000">
                    <a:schemeClr val="accent1">
                      <a:alpha val="70000"/>
                    </a:schemeClr>
                  </a:gs>
                </a:gsLst>
                <a:lin ang="5400000" scaled="0"/>
              </a:gradFill>
              <a:latin typeface="+mj-lt"/>
              <a:ea typeface="+mj-lt"/>
              <a:sym typeface="+mn-ea"/>
            </a:endParaRPr>
          </a:p>
        </p:txBody>
      </p:sp>
      <p:cxnSp>
        <p:nvCxnSpPr>
          <p:cNvPr id="60" name="直接连接符 59"/>
          <p:cNvCxnSpPr/>
          <p:nvPr>
            <p:custDataLst>
              <p:tags r:id="rId3"/>
            </p:custDataLst>
          </p:nvPr>
        </p:nvCxnSpPr>
        <p:spPr>
          <a:xfrm>
            <a:off x="695960" y="3093144"/>
            <a:ext cx="10799445" cy="0"/>
          </a:xfrm>
          <a:prstGeom prst="line">
            <a:avLst/>
          </a:prstGeom>
          <a:solidFill>
            <a:schemeClr val="lt1">
              <a:lumMod val="100000"/>
              <a:alpha val="0"/>
            </a:schemeClr>
          </a:solidFill>
          <a:ln w="10160">
            <a:solidFill>
              <a:schemeClr val="accent2">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cxnSp>
      <p:sp>
        <p:nvSpPr>
          <p:cNvPr id="3" name="文本框 43"/>
          <p:cNvSpPr txBox="1"/>
          <p:nvPr>
            <p:custDataLst>
              <p:tags r:id="rId4"/>
            </p:custDataLst>
          </p:nvPr>
        </p:nvSpPr>
        <p:spPr>
          <a:xfrm>
            <a:off x="1341760" y="1332230"/>
            <a:ext cx="10153090" cy="1761503"/>
          </a:xfrm>
          <a:prstGeom prst="rect">
            <a:avLst/>
          </a:prstGeom>
          <a:noFill/>
        </p:spPr>
        <p:txBody>
          <a:bodyPr wrap="square" lIns="0" tIns="0" rIns="0" bIns="71755" rtlCol="0" anchor="ctr" anchorCtr="0">
            <a:noAutofit/>
          </a:bodyPr>
          <a:p>
            <a:pPr lvl="0" algn="l">
              <a:lnSpc>
                <a:spcPct val="150000"/>
              </a:lnSpc>
              <a:spcAft>
                <a:spcPts val="0"/>
              </a:spcAft>
              <a:buClrTx/>
              <a:buSzTx/>
              <a:buFontTx/>
            </a:pP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2001</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年，《关于以侵犯姓名权的手段侵犯宪法保护的公民受教育的基本权利是否应承担民事责任的批复》：</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根据本案事实，陈晓琪等以侵犯姓名权的手段，侵犯了齐玉芩依据宪法规定所享有的受教育的基本权利，并造成了具体的损害后果，应承担相应的民事责任。</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明确表达了基本权利对私人具有直接效力的判断</a:t>
            </a:r>
            <a:r>
              <a:rPr lang="en-US" altLang="zh-CN"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1"/>
          <p:cNvSpPr txBox="1"/>
          <p:nvPr>
            <p:custDataLst>
              <p:tags r:id="rId5"/>
            </p:custDataLst>
          </p:nvPr>
        </p:nvSpPr>
        <p:spPr>
          <a:xfrm>
            <a:off x="1440142" y="3093144"/>
            <a:ext cx="10054708" cy="1551225"/>
          </a:xfrm>
          <a:prstGeom prst="rect">
            <a:avLst/>
          </a:prstGeom>
          <a:noFill/>
        </p:spPr>
        <p:txBody>
          <a:bodyPr wrap="square" lIns="0" tIns="0" rIns="0" bIns="71755" rtlCol="0" anchor="ctr" anchorCtr="0">
            <a:noAutofit/>
          </a:bodyPr>
          <a:p>
            <a:pPr lvl="0" algn="l">
              <a:lnSpc>
                <a:spcPct val="150000"/>
              </a:lnSpc>
              <a:spcAft>
                <a:spcPts val="0"/>
              </a:spcAft>
              <a:buClrTx/>
              <a:buSzTx/>
              <a:buFontTx/>
            </a:pPr>
            <a:r>
              <a:rPr lang="en-US" altLang="zh-CN" sz="2000" dirty="0">
                <a:solidFill>
                  <a:schemeClr val="tx1">
                    <a:lumMod val="85000"/>
                    <a:lumOff val="15000"/>
                  </a:schemeClr>
                </a:solidFill>
                <a:latin typeface="微软雅黑" panose="020B0503020204020204" charset="-122"/>
                <a:ea typeface="微软雅黑" panose="020B0503020204020204" charset="-122"/>
                <a:sym typeface="+mn-ea"/>
              </a:rPr>
              <a:t>2</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008</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年，《关于废止</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2007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年底以前发布的有关司法解释（第七批）的决定》，</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以</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已停止适用</a:t>
            </a: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为理由，</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废止了《批复》，但司法实践中法院在判决书中援引基本权利条款裁判的案例并不鲜见。</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2"/>
          <p:cNvSpPr txBox="1"/>
          <p:nvPr>
            <p:custDataLst>
              <p:tags r:id="rId6"/>
            </p:custDataLst>
          </p:nvPr>
        </p:nvSpPr>
        <p:spPr>
          <a:xfrm>
            <a:off x="1440180" y="4645025"/>
            <a:ext cx="10054590" cy="1921510"/>
          </a:xfrm>
          <a:prstGeom prst="rect">
            <a:avLst/>
          </a:prstGeom>
          <a:noFill/>
        </p:spPr>
        <p:txBody>
          <a:bodyPr wrap="square" lIns="0" tIns="0" rIns="0" bIns="71755" rtlCol="0" anchor="ctr" anchorCtr="0">
            <a:noAutofit/>
          </a:bodyPr>
          <a:p>
            <a:pPr lvl="0" algn="l">
              <a:lnSpc>
                <a:spcPct val="150000"/>
              </a:lnSpc>
              <a:spcAft>
                <a:spcPts val="0"/>
              </a:spcAft>
              <a:buClrTx/>
              <a:buSzTx/>
              <a:buFontTx/>
            </a:pPr>
            <a:r>
              <a:rPr lang="en-US" altLang="zh-CN"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2016</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年《人民法院民事裁判文书制作规范》，</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在说理部分阐述可宪法原则和精神，</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当然包含了有关基本权利的内容，而说理部分的阐述也包含着对作为裁判依据的民事法律的解释说理。在这一过程中，</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基本权利的价值不可避免地会进入到民事法律规范之中，</a:t>
            </a:r>
            <a:r>
              <a:rPr lang="zh-CN" altLang="en-US" sz="2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借助民事法律规范的解释和适用，</a:t>
            </a:r>
            <a:r>
              <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基本权利具有间接对私人产生效力的可能空间。</a:t>
            </a:r>
            <a:endParaRPr lang="zh-CN" altLang="en-US" sz="2000"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cxnSp>
        <p:nvCxnSpPr>
          <p:cNvPr id="7" name="直接连接符 6"/>
          <p:cNvCxnSpPr/>
          <p:nvPr>
            <p:custDataLst>
              <p:tags r:id="rId7"/>
            </p:custDataLst>
          </p:nvPr>
        </p:nvCxnSpPr>
        <p:spPr>
          <a:xfrm>
            <a:off x="695960" y="4644369"/>
            <a:ext cx="10799445" cy="0"/>
          </a:xfrm>
          <a:prstGeom prst="line">
            <a:avLst/>
          </a:prstGeom>
          <a:solidFill>
            <a:schemeClr val="lt1">
              <a:lumMod val="100000"/>
              <a:alpha val="0"/>
            </a:schemeClr>
          </a:solidFill>
          <a:ln w="10160">
            <a:solidFill>
              <a:schemeClr val="accent3">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cxnSp>
      <p:sp>
        <p:nvSpPr>
          <p:cNvPr id="10" name="文本框 9"/>
          <p:cNvSpPr txBox="1"/>
          <p:nvPr>
            <p:custDataLst>
              <p:tags r:id="rId8"/>
            </p:custDataLst>
          </p:nvPr>
        </p:nvSpPr>
        <p:spPr>
          <a:xfrm>
            <a:off x="695325" y="3093144"/>
            <a:ext cx="744817" cy="1551520"/>
          </a:xfrm>
          <a:prstGeom prst="rect">
            <a:avLst/>
          </a:prstGeom>
          <a:noFill/>
        </p:spPr>
        <p:txBody>
          <a:bodyPr wrap="none" lIns="0" tIns="36195" rIns="0" bIns="0" rtlCol="0" anchor="ctr" anchorCtr="0">
            <a:noAutofit/>
          </a:bodyPr>
          <a:p>
            <a:pPr lvl="0" algn="l">
              <a:buClrTx/>
              <a:buSzTx/>
              <a:buFontTx/>
            </a:pPr>
            <a:r>
              <a:rPr lang="en-US" altLang="zh-CN" sz="3500" b="1" dirty="0">
                <a:gradFill>
                  <a:gsLst>
                    <a:gs pos="0">
                      <a:schemeClr val="accent2">
                        <a:alpha val="100000"/>
                      </a:schemeClr>
                    </a:gs>
                    <a:gs pos="100000">
                      <a:schemeClr val="accent2">
                        <a:alpha val="70000"/>
                      </a:schemeClr>
                    </a:gs>
                  </a:gsLst>
                  <a:lin ang="5400000" scaled="0"/>
                </a:gradFill>
                <a:latin typeface="+mj-lt"/>
                <a:ea typeface="+mj-lt"/>
                <a:sym typeface="+mn-ea"/>
              </a:rPr>
              <a:t>02</a:t>
            </a:r>
            <a:endParaRPr lang="en-US" altLang="zh-CN" sz="3500" b="1" dirty="0">
              <a:gradFill>
                <a:gsLst>
                  <a:gs pos="0">
                    <a:schemeClr val="accent2">
                      <a:alpha val="100000"/>
                    </a:schemeClr>
                  </a:gs>
                  <a:gs pos="100000">
                    <a:schemeClr val="accent2">
                      <a:alpha val="70000"/>
                    </a:schemeClr>
                  </a:gs>
                </a:gsLst>
                <a:lin ang="5400000" scaled="0"/>
              </a:gradFill>
              <a:latin typeface="+mj-lt"/>
              <a:ea typeface="+mj-lt"/>
              <a:sym typeface="+mn-ea"/>
            </a:endParaRPr>
          </a:p>
        </p:txBody>
      </p:sp>
      <p:sp>
        <p:nvSpPr>
          <p:cNvPr id="11" name="文本框 10"/>
          <p:cNvSpPr txBox="1"/>
          <p:nvPr>
            <p:custDataLst>
              <p:tags r:id="rId9"/>
            </p:custDataLst>
          </p:nvPr>
        </p:nvSpPr>
        <p:spPr>
          <a:xfrm>
            <a:off x="695325" y="4644369"/>
            <a:ext cx="744817" cy="1551520"/>
          </a:xfrm>
          <a:prstGeom prst="rect">
            <a:avLst/>
          </a:prstGeom>
          <a:noFill/>
        </p:spPr>
        <p:txBody>
          <a:bodyPr wrap="none" lIns="0" tIns="36195" rIns="0" bIns="0" rtlCol="0" anchor="ctr" anchorCtr="0">
            <a:noAutofit/>
          </a:bodyPr>
          <a:p>
            <a:pPr lvl="0" algn="l">
              <a:buClrTx/>
              <a:buSzTx/>
              <a:buFontTx/>
            </a:pPr>
            <a:r>
              <a:rPr lang="en-US" altLang="zh-CN" sz="3500" b="1" dirty="0">
                <a:gradFill>
                  <a:gsLst>
                    <a:gs pos="0">
                      <a:schemeClr val="accent3">
                        <a:alpha val="100000"/>
                      </a:schemeClr>
                    </a:gs>
                    <a:gs pos="100000">
                      <a:schemeClr val="accent3">
                        <a:alpha val="70000"/>
                      </a:schemeClr>
                    </a:gs>
                  </a:gsLst>
                  <a:lin ang="5400000" scaled="0"/>
                </a:gradFill>
                <a:latin typeface="+mj-lt"/>
                <a:ea typeface="+mj-lt"/>
                <a:sym typeface="+mn-ea"/>
              </a:rPr>
              <a:t>03</a:t>
            </a:r>
            <a:endParaRPr lang="en-US" altLang="zh-CN" sz="3500" b="1" dirty="0">
              <a:gradFill>
                <a:gsLst>
                  <a:gs pos="0">
                    <a:schemeClr val="accent3">
                      <a:alpha val="100000"/>
                    </a:schemeClr>
                  </a:gs>
                  <a:gs pos="100000">
                    <a:schemeClr val="accent3">
                      <a:alpha val="70000"/>
                    </a:schemeClr>
                  </a:gs>
                </a:gsLst>
                <a:lin ang="5400000" scaled="0"/>
              </a:gradFill>
              <a:latin typeface="+mj-lt"/>
              <a:ea typeface="+mj-lt"/>
              <a:sym typeface="+mn-ea"/>
            </a:endParaRPr>
          </a:p>
        </p:txBody>
      </p:sp>
    </p:spTree>
    <p:custDataLst>
      <p:tags r:id="rId10"/>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4255770" y="5191760"/>
            <a:ext cx="7102475" cy="1393825"/>
          </a:xfrm>
          <a:effectLst/>
        </p:spPr>
        <p:txBody>
          <a:bodyPr vert="horz" wrap="square" lIns="0" tIns="0" rIns="0" bIns="0" rtlCol="0" anchor="t" anchorCtr="0">
            <a:normAutofit fontScale="90000"/>
          </a:bodyPr>
          <a:lstStyle/>
          <a:p>
            <a:pPr marL="720090" lvl="0" indent="0" algn="l" fontAlgn="auto">
              <a:lnSpc>
                <a:spcPct val="200000"/>
              </a:lnSpc>
              <a:buClrTx/>
              <a:buSzTx/>
              <a:buFontTx/>
            </a:pPr>
            <a:r>
              <a:rPr lang="zh-CN" altLang="en-US" sz="5335">
                <a:solidFill>
                  <a:schemeClr val="tx1">
                    <a:lumMod val="85000"/>
                    <a:lumOff val="15000"/>
                    <a:alpha val="80000"/>
                  </a:schemeClr>
                </a:solidFill>
                <a:effectLst/>
                <a:latin typeface="+mj-ea"/>
                <a:sym typeface="+mn-ea"/>
              </a:rPr>
              <a:t>总结</a:t>
            </a:r>
            <a:endParaRPr lang="zh-CN" altLang="en-US" sz="5335">
              <a:solidFill>
                <a:schemeClr val="tx1">
                  <a:lumMod val="85000"/>
                  <a:lumOff val="15000"/>
                  <a:alpha val="80000"/>
                </a:schemeClr>
              </a:solidFill>
              <a:effectLst/>
              <a:latin typeface="+mj-ea"/>
              <a:sym typeface="+mn-ea"/>
            </a:endParaRPr>
          </a:p>
        </p:txBody>
      </p:sp>
      <p:sp>
        <p:nvSpPr>
          <p:cNvPr id="11" name="文本框 10"/>
          <p:cNvSpPr txBox="1"/>
          <p:nvPr>
            <p:custDataLst>
              <p:tags r:id="rId3"/>
            </p:custDataLst>
          </p:nvPr>
        </p:nvSpPr>
        <p:spPr>
          <a:xfrm>
            <a:off x="1677035" y="321310"/>
            <a:ext cx="9476740" cy="4162425"/>
          </a:xfrm>
          <a:prstGeom prst="rect">
            <a:avLst/>
          </a:prstGeom>
          <a:noFill/>
        </p:spPr>
        <p:txBody>
          <a:bodyPr wrap="square" tIns="36195" bIns="323850" rtlCol="0" anchor="t" anchorCtr="0">
            <a:noAutofit/>
          </a:bodyPr>
          <a:lstStyle/>
          <a:p>
            <a:pPr marL="720090" indent="0" algn="just" fontAlgn="auto">
              <a:lnSpc>
                <a:spcPct val="150000"/>
              </a:lnSpc>
              <a:spcBef>
                <a:spcPct val="0"/>
              </a:spcBef>
              <a:spcAft>
                <a:spcPct val="0"/>
              </a:spcAft>
              <a:buNone/>
            </a:pPr>
            <a:r>
              <a:rPr lang="en-US" altLang="zh-CN" sz="2800" spc="100">
                <a:ln>
                  <a:noFill/>
                  <a:prstDash val="sysDot"/>
                </a:ln>
                <a:solidFill>
                  <a:schemeClr val="lt1"/>
                </a:solidFill>
                <a:effectLst/>
                <a:uFillTx/>
                <a:latin typeface="+mn-ea"/>
                <a:cs typeface="+mn-ea"/>
                <a:sym typeface="+mn-ea"/>
              </a:rPr>
              <a:t> </a:t>
            </a:r>
            <a:r>
              <a:rPr lang="en-US" altLang="zh-CN" sz="2400" spc="100">
                <a:ln>
                  <a:noFill/>
                  <a:prstDash val="sysDot"/>
                </a:ln>
                <a:solidFill>
                  <a:schemeClr val="lt1"/>
                </a:solidFill>
                <a:effectLst/>
                <a:uFillTx/>
                <a:latin typeface="+mn-ea"/>
                <a:cs typeface="+mn-ea"/>
                <a:sym typeface="+mn-ea"/>
              </a:rPr>
              <a:t> </a:t>
            </a:r>
            <a:r>
              <a:rPr lang="en-US" altLang="zh-CN" sz="2400" b="1" spc="100">
                <a:ln>
                  <a:noFill/>
                  <a:prstDash val="sysDot"/>
                </a:ln>
                <a:solidFill>
                  <a:schemeClr val="lt1"/>
                </a:solidFill>
                <a:effectLst/>
                <a:uFillTx/>
                <a:latin typeface="+mn-ea"/>
                <a:cs typeface="+mn-ea"/>
                <a:sym typeface="+mn-ea"/>
              </a:rPr>
              <a:t>   </a:t>
            </a:r>
            <a:r>
              <a:rPr lang="zh-CN" altLang="en-US" sz="2400" b="1" spc="100">
                <a:ln>
                  <a:noFill/>
                  <a:prstDash val="sysDot"/>
                </a:ln>
                <a:solidFill>
                  <a:schemeClr val="lt1"/>
                </a:solidFill>
                <a:effectLst/>
                <a:uFillTx/>
                <a:latin typeface="+mn-ea"/>
                <a:cs typeface="+mn-ea"/>
                <a:sym typeface="+mn-ea"/>
              </a:rPr>
              <a:t>我国倾向于基本权利间接效力理论。</a:t>
            </a:r>
            <a:endParaRPr lang="zh-CN" altLang="en-US" sz="2400" b="1" spc="100">
              <a:ln>
                <a:noFill/>
                <a:prstDash val="sysDot"/>
              </a:ln>
              <a:solidFill>
                <a:schemeClr val="lt1"/>
              </a:solidFill>
              <a:effectLst/>
              <a:uFillTx/>
              <a:latin typeface="+mn-ea"/>
              <a:cs typeface="+mn-ea"/>
              <a:sym typeface="+mn-ea"/>
            </a:endParaRPr>
          </a:p>
          <a:p>
            <a:pPr marL="720090" indent="0" algn="just" fontAlgn="auto">
              <a:lnSpc>
                <a:spcPct val="150000"/>
              </a:lnSpc>
              <a:spcBef>
                <a:spcPct val="0"/>
              </a:spcBef>
              <a:spcAft>
                <a:spcPct val="0"/>
              </a:spcAft>
              <a:buNone/>
            </a:pPr>
            <a:r>
              <a:rPr lang="zh-CN" altLang="en-US" sz="2400" b="1" spc="100">
                <a:ln>
                  <a:noFill/>
                  <a:prstDash val="sysDot"/>
                </a:ln>
                <a:solidFill>
                  <a:schemeClr val="lt1"/>
                </a:solidFill>
                <a:effectLst/>
                <a:uFillTx/>
                <a:latin typeface="+mn-ea"/>
                <a:cs typeface="+mn-ea"/>
                <a:sym typeface="+mn-ea"/>
              </a:rPr>
              <a:t> </a:t>
            </a:r>
            <a:r>
              <a:rPr lang="en-US" altLang="zh-CN" sz="2400" b="1" spc="100">
                <a:ln>
                  <a:noFill/>
                  <a:prstDash val="sysDot"/>
                </a:ln>
                <a:solidFill>
                  <a:schemeClr val="lt1"/>
                </a:solidFill>
                <a:effectLst/>
                <a:uFillTx/>
                <a:latin typeface="+mn-ea"/>
                <a:cs typeface="+mn-ea"/>
                <a:sym typeface="+mn-ea"/>
              </a:rPr>
              <a:t>    </a:t>
            </a:r>
            <a:r>
              <a:rPr lang="zh-CN" altLang="en-US" sz="2400" spc="100">
                <a:ln>
                  <a:noFill/>
                  <a:prstDash val="sysDot"/>
                </a:ln>
                <a:solidFill>
                  <a:schemeClr val="lt1"/>
                </a:solidFill>
                <a:effectLst/>
                <a:uFillTx/>
                <a:latin typeface="+mn-ea"/>
                <a:cs typeface="+mn-ea"/>
                <a:sym typeface="+mn-ea"/>
              </a:rPr>
              <a:t>如果完全按照私法自治原则，将无法确保势单力薄的个人的基本权利不受强大的私人组织的侵犯。</a:t>
            </a:r>
            <a:r>
              <a:rPr lang="zh-CN" altLang="en-US" sz="2400" b="1" spc="100">
                <a:ln>
                  <a:noFill/>
                  <a:prstDash val="sysDot"/>
                </a:ln>
                <a:solidFill>
                  <a:schemeClr val="lt1"/>
                </a:solidFill>
                <a:effectLst/>
                <a:uFillTx/>
                <a:latin typeface="+mn-ea"/>
                <a:cs typeface="+mn-ea"/>
                <a:sym typeface="+mn-ea"/>
              </a:rPr>
              <a:t>但如果全面承认基本权利规范对私法领域的效力，使基本权利规范所调整的范围无限泛化，</a:t>
            </a:r>
            <a:r>
              <a:rPr lang="zh-CN" altLang="en-US" sz="2400" spc="100">
                <a:ln>
                  <a:noFill/>
                  <a:prstDash val="sysDot"/>
                </a:ln>
                <a:solidFill>
                  <a:schemeClr val="lt1"/>
                </a:solidFill>
                <a:effectLst/>
                <a:uFillTx/>
                <a:latin typeface="+mn-ea"/>
                <a:cs typeface="+mn-ea"/>
                <a:sym typeface="+mn-ea"/>
              </a:rPr>
              <a:t>国家公权力无限制地深入私人领域，则可能导致</a:t>
            </a:r>
            <a:r>
              <a:rPr lang="en-US" altLang="zh-CN" sz="2400" spc="100">
                <a:ln>
                  <a:noFill/>
                  <a:prstDash val="sysDot"/>
                </a:ln>
                <a:solidFill>
                  <a:schemeClr val="lt1"/>
                </a:solidFill>
                <a:effectLst/>
                <a:uFillTx/>
                <a:latin typeface="+mn-ea"/>
                <a:cs typeface="+mn-ea"/>
                <a:sym typeface="+mn-ea"/>
              </a:rPr>
              <a:t>“</a:t>
            </a:r>
            <a:r>
              <a:rPr lang="zh-CN" altLang="en-US" sz="2400" spc="100">
                <a:ln>
                  <a:noFill/>
                  <a:prstDash val="sysDot"/>
                </a:ln>
                <a:solidFill>
                  <a:schemeClr val="lt1"/>
                </a:solidFill>
                <a:effectLst/>
                <a:uFillTx/>
                <a:latin typeface="+mn-ea"/>
                <a:cs typeface="+mn-ea"/>
                <a:sym typeface="+mn-ea"/>
              </a:rPr>
              <a:t>个人与国家的二元对峙结构</a:t>
            </a:r>
            <a:r>
              <a:rPr lang="en-US" altLang="zh-CN" sz="2400" spc="100">
                <a:ln>
                  <a:noFill/>
                  <a:prstDash val="sysDot"/>
                </a:ln>
                <a:solidFill>
                  <a:schemeClr val="lt1"/>
                </a:solidFill>
                <a:effectLst/>
                <a:uFillTx/>
                <a:latin typeface="+mn-ea"/>
                <a:cs typeface="+mn-ea"/>
                <a:sym typeface="+mn-ea"/>
              </a:rPr>
              <a:t>”</a:t>
            </a:r>
            <a:r>
              <a:rPr lang="zh-CN" altLang="en-US" sz="2400" spc="100">
                <a:ln>
                  <a:noFill/>
                  <a:prstDash val="sysDot"/>
                </a:ln>
                <a:solidFill>
                  <a:schemeClr val="lt1"/>
                </a:solidFill>
                <a:effectLst/>
                <a:uFillTx/>
                <a:latin typeface="+mn-ea"/>
                <a:cs typeface="+mn-ea"/>
                <a:sym typeface="+mn-ea"/>
              </a:rPr>
              <a:t>的相对化。这不仅会背离近代以来立宪主义的根本精神，也会导致宪法与普通法律界限的模糊。</a:t>
            </a:r>
            <a:endParaRPr lang="zh-CN" altLang="en-US" sz="24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normAutofit fontScale="90000"/>
          </a:bodyPr>
          <a:lstStyle/>
          <a:p>
            <a:r>
              <a:rPr lang="zh-CN" altLang="en-US" sz="3110"/>
              <a:t>关于基本权利规范的效力范围，根据现代宪法学理论及相关实践，下列哪一说法是正确的？</a:t>
            </a:r>
            <a:endParaRPr lang="zh-CN" altLang="en-US" sz="3110"/>
          </a:p>
        </p:txBody>
      </p:sp>
      <p:cxnSp>
        <p:nvCxnSpPr>
          <p:cNvPr id="60" name="直接连接符 59"/>
          <p:cNvCxnSpPr/>
          <p:nvPr>
            <p:custDataLst>
              <p:tags r:id="rId2"/>
            </p:custDataLst>
          </p:nvPr>
        </p:nvCxnSpPr>
        <p:spPr>
          <a:xfrm>
            <a:off x="695325" y="2353695"/>
            <a:ext cx="10799365" cy="0"/>
          </a:xfrm>
          <a:prstGeom prst="line">
            <a:avLst/>
          </a:prstGeom>
          <a:solidFill>
            <a:schemeClr val="lt1">
              <a:lumMod val="100000"/>
              <a:alpha val="0"/>
            </a:schemeClr>
          </a:solidFill>
          <a:ln w="10160">
            <a:solidFill>
              <a:schemeClr val="accent2">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cxnSp>
      <p:sp>
        <p:nvSpPr>
          <p:cNvPr id="2" name="文本框 11"/>
          <p:cNvSpPr txBox="1"/>
          <p:nvPr>
            <p:custDataLst>
              <p:tags r:id="rId3"/>
            </p:custDataLst>
          </p:nvPr>
        </p:nvSpPr>
        <p:spPr>
          <a:xfrm>
            <a:off x="1334732" y="1199333"/>
            <a:ext cx="10161308" cy="1154362"/>
          </a:xfrm>
          <a:prstGeom prst="rect">
            <a:avLst/>
          </a:prstGeom>
          <a:noFill/>
        </p:spPr>
        <p:txBody>
          <a:bodyPr wrap="square" lIns="0" tIns="0" rIns="0" bIns="71755" rtlCol="0" anchor="ctr" anchorCtr="0">
            <a:noAutofit/>
          </a:bodyPr>
          <a:p>
            <a:pPr lvl="0" algn="l">
              <a:lnSpc>
                <a:spcPct val="150000"/>
              </a:lnSpc>
              <a:spcAft>
                <a:spcPts val="0"/>
              </a:spcAft>
              <a:buClrTx/>
              <a:buSzTx/>
              <a:buFontTx/>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基本权利从其产生伊始，就是为调整公民与国家以及公民与公民之间的法律关系而设，其效力自然及于私人领域。</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13"/>
          <p:cNvSpPr txBox="1"/>
          <p:nvPr>
            <p:custDataLst>
              <p:tags r:id="rId4"/>
            </p:custDataLst>
          </p:nvPr>
        </p:nvSpPr>
        <p:spPr>
          <a:xfrm>
            <a:off x="1308735" y="2381250"/>
            <a:ext cx="10186035" cy="1487170"/>
          </a:xfrm>
          <a:prstGeom prst="rect">
            <a:avLst/>
          </a:prstGeom>
          <a:noFill/>
        </p:spPr>
        <p:txBody>
          <a:bodyPr wrap="square" lIns="0" tIns="0" rIns="0" bIns="71755" rtlCol="0" anchor="ctr" anchorCtr="0">
            <a:noAutofit/>
          </a:bodyPr>
          <a:p>
            <a:pPr lvl="0" algn="l">
              <a:lnSpc>
                <a:spcPct val="150000"/>
              </a:lnSpc>
              <a:spcAft>
                <a:spcPts val="0"/>
              </a:spcAft>
              <a:buClrTx/>
              <a:buSzTx/>
              <a:buFontTx/>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“间接效力说”主张，基本权利规范不能直接适用于私人关系，而是通过私法中的概括条款或公共利益原则发生放射效力，由法官在解释和适用私法时予以体现。</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14"/>
          <p:cNvSpPr txBox="1"/>
          <p:nvPr>
            <p:custDataLst>
              <p:tags r:id="rId5"/>
            </p:custDataLst>
          </p:nvPr>
        </p:nvSpPr>
        <p:spPr>
          <a:xfrm>
            <a:off x="1333462" y="3868103"/>
            <a:ext cx="10161308" cy="1154362"/>
          </a:xfrm>
          <a:prstGeom prst="rect">
            <a:avLst/>
          </a:prstGeom>
          <a:noFill/>
        </p:spPr>
        <p:txBody>
          <a:bodyPr wrap="square" lIns="0" tIns="0" rIns="0" bIns="71755" rtlCol="0" anchor="ctr" anchorCtr="0">
            <a:noAutofit/>
          </a:bodyPr>
          <a:p>
            <a:pPr lvl="0" algn="l">
              <a:lnSpc>
                <a:spcPct val="150000"/>
              </a:lnSpc>
              <a:spcAft>
                <a:spcPts val="0"/>
              </a:spcAft>
              <a:buClrTx/>
              <a:buSzTx/>
              <a:buFontTx/>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为充分保障公民权利，现代宪法理论普遍认为，所有基本权利规范都应具有直接对抗其他私人的效力，即“直接效力说”已成为主流。</a:t>
            </a:r>
            <a:endPar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15"/>
          <p:cNvSpPr txBox="1"/>
          <p:nvPr>
            <p:custDataLst>
              <p:tags r:id="rId6"/>
            </p:custDataLst>
          </p:nvPr>
        </p:nvSpPr>
        <p:spPr>
          <a:xfrm>
            <a:off x="1333462" y="5023100"/>
            <a:ext cx="10161308" cy="1154362"/>
          </a:xfrm>
          <a:prstGeom prst="rect">
            <a:avLst/>
          </a:prstGeom>
          <a:noFill/>
        </p:spPr>
        <p:txBody>
          <a:bodyPr wrap="square" lIns="0" tIns="0" rIns="0" bIns="71755" rtlCol="0" anchor="ctr" anchorCtr="0">
            <a:noAutofit/>
          </a:bodyPr>
          <a:p>
            <a:pPr lvl="0" algn="l">
              <a:lnSpc>
                <a:spcPct val="150000"/>
              </a:lnSpc>
              <a:spcAft>
                <a:spcPts val="0"/>
              </a:spcAft>
              <a:buClrTx/>
              <a:buSzTx/>
              <a:buFontTx/>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我国宪法实践明确采纳了基本权利的“第三人效力”理论，并通过司法判决广泛地将宪法基本权利条款直接适用于民事案件</a:t>
            </a:r>
            <a:r>
              <a:rPr lang="zh-CN" altLang="en-US" sz="1400" dirty="0">
                <a:solidFill>
                  <a:schemeClr val="tx1">
                    <a:lumMod val="85000"/>
                    <a:lumOff val="15000"/>
                  </a:schemeClr>
                </a:solidFill>
                <a:sym typeface="+mn-ea"/>
              </a:rPr>
              <a:t>。</a:t>
            </a:r>
            <a:endParaRPr lang="zh-CN" altLang="en-US" sz="1400" dirty="0">
              <a:solidFill>
                <a:schemeClr val="tx1">
                  <a:lumMod val="85000"/>
                  <a:lumOff val="15000"/>
                </a:schemeClr>
              </a:solidFill>
              <a:sym typeface="+mn-ea"/>
            </a:endParaRPr>
          </a:p>
        </p:txBody>
      </p:sp>
      <p:cxnSp>
        <p:nvCxnSpPr>
          <p:cNvPr id="6" name="直接连接符 16"/>
          <p:cNvCxnSpPr/>
          <p:nvPr>
            <p:custDataLst>
              <p:tags r:id="rId7"/>
            </p:custDataLst>
          </p:nvPr>
        </p:nvCxnSpPr>
        <p:spPr>
          <a:xfrm>
            <a:off x="695960" y="3868103"/>
            <a:ext cx="10799365" cy="0"/>
          </a:xfrm>
          <a:prstGeom prst="line">
            <a:avLst/>
          </a:prstGeom>
          <a:solidFill>
            <a:schemeClr val="lt1">
              <a:lumMod val="100000"/>
              <a:alpha val="0"/>
            </a:schemeClr>
          </a:solidFill>
          <a:ln w="10160">
            <a:solidFill>
              <a:schemeClr val="accent3">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cxnSp>
      <p:cxnSp>
        <p:nvCxnSpPr>
          <p:cNvPr id="7" name="直接连接符 17"/>
          <p:cNvCxnSpPr/>
          <p:nvPr>
            <p:custDataLst>
              <p:tags r:id="rId8"/>
            </p:custDataLst>
          </p:nvPr>
        </p:nvCxnSpPr>
        <p:spPr>
          <a:xfrm>
            <a:off x="695960" y="5022465"/>
            <a:ext cx="10799365" cy="0"/>
          </a:xfrm>
          <a:prstGeom prst="line">
            <a:avLst/>
          </a:prstGeom>
          <a:solidFill>
            <a:schemeClr val="lt1">
              <a:lumMod val="100000"/>
              <a:alpha val="0"/>
            </a:schemeClr>
          </a:solidFill>
          <a:ln w="10160">
            <a:solidFill>
              <a:schemeClr val="accent4">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cxnSp>
      <p:sp>
        <p:nvSpPr>
          <p:cNvPr id="8" name="文本框 20"/>
          <p:cNvSpPr txBox="1"/>
          <p:nvPr>
            <p:custDataLst>
              <p:tags r:id="rId9"/>
            </p:custDataLst>
          </p:nvPr>
        </p:nvSpPr>
        <p:spPr>
          <a:xfrm>
            <a:off x="695325" y="5022465"/>
            <a:ext cx="638137" cy="1155632"/>
          </a:xfrm>
          <a:prstGeom prst="rect">
            <a:avLst/>
          </a:prstGeom>
          <a:noFill/>
        </p:spPr>
        <p:txBody>
          <a:bodyPr wrap="none" lIns="0" tIns="36195" rIns="0" bIns="0" rtlCol="0" anchor="ctr" anchorCtr="0">
            <a:noAutofit/>
          </a:bodyPr>
          <a:p>
            <a:pPr lvl="0" algn="l">
              <a:buClrTx/>
              <a:buSzTx/>
              <a:buFontTx/>
            </a:pPr>
            <a:r>
              <a:rPr lang="en-US" altLang="zh-CN" sz="3000" b="1" dirty="0">
                <a:gradFill>
                  <a:gsLst>
                    <a:gs pos="0">
                      <a:schemeClr val="accent4">
                        <a:alpha val="100000"/>
                      </a:schemeClr>
                    </a:gs>
                    <a:gs pos="100000">
                      <a:schemeClr val="accent4">
                        <a:alpha val="70000"/>
                      </a:schemeClr>
                    </a:gs>
                  </a:gsLst>
                  <a:lin ang="5400000" scaled="0"/>
                </a:gradFill>
                <a:latin typeface="+mj-lt"/>
                <a:ea typeface="+mj-lt"/>
                <a:sym typeface="+mn-ea"/>
              </a:rPr>
              <a:t>D</a:t>
            </a:r>
            <a:endParaRPr lang="en-US" altLang="zh-CN" sz="3000" b="1" dirty="0">
              <a:gradFill>
                <a:gsLst>
                  <a:gs pos="0">
                    <a:schemeClr val="accent4">
                      <a:alpha val="100000"/>
                    </a:schemeClr>
                  </a:gs>
                  <a:gs pos="100000">
                    <a:schemeClr val="accent4">
                      <a:alpha val="70000"/>
                    </a:schemeClr>
                  </a:gs>
                </a:gsLst>
                <a:lin ang="5400000" scaled="0"/>
              </a:gradFill>
              <a:latin typeface="+mj-lt"/>
              <a:ea typeface="+mj-lt"/>
              <a:sym typeface="+mn-ea"/>
            </a:endParaRPr>
          </a:p>
        </p:txBody>
      </p:sp>
      <p:sp>
        <p:nvSpPr>
          <p:cNvPr id="9" name="文本框 21"/>
          <p:cNvSpPr txBox="1"/>
          <p:nvPr>
            <p:custDataLst>
              <p:tags r:id="rId10"/>
            </p:custDataLst>
          </p:nvPr>
        </p:nvSpPr>
        <p:spPr>
          <a:xfrm>
            <a:off x="695325" y="3866833"/>
            <a:ext cx="638137" cy="1155632"/>
          </a:xfrm>
          <a:prstGeom prst="rect">
            <a:avLst/>
          </a:prstGeom>
          <a:noFill/>
        </p:spPr>
        <p:txBody>
          <a:bodyPr wrap="none" lIns="0" tIns="36195" rIns="0" bIns="0" rtlCol="0" anchor="ctr" anchorCtr="0">
            <a:noAutofit/>
          </a:bodyPr>
          <a:p>
            <a:pPr lvl="0" algn="l">
              <a:buClrTx/>
              <a:buSzTx/>
              <a:buFontTx/>
            </a:pPr>
            <a:r>
              <a:rPr lang="en-US" altLang="zh-CN" sz="3000" b="1" dirty="0">
                <a:gradFill>
                  <a:gsLst>
                    <a:gs pos="0">
                      <a:schemeClr val="accent3">
                        <a:alpha val="100000"/>
                      </a:schemeClr>
                    </a:gs>
                    <a:gs pos="100000">
                      <a:schemeClr val="accent3">
                        <a:alpha val="70000"/>
                      </a:schemeClr>
                    </a:gs>
                  </a:gsLst>
                  <a:lin ang="5400000" scaled="0"/>
                </a:gradFill>
                <a:latin typeface="+mj-lt"/>
                <a:ea typeface="+mj-lt"/>
                <a:sym typeface="+mn-ea"/>
              </a:rPr>
              <a:t>C</a:t>
            </a:r>
            <a:endParaRPr lang="en-US" altLang="zh-CN" sz="3000" b="1" dirty="0">
              <a:gradFill>
                <a:gsLst>
                  <a:gs pos="0">
                    <a:schemeClr val="accent3">
                      <a:alpha val="100000"/>
                    </a:schemeClr>
                  </a:gs>
                  <a:gs pos="100000">
                    <a:schemeClr val="accent3">
                      <a:alpha val="70000"/>
                    </a:schemeClr>
                  </a:gs>
                </a:gsLst>
                <a:lin ang="5400000" scaled="0"/>
              </a:gradFill>
              <a:latin typeface="+mj-lt"/>
              <a:ea typeface="+mj-lt"/>
              <a:sym typeface="+mn-ea"/>
            </a:endParaRPr>
          </a:p>
        </p:txBody>
      </p:sp>
      <p:sp>
        <p:nvSpPr>
          <p:cNvPr id="10" name="文本框 22"/>
          <p:cNvSpPr txBox="1"/>
          <p:nvPr>
            <p:custDataLst>
              <p:tags r:id="rId11"/>
            </p:custDataLst>
          </p:nvPr>
        </p:nvSpPr>
        <p:spPr>
          <a:xfrm>
            <a:off x="695325" y="2473075"/>
            <a:ext cx="638137" cy="1155632"/>
          </a:xfrm>
          <a:prstGeom prst="rect">
            <a:avLst/>
          </a:prstGeom>
          <a:noFill/>
        </p:spPr>
        <p:txBody>
          <a:bodyPr wrap="none" lIns="0" tIns="36195" rIns="0" bIns="0" rtlCol="0" anchor="ctr" anchorCtr="0">
            <a:noAutofit/>
          </a:bodyPr>
          <a:p>
            <a:pPr lvl="0" algn="l">
              <a:buClrTx/>
              <a:buSzTx/>
              <a:buFontTx/>
            </a:pPr>
            <a:r>
              <a:rPr lang="en-US" altLang="zh-CN" sz="3000" b="1" dirty="0">
                <a:gradFill>
                  <a:gsLst>
                    <a:gs pos="0">
                      <a:schemeClr val="accent2">
                        <a:alpha val="100000"/>
                      </a:schemeClr>
                    </a:gs>
                    <a:gs pos="100000">
                      <a:schemeClr val="accent2">
                        <a:alpha val="70000"/>
                      </a:schemeClr>
                    </a:gs>
                  </a:gsLst>
                  <a:lin ang="5400000" scaled="0"/>
                </a:gradFill>
                <a:latin typeface="+mj-lt"/>
                <a:ea typeface="+mj-lt"/>
                <a:sym typeface="+mn-ea"/>
              </a:rPr>
              <a:t>B</a:t>
            </a:r>
            <a:endParaRPr lang="en-US" altLang="zh-CN" sz="3000" b="1" dirty="0">
              <a:gradFill>
                <a:gsLst>
                  <a:gs pos="0">
                    <a:schemeClr val="accent2">
                      <a:alpha val="100000"/>
                    </a:schemeClr>
                  </a:gs>
                  <a:gs pos="100000">
                    <a:schemeClr val="accent2">
                      <a:alpha val="70000"/>
                    </a:schemeClr>
                  </a:gs>
                </a:gsLst>
                <a:lin ang="5400000" scaled="0"/>
              </a:gradFill>
              <a:latin typeface="+mj-lt"/>
              <a:ea typeface="+mj-lt"/>
              <a:sym typeface="+mn-ea"/>
            </a:endParaRPr>
          </a:p>
        </p:txBody>
      </p:sp>
      <p:sp>
        <p:nvSpPr>
          <p:cNvPr id="11" name="文本框 23"/>
          <p:cNvSpPr txBox="1"/>
          <p:nvPr>
            <p:custDataLst>
              <p:tags r:id="rId12"/>
            </p:custDataLst>
          </p:nvPr>
        </p:nvSpPr>
        <p:spPr>
          <a:xfrm>
            <a:off x="695325" y="1319348"/>
            <a:ext cx="638137" cy="1155632"/>
          </a:xfrm>
          <a:prstGeom prst="rect">
            <a:avLst/>
          </a:prstGeom>
          <a:noFill/>
        </p:spPr>
        <p:txBody>
          <a:bodyPr wrap="none" lIns="0" tIns="36195" rIns="0" bIns="0" rtlCol="0" anchor="ctr" anchorCtr="0">
            <a:noAutofit/>
          </a:bodyPr>
          <a:p>
            <a:pPr lvl="0" algn="l">
              <a:buClrTx/>
              <a:buSzTx/>
              <a:buFontTx/>
            </a:pPr>
            <a:r>
              <a:rPr lang="en-US" altLang="zh-CN" sz="3000" b="1" dirty="0">
                <a:gradFill>
                  <a:gsLst>
                    <a:gs pos="0">
                      <a:schemeClr val="accent1">
                        <a:alpha val="100000"/>
                      </a:schemeClr>
                    </a:gs>
                    <a:gs pos="100000">
                      <a:schemeClr val="accent1">
                        <a:alpha val="70000"/>
                      </a:schemeClr>
                    </a:gs>
                  </a:gsLst>
                  <a:lin ang="5400000" scaled="0"/>
                </a:gradFill>
                <a:latin typeface="+mj-lt"/>
                <a:ea typeface="+mj-lt"/>
                <a:sym typeface="+mn-ea"/>
              </a:rPr>
              <a:t>A</a:t>
            </a:r>
            <a:endParaRPr lang="en-US" altLang="zh-CN" sz="3000" b="1" dirty="0">
              <a:gradFill>
                <a:gsLst>
                  <a:gs pos="0">
                    <a:schemeClr val="accent1">
                      <a:alpha val="100000"/>
                    </a:schemeClr>
                  </a:gs>
                  <a:gs pos="100000">
                    <a:schemeClr val="accent1">
                      <a:alpha val="70000"/>
                    </a:schemeClr>
                  </a:gs>
                </a:gsLst>
                <a:lin ang="5400000" scaled="0"/>
              </a:gradFill>
              <a:latin typeface="+mj-lt"/>
              <a:ea typeface="+mj-lt"/>
              <a:sym typeface="+mn-ea"/>
            </a:endParaRPr>
          </a:p>
        </p:txBody>
      </p:sp>
    </p:spTree>
    <p:custDataLst>
      <p:tags r:id="rId13"/>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304165" y="1553845"/>
            <a:ext cx="2264410" cy="2195830"/>
          </a:xfrm>
        </p:spPr>
        <p:txBody>
          <a:bodyPr anchor="b" anchorCtr="0">
            <a:normAutofit/>
          </a:bodyPr>
          <a:lstStyle/>
          <a:p>
            <a:pPr algn="ctr"/>
            <a:r>
              <a:rPr lang="zh-CN" altLang="en-US" sz="3555"/>
              <a:t>参考答案</a:t>
            </a:r>
            <a:endParaRPr lang="en-US" altLang="zh-CN" sz="3555"/>
          </a:p>
        </p:txBody>
      </p:sp>
      <p:sp>
        <p:nvSpPr>
          <p:cNvPr id="3" name="矩形 2"/>
          <p:cNvSpPr/>
          <p:nvPr>
            <p:custDataLst>
              <p:tags r:id="rId2"/>
            </p:custDataLst>
          </p:nvPr>
        </p:nvSpPr>
        <p:spPr>
          <a:xfrm>
            <a:off x="411480" y="4300855"/>
            <a:ext cx="2157095" cy="1250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pPr>
            <a:endParaRPr kumimoji="0" lang="zh-CN" altLang="en-US" sz="1800" b="0" i="0" u="none" strike="noStrike" kern="1200" cap="none" spc="0" normalizeH="0" baseline="0" noProof="1">
              <a:ln>
                <a:noFill/>
              </a:ln>
              <a:solidFill>
                <a:schemeClr val="tx1">
                  <a:lumMod val="85000"/>
                  <a:lumOff val="15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7" name="任意多边形 6"/>
          <p:cNvSpPr/>
          <p:nvPr>
            <p:custDataLst>
              <p:tags r:id="rId3"/>
            </p:custDataLst>
          </p:nvPr>
        </p:nvSpPr>
        <p:spPr>
          <a:xfrm>
            <a:off x="2567940" y="165735"/>
            <a:ext cx="8752205" cy="6205220"/>
          </a:xfrm>
          <a:custGeom>
            <a:avLst/>
            <a:gdLst>
              <a:gd name="connsiteX0" fmla="*/ 5 w 14004"/>
              <a:gd name="connsiteY0" fmla="*/ 1622 h 7822"/>
              <a:gd name="connsiteX1" fmla="*/ 0 w 14004"/>
              <a:gd name="connsiteY1" fmla="*/ 0 h 7822"/>
              <a:gd name="connsiteX2" fmla="*/ 14004 w 14004"/>
              <a:gd name="connsiteY2" fmla="*/ 0 h 7822"/>
              <a:gd name="connsiteX3" fmla="*/ 14004 w 14004"/>
              <a:gd name="connsiteY3" fmla="*/ 7822 h 7822"/>
              <a:gd name="connsiteX4" fmla="*/ 0 w 14004"/>
              <a:gd name="connsiteY4" fmla="*/ 7822 h 7822"/>
              <a:gd name="connsiteX5" fmla="*/ 5 w 14004"/>
              <a:gd name="connsiteY5" fmla="*/ 6212 h 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4" h="7822">
                <a:moveTo>
                  <a:pt x="5" y="1622"/>
                </a:moveTo>
                <a:lnTo>
                  <a:pt x="0" y="0"/>
                </a:lnTo>
                <a:lnTo>
                  <a:pt x="14004" y="0"/>
                </a:lnTo>
                <a:lnTo>
                  <a:pt x="14004" y="7822"/>
                </a:lnTo>
                <a:lnTo>
                  <a:pt x="0" y="7822"/>
                </a:lnTo>
                <a:lnTo>
                  <a:pt x="5" y="6212"/>
                </a:lnTo>
              </a:path>
            </a:pathLst>
          </a:custGeom>
          <a:noFill/>
          <a:ln w="19050">
            <a:solidFill>
              <a:schemeClr val="accent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2520000" anchor="ctr"/>
          <a:lstStyle/>
          <a:p>
            <a:pPr indent="0" algn="just" fontAlgn="auto">
              <a:lnSpc>
                <a:spcPct val="150000"/>
              </a:lnSpc>
            </a:pPr>
            <a:endParaRPr lang="zh-CN" altLang="en-US" kern="0" spc="0" dirty="0">
              <a:ln>
                <a:noFill/>
                <a:prstDash val="sysDot"/>
              </a:ln>
              <a:solidFill>
                <a:schemeClr val="tx1">
                  <a:lumMod val="85000"/>
                  <a:lumOff val="15000"/>
                </a:schemeClr>
              </a:solidFill>
              <a:latin typeface="+mn-ea"/>
              <a:ea typeface="+mn-ea"/>
              <a:sym typeface="+mn-ea"/>
            </a:endParaRPr>
          </a:p>
        </p:txBody>
      </p:sp>
      <p:sp>
        <p:nvSpPr>
          <p:cNvPr id="4" name="文本框 3"/>
          <p:cNvSpPr txBox="1"/>
          <p:nvPr>
            <p:custDataLst>
              <p:tags r:id="rId4"/>
            </p:custDataLst>
          </p:nvPr>
        </p:nvSpPr>
        <p:spPr>
          <a:xfrm>
            <a:off x="3148965" y="577215"/>
            <a:ext cx="7119620" cy="5534660"/>
          </a:xfrm>
          <a:prstGeom prst="rect">
            <a:avLst/>
          </a:prstGeom>
          <a:noFill/>
        </p:spPr>
        <p:txBody>
          <a:bodyPr wrap="square" rtlCol="0" anchor="ctr" anchorCtr="0">
            <a:noAutofit/>
          </a:bodyPr>
          <a:lstStyle/>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rPr>
              <a:t>      B</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选项正确。该选项准确地描述了</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间接效力说</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的核心内涵。间接效力说认为，宪法基本权利作为一种</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客观价值秩序</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，并不直接调整私人关系，而是通过影响和解释那些本就调整私人关系的普通法律（如民法中的公序良俗条款）</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来间接地发挥作用。这既保护了个人基本权利免受强势私人主体的侵害，又维护了私法自治的基本原则。</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marL="0" lvl="0" indent="0" fontAlgn="auto">
              <a:lnSpc>
                <a:spcPct val="15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0" y="8"/>
            <a:ext cx="4238368" cy="68579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3" name="矩形 12"/>
          <p:cNvSpPr/>
          <p:nvPr>
            <p:custDataLst>
              <p:tags r:id="rId2"/>
            </p:custDataLst>
          </p:nvPr>
        </p:nvSpPr>
        <p:spPr>
          <a:xfrm>
            <a:off x="4238365" y="717235"/>
            <a:ext cx="7953635" cy="5423523"/>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6" name="标题 5"/>
          <p:cNvSpPr>
            <a:spLocks noGrp="1"/>
          </p:cNvSpPr>
          <p:nvPr>
            <p:ph type="title"/>
            <p:custDataLst>
              <p:tags r:id="rId3"/>
            </p:custDataLst>
          </p:nvPr>
        </p:nvSpPr>
        <p:spPr>
          <a:xfrm>
            <a:off x="92710" y="2861310"/>
            <a:ext cx="4145915" cy="1037590"/>
          </a:xfrm>
        </p:spPr>
        <p:txBody>
          <a:bodyPr>
            <a:noAutofit/>
          </a:bodyPr>
          <a:lstStyle/>
          <a:p>
            <a:r>
              <a:rPr lang="zh-CN" altLang="en-US">
                <a:solidFill>
                  <a:schemeClr val="bg2"/>
                </a:solidFill>
                <a:latin typeface="微软雅黑" panose="020B0503020204020204" charset="-122"/>
                <a:ea typeface="微软雅黑" panose="020B0503020204020204" charset="-122"/>
                <a:cs typeface="微软雅黑" panose="020B0503020204020204" charset="-122"/>
                <a:sym typeface="+mn-ea"/>
              </a:rPr>
              <a:t>六、基本权利的保障和限制</a:t>
            </a:r>
            <a:endParaRPr lang="zh-CN" altLang="en-US">
              <a:solidFill>
                <a:schemeClr val="bg2"/>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custDataLst>
              <p:tags r:id="rId4"/>
            </p:custDataLst>
          </p:nvPr>
        </p:nvSpPr>
        <p:spPr>
          <a:xfrm>
            <a:off x="4391660" y="458470"/>
            <a:ext cx="7299325" cy="6290945"/>
          </a:xfrm>
          <a:prstGeom prst="rect">
            <a:avLst/>
          </a:prstGeom>
          <a:noFill/>
        </p:spPr>
        <p:txBody>
          <a:bodyPr wrap="square" rtlCol="0" anchor="ctr" anchorCtr="0">
            <a:noAutofit/>
          </a:bodyPr>
          <a:lstStyle/>
          <a:p>
            <a:pPr marL="342900" indent="-342900" algn="just" fontAlgn="auto">
              <a:lnSpc>
                <a:spcPct val="150000"/>
              </a:lnSpc>
              <a:spcAft>
                <a:spcPts val="1200"/>
              </a:spcAft>
              <a:buClr>
                <a:srgbClr val="A6A6A6"/>
              </a:buClr>
              <a:buFont typeface="Wingdings" panose="05000000000000000000" charset="0"/>
              <a:buChar char="l"/>
            </a:pPr>
            <a:r>
              <a:rPr lang="zh-CN" altLang="en-US" sz="2800" b="1">
                <a:solidFill>
                  <a:schemeClr val="tx1"/>
                </a:solidFill>
                <a:latin typeface="微软雅黑" panose="020B0503020204020204" charset="-122"/>
                <a:ea typeface="微软雅黑" panose="020B0503020204020204" charset="-122"/>
                <a:cs typeface="微软雅黑" panose="020B0503020204020204" charset="-122"/>
              </a:rPr>
              <a:t>（一）基本权利的保障</a:t>
            </a:r>
            <a:endParaRPr lang="zh-CN" altLang="en-US" sz="28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en-US" altLang="zh-CN" sz="2400" b="1">
                <a:solidFill>
                  <a:schemeClr val="tx1"/>
                </a:solidFill>
                <a:latin typeface="微软雅黑" panose="020B0503020204020204" charset="-122"/>
                <a:ea typeface="微软雅黑" panose="020B0503020204020204" charset="-122"/>
                <a:cs typeface="微软雅黑" panose="020B0503020204020204" charset="-122"/>
              </a:rPr>
              <a:t>     </a:t>
            </a:r>
            <a:r>
              <a:rPr lang="en-US" altLang="zh-CN" sz="2800" b="1">
                <a:solidFill>
                  <a:schemeClr val="tx1"/>
                </a:solidFill>
                <a:latin typeface="微软雅黑" panose="020B0503020204020204" charset="-122"/>
                <a:ea typeface="微软雅黑" panose="020B0503020204020204" charset="-122"/>
                <a:cs typeface="微软雅黑" panose="020B0503020204020204" charset="-122"/>
              </a:rPr>
              <a:t> 1.</a:t>
            </a:r>
            <a:r>
              <a:rPr lang="zh-CN" altLang="en-US" sz="2800" b="1">
                <a:solidFill>
                  <a:schemeClr val="tx1"/>
                </a:solidFill>
                <a:latin typeface="微软雅黑" panose="020B0503020204020204" charset="-122"/>
                <a:ea typeface="微软雅黑" panose="020B0503020204020204" charset="-122"/>
                <a:cs typeface="微软雅黑" panose="020B0503020204020204" charset="-122"/>
              </a:rPr>
              <a:t>基本权利的保障有三种含义：</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第一，国家的公权力对公民的某些基本权利（主要是各种自由权）予以充分认同和尊重，</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不得肆意侵害。</a:t>
            </a:r>
            <a:r>
              <a:rPr lang="zh-CN" altLang="en-US" sz="2400" b="1">
                <a:solidFill>
                  <a:schemeClr val="accent5"/>
                </a:solidFill>
                <a:latin typeface="微软雅黑" panose="020B0503020204020204" charset="-122"/>
                <a:ea typeface="微软雅黑" panose="020B0503020204020204" charset="-122"/>
                <a:cs typeface="微软雅黑" panose="020B0503020204020204" charset="-122"/>
              </a:rPr>
              <a:t>（不侵害）</a:t>
            </a:r>
            <a:endParaRPr lang="zh-CN" altLang="en-US" sz="2400" b="1">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第二，公权力不仅不加侵害，还应尽量</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使公民的某些基本权利（主要是社会权）得到实现。</a:t>
            </a:r>
            <a:r>
              <a:rPr lang="zh-CN" altLang="en-US" sz="2400" b="1">
                <a:solidFill>
                  <a:schemeClr val="accent5"/>
                </a:solidFill>
                <a:latin typeface="微软雅黑" panose="020B0503020204020204" charset="-122"/>
                <a:ea typeface="微软雅黑" panose="020B0503020204020204" charset="-122"/>
                <a:cs typeface="微软雅黑" panose="020B0503020204020204" charset="-122"/>
              </a:rPr>
              <a:t>（助实现）</a:t>
            </a:r>
            <a:endParaRPr lang="zh-CN" altLang="en-US" sz="2400">
              <a:solidFill>
                <a:schemeClr val="tx1"/>
              </a:solidFill>
              <a:latin typeface="微软雅黑" panose="020B0503020204020204" charset="-122"/>
              <a:ea typeface="微软雅黑" panose="020B0503020204020204" charset="-122"/>
              <a:cs typeface="微软雅黑" panose="020B0503020204020204" charset="-122"/>
            </a:endParaRPr>
          </a:p>
          <a:p>
            <a:pPr indent="0" algn="just" fontAlgn="auto">
              <a:lnSpc>
                <a:spcPct val="150000"/>
              </a:lnSpc>
              <a:spcAft>
                <a:spcPts val="1200"/>
              </a:spcAft>
              <a:buClr>
                <a:srgbClr val="A6A6A6"/>
              </a:buClr>
              <a:buFont typeface="Wingdings" panose="05000000000000000000" charset="0"/>
              <a:buNone/>
            </a:pPr>
            <a:r>
              <a:rPr lang="zh-CN" altLang="en-US" sz="240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第三，公民的基本权利一旦受到侵害，尤其是受到公权力的侵害，</a:t>
            </a:r>
            <a:r>
              <a:rPr lang="zh-CN" altLang="en-US" sz="2400" b="1">
                <a:solidFill>
                  <a:schemeClr val="tx1"/>
                </a:solidFill>
                <a:latin typeface="微软雅黑" panose="020B0503020204020204" charset="-122"/>
                <a:ea typeface="微软雅黑" panose="020B0503020204020204" charset="-122"/>
                <a:cs typeface="微软雅黑" panose="020B0503020204020204" charset="-122"/>
              </a:rPr>
              <a:t>可以得到切实有效的救济，</a:t>
            </a:r>
            <a:r>
              <a:rPr lang="zh-CN" altLang="en-US" sz="2400">
                <a:solidFill>
                  <a:schemeClr val="tx1"/>
                </a:solidFill>
                <a:latin typeface="微软雅黑" panose="020B0503020204020204" charset="-122"/>
                <a:ea typeface="微软雅黑" panose="020B0503020204020204" charset="-122"/>
                <a:cs typeface="微软雅黑" panose="020B0503020204020204" charset="-122"/>
              </a:rPr>
              <a:t>即国家应提供有效的基本权利救济机制。</a:t>
            </a:r>
            <a:r>
              <a:rPr lang="zh-CN" altLang="en-US" sz="2400" b="1">
                <a:solidFill>
                  <a:schemeClr val="accent5"/>
                </a:solidFill>
                <a:latin typeface="微软雅黑" panose="020B0503020204020204" charset="-122"/>
                <a:ea typeface="微软雅黑" panose="020B0503020204020204" charset="-122"/>
                <a:cs typeface="微软雅黑" panose="020B0503020204020204" charset="-122"/>
              </a:rPr>
              <a:t>（提救济）</a:t>
            </a:r>
            <a:endParaRPr lang="zh-CN" altLang="en-US" sz="2400" b="1">
              <a:solidFill>
                <a:schemeClr val="accent5"/>
              </a:solidFill>
              <a:latin typeface="微软雅黑" panose="020B0503020204020204" charset="-122"/>
              <a:ea typeface="微软雅黑" panose="020B0503020204020204" charset="-122"/>
              <a:cs typeface="微软雅黑" panose="020B0503020204020204" charset="-122"/>
            </a:endParaRPr>
          </a:p>
        </p:txBody>
      </p:sp>
    </p:spTree>
    <p:custDataLst>
      <p:tags r:id="rId5"/>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normAutofit/>
          </a:bodyPr>
          <a:lstStyle/>
          <a:p>
            <a:r>
              <a:rPr lang="en-US" altLang="zh-CN" sz="2800">
                <a:latin typeface="微软雅黑" panose="020B0503020204020204" charset="-122"/>
                <a:ea typeface="微软雅黑" panose="020B0503020204020204" charset="-122"/>
                <a:cs typeface="微软雅黑" panose="020B0503020204020204" charset="-122"/>
              </a:rPr>
              <a:t>2.</a:t>
            </a:r>
            <a:r>
              <a:rPr lang="zh-CN" altLang="en-US" sz="2800">
                <a:latin typeface="微软雅黑" panose="020B0503020204020204" charset="-122"/>
                <a:ea typeface="微软雅黑" panose="020B0503020204020204" charset="-122"/>
                <a:cs typeface="微软雅黑" panose="020B0503020204020204" charset="-122"/>
              </a:rPr>
              <a:t>近代以来各国宪法对基本权利的保障一般有以下三种方式：</a:t>
            </a:r>
            <a:endParaRPr lang="zh-CN" altLang="en-US" sz="2800">
              <a:latin typeface="微软雅黑" panose="020B0503020204020204" charset="-122"/>
              <a:ea typeface="微软雅黑" panose="020B0503020204020204" charset="-122"/>
              <a:cs typeface="微软雅黑" panose="020B0503020204020204" charset="-122"/>
            </a:endParaRPr>
          </a:p>
        </p:txBody>
      </p:sp>
      <p:sp>
        <p:nvSpPr>
          <p:cNvPr id="5" name="圆角矩形 30"/>
          <p:cNvSpPr/>
          <p:nvPr>
            <p:custDataLst>
              <p:tags r:id="rId2"/>
            </p:custDataLst>
          </p:nvPr>
        </p:nvSpPr>
        <p:spPr>
          <a:xfrm>
            <a:off x="1029443" y="1384189"/>
            <a:ext cx="10656800" cy="1566383"/>
          </a:xfrm>
          <a:prstGeom prst="roundRect">
            <a:avLst>
              <a:gd name="adj" fmla="val 50000"/>
            </a:avLst>
          </a:prstGeom>
          <a:solidFill>
            <a:schemeClr val="accent1">
              <a:lumMod val="20000"/>
              <a:lumOff val="80000"/>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a:solidFill>
                <a:schemeClr val="lt1"/>
              </a:solidFill>
              <a:sym typeface="+mn-ea"/>
            </a:endParaRPr>
          </a:p>
        </p:txBody>
      </p:sp>
      <p:sp>
        <p:nvSpPr>
          <p:cNvPr id="6" name="圆角矩形 35"/>
          <p:cNvSpPr/>
          <p:nvPr>
            <p:custDataLst>
              <p:tags r:id="rId3"/>
            </p:custDataLst>
          </p:nvPr>
        </p:nvSpPr>
        <p:spPr>
          <a:xfrm>
            <a:off x="496570" y="1701282"/>
            <a:ext cx="2569632" cy="932199"/>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zh-CN" altLang="en-US" sz="2800" b="1">
                <a:solidFill>
                  <a:schemeClr val="lt1">
                    <a:lumMod val="100000"/>
                  </a:schemeClr>
                </a:solidFill>
                <a:latin typeface="+mn-ea"/>
                <a:cs typeface="+mn-ea"/>
                <a:sym typeface="+mn-ea"/>
              </a:rPr>
              <a:t>绝对保障方式</a:t>
            </a:r>
            <a:endParaRPr lang="zh-CN" altLang="en-US" sz="2800" b="1">
              <a:solidFill>
                <a:schemeClr val="lt1">
                  <a:lumMod val="100000"/>
                </a:schemeClr>
              </a:solidFill>
              <a:latin typeface="+mn-ea"/>
              <a:cs typeface="+mn-ea"/>
              <a:sym typeface="+mn-ea"/>
            </a:endParaRPr>
          </a:p>
        </p:txBody>
      </p:sp>
      <p:sp>
        <p:nvSpPr>
          <p:cNvPr id="9" name="矩形 2"/>
          <p:cNvSpPr/>
          <p:nvPr>
            <p:custDataLst>
              <p:tags r:id="rId4"/>
            </p:custDataLst>
          </p:nvPr>
        </p:nvSpPr>
        <p:spPr>
          <a:xfrm>
            <a:off x="3180080" y="1189990"/>
            <a:ext cx="8504555" cy="1965325"/>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宪法不仅将根据自己所设立的制度来对这些基本权利加以保障，而且</a:t>
            </a:r>
            <a:r>
              <a:rPr lang="zh-CN" altLang="en-US"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禁止其他下位法律法规对这些基本权利进行任意限制或规定例外情形。（有实效性的合宪性审查制度）</a:t>
            </a:r>
            <a:r>
              <a:rPr lang="en-US" altLang="zh-CN"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依据宪法的保障的方式</a:t>
            </a:r>
            <a:r>
              <a:rPr lang="en-US" altLang="zh-CN"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400" b="1">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0" name="圆角矩形 65"/>
          <p:cNvSpPr/>
          <p:nvPr>
            <p:custDataLst>
              <p:tags r:id="rId5"/>
            </p:custDataLst>
          </p:nvPr>
        </p:nvSpPr>
        <p:spPr>
          <a:xfrm>
            <a:off x="1029443" y="3155827"/>
            <a:ext cx="10656800" cy="1566383"/>
          </a:xfrm>
          <a:prstGeom prst="roundRect">
            <a:avLst>
              <a:gd name="adj" fmla="val 50000"/>
            </a:avLst>
          </a:prstGeom>
          <a:solidFill>
            <a:schemeClr val="accent2">
              <a:lumMod val="20000"/>
              <a:lumOff val="80000"/>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a:solidFill>
                <a:schemeClr val="lt1"/>
              </a:solidFill>
              <a:sym typeface="+mn-ea"/>
            </a:endParaRPr>
          </a:p>
        </p:txBody>
      </p:sp>
      <p:sp>
        <p:nvSpPr>
          <p:cNvPr id="11" name="圆角矩形 35"/>
          <p:cNvSpPr/>
          <p:nvPr>
            <p:custDataLst>
              <p:tags r:id="rId6"/>
            </p:custDataLst>
          </p:nvPr>
        </p:nvSpPr>
        <p:spPr>
          <a:xfrm>
            <a:off x="496570" y="3472919"/>
            <a:ext cx="2569632" cy="932199"/>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zh-CN" altLang="en-US" sz="2800" b="1">
                <a:solidFill>
                  <a:schemeClr val="lt1">
                    <a:lumMod val="100000"/>
                  </a:schemeClr>
                </a:solidFill>
                <a:latin typeface="+mn-ea"/>
                <a:cs typeface="+mn-ea"/>
                <a:sym typeface="+mn-ea"/>
              </a:rPr>
              <a:t>相对保障方式</a:t>
            </a:r>
            <a:endParaRPr lang="zh-CN" altLang="en-US" sz="2800" b="1">
              <a:solidFill>
                <a:schemeClr val="lt1">
                  <a:lumMod val="100000"/>
                </a:schemeClr>
              </a:solidFill>
              <a:latin typeface="+mn-ea"/>
              <a:cs typeface="+mn-ea"/>
              <a:sym typeface="+mn-ea"/>
            </a:endParaRPr>
          </a:p>
        </p:txBody>
      </p:sp>
      <p:sp>
        <p:nvSpPr>
          <p:cNvPr id="12" name="矩形 3"/>
          <p:cNvSpPr/>
          <p:nvPr>
            <p:custDataLst>
              <p:tags r:id="rId7"/>
            </p:custDataLst>
          </p:nvPr>
        </p:nvSpPr>
        <p:spPr>
          <a:xfrm>
            <a:off x="3180080" y="3244215"/>
            <a:ext cx="8315960" cy="1499870"/>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a:solidFill>
                  <a:schemeClr val="tx1">
                    <a:lumMod val="85000"/>
                    <a:lumOff val="15000"/>
                  </a:schemeClr>
                </a:solidFill>
                <a:latin typeface="+mn-ea"/>
                <a:cs typeface="+mn-ea"/>
                <a:sym typeface="+mn-ea"/>
              </a:rPr>
              <a:t>宪法将基本权利的保障交由下位的法律落实。</a:t>
            </a:r>
            <a:r>
              <a:rPr lang="en-US" altLang="zh-CN" sz="2400">
                <a:solidFill>
                  <a:schemeClr val="tx1">
                    <a:lumMod val="85000"/>
                    <a:lumOff val="15000"/>
                  </a:schemeClr>
                </a:solidFill>
                <a:latin typeface="+mn-ea"/>
                <a:cs typeface="+mn-ea"/>
                <a:sym typeface="+mn-ea"/>
              </a:rPr>
              <a:t>——“</a:t>
            </a:r>
            <a:r>
              <a:rPr lang="zh-CN" altLang="en-US" sz="2400" b="1">
                <a:solidFill>
                  <a:schemeClr val="tx1">
                    <a:lumMod val="85000"/>
                    <a:lumOff val="15000"/>
                  </a:schemeClr>
                </a:solidFill>
                <a:latin typeface="+mn-ea"/>
                <a:cs typeface="+mn-ea"/>
                <a:sym typeface="+mn-ea"/>
              </a:rPr>
              <a:t>依据法律的保障方式</a:t>
            </a:r>
            <a:r>
              <a:rPr lang="en-US" altLang="zh-CN" sz="2400" b="1">
                <a:solidFill>
                  <a:schemeClr val="tx1">
                    <a:lumMod val="85000"/>
                    <a:lumOff val="15000"/>
                  </a:schemeClr>
                </a:solidFill>
                <a:latin typeface="+mn-ea"/>
                <a:cs typeface="+mn-ea"/>
                <a:sym typeface="+mn-ea"/>
              </a:rPr>
              <a:t>”</a:t>
            </a:r>
            <a:r>
              <a:rPr lang="zh-CN" altLang="en-US" sz="2400" b="1">
                <a:solidFill>
                  <a:schemeClr val="tx1">
                    <a:lumMod val="85000"/>
                    <a:lumOff val="15000"/>
                  </a:schemeClr>
                </a:solidFill>
                <a:latin typeface="+mn-ea"/>
                <a:cs typeface="+mn-ea"/>
                <a:sym typeface="+mn-ea"/>
              </a:rPr>
              <a:t>。我国依此，基本权利主要由一般法律对各种基本权利的内容作具体界定并予以保障。</a:t>
            </a:r>
            <a:endParaRPr lang="zh-CN" altLang="en-US" sz="2400" b="1">
              <a:solidFill>
                <a:schemeClr val="tx1">
                  <a:lumMod val="85000"/>
                  <a:lumOff val="15000"/>
                </a:schemeClr>
              </a:solidFill>
              <a:latin typeface="+mn-ea"/>
              <a:cs typeface="+mn-ea"/>
              <a:sym typeface="+mn-ea"/>
            </a:endParaRPr>
          </a:p>
        </p:txBody>
      </p:sp>
      <p:sp>
        <p:nvSpPr>
          <p:cNvPr id="13" name="圆角矩形 72"/>
          <p:cNvSpPr/>
          <p:nvPr>
            <p:custDataLst>
              <p:tags r:id="rId8"/>
            </p:custDataLst>
          </p:nvPr>
        </p:nvSpPr>
        <p:spPr>
          <a:xfrm>
            <a:off x="1029443" y="4927465"/>
            <a:ext cx="10656800" cy="1566383"/>
          </a:xfrm>
          <a:prstGeom prst="roundRect">
            <a:avLst>
              <a:gd name="adj" fmla="val 50000"/>
            </a:avLst>
          </a:prstGeom>
          <a:solidFill>
            <a:schemeClr val="accent3">
              <a:lumMod val="20000"/>
              <a:lumOff val="80000"/>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600">
              <a:solidFill>
                <a:schemeClr val="lt1"/>
              </a:solidFill>
              <a:sym typeface="+mn-ea"/>
            </a:endParaRPr>
          </a:p>
        </p:txBody>
      </p:sp>
      <p:sp>
        <p:nvSpPr>
          <p:cNvPr id="14" name="圆角矩形 35"/>
          <p:cNvSpPr/>
          <p:nvPr>
            <p:custDataLst>
              <p:tags r:id="rId9"/>
            </p:custDataLst>
          </p:nvPr>
        </p:nvSpPr>
        <p:spPr>
          <a:xfrm>
            <a:off x="496570" y="5244557"/>
            <a:ext cx="2569632" cy="932199"/>
          </a:xfrm>
          <a:prstGeom prst="roundRect">
            <a:avLst>
              <a:gd name="adj" fmla="val 5000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zh-CN" altLang="en-US" sz="2800" b="1">
                <a:solidFill>
                  <a:schemeClr val="lt1">
                    <a:lumMod val="100000"/>
                  </a:schemeClr>
                </a:solidFill>
                <a:latin typeface="+mn-ea"/>
                <a:cs typeface="+mn-ea"/>
                <a:sym typeface="+mn-ea"/>
              </a:rPr>
              <a:t>折中型保障方式</a:t>
            </a:r>
            <a:endParaRPr lang="zh-CN" altLang="en-US" sz="2800" b="1">
              <a:solidFill>
                <a:schemeClr val="lt1">
                  <a:lumMod val="100000"/>
                </a:schemeClr>
              </a:solidFill>
              <a:latin typeface="+mn-ea"/>
              <a:cs typeface="+mn-ea"/>
              <a:sym typeface="+mn-ea"/>
            </a:endParaRPr>
          </a:p>
        </p:txBody>
      </p:sp>
      <p:sp>
        <p:nvSpPr>
          <p:cNvPr id="15" name="矩形 7"/>
          <p:cNvSpPr/>
          <p:nvPr>
            <p:custDataLst>
              <p:tags r:id="rId10"/>
            </p:custDataLst>
          </p:nvPr>
        </p:nvSpPr>
        <p:spPr>
          <a:xfrm>
            <a:off x="3180080" y="4927600"/>
            <a:ext cx="8505190" cy="1619885"/>
          </a:xfrm>
          <a:prstGeom prst="rect">
            <a:avLst/>
          </a:prstGeom>
          <a:noFill/>
        </p:spPr>
        <p:txBody>
          <a:bodyPr wrap="square" lIns="0" tIns="0" rIns="0" bIns="0" rtlCol="0" anchor="ctr" anchorCtr="0">
            <a:noAutofit/>
          </a:bodyPr>
          <a:p>
            <a:pPr>
              <a:lnSpc>
                <a:spcPct val="150000"/>
              </a:lnSpc>
              <a:spcBef>
                <a:spcPct val="0"/>
              </a:spcBef>
              <a:spcAft>
                <a:spcPct val="0"/>
              </a:spcAft>
            </a:pPr>
            <a:r>
              <a:rPr lang="zh-CN" altLang="en-US" sz="2400">
                <a:solidFill>
                  <a:schemeClr val="tx1">
                    <a:lumMod val="85000"/>
                    <a:lumOff val="15000"/>
                  </a:schemeClr>
                </a:solidFill>
                <a:latin typeface="+mn-ea"/>
                <a:cs typeface="+mn-ea"/>
                <a:sym typeface="+mn-ea"/>
              </a:rPr>
              <a:t>一方面存在具有</a:t>
            </a:r>
            <a:r>
              <a:rPr lang="zh-CN" altLang="en-US" sz="2400" b="1">
                <a:solidFill>
                  <a:schemeClr val="tx1">
                    <a:lumMod val="85000"/>
                    <a:lumOff val="15000"/>
                  </a:schemeClr>
                </a:solidFill>
                <a:latin typeface="+mn-ea"/>
                <a:cs typeface="+mn-ea"/>
                <a:sym typeface="+mn-ea"/>
              </a:rPr>
              <a:t>实效性的合宪性审查制度</a:t>
            </a:r>
            <a:r>
              <a:rPr lang="zh-CN" altLang="en-US" sz="2400">
                <a:solidFill>
                  <a:schemeClr val="tx1">
                    <a:lumMod val="85000"/>
                    <a:lumOff val="15000"/>
                  </a:schemeClr>
                </a:solidFill>
                <a:latin typeface="+mn-ea"/>
                <a:cs typeface="+mn-ea"/>
                <a:sym typeface="+mn-ea"/>
              </a:rPr>
              <a:t>，另一方面宪法又将对</a:t>
            </a:r>
            <a:r>
              <a:rPr lang="zh-CN" altLang="en-US" sz="2400" b="1">
                <a:solidFill>
                  <a:schemeClr val="tx1">
                    <a:lumMod val="85000"/>
                    <a:lumOff val="15000"/>
                  </a:schemeClr>
                </a:solidFill>
                <a:latin typeface="+mn-ea"/>
                <a:cs typeface="+mn-ea"/>
                <a:sym typeface="+mn-ea"/>
              </a:rPr>
              <a:t>某些基本权利的保障授权给法律</a:t>
            </a:r>
            <a:r>
              <a:rPr lang="zh-CN" altLang="en-US" sz="2400">
                <a:solidFill>
                  <a:schemeClr val="tx1">
                    <a:lumMod val="85000"/>
                    <a:lumOff val="15000"/>
                  </a:schemeClr>
                </a:solidFill>
                <a:latin typeface="+mn-ea"/>
                <a:cs typeface="+mn-ea"/>
                <a:sym typeface="+mn-ea"/>
              </a:rPr>
              <a:t>，即采用了一定范围的法律保留。</a:t>
            </a:r>
            <a:endParaRPr lang="zh-CN" altLang="en-US" sz="2400">
              <a:solidFill>
                <a:schemeClr val="tx1">
                  <a:lumMod val="85000"/>
                  <a:lumOff val="15000"/>
                </a:schemeClr>
              </a:solidFill>
              <a:latin typeface="+mn-ea"/>
              <a:cs typeface="+mn-ea"/>
              <a:sym typeface="+mn-ea"/>
            </a:endParaRPr>
          </a:p>
        </p:txBody>
      </p:sp>
    </p:spTree>
    <p:custDataLst>
      <p:tags r:id="rId1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（二）基本权利的限制</a:t>
            </a:r>
            <a:endParaRPr lang="zh-CN" altLang="en-US"/>
          </a:p>
        </p:txBody>
      </p:sp>
      <p:sp>
        <p:nvSpPr>
          <p:cNvPr id="14" name="圆角矩形 3"/>
          <p:cNvSpPr/>
          <p:nvPr>
            <p:custDataLst>
              <p:tags r:id="rId2"/>
            </p:custDataLst>
          </p:nvPr>
        </p:nvSpPr>
        <p:spPr>
          <a:xfrm>
            <a:off x="521524" y="2151562"/>
            <a:ext cx="5263273" cy="4312771"/>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16" name="圆角矩形 3"/>
          <p:cNvSpPr/>
          <p:nvPr>
            <p:custDataLst>
              <p:tags r:id="rId3"/>
            </p:custDataLst>
          </p:nvPr>
        </p:nvSpPr>
        <p:spPr>
          <a:xfrm>
            <a:off x="417195" y="1672590"/>
            <a:ext cx="5291455" cy="4709160"/>
          </a:xfrm>
          <a:prstGeom prst="roundRect">
            <a:avLst>
              <a:gd name="adj" fmla="val 5223"/>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r>
              <a:rPr lang="en-US" altLang="zh-CN" sz="2800" b="1" dirty="0">
                <a:solidFill>
                  <a:schemeClr val="tx1">
                    <a:lumMod val="85000"/>
                    <a:lumOff val="15000"/>
                  </a:schemeClr>
                </a:solidFill>
                <a:latin typeface="+mn-ea"/>
                <a:cs typeface="+mn-ea"/>
                <a:sym typeface="+mn-ea"/>
              </a:rPr>
              <a:t>1.</a:t>
            </a:r>
            <a:r>
              <a:rPr lang="zh-CN" altLang="en-US" sz="2800" b="1" dirty="0">
                <a:solidFill>
                  <a:schemeClr val="tx1">
                    <a:lumMod val="85000"/>
                    <a:lumOff val="15000"/>
                  </a:schemeClr>
                </a:solidFill>
                <a:latin typeface="+mn-ea"/>
                <a:cs typeface="+mn-ea"/>
                <a:sym typeface="+mn-ea"/>
              </a:rPr>
              <a:t>限制的类型：</a:t>
            </a:r>
            <a:endParaRPr lang="zh-CN" altLang="en-US" sz="2800" b="1"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r>
              <a:rPr lang="en-US" altLang="zh-CN" sz="2400" b="1" dirty="0">
                <a:solidFill>
                  <a:schemeClr val="tx1">
                    <a:lumMod val="85000"/>
                    <a:lumOff val="15000"/>
                  </a:schemeClr>
                </a:solidFill>
                <a:latin typeface="+mn-ea"/>
                <a:cs typeface="+mn-ea"/>
                <a:sym typeface="+mn-ea"/>
              </a:rPr>
              <a:t> </a:t>
            </a:r>
            <a:r>
              <a:rPr lang="zh-CN" altLang="en-US" sz="2400" b="1" dirty="0">
                <a:solidFill>
                  <a:schemeClr val="tx1">
                    <a:lumMod val="85000"/>
                    <a:lumOff val="15000"/>
                  </a:schemeClr>
                </a:solidFill>
                <a:latin typeface="+mn-ea"/>
                <a:cs typeface="+mn-ea"/>
                <a:sym typeface="+mn-ea"/>
              </a:rPr>
              <a:t>内在限制：</a:t>
            </a:r>
            <a:r>
              <a:rPr lang="zh-CN" altLang="en-US" sz="2400" dirty="0">
                <a:solidFill>
                  <a:schemeClr val="tx1">
                    <a:lumMod val="85000"/>
                    <a:lumOff val="15000"/>
                  </a:schemeClr>
                </a:solidFill>
                <a:latin typeface="+mn-ea"/>
                <a:cs typeface="+mn-ea"/>
                <a:sym typeface="+mn-ea"/>
              </a:rPr>
              <a:t>基本权利自身性质决定了它不能侵犯或损害其他基本权利或其他主体的基本权利。</a:t>
            </a:r>
            <a:endParaRPr lang="zh-CN" altLang="en-US" sz="2400"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r>
              <a:rPr lang="zh-CN" altLang="en-US" sz="2400" b="1" dirty="0">
                <a:solidFill>
                  <a:schemeClr val="tx1">
                    <a:lumMod val="85000"/>
                    <a:lumOff val="15000"/>
                  </a:schemeClr>
                </a:solidFill>
                <a:latin typeface="+mn-ea"/>
                <a:cs typeface="+mn-ea"/>
                <a:sym typeface="+mn-ea"/>
              </a:rPr>
              <a:t>外在限制：</a:t>
            </a:r>
            <a:r>
              <a:rPr lang="zh-CN" altLang="en-US" sz="2400" dirty="0">
                <a:solidFill>
                  <a:schemeClr val="tx1">
                    <a:lumMod val="85000"/>
                    <a:lumOff val="15000"/>
                  </a:schemeClr>
                </a:solidFill>
                <a:latin typeface="+mn-ea"/>
                <a:cs typeface="+mn-ea"/>
                <a:sym typeface="+mn-ea"/>
              </a:rPr>
              <a:t>现代宪法根据公共利益原则对自由权所施加的限制。</a:t>
            </a:r>
            <a:endParaRPr lang="zh-CN" altLang="en-US" sz="2400" dirty="0">
              <a:solidFill>
                <a:schemeClr val="tx1">
                  <a:lumMod val="85000"/>
                  <a:lumOff val="15000"/>
                </a:schemeClr>
              </a:solidFill>
              <a:latin typeface="+mn-ea"/>
              <a:cs typeface="+mn-ea"/>
              <a:sym typeface="+mn-ea"/>
            </a:endParaRPr>
          </a:p>
          <a:p>
            <a:pPr lvl="0" algn="just">
              <a:lnSpc>
                <a:spcPct val="140000"/>
              </a:lnSpc>
              <a:buClrTx/>
              <a:buSzTx/>
              <a:buFontTx/>
            </a:pPr>
            <a:endParaRPr lang="zh-CN" altLang="en-US" sz="2400" dirty="0">
              <a:solidFill>
                <a:schemeClr val="tx1">
                  <a:lumMod val="85000"/>
                  <a:lumOff val="15000"/>
                </a:schemeClr>
              </a:solidFill>
              <a:latin typeface="+mn-ea"/>
              <a:cs typeface="+mn-ea"/>
              <a:sym typeface="+mn-ea"/>
            </a:endParaRPr>
          </a:p>
        </p:txBody>
      </p:sp>
      <p:sp>
        <p:nvSpPr>
          <p:cNvPr id="17" name="圆角矩形 3"/>
          <p:cNvSpPr/>
          <p:nvPr>
            <p:custDataLst>
              <p:tags r:id="rId4"/>
            </p:custDataLst>
          </p:nvPr>
        </p:nvSpPr>
        <p:spPr>
          <a:xfrm>
            <a:off x="6221095" y="1789430"/>
            <a:ext cx="5274945" cy="4674235"/>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3" name="圆角矩形 3"/>
          <p:cNvSpPr/>
          <p:nvPr>
            <p:custDataLst>
              <p:tags r:id="rId5"/>
            </p:custDataLst>
          </p:nvPr>
        </p:nvSpPr>
        <p:spPr>
          <a:xfrm>
            <a:off x="6099810" y="1672590"/>
            <a:ext cx="5295265" cy="4709160"/>
          </a:xfrm>
          <a:prstGeom prst="roundRect">
            <a:avLst>
              <a:gd name="adj" fmla="val 5223"/>
            </a:avLst>
          </a:prstGeom>
          <a:solidFill>
            <a:schemeClr val="lt1">
              <a:lumMod val="100000"/>
              <a:alpha val="10000"/>
            </a:schemeClr>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r>
              <a:rPr lang="en-US" altLang="zh-CN" sz="2800" b="1" dirty="0">
                <a:solidFill>
                  <a:schemeClr val="tx1">
                    <a:lumMod val="85000"/>
                    <a:lumOff val="15000"/>
                  </a:schemeClr>
                </a:solidFill>
                <a:latin typeface="+mn-ea"/>
                <a:cs typeface="+mn-ea"/>
                <a:sym typeface="+mn-ea"/>
              </a:rPr>
              <a:t>2.</a:t>
            </a:r>
            <a:r>
              <a:rPr lang="zh-CN" altLang="en-US" sz="2800" b="1" dirty="0">
                <a:solidFill>
                  <a:schemeClr val="tx1">
                    <a:lumMod val="85000"/>
                    <a:lumOff val="15000"/>
                  </a:schemeClr>
                </a:solidFill>
                <a:latin typeface="+mn-ea"/>
                <a:cs typeface="+mn-ea"/>
                <a:sym typeface="+mn-ea"/>
              </a:rPr>
              <a:t>基本权利的限制主体：国家机关</a:t>
            </a:r>
            <a:endParaRPr lang="zh-CN" altLang="en-US" sz="2800" b="1"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r>
              <a:rPr lang="zh-CN" altLang="en-US" sz="2400" dirty="0">
                <a:solidFill>
                  <a:schemeClr val="tx1">
                    <a:lumMod val="85000"/>
                    <a:lumOff val="15000"/>
                  </a:schemeClr>
                </a:solidFill>
                <a:latin typeface="+mn-ea"/>
                <a:cs typeface="+mn-ea"/>
                <a:sym typeface="+mn-ea"/>
              </a:rPr>
              <a:t>只有</a:t>
            </a:r>
            <a:r>
              <a:rPr lang="zh-CN" altLang="en-US" sz="2400" b="1" dirty="0">
                <a:solidFill>
                  <a:schemeClr val="tx1">
                    <a:lumMod val="85000"/>
                    <a:lumOff val="15000"/>
                  </a:schemeClr>
                </a:solidFill>
                <a:latin typeface="+mn-ea"/>
                <a:cs typeface="+mn-ea"/>
                <a:sym typeface="+mn-ea"/>
              </a:rPr>
              <a:t>立法机关</a:t>
            </a:r>
            <a:r>
              <a:rPr lang="zh-CN" altLang="en-US" sz="2400" dirty="0">
                <a:solidFill>
                  <a:schemeClr val="tx1">
                    <a:lumMod val="85000"/>
                    <a:lumOff val="15000"/>
                  </a:schemeClr>
                </a:solidFill>
                <a:latin typeface="+mn-ea"/>
                <a:cs typeface="+mn-ea"/>
                <a:sym typeface="+mn-ea"/>
              </a:rPr>
              <a:t>才可以按照立法程序，通过制定法律的方式来限制基本权利，而不得以决议或决定的方式限制基本权利。</a:t>
            </a:r>
            <a:r>
              <a:rPr lang="zh-CN" altLang="en-US" sz="2400" b="1" dirty="0">
                <a:solidFill>
                  <a:schemeClr val="tx1">
                    <a:lumMod val="85000"/>
                    <a:lumOff val="15000"/>
                  </a:schemeClr>
                </a:solidFill>
                <a:latin typeface="+mn-ea"/>
                <a:cs typeface="+mn-ea"/>
                <a:sym typeface="+mn-ea"/>
              </a:rPr>
              <a:t>行政机关非经法律授权，不得以命令方式限制</a:t>
            </a:r>
            <a:r>
              <a:rPr lang="zh-CN" altLang="en-US" sz="2400" dirty="0">
                <a:solidFill>
                  <a:schemeClr val="tx1">
                    <a:lumMod val="85000"/>
                    <a:lumOff val="15000"/>
                  </a:schemeClr>
                </a:solidFill>
                <a:latin typeface="+mn-ea"/>
                <a:cs typeface="+mn-ea"/>
                <a:sym typeface="+mn-ea"/>
              </a:rPr>
              <a:t>公民的基本权利。</a:t>
            </a:r>
            <a:endParaRPr lang="zh-CN" altLang="en-US" sz="2400" dirty="0">
              <a:solidFill>
                <a:schemeClr val="tx1">
                  <a:lumMod val="85000"/>
                  <a:lumOff val="15000"/>
                </a:schemeClr>
              </a:solidFill>
              <a:latin typeface="+mn-ea"/>
              <a:cs typeface="+mn-ea"/>
              <a:sym typeface="+mn-ea"/>
            </a:endParaRPr>
          </a:p>
        </p:txBody>
      </p:sp>
      <p:sp>
        <p:nvSpPr>
          <p:cNvPr id="4" name="圆角矩形 16"/>
          <p:cNvSpPr/>
          <p:nvPr>
            <p:custDataLst>
              <p:tags r:id="rId6"/>
            </p:custDataLst>
          </p:nvPr>
        </p:nvSpPr>
        <p:spPr>
          <a:xfrm>
            <a:off x="417195" y="1672550"/>
            <a:ext cx="599059" cy="602284"/>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en-US" altLang="zh-CN" sz="2800" b="1">
                <a:solidFill>
                  <a:srgbClr val="FFFFFF"/>
                </a:solidFill>
                <a:latin typeface="微软雅黑" panose="020B0503020204020204" charset="-122"/>
                <a:ea typeface="微软雅黑" panose="020B0503020204020204" charset="-122"/>
                <a:cs typeface="+mn-ea"/>
                <a:sym typeface="+mn-ea"/>
              </a:rPr>
              <a:t>01</a:t>
            </a:r>
            <a:endParaRPr lang="en-US" altLang="zh-CN" sz="2800" b="1">
              <a:solidFill>
                <a:srgbClr val="FFFFFF"/>
              </a:solidFill>
              <a:latin typeface="微软雅黑" panose="020B0503020204020204" charset="-122"/>
              <a:ea typeface="微软雅黑" panose="020B0503020204020204" charset="-122"/>
              <a:cs typeface="+mn-ea"/>
              <a:sym typeface="+mn-ea"/>
            </a:endParaRPr>
          </a:p>
        </p:txBody>
      </p:sp>
      <p:sp>
        <p:nvSpPr>
          <p:cNvPr id="5" name="圆角矩形 16"/>
          <p:cNvSpPr/>
          <p:nvPr>
            <p:custDataLst>
              <p:tags r:id="rId7"/>
            </p:custDataLst>
          </p:nvPr>
        </p:nvSpPr>
        <p:spPr>
          <a:xfrm>
            <a:off x="6099848" y="1672550"/>
            <a:ext cx="599059" cy="602284"/>
          </a:xfrm>
          <a:prstGeom prst="roundRect">
            <a:avLst>
              <a:gd name="adj" fmla="val 2376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en-US" altLang="zh-CN" sz="2800" b="1">
                <a:solidFill>
                  <a:srgbClr val="FFFFFF"/>
                </a:solidFill>
                <a:latin typeface="微软雅黑" panose="020B0503020204020204" charset="-122"/>
                <a:ea typeface="微软雅黑" panose="020B0503020204020204" charset="-122"/>
                <a:cs typeface="+mn-ea"/>
                <a:sym typeface="+mn-ea"/>
              </a:rPr>
              <a:t>02</a:t>
            </a:r>
            <a:endParaRPr lang="en-US" altLang="zh-CN" sz="2800" b="1">
              <a:solidFill>
                <a:srgbClr val="FFFFFF"/>
              </a:solidFill>
              <a:latin typeface="微软雅黑" panose="020B0503020204020204" charset="-122"/>
              <a:ea typeface="微软雅黑" panose="020B0503020204020204" charset="-122"/>
              <a:cs typeface="+mn-ea"/>
              <a:sym typeface="+mn-ea"/>
            </a:endParaRPr>
          </a:p>
        </p:txBody>
      </p:sp>
    </p:spTree>
    <p:custDataLst>
      <p:tags r:id="rId8"/>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3"/>
          <p:cNvSpPr/>
          <p:nvPr>
            <p:custDataLst>
              <p:tags r:id="rId1"/>
            </p:custDataLst>
          </p:nvPr>
        </p:nvSpPr>
        <p:spPr>
          <a:xfrm>
            <a:off x="532954" y="1951537"/>
            <a:ext cx="5263273" cy="4312771"/>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16" name="圆角矩形 3"/>
          <p:cNvSpPr/>
          <p:nvPr>
            <p:custDataLst>
              <p:tags r:id="rId2"/>
            </p:custDataLst>
          </p:nvPr>
        </p:nvSpPr>
        <p:spPr>
          <a:xfrm>
            <a:off x="428625" y="1249045"/>
            <a:ext cx="5291455" cy="4932680"/>
          </a:xfrm>
          <a:prstGeom prst="roundRect">
            <a:avLst>
              <a:gd name="adj" fmla="val 5223"/>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r>
              <a:rPr lang="en-US" altLang="zh-CN" sz="2800" b="1" dirty="0">
                <a:solidFill>
                  <a:schemeClr val="tx1">
                    <a:lumMod val="85000"/>
                    <a:lumOff val="15000"/>
                  </a:schemeClr>
                </a:solidFill>
                <a:latin typeface="+mn-ea"/>
                <a:cs typeface="+mn-ea"/>
                <a:sym typeface="+mn-ea"/>
              </a:rPr>
              <a:t>3.</a:t>
            </a:r>
            <a:r>
              <a:rPr lang="zh-CN" altLang="en-US" sz="2800" b="1" dirty="0">
                <a:solidFill>
                  <a:schemeClr val="tx1">
                    <a:lumMod val="85000"/>
                    <a:lumOff val="15000"/>
                  </a:schemeClr>
                </a:solidFill>
                <a:latin typeface="+mn-ea"/>
                <a:cs typeface="+mn-ea"/>
                <a:sym typeface="+mn-ea"/>
              </a:rPr>
              <a:t>基本权利的限制目的：</a:t>
            </a:r>
            <a:endParaRPr lang="zh-CN" altLang="en-US" sz="2800" b="1"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endParaRPr lang="en-US" altLang="zh-CN" sz="2400"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r>
              <a:rPr lang="en-US" altLang="zh-CN" sz="2400" b="1" dirty="0">
                <a:solidFill>
                  <a:schemeClr val="tx1">
                    <a:lumMod val="85000"/>
                    <a:lumOff val="15000"/>
                  </a:schemeClr>
                </a:solidFill>
                <a:latin typeface="+mn-ea"/>
                <a:cs typeface="+mn-ea"/>
                <a:sym typeface="+mn-ea"/>
              </a:rPr>
              <a:t> </a:t>
            </a:r>
            <a:r>
              <a:rPr lang="zh-CN" altLang="en-US" sz="2400" dirty="0">
                <a:solidFill>
                  <a:schemeClr val="tx1">
                    <a:lumMod val="85000"/>
                    <a:lumOff val="15000"/>
                  </a:schemeClr>
                </a:solidFill>
                <a:latin typeface="+mn-ea"/>
                <a:cs typeface="+mn-ea"/>
                <a:sym typeface="+mn-ea"/>
              </a:rPr>
              <a:t>维护其他公民合法的权利和自由、国家利益、社会利益和集体利益。此外，公共秩序和紧急状态也属于限制的目的。</a:t>
            </a:r>
            <a:endParaRPr lang="zh-CN" altLang="en-US" sz="2400" dirty="0">
              <a:solidFill>
                <a:schemeClr val="tx1">
                  <a:lumMod val="85000"/>
                  <a:lumOff val="15000"/>
                </a:schemeClr>
              </a:solidFill>
              <a:latin typeface="+mn-ea"/>
              <a:cs typeface="+mn-ea"/>
              <a:sym typeface="+mn-ea"/>
            </a:endParaRPr>
          </a:p>
        </p:txBody>
      </p:sp>
      <p:sp>
        <p:nvSpPr>
          <p:cNvPr id="17" name="圆角矩形 3"/>
          <p:cNvSpPr/>
          <p:nvPr>
            <p:custDataLst>
              <p:tags r:id="rId3"/>
            </p:custDataLst>
          </p:nvPr>
        </p:nvSpPr>
        <p:spPr>
          <a:xfrm>
            <a:off x="6232525" y="1589405"/>
            <a:ext cx="5274945" cy="4674235"/>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3" name="圆角矩形 3"/>
          <p:cNvSpPr/>
          <p:nvPr>
            <p:custDataLst>
              <p:tags r:id="rId4"/>
            </p:custDataLst>
          </p:nvPr>
        </p:nvSpPr>
        <p:spPr>
          <a:xfrm>
            <a:off x="6111240" y="1249045"/>
            <a:ext cx="5283835" cy="4932680"/>
          </a:xfrm>
          <a:prstGeom prst="roundRect">
            <a:avLst>
              <a:gd name="adj" fmla="val 5223"/>
            </a:avLst>
          </a:prstGeom>
          <a:solidFill>
            <a:schemeClr val="lt1">
              <a:lumMod val="100000"/>
              <a:alpha val="10000"/>
            </a:schemeClr>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r>
              <a:rPr lang="en-US" altLang="zh-CN" sz="2800" b="1" dirty="0">
                <a:solidFill>
                  <a:schemeClr val="tx1">
                    <a:lumMod val="85000"/>
                    <a:lumOff val="15000"/>
                  </a:schemeClr>
                </a:solidFill>
                <a:latin typeface="+mn-ea"/>
                <a:cs typeface="+mn-ea"/>
                <a:sym typeface="+mn-ea"/>
              </a:rPr>
              <a:t>4.</a:t>
            </a:r>
            <a:r>
              <a:rPr lang="zh-CN" altLang="en-US" sz="2800" b="1" dirty="0">
                <a:solidFill>
                  <a:schemeClr val="tx1">
                    <a:lumMod val="85000"/>
                    <a:lumOff val="15000"/>
                  </a:schemeClr>
                </a:solidFill>
                <a:latin typeface="+mn-ea"/>
                <a:cs typeface="+mn-ea"/>
                <a:sym typeface="+mn-ea"/>
              </a:rPr>
              <a:t>基本权利的限制方式：</a:t>
            </a:r>
            <a:endParaRPr lang="zh-CN" altLang="en-US" sz="2800" b="1"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r>
              <a:rPr lang="zh-CN" altLang="en-US" sz="2400" b="1" dirty="0">
                <a:solidFill>
                  <a:schemeClr val="tx1">
                    <a:lumMod val="85000"/>
                    <a:lumOff val="15000"/>
                  </a:schemeClr>
                </a:solidFill>
                <a:latin typeface="+mn-ea"/>
                <a:cs typeface="+mn-ea"/>
                <a:sym typeface="+mn-ea"/>
              </a:rPr>
              <a:t>宪法限制：</a:t>
            </a:r>
            <a:r>
              <a:rPr lang="zh-CN" altLang="en-US" sz="2400" dirty="0">
                <a:solidFill>
                  <a:schemeClr val="tx1">
                    <a:lumMod val="85000"/>
                    <a:lumOff val="15000"/>
                  </a:schemeClr>
                </a:solidFill>
                <a:latin typeface="+mn-ea"/>
                <a:cs typeface="+mn-ea"/>
                <a:sym typeface="+mn-ea"/>
              </a:rPr>
              <a:t>宪法</a:t>
            </a:r>
            <a:r>
              <a:rPr lang="zh-CN" altLang="en-US" sz="2400" dirty="0">
                <a:solidFill>
                  <a:schemeClr val="accent5"/>
                </a:solidFill>
                <a:latin typeface="+mn-ea"/>
                <a:cs typeface="+mn-ea"/>
                <a:sym typeface="+mn-ea"/>
              </a:rPr>
              <a:t>在基本权利规范中明确规定</a:t>
            </a:r>
            <a:r>
              <a:rPr lang="zh-CN" altLang="en-US" sz="2400" dirty="0">
                <a:solidFill>
                  <a:schemeClr val="tx1">
                    <a:lumMod val="85000"/>
                    <a:lumOff val="15000"/>
                  </a:schemeClr>
                </a:solidFill>
                <a:latin typeface="+mn-ea"/>
                <a:cs typeface="+mn-ea"/>
                <a:sym typeface="+mn-ea"/>
              </a:rPr>
              <a:t>该权利的界限与范围，又称宪法保留。</a:t>
            </a:r>
            <a:endParaRPr lang="zh-CN" altLang="en-US" sz="2400" dirty="0">
              <a:solidFill>
                <a:schemeClr val="tx1">
                  <a:lumMod val="85000"/>
                  <a:lumOff val="15000"/>
                </a:schemeClr>
              </a:solidFill>
              <a:latin typeface="+mn-ea"/>
              <a:cs typeface="+mn-ea"/>
              <a:sym typeface="+mn-ea"/>
            </a:endParaRPr>
          </a:p>
          <a:p>
            <a:pPr lvl="0" algn="just">
              <a:lnSpc>
                <a:spcPct val="140000"/>
              </a:lnSpc>
              <a:buClrTx/>
              <a:buSzTx/>
              <a:buFontTx/>
            </a:pPr>
            <a:r>
              <a:rPr lang="zh-CN" altLang="en-US" sz="2400" dirty="0">
                <a:solidFill>
                  <a:schemeClr val="tx1">
                    <a:lumMod val="85000"/>
                    <a:lumOff val="15000"/>
                  </a:schemeClr>
                </a:solidFill>
                <a:latin typeface="+mn-ea"/>
                <a:cs typeface="+mn-ea"/>
                <a:sym typeface="+mn-ea"/>
              </a:rPr>
              <a:t> </a:t>
            </a:r>
            <a:r>
              <a:rPr lang="en-US" altLang="zh-CN" sz="2400" dirty="0">
                <a:solidFill>
                  <a:schemeClr val="tx1">
                    <a:lumMod val="85000"/>
                    <a:lumOff val="15000"/>
                  </a:schemeClr>
                </a:solidFill>
                <a:latin typeface="+mn-ea"/>
                <a:cs typeface="+mn-ea"/>
                <a:sym typeface="+mn-ea"/>
              </a:rPr>
              <a:t>    </a:t>
            </a:r>
            <a:r>
              <a:rPr lang="en-US" altLang="zh-CN" sz="2400" b="1" dirty="0">
                <a:solidFill>
                  <a:schemeClr val="tx1">
                    <a:lumMod val="85000"/>
                    <a:lumOff val="15000"/>
                  </a:schemeClr>
                </a:solidFill>
                <a:latin typeface="+mn-ea"/>
                <a:cs typeface="+mn-ea"/>
                <a:sym typeface="+mn-ea"/>
              </a:rPr>
              <a:t> </a:t>
            </a:r>
            <a:r>
              <a:rPr lang="zh-CN" altLang="en-US" sz="2400" b="1" dirty="0">
                <a:solidFill>
                  <a:schemeClr val="tx1">
                    <a:lumMod val="85000"/>
                    <a:lumOff val="15000"/>
                  </a:schemeClr>
                </a:solidFill>
                <a:latin typeface="+mn-ea"/>
                <a:cs typeface="+mn-ea"/>
                <a:sym typeface="+mn-ea"/>
              </a:rPr>
              <a:t>法律限制：</a:t>
            </a:r>
            <a:r>
              <a:rPr lang="zh-CN" altLang="en-US" sz="2400" dirty="0">
                <a:solidFill>
                  <a:schemeClr val="tx1">
                    <a:lumMod val="85000"/>
                    <a:lumOff val="15000"/>
                  </a:schemeClr>
                </a:solidFill>
                <a:latin typeface="+mn-ea"/>
                <a:cs typeface="+mn-ea"/>
                <a:sym typeface="+mn-ea"/>
              </a:rPr>
              <a:t>立法机关通过按照立法程序</a:t>
            </a:r>
            <a:r>
              <a:rPr lang="zh-CN" altLang="en-US" sz="2400" dirty="0">
                <a:solidFill>
                  <a:schemeClr val="accent5"/>
                </a:solidFill>
                <a:latin typeface="+mn-ea"/>
                <a:cs typeface="+mn-ea"/>
                <a:sym typeface="+mn-ea"/>
              </a:rPr>
              <a:t>制定法律限制基本权利，</a:t>
            </a:r>
            <a:r>
              <a:rPr lang="zh-CN" altLang="en-US" sz="2400" dirty="0">
                <a:solidFill>
                  <a:schemeClr val="tx1">
                    <a:lumMod val="85000"/>
                    <a:lumOff val="15000"/>
                  </a:schemeClr>
                </a:solidFill>
                <a:latin typeface="+mn-ea"/>
                <a:cs typeface="+mn-ea"/>
                <a:sym typeface="+mn-ea"/>
              </a:rPr>
              <a:t>故可称为法律保留。如征地补偿，限制公民财产所有权。</a:t>
            </a:r>
            <a:endParaRPr lang="zh-CN" altLang="en-US" sz="2400" dirty="0">
              <a:solidFill>
                <a:schemeClr val="tx1">
                  <a:lumMod val="85000"/>
                  <a:lumOff val="15000"/>
                </a:schemeClr>
              </a:solidFill>
              <a:latin typeface="+mn-ea"/>
              <a:cs typeface="+mn-ea"/>
              <a:sym typeface="+mn-ea"/>
            </a:endParaRPr>
          </a:p>
        </p:txBody>
      </p:sp>
      <p:sp>
        <p:nvSpPr>
          <p:cNvPr id="4" name="圆角矩形 16"/>
          <p:cNvSpPr/>
          <p:nvPr>
            <p:custDataLst>
              <p:tags r:id="rId5"/>
            </p:custDataLst>
          </p:nvPr>
        </p:nvSpPr>
        <p:spPr>
          <a:xfrm>
            <a:off x="428625" y="1249005"/>
            <a:ext cx="599059" cy="602284"/>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en-US" altLang="zh-CN" sz="2800" b="1">
                <a:solidFill>
                  <a:srgbClr val="FFFFFF"/>
                </a:solidFill>
                <a:latin typeface="微软雅黑" panose="020B0503020204020204" charset="-122"/>
                <a:ea typeface="微软雅黑" panose="020B0503020204020204" charset="-122"/>
                <a:cs typeface="+mn-ea"/>
                <a:sym typeface="+mn-ea"/>
              </a:rPr>
              <a:t>03</a:t>
            </a:r>
            <a:endParaRPr lang="en-US" altLang="zh-CN" sz="2800" b="1">
              <a:solidFill>
                <a:srgbClr val="FFFFFF"/>
              </a:solidFill>
              <a:latin typeface="微软雅黑" panose="020B0503020204020204" charset="-122"/>
              <a:ea typeface="微软雅黑" panose="020B0503020204020204" charset="-122"/>
              <a:cs typeface="+mn-ea"/>
              <a:sym typeface="+mn-ea"/>
            </a:endParaRPr>
          </a:p>
        </p:txBody>
      </p:sp>
      <p:sp>
        <p:nvSpPr>
          <p:cNvPr id="5" name="圆角矩形 16"/>
          <p:cNvSpPr/>
          <p:nvPr>
            <p:custDataLst>
              <p:tags r:id="rId6"/>
            </p:custDataLst>
          </p:nvPr>
        </p:nvSpPr>
        <p:spPr>
          <a:xfrm>
            <a:off x="6111278" y="1249005"/>
            <a:ext cx="599059" cy="602284"/>
          </a:xfrm>
          <a:prstGeom prst="roundRect">
            <a:avLst>
              <a:gd name="adj" fmla="val 2376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en-US" altLang="zh-CN" sz="2800" b="1">
                <a:solidFill>
                  <a:srgbClr val="FFFFFF"/>
                </a:solidFill>
                <a:latin typeface="微软雅黑" panose="020B0503020204020204" charset="-122"/>
                <a:ea typeface="微软雅黑" panose="020B0503020204020204" charset="-122"/>
                <a:cs typeface="+mn-ea"/>
                <a:sym typeface="+mn-ea"/>
              </a:rPr>
              <a:t>04</a:t>
            </a:r>
            <a:endParaRPr lang="en-US" altLang="zh-CN" sz="2800" b="1">
              <a:solidFill>
                <a:srgbClr val="FFFFFF"/>
              </a:solidFill>
              <a:latin typeface="微软雅黑" panose="020B0503020204020204" charset="-122"/>
              <a:ea typeface="微软雅黑" panose="020B0503020204020204" charset="-122"/>
              <a:cs typeface="+mn-ea"/>
              <a:sym typeface="+mn-ea"/>
            </a:endParaRPr>
          </a:p>
        </p:txBody>
      </p:sp>
    </p:spTree>
    <p:custDataLst>
      <p:tags r:id="rId7"/>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3"/>
          <p:cNvSpPr/>
          <p:nvPr>
            <p:custDataLst>
              <p:tags r:id="rId1"/>
            </p:custDataLst>
          </p:nvPr>
        </p:nvSpPr>
        <p:spPr>
          <a:xfrm>
            <a:off x="498029" y="1868987"/>
            <a:ext cx="5263273" cy="4312771"/>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16" name="圆角矩形 3"/>
          <p:cNvSpPr/>
          <p:nvPr>
            <p:custDataLst>
              <p:tags r:id="rId2"/>
            </p:custDataLst>
          </p:nvPr>
        </p:nvSpPr>
        <p:spPr>
          <a:xfrm>
            <a:off x="393700" y="978535"/>
            <a:ext cx="5368290" cy="5120640"/>
          </a:xfrm>
          <a:prstGeom prst="roundRect">
            <a:avLst>
              <a:gd name="adj" fmla="val 5223"/>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r>
              <a:rPr lang="en-US" altLang="zh-CN" sz="2800" b="1" dirty="0">
                <a:solidFill>
                  <a:schemeClr val="tx1">
                    <a:lumMod val="85000"/>
                    <a:lumOff val="15000"/>
                  </a:schemeClr>
                </a:solidFill>
                <a:latin typeface="+mn-ea"/>
                <a:cs typeface="+mn-ea"/>
                <a:sym typeface="+mn-ea"/>
              </a:rPr>
              <a:t>5.</a:t>
            </a:r>
            <a:r>
              <a:rPr lang="zh-CN" altLang="en-US" sz="2800" b="1" dirty="0">
                <a:solidFill>
                  <a:schemeClr val="tx1">
                    <a:lumMod val="85000"/>
                    <a:lumOff val="15000"/>
                  </a:schemeClr>
                </a:solidFill>
                <a:latin typeface="+mn-ea"/>
                <a:cs typeface="+mn-ea"/>
                <a:sym typeface="+mn-ea"/>
              </a:rPr>
              <a:t>基本权利限制的限制</a:t>
            </a:r>
            <a:r>
              <a:rPr lang="zh-CN" altLang="en-US" sz="2800" b="1" dirty="0">
                <a:solidFill>
                  <a:schemeClr val="tx1">
                    <a:lumMod val="85000"/>
                    <a:lumOff val="15000"/>
                  </a:schemeClr>
                </a:solidFill>
                <a:latin typeface="+mn-ea"/>
                <a:cs typeface="+mn-ea"/>
                <a:sym typeface="+mn-ea"/>
              </a:rPr>
              <a:t>：</a:t>
            </a:r>
            <a:endParaRPr lang="en-US" altLang="zh-CN" sz="2400"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r>
              <a:rPr lang="zh-CN" altLang="en-US" sz="2400" dirty="0">
                <a:solidFill>
                  <a:schemeClr val="tx1">
                    <a:lumMod val="85000"/>
                    <a:lumOff val="15000"/>
                  </a:schemeClr>
                </a:solidFill>
                <a:latin typeface="+mn-ea"/>
                <a:cs typeface="+mn-ea"/>
                <a:sym typeface="+mn-ea"/>
              </a:rPr>
              <a:t>如果立法对基本权利的限制超出了宪法所允许的限度，就可能构成违宪。</a:t>
            </a:r>
            <a:endParaRPr lang="zh-CN" altLang="en-US" sz="2400"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r>
              <a:rPr lang="zh-CN" altLang="en-US" sz="2400" dirty="0">
                <a:solidFill>
                  <a:schemeClr val="tx1">
                    <a:lumMod val="85000"/>
                    <a:lumOff val="15000"/>
                  </a:schemeClr>
                </a:solidFill>
                <a:latin typeface="+mn-ea"/>
                <a:cs typeface="+mn-ea"/>
                <a:sym typeface="+mn-ea"/>
              </a:rPr>
              <a:t>在宪法实践中，往往采取</a:t>
            </a:r>
            <a:r>
              <a:rPr lang="zh-CN" altLang="en-US" sz="2400" b="1" dirty="0">
                <a:solidFill>
                  <a:schemeClr val="tx1">
                    <a:lumMod val="85000"/>
                    <a:lumOff val="15000"/>
                  </a:schemeClr>
                </a:solidFill>
                <a:latin typeface="+mn-ea"/>
                <a:cs typeface="+mn-ea"/>
                <a:sym typeface="+mn-ea"/>
              </a:rPr>
              <a:t>将限制基本权利的目的和手段进行比较和衡量的方法，</a:t>
            </a:r>
            <a:r>
              <a:rPr lang="zh-CN" altLang="en-US" sz="2400" dirty="0">
                <a:solidFill>
                  <a:schemeClr val="tx1">
                    <a:lumMod val="85000"/>
                    <a:lumOff val="15000"/>
                  </a:schemeClr>
                </a:solidFill>
                <a:latin typeface="+mn-ea"/>
                <a:cs typeface="+mn-ea"/>
                <a:sym typeface="+mn-ea"/>
              </a:rPr>
              <a:t>从而最终判断限制是否符合宪法保障基本权利的原则。</a:t>
            </a:r>
            <a:r>
              <a:rPr lang="zh-CN" altLang="en-US" sz="2400" b="1" dirty="0">
                <a:solidFill>
                  <a:schemeClr val="accent5"/>
                </a:solidFill>
                <a:latin typeface="+mn-ea"/>
                <a:cs typeface="+mn-ea"/>
                <a:sym typeface="+mn-ea"/>
              </a:rPr>
              <a:t>（比例性）</a:t>
            </a:r>
            <a:endParaRPr lang="zh-CN" altLang="en-US" sz="2400" b="1" dirty="0">
              <a:solidFill>
                <a:schemeClr val="accent5"/>
              </a:solidFill>
              <a:latin typeface="+mn-ea"/>
              <a:cs typeface="+mn-ea"/>
              <a:sym typeface="+mn-ea"/>
            </a:endParaRPr>
          </a:p>
        </p:txBody>
      </p:sp>
      <p:sp>
        <p:nvSpPr>
          <p:cNvPr id="17" name="圆角矩形 3"/>
          <p:cNvSpPr/>
          <p:nvPr>
            <p:custDataLst>
              <p:tags r:id="rId3"/>
            </p:custDataLst>
          </p:nvPr>
        </p:nvSpPr>
        <p:spPr>
          <a:xfrm>
            <a:off x="6197600" y="1506855"/>
            <a:ext cx="5274945" cy="4674235"/>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p>
            <a:pPr lvl="0" algn="l">
              <a:lnSpc>
                <a:spcPct val="140000"/>
              </a:lnSpc>
              <a:buClrTx/>
              <a:buSzTx/>
              <a:buFontTx/>
            </a:pPr>
            <a:endParaRPr lang="zh-CN" altLang="zh-CN" sz="1400" dirty="0">
              <a:solidFill>
                <a:srgbClr val="262626"/>
              </a:solidFill>
              <a:latin typeface="+mn-ea"/>
              <a:cs typeface="+mn-ea"/>
              <a:sym typeface="+mn-ea"/>
            </a:endParaRPr>
          </a:p>
        </p:txBody>
      </p:sp>
      <p:sp>
        <p:nvSpPr>
          <p:cNvPr id="3" name="圆角矩形 3"/>
          <p:cNvSpPr/>
          <p:nvPr>
            <p:custDataLst>
              <p:tags r:id="rId4"/>
            </p:custDataLst>
          </p:nvPr>
        </p:nvSpPr>
        <p:spPr>
          <a:xfrm>
            <a:off x="6076315" y="978535"/>
            <a:ext cx="5236845" cy="5120640"/>
          </a:xfrm>
          <a:prstGeom prst="roundRect">
            <a:avLst>
              <a:gd name="adj" fmla="val 5223"/>
            </a:avLst>
          </a:prstGeom>
          <a:solidFill>
            <a:schemeClr val="lt1">
              <a:lumMod val="100000"/>
              <a:alpha val="10000"/>
            </a:schemeClr>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p>
            <a:pPr lvl="0" algn="just">
              <a:lnSpc>
                <a:spcPct val="140000"/>
              </a:lnSpc>
              <a:buClrTx/>
              <a:buSzTx/>
              <a:buFontTx/>
            </a:pPr>
            <a:r>
              <a:rPr lang="en-US" altLang="zh-CN" sz="2800" b="1" dirty="0">
                <a:solidFill>
                  <a:schemeClr val="tx1">
                    <a:lumMod val="85000"/>
                    <a:lumOff val="15000"/>
                  </a:schemeClr>
                </a:solidFill>
                <a:latin typeface="+mn-ea"/>
                <a:cs typeface="+mn-ea"/>
                <a:sym typeface="+mn-ea"/>
              </a:rPr>
              <a:t>6.</a:t>
            </a:r>
            <a:r>
              <a:rPr lang="zh-CN" altLang="en-US" sz="2800" b="1" dirty="0">
                <a:solidFill>
                  <a:schemeClr val="tx1">
                    <a:lumMod val="85000"/>
                    <a:lumOff val="15000"/>
                  </a:schemeClr>
                </a:solidFill>
                <a:latin typeface="+mn-ea"/>
                <a:cs typeface="+mn-ea"/>
                <a:sym typeface="+mn-ea"/>
              </a:rPr>
              <a:t>基本权利限制的审查</a:t>
            </a:r>
            <a:r>
              <a:rPr lang="zh-CN" altLang="en-US" sz="2800" b="1" dirty="0">
                <a:solidFill>
                  <a:schemeClr val="tx1">
                    <a:lumMod val="85000"/>
                    <a:lumOff val="15000"/>
                  </a:schemeClr>
                </a:solidFill>
                <a:latin typeface="+mn-ea"/>
                <a:cs typeface="+mn-ea"/>
                <a:sym typeface="+mn-ea"/>
              </a:rPr>
              <a:t>：</a:t>
            </a:r>
            <a:endParaRPr lang="zh-CN" altLang="en-US" sz="2400"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dirty="0">
                <a:solidFill>
                  <a:schemeClr val="tx1">
                    <a:lumMod val="85000"/>
                    <a:lumOff val="15000"/>
                  </a:schemeClr>
                </a:solidFill>
                <a:latin typeface="+mn-ea"/>
                <a:cs typeface="+mn-ea"/>
                <a:sym typeface="+mn-ea"/>
              </a:rPr>
              <a:t>     </a:t>
            </a:r>
            <a:r>
              <a:rPr lang="en-US" altLang="zh-CN" sz="2400" b="1" dirty="0">
                <a:solidFill>
                  <a:schemeClr val="tx1">
                    <a:lumMod val="85000"/>
                    <a:lumOff val="15000"/>
                  </a:schemeClr>
                </a:solidFill>
                <a:latin typeface="+mn-ea"/>
                <a:cs typeface="+mn-ea"/>
                <a:sym typeface="+mn-ea"/>
              </a:rPr>
              <a:t> </a:t>
            </a:r>
            <a:endParaRPr lang="en-US" altLang="zh-CN" sz="2400" b="1" dirty="0">
              <a:solidFill>
                <a:schemeClr val="tx1">
                  <a:lumMod val="85000"/>
                  <a:lumOff val="15000"/>
                </a:schemeClr>
              </a:solidFill>
              <a:latin typeface="+mn-ea"/>
              <a:cs typeface="+mn-ea"/>
              <a:sym typeface="+mn-ea"/>
            </a:endParaRPr>
          </a:p>
          <a:p>
            <a:pPr lvl="0" algn="just">
              <a:lnSpc>
                <a:spcPct val="140000"/>
              </a:lnSpc>
              <a:buClrTx/>
              <a:buSzTx/>
              <a:buFontTx/>
            </a:pPr>
            <a:r>
              <a:rPr lang="en-US" altLang="zh-CN" sz="2400" b="1" dirty="0">
                <a:solidFill>
                  <a:schemeClr val="tx1">
                    <a:lumMod val="85000"/>
                    <a:lumOff val="15000"/>
                  </a:schemeClr>
                </a:solidFill>
                <a:latin typeface="+mn-ea"/>
                <a:cs typeface="+mn-ea"/>
                <a:sym typeface="+mn-ea"/>
              </a:rPr>
              <a:t>      </a:t>
            </a:r>
            <a:r>
              <a:rPr lang="zh-CN" altLang="en-US" sz="2400" dirty="0">
                <a:solidFill>
                  <a:schemeClr val="tx1">
                    <a:lumMod val="85000"/>
                    <a:lumOff val="15000"/>
                  </a:schemeClr>
                </a:solidFill>
                <a:latin typeface="+mn-ea"/>
                <a:cs typeface="+mn-ea"/>
                <a:sym typeface="+mn-ea"/>
              </a:rPr>
              <a:t>如若公民认为自身的基本权利受到了来自国家立法权的非必要侵害，即有权申请对该立法行为进行合宪性审查。</a:t>
            </a:r>
            <a:endParaRPr lang="zh-CN" altLang="en-US" sz="2400" dirty="0">
              <a:solidFill>
                <a:schemeClr val="tx1">
                  <a:lumMod val="85000"/>
                  <a:lumOff val="15000"/>
                </a:schemeClr>
              </a:solidFill>
              <a:latin typeface="+mn-ea"/>
              <a:cs typeface="+mn-ea"/>
              <a:sym typeface="+mn-ea"/>
            </a:endParaRPr>
          </a:p>
        </p:txBody>
      </p:sp>
      <p:sp>
        <p:nvSpPr>
          <p:cNvPr id="4" name="圆角矩形 16"/>
          <p:cNvSpPr/>
          <p:nvPr>
            <p:custDataLst>
              <p:tags r:id="rId5"/>
            </p:custDataLst>
          </p:nvPr>
        </p:nvSpPr>
        <p:spPr>
          <a:xfrm>
            <a:off x="393700" y="978495"/>
            <a:ext cx="599059" cy="602284"/>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en-US" altLang="zh-CN" sz="2800" b="1">
                <a:solidFill>
                  <a:srgbClr val="FFFFFF"/>
                </a:solidFill>
                <a:latin typeface="微软雅黑" panose="020B0503020204020204" charset="-122"/>
                <a:ea typeface="微软雅黑" panose="020B0503020204020204" charset="-122"/>
                <a:cs typeface="+mn-ea"/>
                <a:sym typeface="+mn-ea"/>
              </a:rPr>
              <a:t>05</a:t>
            </a:r>
            <a:endParaRPr lang="en-US" altLang="zh-CN" sz="2800" b="1">
              <a:solidFill>
                <a:srgbClr val="FFFFFF"/>
              </a:solidFill>
              <a:latin typeface="微软雅黑" panose="020B0503020204020204" charset="-122"/>
              <a:ea typeface="微软雅黑" panose="020B0503020204020204" charset="-122"/>
              <a:cs typeface="+mn-ea"/>
              <a:sym typeface="+mn-ea"/>
            </a:endParaRPr>
          </a:p>
        </p:txBody>
      </p:sp>
      <p:sp>
        <p:nvSpPr>
          <p:cNvPr id="5" name="圆角矩形 16"/>
          <p:cNvSpPr/>
          <p:nvPr>
            <p:custDataLst>
              <p:tags r:id="rId6"/>
            </p:custDataLst>
          </p:nvPr>
        </p:nvSpPr>
        <p:spPr>
          <a:xfrm>
            <a:off x="6076353" y="978495"/>
            <a:ext cx="599059" cy="602284"/>
          </a:xfrm>
          <a:prstGeom prst="roundRect">
            <a:avLst>
              <a:gd name="adj" fmla="val 2376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en-US" altLang="zh-CN" sz="2800" b="1">
                <a:solidFill>
                  <a:srgbClr val="FFFFFF"/>
                </a:solidFill>
                <a:latin typeface="微软雅黑" panose="020B0503020204020204" charset="-122"/>
                <a:ea typeface="微软雅黑" panose="020B0503020204020204" charset="-122"/>
                <a:cs typeface="+mn-ea"/>
                <a:sym typeface="+mn-ea"/>
              </a:rPr>
              <a:t>06</a:t>
            </a:r>
            <a:endParaRPr lang="en-US" altLang="zh-CN" sz="2800" b="1">
              <a:solidFill>
                <a:srgbClr val="FFFFFF"/>
              </a:solidFill>
              <a:latin typeface="微软雅黑" panose="020B0503020204020204" charset="-122"/>
              <a:ea typeface="微软雅黑" panose="020B0503020204020204" charset="-122"/>
              <a:cs typeface="+mn-ea"/>
              <a:sym typeface="+mn-ea"/>
            </a:endParaRPr>
          </a:p>
        </p:txBody>
      </p:sp>
    </p:spTree>
    <p:custDataLst>
      <p:tags r:id="rId7"/>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6"/>
          <p:cNvSpPr/>
          <p:nvPr>
            <p:custDataLst>
              <p:tags r:id="rId1"/>
            </p:custDataLst>
          </p:nvPr>
        </p:nvSpPr>
        <p:spPr>
          <a:xfrm>
            <a:off x="0" y="0"/>
            <a:ext cx="12192000" cy="5060315"/>
          </a:xfrm>
          <a:custGeom>
            <a:avLst/>
            <a:gdLst/>
            <a:ahLst/>
            <a:cxnLst>
              <a:cxn ang="3">
                <a:pos x="hc" y="t"/>
              </a:cxn>
              <a:cxn ang="cd2">
                <a:pos x="l" y="vc"/>
              </a:cxn>
              <a:cxn ang="cd4">
                <a:pos x="hc" y="b"/>
              </a:cxn>
              <a:cxn ang="0">
                <a:pos x="r" y="vc"/>
              </a:cxn>
            </a:cxnLst>
            <a:rect l="l" t="t" r="r" b="b"/>
            <a:pathLst>
              <a:path w="19220" h="7969">
                <a:moveTo>
                  <a:pt x="1" y="0"/>
                </a:moveTo>
                <a:lnTo>
                  <a:pt x="19220" y="0"/>
                </a:lnTo>
                <a:lnTo>
                  <a:pt x="19220" y="7245"/>
                </a:lnTo>
                <a:lnTo>
                  <a:pt x="12845" y="7229"/>
                </a:lnTo>
                <a:lnTo>
                  <a:pt x="11288" y="7969"/>
                </a:lnTo>
                <a:lnTo>
                  <a:pt x="11284" y="7243"/>
                </a:lnTo>
                <a:lnTo>
                  <a:pt x="0" y="7210"/>
                </a:lnTo>
                <a:lnTo>
                  <a:pt x="1" y="0"/>
                </a:lnTo>
                <a:close/>
              </a:path>
            </a:pathLst>
          </a:custGeom>
          <a:gradFill>
            <a:gsLst>
              <a:gs pos="0">
                <a:schemeClr val="accent1"/>
              </a:gs>
              <a:gs pos="38000">
                <a:schemeClr val="accent1">
                  <a:lumMod val="90000"/>
                </a:schemeClr>
              </a:gs>
            </a:gsLst>
            <a:lin ang="0"/>
          </a:gradFill>
          <a:ln w="38100" cap="rnd">
            <a:noFill/>
            <a:round/>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effectLst/>
              <a:latin typeface="+mn-ea"/>
              <a:sym typeface="+mn-ea"/>
            </a:endParaRPr>
          </a:p>
        </p:txBody>
      </p:sp>
      <p:sp>
        <p:nvSpPr>
          <p:cNvPr id="4" name="标题 3"/>
          <p:cNvSpPr>
            <a:spLocks noGrp="1"/>
          </p:cNvSpPr>
          <p:nvPr>
            <p:ph type="title"/>
            <p:custDataLst>
              <p:tags r:id="rId2"/>
            </p:custDataLst>
          </p:nvPr>
        </p:nvSpPr>
        <p:spPr>
          <a:xfrm>
            <a:off x="4349750" y="5191760"/>
            <a:ext cx="7008495" cy="1229995"/>
          </a:xfrm>
          <a:effectLst/>
        </p:spPr>
        <p:txBody>
          <a:bodyPr vert="horz" wrap="square" lIns="0" tIns="0" rIns="0" bIns="0" rtlCol="0" anchor="t" anchorCtr="0">
            <a:normAutofit/>
          </a:bodyPr>
          <a:lstStyle/>
          <a:p>
            <a:pPr lvl="0" algn="l">
              <a:lnSpc>
                <a:spcPct val="130000"/>
              </a:lnSpc>
              <a:buClrTx/>
              <a:buSzTx/>
              <a:buFontTx/>
            </a:pPr>
            <a:r>
              <a:rPr lang="zh-CN" altLang="en-US" sz="5000">
                <a:solidFill>
                  <a:schemeClr val="tx1">
                    <a:lumMod val="85000"/>
                    <a:lumOff val="15000"/>
                    <a:alpha val="80000"/>
                  </a:schemeClr>
                </a:solidFill>
                <a:effectLst/>
                <a:sym typeface="+mn-ea"/>
              </a:rPr>
              <a:t>作业</a:t>
            </a:r>
            <a:endParaRPr lang="zh-CN" altLang="en-US" sz="5000">
              <a:solidFill>
                <a:schemeClr val="tx1">
                  <a:lumMod val="85000"/>
                  <a:lumOff val="15000"/>
                  <a:alpha val="80000"/>
                </a:schemeClr>
              </a:solidFill>
              <a:effectLst/>
              <a:sym typeface="+mn-ea"/>
            </a:endParaRPr>
          </a:p>
        </p:txBody>
      </p:sp>
      <p:sp>
        <p:nvSpPr>
          <p:cNvPr id="11" name="文本框 10"/>
          <p:cNvSpPr txBox="1"/>
          <p:nvPr>
            <p:custDataLst>
              <p:tags r:id="rId3"/>
            </p:custDataLst>
          </p:nvPr>
        </p:nvSpPr>
        <p:spPr>
          <a:xfrm>
            <a:off x="1664335" y="1918970"/>
            <a:ext cx="9489440" cy="1727200"/>
          </a:xfrm>
          <a:prstGeom prst="rect">
            <a:avLst/>
          </a:prstGeom>
          <a:noFill/>
        </p:spPr>
        <p:txBody>
          <a:bodyPr wrap="square" tIns="36195" bIns="323850" rtlCol="0" anchor="t" anchorCtr="0">
            <a:noAutofit/>
          </a:bodyPr>
          <a:lstStyle/>
          <a:p>
            <a:pPr indent="0" algn="just" fontAlgn="auto">
              <a:lnSpc>
                <a:spcPct val="120000"/>
              </a:lnSpc>
              <a:spcBef>
                <a:spcPct val="0"/>
              </a:spcBef>
              <a:spcAft>
                <a:spcPct val="0"/>
              </a:spcAft>
              <a:buNone/>
            </a:pPr>
            <a:r>
              <a:rPr lang="zh-CN" altLang="en-US" sz="4800" spc="100">
                <a:ln>
                  <a:noFill/>
                  <a:prstDash val="sysDot"/>
                </a:ln>
                <a:solidFill>
                  <a:schemeClr val="lt1"/>
                </a:solidFill>
                <a:effectLst/>
                <a:uFillTx/>
                <a:latin typeface="+mn-ea"/>
                <a:cs typeface="+mn-ea"/>
                <a:sym typeface="+mn-ea"/>
              </a:rPr>
              <a:t>思考：权利和基本权利有何关系</a:t>
            </a:r>
            <a:r>
              <a:rPr lang="zh-CN" altLang="en-US" sz="4700" spc="100">
                <a:ln>
                  <a:noFill/>
                  <a:prstDash val="sysDot"/>
                </a:ln>
                <a:solidFill>
                  <a:schemeClr val="lt1"/>
                </a:solidFill>
                <a:effectLst/>
                <a:uFillTx/>
                <a:latin typeface="+mn-ea"/>
                <a:cs typeface="+mn-ea"/>
                <a:sym typeface="+mn-ea"/>
              </a:rPr>
              <a:t>？</a:t>
            </a:r>
            <a:endParaRPr lang="zh-CN" altLang="en-US" sz="4700" spc="100">
              <a:ln>
                <a:noFill/>
                <a:prstDash val="sysDot"/>
              </a:ln>
              <a:solidFill>
                <a:schemeClr val="lt1"/>
              </a:solidFill>
              <a:effectLst/>
              <a:uFillTx/>
              <a:latin typeface="+mn-ea"/>
              <a:cs typeface="+mn-ea"/>
              <a:sym typeface="+mn-ea"/>
            </a:endParaRPr>
          </a:p>
        </p:txBody>
      </p:sp>
      <p:cxnSp>
        <p:nvCxnSpPr>
          <p:cNvPr id="3" name="直接连接符 2"/>
          <p:cNvCxnSpPr/>
          <p:nvPr>
            <p:custDataLst>
              <p:tags r:id="rId4"/>
            </p:custDataLst>
          </p:nvPr>
        </p:nvCxnSpPr>
        <p:spPr>
          <a:xfrm>
            <a:off x="1487805" y="947420"/>
            <a:ext cx="0" cy="972185"/>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5"/>
            </p:custDataLst>
          </p:nvPr>
        </p:nvCxnSpPr>
        <p:spPr>
          <a:xfrm>
            <a:off x="1322070" y="1137920"/>
            <a:ext cx="1283970" cy="0"/>
          </a:xfrm>
          <a:prstGeom prst="line">
            <a:avLst/>
          </a:prstGeom>
          <a:ln w="31750" cap="rnd">
            <a:solidFill>
              <a:srgbClr val="FFFFFF">
                <a:alpha val="60000"/>
              </a:srgbClr>
            </a:solidFill>
          </a:ln>
        </p:spPr>
        <p:style>
          <a:lnRef idx="2">
            <a:schemeClr val="accent1"/>
          </a:lnRef>
          <a:fillRef idx="0">
            <a:srgbClr val="FFFFFF"/>
          </a:fillRef>
          <a:effectRef idx="0">
            <a:srgbClr val="FFFFFF"/>
          </a:effectRef>
          <a:fontRef idx="minor">
            <a:schemeClr val="tx1"/>
          </a:fontRef>
        </p:style>
      </p:cxnSp>
    </p:spTree>
    <p:custDataLst>
      <p:tags r:id="rId6"/>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2480945" y="466090"/>
            <a:ext cx="9056370" cy="763270"/>
          </a:xfrm>
        </p:spPr>
        <p:txBody>
          <a:bodyPr/>
          <a:lstStyle/>
          <a:p>
            <a:pPr algn="l"/>
            <a:r>
              <a:rPr lang="zh-CN" altLang="en-US"/>
              <a:t>提示：</a:t>
            </a:r>
            <a:endParaRPr lang="zh-CN" altLang="en-US"/>
          </a:p>
        </p:txBody>
      </p:sp>
      <p:sp>
        <p:nvSpPr>
          <p:cNvPr id="3" name="文本框 2"/>
          <p:cNvSpPr txBox="1"/>
          <p:nvPr>
            <p:custDataLst>
              <p:tags r:id="rId2"/>
            </p:custDataLst>
          </p:nvPr>
        </p:nvSpPr>
        <p:spPr>
          <a:xfrm>
            <a:off x="2160270" y="1432560"/>
            <a:ext cx="9305925" cy="4378960"/>
          </a:xfrm>
          <a:prstGeom prst="rect">
            <a:avLst/>
          </a:prstGeom>
          <a:noFill/>
        </p:spPr>
        <p:txBody>
          <a:bodyPr wrap="square" lIns="0" tIns="0" rIns="0" bIns="0" rtlCol="0">
            <a:noAutofit/>
          </a:bodyPr>
          <a:lstStyle/>
          <a:p>
            <a:pPr marL="0" indent="0" algn="l">
              <a:lnSpc>
                <a:spcPct val="150000"/>
              </a:lnSpc>
              <a:spcBef>
                <a:spcPts val="0"/>
              </a:spcBef>
              <a:spcAft>
                <a:spcPts val="0"/>
              </a:spcAft>
              <a:buNone/>
            </a:pPr>
            <a:r>
              <a:rPr lang="en-US" altLang="zh-CN" sz="2400" kern="0" dirty="0">
                <a:ln>
                  <a:noFill/>
                  <a:prstDash val="sysDot"/>
                </a:ln>
                <a:solidFill>
                  <a:schemeClr val="tx1">
                    <a:lumMod val="85000"/>
                    <a:lumOff val="15000"/>
                  </a:schemeClr>
                </a:solidFill>
                <a:sym typeface="+mn-ea"/>
              </a:rPr>
              <a:t>        </a:t>
            </a:r>
            <a:r>
              <a:rPr lang="zh-CN" altLang="en-US" sz="2400" kern="0" dirty="0">
                <a:ln>
                  <a:noFill/>
                  <a:prstDash val="sysDot"/>
                </a:ln>
                <a:solidFill>
                  <a:schemeClr val="tx1">
                    <a:lumMod val="85000"/>
                    <a:lumOff val="15000"/>
                  </a:schemeClr>
                </a:solidFill>
                <a:sym typeface="+mn-ea"/>
              </a:rPr>
              <a:t>所有基本权利都属于权利，但</a:t>
            </a:r>
            <a:r>
              <a:rPr lang="zh-CN" altLang="en-US" sz="2400" b="1" kern="0" dirty="0">
                <a:ln>
                  <a:noFill/>
                  <a:prstDash val="sysDot"/>
                </a:ln>
                <a:solidFill>
                  <a:schemeClr val="tx1">
                    <a:lumMod val="85000"/>
                    <a:lumOff val="15000"/>
                  </a:schemeClr>
                </a:solidFill>
                <a:sym typeface="+mn-ea"/>
              </a:rPr>
              <a:t>并非所有权利都是基本权利。</a:t>
            </a:r>
            <a:r>
              <a:rPr lang="zh-CN" altLang="en-US" sz="2400" kern="0" dirty="0">
                <a:ln>
                  <a:noFill/>
                  <a:prstDash val="sysDot"/>
                </a:ln>
                <a:solidFill>
                  <a:schemeClr val="tx1">
                    <a:lumMod val="85000"/>
                    <a:lumOff val="15000"/>
                  </a:schemeClr>
                </a:solidFill>
                <a:sym typeface="+mn-ea"/>
              </a:rPr>
              <a:t>基本权利是权利的一种，但它是权利中最为重要、由宪法确认和保障的核心部分。基本权利是普通法律权利的立法基础；普通法律权利是基本权利的具体化。</a:t>
            </a:r>
            <a:endParaRPr lang="zh-CN" altLang="en-US" sz="2400" kern="0" dirty="0">
              <a:ln>
                <a:noFill/>
                <a:prstDash val="sysDot"/>
              </a:ln>
              <a:solidFill>
                <a:schemeClr val="tx1">
                  <a:lumMod val="85000"/>
                  <a:lumOff val="15000"/>
                </a:schemeClr>
              </a:solidFill>
              <a:sym typeface="+mn-ea"/>
            </a:endParaRPr>
          </a:p>
          <a:p>
            <a:pPr marL="0" indent="0" algn="l">
              <a:lnSpc>
                <a:spcPct val="150000"/>
              </a:lnSpc>
              <a:spcBef>
                <a:spcPts val="0"/>
              </a:spcBef>
              <a:spcAft>
                <a:spcPts val="0"/>
              </a:spcAft>
              <a:buNone/>
            </a:pPr>
            <a:r>
              <a:rPr lang="en-US" altLang="zh-CN" sz="2400" kern="0" dirty="0">
                <a:ln>
                  <a:noFill/>
                  <a:prstDash val="sysDot"/>
                </a:ln>
                <a:solidFill>
                  <a:schemeClr val="tx1">
                    <a:lumMod val="85000"/>
                    <a:lumOff val="15000"/>
                  </a:schemeClr>
                </a:solidFill>
                <a:sym typeface="+mn-ea"/>
              </a:rPr>
              <a:t>        </a:t>
            </a:r>
            <a:r>
              <a:rPr lang="zh-CN" altLang="en-US" sz="2400" kern="0" dirty="0">
                <a:ln>
                  <a:noFill/>
                  <a:prstDash val="sysDot"/>
                </a:ln>
                <a:solidFill>
                  <a:schemeClr val="tx1">
                    <a:lumMod val="85000"/>
                    <a:lumOff val="15000"/>
                  </a:schemeClr>
                </a:solidFill>
                <a:sym typeface="+mn-ea"/>
              </a:rPr>
              <a:t>权利是一个庞大的体系，遍布所有法律部门。</a:t>
            </a:r>
            <a:r>
              <a:rPr lang="zh-CN" altLang="en-US" sz="2400" b="1" kern="0" dirty="0">
                <a:ln>
                  <a:noFill/>
                  <a:prstDash val="sysDot"/>
                </a:ln>
                <a:solidFill>
                  <a:schemeClr val="tx1">
                    <a:lumMod val="85000"/>
                    <a:lumOff val="15000"/>
                  </a:schemeClr>
                </a:solidFill>
                <a:sym typeface="+mn-ea"/>
              </a:rPr>
              <a:t>基本权利是这个体系的顶层设计和价值核心，</a:t>
            </a:r>
            <a:r>
              <a:rPr lang="zh-CN" altLang="en-US" sz="2400" kern="0" dirty="0">
                <a:ln>
                  <a:noFill/>
                  <a:prstDash val="sysDot"/>
                </a:ln>
                <a:solidFill>
                  <a:schemeClr val="tx1">
                    <a:lumMod val="85000"/>
                    <a:lumOff val="15000"/>
                  </a:schemeClr>
                </a:solidFill>
                <a:sym typeface="+mn-ea"/>
              </a:rPr>
              <a:t>它由宪法规定，主要用于规范公民与国家的关系，并作为整个法律体系的</a:t>
            </a:r>
            <a:r>
              <a:rPr lang="en-US" altLang="zh-CN" sz="2400" kern="0" dirty="0">
                <a:ln>
                  <a:noFill/>
                  <a:prstDash val="sysDot"/>
                </a:ln>
                <a:solidFill>
                  <a:schemeClr val="tx1">
                    <a:lumMod val="85000"/>
                    <a:lumOff val="15000"/>
                  </a:schemeClr>
                </a:solidFill>
                <a:sym typeface="+mn-ea"/>
              </a:rPr>
              <a:t>“</a:t>
            </a:r>
            <a:r>
              <a:rPr lang="zh-CN" altLang="en-US" sz="2400" kern="0" dirty="0">
                <a:ln>
                  <a:noFill/>
                  <a:prstDash val="sysDot"/>
                </a:ln>
                <a:solidFill>
                  <a:schemeClr val="tx1">
                    <a:lumMod val="85000"/>
                    <a:lumOff val="15000"/>
                  </a:schemeClr>
                </a:solidFill>
                <a:sym typeface="+mn-ea"/>
              </a:rPr>
              <a:t>价值辐射源</a:t>
            </a:r>
            <a:r>
              <a:rPr lang="en-US" altLang="zh-CN" sz="2400" kern="0" dirty="0">
                <a:ln>
                  <a:noFill/>
                  <a:prstDash val="sysDot"/>
                </a:ln>
                <a:solidFill>
                  <a:schemeClr val="tx1">
                    <a:lumMod val="85000"/>
                    <a:lumOff val="15000"/>
                  </a:schemeClr>
                </a:solidFill>
                <a:sym typeface="+mn-ea"/>
              </a:rPr>
              <a:t>”</a:t>
            </a:r>
            <a:r>
              <a:rPr lang="zh-CN" altLang="en-US" sz="2400" kern="0" dirty="0">
                <a:ln>
                  <a:noFill/>
                  <a:prstDash val="sysDot"/>
                </a:ln>
                <a:solidFill>
                  <a:schemeClr val="tx1">
                    <a:lumMod val="85000"/>
                    <a:lumOff val="15000"/>
                  </a:schemeClr>
                </a:solidFill>
                <a:sym typeface="+mn-ea"/>
              </a:rPr>
              <a:t>，指导着所有普通法律的立法、执法和司法。</a:t>
            </a:r>
            <a:endParaRPr lang="zh-CN" altLang="en-US" sz="2400" kern="0" dirty="0">
              <a:ln>
                <a:noFill/>
                <a:prstDash val="sysDot"/>
              </a:ln>
              <a:solidFill>
                <a:schemeClr val="tx1">
                  <a:lumMod val="85000"/>
                  <a:lumOff val="15000"/>
                </a:schemeClr>
              </a:solidFill>
              <a:sym typeface="+mn-ea"/>
            </a:endParaRPr>
          </a:p>
        </p:txBody>
      </p:sp>
      <p:sp>
        <p:nvSpPr>
          <p:cNvPr id="97" name="图形 95"/>
          <p:cNvSpPr/>
          <p:nvPr>
            <p:custDataLst>
              <p:tags r:id="rId3"/>
            </p:custDataLst>
          </p:nvPr>
        </p:nvSpPr>
        <p:spPr>
          <a:xfrm>
            <a:off x="1075690" y="466090"/>
            <a:ext cx="2571115" cy="6138545"/>
          </a:xfrm>
          <a:custGeom>
            <a:avLst/>
            <a:gdLst>
              <a:gd name="connsiteX0" fmla="*/ 1182053 w 1182052"/>
              <a:gd name="connsiteY0" fmla="*/ 278797 h 2029491"/>
              <a:gd name="connsiteX1" fmla="*/ 1182053 w 1182052"/>
              <a:gd name="connsiteY1" fmla="*/ 0 h 2029491"/>
              <a:gd name="connsiteX2" fmla="*/ 0 w 1182052"/>
              <a:gd name="connsiteY2" fmla="*/ 0 h 2029491"/>
              <a:gd name="connsiteX3" fmla="*/ 0 w 1182052"/>
              <a:gd name="connsiteY3" fmla="*/ 2029492 h 2029491"/>
              <a:gd name="connsiteX4" fmla="*/ 1182053 w 1182052"/>
              <a:gd name="connsiteY4" fmla="*/ 2029492 h 2029491"/>
              <a:gd name="connsiteX5" fmla="*/ 1182053 w 1182052"/>
              <a:gd name="connsiteY5" fmla="*/ 1778603 h 202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2052" h="2029491">
                <a:moveTo>
                  <a:pt x="1182053" y="278797"/>
                </a:moveTo>
                <a:lnTo>
                  <a:pt x="1182053" y="0"/>
                </a:lnTo>
                <a:lnTo>
                  <a:pt x="0" y="0"/>
                </a:lnTo>
                <a:lnTo>
                  <a:pt x="0" y="2029492"/>
                </a:lnTo>
                <a:lnTo>
                  <a:pt x="1182053" y="2029492"/>
                </a:lnTo>
                <a:lnTo>
                  <a:pt x="1182053" y="1778603"/>
                </a:lnTo>
              </a:path>
            </a:pathLst>
          </a:custGeom>
          <a:noFill/>
          <a:ln w="53975" cap="flat">
            <a:solidFill>
              <a:schemeClr val="accent1">
                <a:alpha val="69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Tree>
    <p:custDataLst>
      <p:tags r:id="rId4"/>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custDataLst>
              <p:tags r:id="rId1"/>
            </p:custDataLst>
          </p:nvPr>
        </p:nvSpPr>
        <p:spPr>
          <a:xfrm>
            <a:off x="0" y="981075"/>
            <a:ext cx="11716385" cy="55562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任意多边形: 形状 12"/>
          <p:cNvSpPr/>
          <p:nvPr>
            <p:custDataLst>
              <p:tags r:id="rId2"/>
            </p:custDataLst>
          </p:nvPr>
        </p:nvSpPr>
        <p:spPr>
          <a:xfrm>
            <a:off x="0" y="0"/>
            <a:ext cx="12192000" cy="3704590"/>
          </a:xfrm>
          <a:custGeom>
            <a:avLst/>
            <a:gdLst>
              <a:gd name="connsiteX0" fmla="*/ 0 w 12191999"/>
              <a:gd name="connsiteY0" fmla="*/ 0 h 3704539"/>
              <a:gd name="connsiteX1" fmla="*/ 0 w 12191999"/>
              <a:gd name="connsiteY1" fmla="*/ 1703984 h 3704539"/>
              <a:gd name="connsiteX2" fmla="*/ 76581 w 12191999"/>
              <a:gd name="connsiteY2" fmla="*/ 1634643 h 3704539"/>
              <a:gd name="connsiteX3" fmla="*/ 364084 w 12191999"/>
              <a:gd name="connsiteY3" fmla="*/ 1663294 h 3704539"/>
              <a:gd name="connsiteX4" fmla="*/ 384658 w 12191999"/>
              <a:gd name="connsiteY4" fmla="*/ 1668628 h 3704539"/>
              <a:gd name="connsiteX5" fmla="*/ 808025 w 12191999"/>
              <a:gd name="connsiteY5" fmla="*/ 1823923 h 3704539"/>
              <a:gd name="connsiteX6" fmla="*/ 1103909 w 12191999"/>
              <a:gd name="connsiteY6" fmla="*/ 1733474 h 3704539"/>
              <a:gd name="connsiteX7" fmla="*/ 1146353 w 12191999"/>
              <a:gd name="connsiteY7" fmla="*/ 1731112 h 3704539"/>
              <a:gd name="connsiteX8" fmla="*/ 1334567 w 12191999"/>
              <a:gd name="connsiteY8" fmla="*/ 1780108 h 3704539"/>
              <a:gd name="connsiteX9" fmla="*/ 1364818 w 12191999"/>
              <a:gd name="connsiteY9" fmla="*/ 1781175 h 3704539"/>
              <a:gd name="connsiteX10" fmla="*/ 1647292 w 12191999"/>
              <a:gd name="connsiteY10" fmla="*/ 1728902 h 3704539"/>
              <a:gd name="connsiteX11" fmla="*/ 1684096 w 12191999"/>
              <a:gd name="connsiteY11" fmla="*/ 1732026 h 3704539"/>
              <a:gd name="connsiteX12" fmla="*/ 1914068 w 12191999"/>
              <a:gd name="connsiteY12" fmla="*/ 1816989 h 3704539"/>
              <a:gd name="connsiteX13" fmla="*/ 1952092 w 12191999"/>
              <a:gd name="connsiteY13" fmla="*/ 1819885 h 3704539"/>
              <a:gd name="connsiteX14" fmla="*/ 2389556 w 12191999"/>
              <a:gd name="connsiteY14" fmla="*/ 1730731 h 3704539"/>
              <a:gd name="connsiteX15" fmla="*/ 2438934 w 12191999"/>
              <a:gd name="connsiteY15" fmla="*/ 1739036 h 3704539"/>
              <a:gd name="connsiteX16" fmla="*/ 2557272 w 12191999"/>
              <a:gd name="connsiteY16" fmla="*/ 1808988 h 3704539"/>
              <a:gd name="connsiteX17" fmla="*/ 2610764 w 12191999"/>
              <a:gd name="connsiteY17" fmla="*/ 1816303 h 3704539"/>
              <a:gd name="connsiteX18" fmla="*/ 2763393 w 12191999"/>
              <a:gd name="connsiteY18" fmla="*/ 1775384 h 3704539"/>
              <a:gd name="connsiteX19" fmla="*/ 2815438 w 12191999"/>
              <a:gd name="connsiteY19" fmla="*/ 1781861 h 3704539"/>
              <a:gd name="connsiteX20" fmla="*/ 2855748 w 12191999"/>
              <a:gd name="connsiteY20" fmla="*/ 1804416 h 3704539"/>
              <a:gd name="connsiteX21" fmla="*/ 2925166 w 12191999"/>
              <a:gd name="connsiteY21" fmla="*/ 1803578 h 3704539"/>
              <a:gd name="connsiteX22" fmla="*/ 3022702 w 12191999"/>
              <a:gd name="connsiteY22" fmla="*/ 1745894 h 3704539"/>
              <a:gd name="connsiteX23" fmla="*/ 3092272 w 12191999"/>
              <a:gd name="connsiteY23" fmla="*/ 1745133 h 3704539"/>
              <a:gd name="connsiteX24" fmla="*/ 3207639 w 12191999"/>
              <a:gd name="connsiteY24" fmla="*/ 1810055 h 3704539"/>
              <a:gd name="connsiteX25" fmla="*/ 3259379 w 12191999"/>
              <a:gd name="connsiteY25" fmla="*/ 1816760 h 3704539"/>
              <a:gd name="connsiteX26" fmla="*/ 3391891 w 12191999"/>
              <a:gd name="connsiteY26" fmla="*/ 1782166 h 3704539"/>
              <a:gd name="connsiteX27" fmla="*/ 3437687 w 12191999"/>
              <a:gd name="connsiteY27" fmla="*/ 1785823 h 3704539"/>
              <a:gd name="connsiteX28" fmla="*/ 3491789 w 12191999"/>
              <a:gd name="connsiteY28" fmla="*/ 1809750 h 3704539"/>
              <a:gd name="connsiteX29" fmla="*/ 3554121 w 12191999"/>
              <a:gd name="connsiteY29" fmla="*/ 1806778 h 3704539"/>
              <a:gd name="connsiteX30" fmla="*/ 3677946 w 12191999"/>
              <a:gd name="connsiteY30" fmla="*/ 1737131 h 3704539"/>
              <a:gd name="connsiteX31" fmla="*/ 3722218 w 12191999"/>
              <a:gd name="connsiteY31" fmla="*/ 1728902 h 3704539"/>
              <a:gd name="connsiteX32" fmla="*/ 3983965 w 12191999"/>
              <a:gd name="connsiteY32" fmla="*/ 1767154 h 3704539"/>
              <a:gd name="connsiteX33" fmla="*/ 3996614 w 12191999"/>
              <a:gd name="connsiteY33" fmla="*/ 1767840 h 3704539"/>
              <a:gd name="connsiteX34" fmla="*/ 4188790 w 12191999"/>
              <a:gd name="connsiteY34" fmla="*/ 1760753 h 3704539"/>
              <a:gd name="connsiteX35" fmla="*/ 4222928 w 12191999"/>
              <a:gd name="connsiteY35" fmla="*/ 1768297 h 3704539"/>
              <a:gd name="connsiteX36" fmla="*/ 4446042 w 12191999"/>
              <a:gd name="connsiteY36" fmla="*/ 1881835 h 3704539"/>
              <a:gd name="connsiteX37" fmla="*/ 4502049 w 12191999"/>
              <a:gd name="connsiteY37" fmla="*/ 1884959 h 3704539"/>
              <a:gd name="connsiteX38" fmla="*/ 4653077 w 12191999"/>
              <a:gd name="connsiteY38" fmla="*/ 1828343 h 3704539"/>
              <a:gd name="connsiteX39" fmla="*/ 4677537 w 12191999"/>
              <a:gd name="connsiteY39" fmla="*/ 1823923 h 3704539"/>
              <a:gd name="connsiteX40" fmla="*/ 4811497 w 12191999"/>
              <a:gd name="connsiteY40" fmla="*/ 1823923 h 3704539"/>
              <a:gd name="connsiteX41" fmla="*/ 4848454 w 12191999"/>
              <a:gd name="connsiteY41" fmla="*/ 1813331 h 3704539"/>
              <a:gd name="connsiteX42" fmla="*/ 4898060 w 12191999"/>
              <a:gd name="connsiteY42" fmla="*/ 1782318 h 3704539"/>
              <a:gd name="connsiteX43" fmla="*/ 4966564 w 12191999"/>
              <a:gd name="connsiteY43" fmla="*/ 1779270 h 3704539"/>
              <a:gd name="connsiteX44" fmla="*/ 5005959 w 12191999"/>
              <a:gd name="connsiteY44" fmla="*/ 1799311 h 3704539"/>
              <a:gd name="connsiteX45" fmla="*/ 5042307 w 12191999"/>
              <a:gd name="connsiteY45" fmla="*/ 1806702 h 3704539"/>
              <a:gd name="connsiteX46" fmla="*/ 5107229 w 12191999"/>
              <a:gd name="connsiteY46" fmla="*/ 1802283 h 3704539"/>
              <a:gd name="connsiteX47" fmla="*/ 5162322 w 12191999"/>
              <a:gd name="connsiteY47" fmla="*/ 1823618 h 3704539"/>
              <a:gd name="connsiteX48" fmla="*/ 5220158 w 12191999"/>
              <a:gd name="connsiteY48" fmla="*/ 1884045 h 3704539"/>
              <a:gd name="connsiteX49" fmla="*/ 5246675 w 12191999"/>
              <a:gd name="connsiteY49" fmla="*/ 1901343 h 3704539"/>
              <a:gd name="connsiteX50" fmla="*/ 5466207 w 12191999"/>
              <a:gd name="connsiteY50" fmla="*/ 1981124 h 3704539"/>
              <a:gd name="connsiteX51" fmla="*/ 5478933 w 12191999"/>
              <a:gd name="connsiteY51" fmla="*/ 1987296 h 3704539"/>
              <a:gd name="connsiteX52" fmla="*/ 5831129 w 12191999"/>
              <a:gd name="connsiteY52" fmla="*/ 2183054 h 3704539"/>
              <a:gd name="connsiteX53" fmla="*/ 6024144 w 12191999"/>
              <a:gd name="connsiteY53" fmla="*/ 2187321 h 3704539"/>
              <a:gd name="connsiteX54" fmla="*/ 6078779 w 12191999"/>
              <a:gd name="connsiteY54" fmla="*/ 2205000 h 3704539"/>
              <a:gd name="connsiteX55" fmla="*/ 6355995 w 12191999"/>
              <a:gd name="connsiteY55" fmla="*/ 2334692 h 3704539"/>
              <a:gd name="connsiteX56" fmla="*/ 6851219 w 12191999"/>
              <a:gd name="connsiteY56" fmla="*/ 2254606 h 3704539"/>
              <a:gd name="connsiteX57" fmla="*/ 6906616 w 12191999"/>
              <a:gd name="connsiteY57" fmla="*/ 2264055 h 3704539"/>
              <a:gd name="connsiteX58" fmla="*/ 6981063 w 12191999"/>
              <a:gd name="connsiteY58" fmla="*/ 2313356 h 3704539"/>
              <a:gd name="connsiteX59" fmla="*/ 7049719 w 12191999"/>
              <a:gd name="connsiteY59" fmla="*/ 2318004 h 3704539"/>
              <a:gd name="connsiteX60" fmla="*/ 7372274 w 12191999"/>
              <a:gd name="connsiteY60" fmla="*/ 2159203 h 3704539"/>
              <a:gd name="connsiteX61" fmla="*/ 7479030 w 12191999"/>
              <a:gd name="connsiteY61" fmla="*/ 2186559 h 3704539"/>
              <a:gd name="connsiteX62" fmla="*/ 7520940 w 12191999"/>
              <a:gd name="connsiteY62" fmla="*/ 2197760 h 3704539"/>
              <a:gd name="connsiteX63" fmla="*/ 7774000 w 12191999"/>
              <a:gd name="connsiteY63" fmla="*/ 2183511 h 3704539"/>
              <a:gd name="connsiteX64" fmla="*/ 7786726 w 12191999"/>
              <a:gd name="connsiteY64" fmla="*/ 2183968 h 3704539"/>
              <a:gd name="connsiteX65" fmla="*/ 7886091 w 12191999"/>
              <a:gd name="connsiteY65" fmla="*/ 2196617 h 3704539"/>
              <a:gd name="connsiteX66" fmla="*/ 7923048 w 12191999"/>
              <a:gd name="connsiteY66" fmla="*/ 2191207 h 3704539"/>
              <a:gd name="connsiteX67" fmla="*/ 7976769 w 12191999"/>
              <a:gd name="connsiteY67" fmla="*/ 2167433 h 3704539"/>
              <a:gd name="connsiteX68" fmla="*/ 8046111 w 12191999"/>
              <a:gd name="connsiteY68" fmla="*/ 2174977 h 3704539"/>
              <a:gd name="connsiteX69" fmla="*/ 8116214 w 12191999"/>
              <a:gd name="connsiteY69" fmla="*/ 2226335 h 3704539"/>
              <a:gd name="connsiteX70" fmla="*/ 8195691 w 12191999"/>
              <a:gd name="connsiteY70" fmla="*/ 2228317 h 3704539"/>
              <a:gd name="connsiteX71" fmla="*/ 8395869 w 12191999"/>
              <a:gd name="connsiteY71" fmla="*/ 2096567 h 3704539"/>
              <a:gd name="connsiteX72" fmla="*/ 8451952 w 12191999"/>
              <a:gd name="connsiteY72" fmla="*/ 2087423 h 3704539"/>
              <a:gd name="connsiteX73" fmla="*/ 8650757 w 12191999"/>
              <a:gd name="connsiteY73" fmla="*/ 2139925 h 3704539"/>
              <a:gd name="connsiteX74" fmla="*/ 8676513 w 12191999"/>
              <a:gd name="connsiteY74" fmla="*/ 2141754 h 3704539"/>
              <a:gd name="connsiteX75" fmla="*/ 8849715 w 12191999"/>
              <a:gd name="connsiteY75" fmla="*/ 2121865 h 3704539"/>
              <a:gd name="connsiteX76" fmla="*/ 8891092 w 12191999"/>
              <a:gd name="connsiteY76" fmla="*/ 2129942 h 3704539"/>
              <a:gd name="connsiteX77" fmla="*/ 8967292 w 12191999"/>
              <a:gd name="connsiteY77" fmla="*/ 2171624 h 3704539"/>
              <a:gd name="connsiteX78" fmla="*/ 9012022 w 12191999"/>
              <a:gd name="connsiteY78" fmla="*/ 2179244 h 3704539"/>
              <a:gd name="connsiteX79" fmla="*/ 9266454 w 12191999"/>
              <a:gd name="connsiteY79" fmla="*/ 2137486 h 3704539"/>
              <a:gd name="connsiteX80" fmla="*/ 9293200 w 12191999"/>
              <a:gd name="connsiteY80" fmla="*/ 2138325 h 3704539"/>
              <a:gd name="connsiteX81" fmla="*/ 9446133 w 12191999"/>
              <a:gd name="connsiteY81" fmla="*/ 2173224 h 3704539"/>
              <a:gd name="connsiteX82" fmla="*/ 9463736 w 12191999"/>
              <a:gd name="connsiteY82" fmla="*/ 2174900 h 3704539"/>
              <a:gd name="connsiteX83" fmla="*/ 9704527 w 12191999"/>
              <a:gd name="connsiteY83" fmla="*/ 2167662 h 3704539"/>
              <a:gd name="connsiteX84" fmla="*/ 9736684 w 12191999"/>
              <a:gd name="connsiteY84" fmla="*/ 2174443 h 3704539"/>
              <a:gd name="connsiteX85" fmla="*/ 9831781 w 12191999"/>
              <a:gd name="connsiteY85" fmla="*/ 2219935 h 3704539"/>
              <a:gd name="connsiteX86" fmla="*/ 9844812 w 12191999"/>
              <a:gd name="connsiteY86" fmla="*/ 2224659 h 3704539"/>
              <a:gd name="connsiteX87" fmla="*/ 9986391 w 12191999"/>
              <a:gd name="connsiteY87" fmla="*/ 2260321 h 3704539"/>
              <a:gd name="connsiteX88" fmla="*/ 10006584 w 12191999"/>
              <a:gd name="connsiteY88" fmla="*/ 2262378 h 3704539"/>
              <a:gd name="connsiteX89" fmla="*/ 10171252 w 12191999"/>
              <a:gd name="connsiteY89" fmla="*/ 2254834 h 3704539"/>
              <a:gd name="connsiteX90" fmla="*/ 10324796 w 12191999"/>
              <a:gd name="connsiteY90" fmla="*/ 2243938 h 3704539"/>
              <a:gd name="connsiteX91" fmla="*/ 10399318 w 12191999"/>
              <a:gd name="connsiteY91" fmla="*/ 2310308 h 3704539"/>
              <a:gd name="connsiteX92" fmla="*/ 10461269 w 12191999"/>
              <a:gd name="connsiteY92" fmla="*/ 3704539 h 3704539"/>
              <a:gd name="connsiteX93" fmla="*/ 12192000 w 12191999"/>
              <a:gd name="connsiteY93" fmla="*/ 3704539 h 3704539"/>
              <a:gd name="connsiteX94" fmla="*/ 12192000 w 12191999"/>
              <a:gd name="connsiteY94" fmla="*/ 0 h 3704539"/>
              <a:gd name="connsiteX95" fmla="*/ 0 w 12191999"/>
              <a:gd name="connsiteY95" fmla="*/ 0 h 3704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2191999" h="3704539">
                <a:moveTo>
                  <a:pt x="0" y="0"/>
                </a:moveTo>
                <a:lnTo>
                  <a:pt x="0" y="1703984"/>
                </a:lnTo>
                <a:cubicBezTo>
                  <a:pt x="0" y="1662760"/>
                  <a:pt x="35585" y="1630604"/>
                  <a:pt x="76581" y="1634643"/>
                </a:cubicBezTo>
                <a:lnTo>
                  <a:pt x="364084" y="1663294"/>
                </a:lnTo>
                <a:cubicBezTo>
                  <a:pt x="371170" y="1663979"/>
                  <a:pt x="378104" y="1665808"/>
                  <a:pt x="384658" y="1668628"/>
                </a:cubicBezTo>
                <a:cubicBezTo>
                  <a:pt x="443332" y="1693926"/>
                  <a:pt x="747903" y="1823923"/>
                  <a:pt x="808025" y="1823923"/>
                </a:cubicBezTo>
                <a:cubicBezTo>
                  <a:pt x="862965" y="1823923"/>
                  <a:pt x="1042645" y="1756943"/>
                  <a:pt x="1103909" y="1733474"/>
                </a:cubicBezTo>
                <a:cubicBezTo>
                  <a:pt x="1117473" y="1728292"/>
                  <a:pt x="1132256" y="1727454"/>
                  <a:pt x="1146353" y="1731112"/>
                </a:cubicBezTo>
                <a:lnTo>
                  <a:pt x="1334567" y="1780108"/>
                </a:lnTo>
                <a:cubicBezTo>
                  <a:pt x="1344473" y="1782699"/>
                  <a:pt x="1354760" y="1783080"/>
                  <a:pt x="1364818" y="1781175"/>
                </a:cubicBezTo>
                <a:lnTo>
                  <a:pt x="1647292" y="1728902"/>
                </a:lnTo>
                <a:cubicBezTo>
                  <a:pt x="1659636" y="1726616"/>
                  <a:pt x="1672361" y="1727683"/>
                  <a:pt x="1684096" y="1732026"/>
                </a:cubicBezTo>
                <a:lnTo>
                  <a:pt x="1914068" y="1816989"/>
                </a:lnTo>
                <a:cubicBezTo>
                  <a:pt x="1926260" y="1821485"/>
                  <a:pt x="1939442" y="1822475"/>
                  <a:pt x="1952092" y="1819885"/>
                </a:cubicBezTo>
                <a:lnTo>
                  <a:pt x="2389556" y="1730731"/>
                </a:lnTo>
                <a:cubicBezTo>
                  <a:pt x="2406472" y="1727302"/>
                  <a:pt x="2424074" y="1730273"/>
                  <a:pt x="2438934" y="1739036"/>
                </a:cubicBezTo>
                <a:lnTo>
                  <a:pt x="2557272" y="1808988"/>
                </a:lnTo>
                <a:cubicBezTo>
                  <a:pt x="2573426" y="1818513"/>
                  <a:pt x="2592705" y="1821180"/>
                  <a:pt x="2610764" y="1816303"/>
                </a:cubicBezTo>
                <a:lnTo>
                  <a:pt x="2763393" y="1775384"/>
                </a:lnTo>
                <a:cubicBezTo>
                  <a:pt x="2780919" y="1770659"/>
                  <a:pt x="2799588" y="1773022"/>
                  <a:pt x="2815438" y="1781861"/>
                </a:cubicBezTo>
                <a:lnTo>
                  <a:pt x="2855748" y="1804416"/>
                </a:lnTo>
                <a:cubicBezTo>
                  <a:pt x="2877388" y="1816532"/>
                  <a:pt x="2903830" y="1816151"/>
                  <a:pt x="2925166" y="1803578"/>
                </a:cubicBezTo>
                <a:lnTo>
                  <a:pt x="3022702" y="1745894"/>
                </a:lnTo>
                <a:cubicBezTo>
                  <a:pt x="3044114" y="1733245"/>
                  <a:pt x="3070631" y="1732940"/>
                  <a:pt x="3092272" y="1745133"/>
                </a:cubicBezTo>
                <a:lnTo>
                  <a:pt x="3207639" y="1810055"/>
                </a:lnTo>
                <a:cubicBezTo>
                  <a:pt x="3223413" y="1818894"/>
                  <a:pt x="3241929" y="1821333"/>
                  <a:pt x="3259379" y="1816760"/>
                </a:cubicBezTo>
                <a:lnTo>
                  <a:pt x="3391891" y="1782166"/>
                </a:lnTo>
                <a:cubicBezTo>
                  <a:pt x="3407131" y="1778203"/>
                  <a:pt x="3423285" y="1779499"/>
                  <a:pt x="3437687" y="1785823"/>
                </a:cubicBezTo>
                <a:lnTo>
                  <a:pt x="3491789" y="1809750"/>
                </a:lnTo>
                <a:cubicBezTo>
                  <a:pt x="3511906" y="1818665"/>
                  <a:pt x="3534994" y="1817523"/>
                  <a:pt x="3554121" y="1806778"/>
                </a:cubicBezTo>
                <a:lnTo>
                  <a:pt x="3677946" y="1737131"/>
                </a:lnTo>
                <a:cubicBezTo>
                  <a:pt x="3691357" y="1729588"/>
                  <a:pt x="3706901" y="1726692"/>
                  <a:pt x="3722218" y="1728902"/>
                </a:cubicBezTo>
                <a:lnTo>
                  <a:pt x="3983965" y="1767154"/>
                </a:lnTo>
                <a:cubicBezTo>
                  <a:pt x="3988156" y="1767764"/>
                  <a:pt x="3992347" y="1767993"/>
                  <a:pt x="3996614" y="1767840"/>
                </a:cubicBezTo>
                <a:lnTo>
                  <a:pt x="4188790" y="1760753"/>
                </a:lnTo>
                <a:cubicBezTo>
                  <a:pt x="4200601" y="1760296"/>
                  <a:pt x="4212413" y="1762887"/>
                  <a:pt x="4222928" y="1768297"/>
                </a:cubicBezTo>
                <a:lnTo>
                  <a:pt x="4446042" y="1881835"/>
                </a:lnTo>
                <a:cubicBezTo>
                  <a:pt x="4463415" y="1890674"/>
                  <a:pt x="4483761" y="1891818"/>
                  <a:pt x="4502049" y="1884959"/>
                </a:cubicBezTo>
                <a:lnTo>
                  <a:pt x="4653077" y="1828343"/>
                </a:lnTo>
                <a:cubicBezTo>
                  <a:pt x="4660926" y="1825447"/>
                  <a:pt x="4669155" y="1823923"/>
                  <a:pt x="4677537" y="1823923"/>
                </a:cubicBezTo>
                <a:lnTo>
                  <a:pt x="4811497" y="1823923"/>
                </a:lnTo>
                <a:cubicBezTo>
                  <a:pt x="4824527" y="1823923"/>
                  <a:pt x="4837405" y="1820266"/>
                  <a:pt x="4848454" y="1813331"/>
                </a:cubicBezTo>
                <a:lnTo>
                  <a:pt x="4898060" y="1782318"/>
                </a:lnTo>
                <a:cubicBezTo>
                  <a:pt x="4918786" y="1769364"/>
                  <a:pt x="4944771" y="1768221"/>
                  <a:pt x="4966564" y="1779270"/>
                </a:cubicBezTo>
                <a:lnTo>
                  <a:pt x="5005959" y="1799311"/>
                </a:lnTo>
                <a:cubicBezTo>
                  <a:pt x="5017161" y="1805026"/>
                  <a:pt x="5029734" y="1807540"/>
                  <a:pt x="5042307" y="1806702"/>
                </a:cubicBezTo>
                <a:lnTo>
                  <a:pt x="5107229" y="1802283"/>
                </a:lnTo>
                <a:cubicBezTo>
                  <a:pt x="5127879" y="1800835"/>
                  <a:pt x="5147996" y="1808683"/>
                  <a:pt x="5162322" y="1823618"/>
                </a:cubicBezTo>
                <a:lnTo>
                  <a:pt x="5220158" y="1884045"/>
                </a:lnTo>
                <a:cubicBezTo>
                  <a:pt x="5227549" y="1891741"/>
                  <a:pt x="5236617" y="1897685"/>
                  <a:pt x="5246675" y="1901343"/>
                </a:cubicBezTo>
                <a:lnTo>
                  <a:pt x="5466207" y="1981124"/>
                </a:lnTo>
                <a:cubicBezTo>
                  <a:pt x="5470627" y="1982724"/>
                  <a:pt x="5474894" y="1984781"/>
                  <a:pt x="5478933" y="1987296"/>
                </a:cubicBezTo>
                <a:cubicBezTo>
                  <a:pt x="5520233" y="2012747"/>
                  <a:pt x="5762625" y="2161185"/>
                  <a:pt x="5831129" y="2183054"/>
                </a:cubicBezTo>
                <a:cubicBezTo>
                  <a:pt x="5884545" y="2200123"/>
                  <a:pt x="5975909" y="2192884"/>
                  <a:pt x="6024144" y="2187321"/>
                </a:cubicBezTo>
                <a:cubicBezTo>
                  <a:pt x="6044032" y="2185035"/>
                  <a:pt x="6063844" y="2191588"/>
                  <a:pt x="6078779" y="2205000"/>
                </a:cubicBezTo>
                <a:cubicBezTo>
                  <a:pt x="6123661" y="2245538"/>
                  <a:pt x="6230341" y="2328672"/>
                  <a:pt x="6355995" y="2334692"/>
                </a:cubicBezTo>
                <a:cubicBezTo>
                  <a:pt x="6493612" y="2341245"/>
                  <a:pt x="6762064" y="2277085"/>
                  <a:pt x="6851219" y="2254606"/>
                </a:cubicBezTo>
                <a:cubicBezTo>
                  <a:pt x="6870192" y="2249805"/>
                  <a:pt x="6890309" y="2253234"/>
                  <a:pt x="6906616" y="2264055"/>
                </a:cubicBezTo>
                <a:lnTo>
                  <a:pt x="6981063" y="2313356"/>
                </a:lnTo>
                <a:cubicBezTo>
                  <a:pt x="7001561" y="2326920"/>
                  <a:pt x="7027621" y="2328672"/>
                  <a:pt x="7049719" y="2318004"/>
                </a:cubicBezTo>
                <a:cubicBezTo>
                  <a:pt x="7133692" y="2277542"/>
                  <a:pt x="7339203" y="2178177"/>
                  <a:pt x="7372274" y="2159203"/>
                </a:cubicBezTo>
                <a:cubicBezTo>
                  <a:pt x="7401764" y="2142287"/>
                  <a:pt x="7452208" y="2169338"/>
                  <a:pt x="7479030" y="2186559"/>
                </a:cubicBezTo>
                <a:cubicBezTo>
                  <a:pt x="7491527" y="2194560"/>
                  <a:pt x="7506158" y="2198599"/>
                  <a:pt x="7520940" y="2197760"/>
                </a:cubicBezTo>
                <a:lnTo>
                  <a:pt x="7774000" y="2183511"/>
                </a:lnTo>
                <a:cubicBezTo>
                  <a:pt x="7778268" y="2183282"/>
                  <a:pt x="7782535" y="2183435"/>
                  <a:pt x="7786726" y="2183968"/>
                </a:cubicBezTo>
                <a:lnTo>
                  <a:pt x="7886091" y="2196617"/>
                </a:lnTo>
                <a:cubicBezTo>
                  <a:pt x="7898664" y="2198218"/>
                  <a:pt x="7911465" y="2196389"/>
                  <a:pt x="7923048" y="2191207"/>
                </a:cubicBezTo>
                <a:lnTo>
                  <a:pt x="7976769" y="2167433"/>
                </a:lnTo>
                <a:cubicBezTo>
                  <a:pt x="7999553" y="2157375"/>
                  <a:pt x="8025994" y="2160194"/>
                  <a:pt x="8046111" y="2174977"/>
                </a:cubicBezTo>
                <a:lnTo>
                  <a:pt x="8116214" y="2226335"/>
                </a:lnTo>
                <a:cubicBezTo>
                  <a:pt x="8139685" y="2243557"/>
                  <a:pt x="8171383" y="2244319"/>
                  <a:pt x="8195691" y="2228317"/>
                </a:cubicBezTo>
                <a:lnTo>
                  <a:pt x="8395869" y="2096567"/>
                </a:lnTo>
                <a:cubicBezTo>
                  <a:pt x="8412403" y="2085670"/>
                  <a:pt x="8432825" y="2082317"/>
                  <a:pt x="8451952" y="2087423"/>
                </a:cubicBezTo>
                <a:lnTo>
                  <a:pt x="8650757" y="2139925"/>
                </a:lnTo>
                <a:cubicBezTo>
                  <a:pt x="8659139" y="2142135"/>
                  <a:pt x="8667902" y="2142744"/>
                  <a:pt x="8676513" y="2141754"/>
                </a:cubicBezTo>
                <a:lnTo>
                  <a:pt x="8849715" y="2121865"/>
                </a:lnTo>
                <a:cubicBezTo>
                  <a:pt x="8864041" y="2120189"/>
                  <a:pt x="8878443" y="2123085"/>
                  <a:pt x="8891092" y="2129942"/>
                </a:cubicBezTo>
                <a:lnTo>
                  <a:pt x="8967292" y="2171624"/>
                </a:lnTo>
                <a:cubicBezTo>
                  <a:pt x="8980932" y="2179092"/>
                  <a:pt x="8996705" y="2181759"/>
                  <a:pt x="9012022" y="2179244"/>
                </a:cubicBezTo>
                <a:lnTo>
                  <a:pt x="9266454" y="2137486"/>
                </a:lnTo>
                <a:cubicBezTo>
                  <a:pt x="9275368" y="2136039"/>
                  <a:pt x="9284437" y="2136343"/>
                  <a:pt x="9293200" y="2138325"/>
                </a:cubicBezTo>
                <a:lnTo>
                  <a:pt x="9446133" y="2173224"/>
                </a:lnTo>
                <a:cubicBezTo>
                  <a:pt x="9451924" y="2174520"/>
                  <a:pt x="9457792" y="2175129"/>
                  <a:pt x="9463736" y="2174900"/>
                </a:cubicBezTo>
                <a:lnTo>
                  <a:pt x="9704527" y="2167662"/>
                </a:lnTo>
                <a:cubicBezTo>
                  <a:pt x="9715652" y="2167357"/>
                  <a:pt x="9726702" y="2169643"/>
                  <a:pt x="9736684" y="2174443"/>
                </a:cubicBezTo>
                <a:lnTo>
                  <a:pt x="9831781" y="2219935"/>
                </a:lnTo>
                <a:cubicBezTo>
                  <a:pt x="9835972" y="2221916"/>
                  <a:pt x="9840315" y="2223516"/>
                  <a:pt x="9844812" y="2224659"/>
                </a:cubicBezTo>
                <a:lnTo>
                  <a:pt x="9986391" y="2260321"/>
                </a:lnTo>
                <a:cubicBezTo>
                  <a:pt x="9993020" y="2261997"/>
                  <a:pt x="9999802" y="2262683"/>
                  <a:pt x="10006584" y="2262378"/>
                </a:cubicBezTo>
                <a:lnTo>
                  <a:pt x="10171252" y="2254834"/>
                </a:lnTo>
                <a:lnTo>
                  <a:pt x="10324796" y="2243938"/>
                </a:lnTo>
                <a:cubicBezTo>
                  <a:pt x="10363886" y="2241195"/>
                  <a:pt x="10397566" y="2271141"/>
                  <a:pt x="10399318" y="2310308"/>
                </a:cubicBezTo>
                <a:lnTo>
                  <a:pt x="10461269" y="3704539"/>
                </a:lnTo>
                <a:lnTo>
                  <a:pt x="12192000" y="3704539"/>
                </a:lnTo>
                <a:lnTo>
                  <a:pt x="12192000" y="0"/>
                </a:lnTo>
                <a:lnTo>
                  <a:pt x="0" y="0"/>
                </a:lnTo>
                <a:close/>
              </a:path>
            </a:pathLst>
          </a:custGeom>
          <a:gradFill>
            <a:gsLst>
              <a:gs pos="100000">
                <a:schemeClr val="bg1"/>
              </a:gs>
              <a:gs pos="0">
                <a:schemeClr val="bg1">
                  <a:lumMod val="85000"/>
                  <a:lumOff val="15000"/>
                </a:schemeClr>
              </a:gs>
            </a:gsLst>
            <a:lin ang="0" scaled="0"/>
          </a:gradFill>
          <a:ln w="7620" cap="flat">
            <a:noFill/>
            <a:prstDash val="solid"/>
            <a:miter/>
          </a:ln>
          <a:effectLst>
            <a:outerShdw blurRad="279400" dist="38100" dir="5400000" algn="t" rotWithShape="0">
              <a:schemeClr val="accent1">
                <a:lumMod val="50000"/>
                <a:alpha val="8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任意多边形: 形状 13"/>
          <p:cNvSpPr/>
          <p:nvPr>
            <p:custDataLst>
              <p:tags r:id="rId3"/>
            </p:custDataLst>
          </p:nvPr>
        </p:nvSpPr>
        <p:spPr>
          <a:xfrm>
            <a:off x="0" y="3704590"/>
            <a:ext cx="12192000" cy="3153410"/>
          </a:xfrm>
          <a:custGeom>
            <a:avLst/>
            <a:gdLst>
              <a:gd name="connsiteX0" fmla="*/ 10461269 w 12191999"/>
              <a:gd name="connsiteY0" fmla="*/ 0 h 3153308"/>
              <a:gd name="connsiteX1" fmla="*/ 10526192 w 12191999"/>
              <a:gd name="connsiteY1" fmla="*/ 1461059 h 3153308"/>
              <a:gd name="connsiteX2" fmla="*/ 10456621 w 12191999"/>
              <a:gd name="connsiteY2" fmla="*/ 1533830 h 3153308"/>
              <a:gd name="connsiteX3" fmla="*/ 10162565 w 12191999"/>
              <a:gd name="connsiteY3" fmla="*/ 1533830 h 3153308"/>
              <a:gd name="connsiteX4" fmla="*/ 10131552 w 12191999"/>
              <a:gd name="connsiteY4" fmla="*/ 1526591 h 3153308"/>
              <a:gd name="connsiteX5" fmla="*/ 9962084 w 12191999"/>
              <a:gd name="connsiteY5" fmla="*/ 1442466 h 3153308"/>
              <a:gd name="connsiteX6" fmla="*/ 9886340 w 12191999"/>
              <a:gd name="connsiteY6" fmla="*/ 1451458 h 3153308"/>
              <a:gd name="connsiteX7" fmla="*/ 9829648 w 12191999"/>
              <a:gd name="connsiteY7" fmla="*/ 1498930 h 3153308"/>
              <a:gd name="connsiteX8" fmla="*/ 9743998 w 12191999"/>
              <a:gd name="connsiteY8" fmla="*/ 1501902 h 3153308"/>
              <a:gd name="connsiteX9" fmla="*/ 9581312 w 12191999"/>
              <a:gd name="connsiteY9" fmla="*/ 1383716 h 3153308"/>
              <a:gd name="connsiteX10" fmla="*/ 9508083 w 12191999"/>
              <a:gd name="connsiteY10" fmla="*/ 1378305 h 3153308"/>
              <a:gd name="connsiteX11" fmla="*/ 9290913 w 12191999"/>
              <a:gd name="connsiteY11" fmla="*/ 1491767 h 3153308"/>
              <a:gd name="connsiteX12" fmla="*/ 9249614 w 12191999"/>
              <a:gd name="connsiteY12" fmla="*/ 1499083 h 3153308"/>
              <a:gd name="connsiteX13" fmla="*/ 9096603 w 12191999"/>
              <a:gd name="connsiteY13" fmla="*/ 1479118 h 3153308"/>
              <a:gd name="connsiteX14" fmla="*/ 9079611 w 12191999"/>
              <a:gd name="connsiteY14" fmla="*/ 1478966 h 3153308"/>
              <a:gd name="connsiteX15" fmla="*/ 8915628 w 12191999"/>
              <a:gd name="connsiteY15" fmla="*/ 1497787 h 3153308"/>
              <a:gd name="connsiteX16" fmla="*/ 8855735 w 12191999"/>
              <a:gd name="connsiteY16" fmla="*/ 1475003 h 3153308"/>
              <a:gd name="connsiteX17" fmla="*/ 8855735 w 12191999"/>
              <a:gd name="connsiteY17" fmla="*/ 1475003 h 3153308"/>
              <a:gd name="connsiteX18" fmla="*/ 8791498 w 12191999"/>
              <a:gd name="connsiteY18" fmla="*/ 1452906 h 3153308"/>
              <a:gd name="connsiteX19" fmla="*/ 8579434 w 12191999"/>
              <a:gd name="connsiteY19" fmla="*/ 1491006 h 3153308"/>
              <a:gd name="connsiteX20" fmla="*/ 8547430 w 12191999"/>
              <a:gd name="connsiteY20" fmla="*/ 1489253 h 3153308"/>
              <a:gd name="connsiteX21" fmla="*/ 8367141 w 12191999"/>
              <a:gd name="connsiteY21" fmla="*/ 1436141 h 3153308"/>
              <a:gd name="connsiteX22" fmla="*/ 8326298 w 12191999"/>
              <a:gd name="connsiteY22" fmla="*/ 1436599 h 3153308"/>
              <a:gd name="connsiteX23" fmla="*/ 8147837 w 12191999"/>
              <a:gd name="connsiteY23" fmla="*/ 1493596 h 3153308"/>
              <a:gd name="connsiteX24" fmla="*/ 8108290 w 12191999"/>
              <a:gd name="connsiteY24" fmla="*/ 1525829 h 3153308"/>
              <a:gd name="connsiteX25" fmla="*/ 8022107 w 12191999"/>
              <a:gd name="connsiteY25" fmla="*/ 1679067 h 3153308"/>
              <a:gd name="connsiteX26" fmla="*/ 7970672 w 12191999"/>
              <a:gd name="connsiteY26" fmla="*/ 1713967 h 3153308"/>
              <a:gd name="connsiteX27" fmla="*/ 7593178 w 12191999"/>
              <a:gd name="connsiteY27" fmla="*/ 1764563 h 3153308"/>
              <a:gd name="connsiteX28" fmla="*/ 7583957 w 12191999"/>
              <a:gd name="connsiteY28" fmla="*/ 1765173 h 3153308"/>
              <a:gd name="connsiteX29" fmla="*/ 7446645 w 12191999"/>
              <a:gd name="connsiteY29" fmla="*/ 1765173 h 3153308"/>
              <a:gd name="connsiteX30" fmla="*/ 7403211 w 12191999"/>
              <a:gd name="connsiteY30" fmla="*/ 1749933 h 3153308"/>
              <a:gd name="connsiteX31" fmla="*/ 7215454 w 12191999"/>
              <a:gd name="connsiteY31" fmla="*/ 1600048 h 3153308"/>
              <a:gd name="connsiteX32" fmla="*/ 7129044 w 12191999"/>
              <a:gd name="connsiteY32" fmla="*/ 1599667 h 3153308"/>
              <a:gd name="connsiteX33" fmla="*/ 7008038 w 12191999"/>
              <a:gd name="connsiteY33" fmla="*/ 1694459 h 3153308"/>
              <a:gd name="connsiteX34" fmla="*/ 6965061 w 12191999"/>
              <a:gd name="connsiteY34" fmla="*/ 1709318 h 3153308"/>
              <a:gd name="connsiteX35" fmla="*/ 6780962 w 12191999"/>
              <a:gd name="connsiteY35" fmla="*/ 1709318 h 3153308"/>
              <a:gd name="connsiteX36" fmla="*/ 6764350 w 12191999"/>
              <a:gd name="connsiteY36" fmla="*/ 1707337 h 3153308"/>
              <a:gd name="connsiteX37" fmla="*/ 6449797 w 12191999"/>
              <a:gd name="connsiteY37" fmla="*/ 1630071 h 3153308"/>
              <a:gd name="connsiteX38" fmla="*/ 6445606 w 12191999"/>
              <a:gd name="connsiteY38" fmla="*/ 1628927 h 3153308"/>
              <a:gd name="connsiteX39" fmla="*/ 6044337 w 12191999"/>
              <a:gd name="connsiteY39" fmla="*/ 1503426 h 3153308"/>
              <a:gd name="connsiteX40" fmla="*/ 6034507 w 12191999"/>
              <a:gd name="connsiteY40" fmla="*/ 1501140 h 3153308"/>
              <a:gd name="connsiteX41" fmla="*/ 5925922 w 12191999"/>
              <a:gd name="connsiteY41" fmla="*/ 1483843 h 3153308"/>
              <a:gd name="connsiteX42" fmla="*/ 5864276 w 12191999"/>
              <a:gd name="connsiteY42" fmla="*/ 1504874 h 3153308"/>
              <a:gd name="connsiteX43" fmla="*/ 5601919 w 12191999"/>
              <a:gd name="connsiteY43" fmla="*/ 1783232 h 3153308"/>
              <a:gd name="connsiteX44" fmla="*/ 5551247 w 12191999"/>
              <a:gd name="connsiteY44" fmla="*/ 1805102 h 3153308"/>
              <a:gd name="connsiteX45" fmla="*/ 5424069 w 12191999"/>
              <a:gd name="connsiteY45" fmla="*/ 1805102 h 3153308"/>
              <a:gd name="connsiteX46" fmla="*/ 5378425 w 12191999"/>
              <a:gd name="connsiteY46" fmla="*/ 1788109 h 3153308"/>
              <a:gd name="connsiteX47" fmla="*/ 5269688 w 12191999"/>
              <a:gd name="connsiteY47" fmla="*/ 1693850 h 3153308"/>
              <a:gd name="connsiteX48" fmla="*/ 5177409 w 12191999"/>
              <a:gd name="connsiteY48" fmla="*/ 1694764 h 3153308"/>
              <a:gd name="connsiteX49" fmla="*/ 4956582 w 12191999"/>
              <a:gd name="connsiteY49" fmla="*/ 1893799 h 3153308"/>
              <a:gd name="connsiteX50" fmla="*/ 4917491 w 12191999"/>
              <a:gd name="connsiteY50" fmla="*/ 1911325 h 3153308"/>
              <a:gd name="connsiteX51" fmla="*/ 4652087 w 12191999"/>
              <a:gd name="connsiteY51" fmla="*/ 1940357 h 3153308"/>
              <a:gd name="connsiteX52" fmla="*/ 4644542 w 12191999"/>
              <a:gd name="connsiteY52" fmla="*/ 1940738 h 3153308"/>
              <a:gd name="connsiteX53" fmla="*/ 4443679 w 12191999"/>
              <a:gd name="connsiteY53" fmla="*/ 1940738 h 3153308"/>
              <a:gd name="connsiteX54" fmla="*/ 4420515 w 12191999"/>
              <a:gd name="connsiteY54" fmla="*/ 1936776 h 3153308"/>
              <a:gd name="connsiteX55" fmla="*/ 4286479 w 12191999"/>
              <a:gd name="connsiteY55" fmla="*/ 1889455 h 3153308"/>
              <a:gd name="connsiteX56" fmla="*/ 4259809 w 12191999"/>
              <a:gd name="connsiteY56" fmla="*/ 1885569 h 3153308"/>
              <a:gd name="connsiteX57" fmla="*/ 4115181 w 12191999"/>
              <a:gd name="connsiteY57" fmla="*/ 1892732 h 3153308"/>
              <a:gd name="connsiteX58" fmla="*/ 3902278 w 12191999"/>
              <a:gd name="connsiteY58" fmla="*/ 1892732 h 3153308"/>
              <a:gd name="connsiteX59" fmla="*/ 3864788 w 12191999"/>
              <a:gd name="connsiteY59" fmla="*/ 1881759 h 3153308"/>
              <a:gd name="connsiteX60" fmla="*/ 3831031 w 12191999"/>
              <a:gd name="connsiteY60" fmla="*/ 1860194 h 3153308"/>
              <a:gd name="connsiteX61" fmla="*/ 3779063 w 12191999"/>
              <a:gd name="connsiteY61" fmla="*/ 1850745 h 3153308"/>
              <a:gd name="connsiteX62" fmla="*/ 3357143 w 12191999"/>
              <a:gd name="connsiteY62" fmla="*/ 1940509 h 3153308"/>
              <a:gd name="connsiteX63" fmla="*/ 2940634 w 12191999"/>
              <a:gd name="connsiteY63" fmla="*/ 2012290 h 3153308"/>
              <a:gd name="connsiteX64" fmla="*/ 2629205 w 12191999"/>
              <a:gd name="connsiteY64" fmla="*/ 2059381 h 3153308"/>
              <a:gd name="connsiteX65" fmla="*/ 2619147 w 12191999"/>
              <a:gd name="connsiteY65" fmla="*/ 2061667 h 3153308"/>
              <a:gd name="connsiteX66" fmla="*/ 2396414 w 12191999"/>
              <a:gd name="connsiteY66" fmla="*/ 2130247 h 3153308"/>
              <a:gd name="connsiteX67" fmla="*/ 2385060 w 12191999"/>
              <a:gd name="connsiteY67" fmla="*/ 2132762 h 3153308"/>
              <a:gd name="connsiteX68" fmla="*/ 2159356 w 12191999"/>
              <a:gd name="connsiteY68" fmla="*/ 2162556 h 3153308"/>
              <a:gd name="connsiteX69" fmla="*/ 2139925 w 12191999"/>
              <a:gd name="connsiteY69" fmla="*/ 2168042 h 3153308"/>
              <a:gd name="connsiteX70" fmla="*/ 1896237 w 12191999"/>
              <a:gd name="connsiteY70" fmla="*/ 2277389 h 3153308"/>
              <a:gd name="connsiteX71" fmla="*/ 1867738 w 12191999"/>
              <a:gd name="connsiteY71" fmla="*/ 2283486 h 3153308"/>
              <a:gd name="connsiteX72" fmla="*/ 1575740 w 12191999"/>
              <a:gd name="connsiteY72" fmla="*/ 2283486 h 3153308"/>
              <a:gd name="connsiteX73" fmla="*/ 1556842 w 12191999"/>
              <a:gd name="connsiteY73" fmla="*/ 2286076 h 3153308"/>
              <a:gd name="connsiteX74" fmla="*/ 1427378 w 12191999"/>
              <a:gd name="connsiteY74" fmla="*/ 2322576 h 3153308"/>
              <a:gd name="connsiteX75" fmla="*/ 1421740 w 12191999"/>
              <a:gd name="connsiteY75" fmla="*/ 2324405 h 3153308"/>
              <a:gd name="connsiteX76" fmla="*/ 1203122 w 12191999"/>
              <a:gd name="connsiteY76" fmla="*/ 2406625 h 3153308"/>
              <a:gd name="connsiteX77" fmla="*/ 1178585 w 12191999"/>
              <a:gd name="connsiteY77" fmla="*/ 2411121 h 3153308"/>
              <a:gd name="connsiteX78" fmla="*/ 1090803 w 12191999"/>
              <a:gd name="connsiteY78" fmla="*/ 2411121 h 3153308"/>
              <a:gd name="connsiteX79" fmla="*/ 1075335 w 12191999"/>
              <a:gd name="connsiteY79" fmla="*/ 2409368 h 3153308"/>
              <a:gd name="connsiteX80" fmla="*/ 940156 w 12191999"/>
              <a:gd name="connsiteY80" fmla="*/ 2378583 h 3153308"/>
              <a:gd name="connsiteX81" fmla="*/ 882015 w 12191999"/>
              <a:gd name="connsiteY81" fmla="*/ 2391461 h 3153308"/>
              <a:gd name="connsiteX82" fmla="*/ 758190 w 12191999"/>
              <a:gd name="connsiteY82" fmla="*/ 2487473 h 3153308"/>
              <a:gd name="connsiteX83" fmla="*/ 702031 w 12191999"/>
              <a:gd name="connsiteY83" fmla="*/ 2500732 h 3153308"/>
              <a:gd name="connsiteX84" fmla="*/ 469925 w 12191999"/>
              <a:gd name="connsiteY84" fmla="*/ 2454936 h 3153308"/>
              <a:gd name="connsiteX85" fmla="*/ 430911 w 12191999"/>
              <a:gd name="connsiteY85" fmla="*/ 2458441 h 3153308"/>
              <a:gd name="connsiteX86" fmla="*/ 325831 w 12191999"/>
              <a:gd name="connsiteY86" fmla="*/ 2499893 h 3153308"/>
              <a:gd name="connsiteX87" fmla="*/ 289560 w 12191999"/>
              <a:gd name="connsiteY87" fmla="*/ 2503932 h 3153308"/>
              <a:gd name="connsiteX88" fmla="*/ 58979 w 12191999"/>
              <a:gd name="connsiteY88" fmla="*/ 2468118 h 3153308"/>
              <a:gd name="connsiteX89" fmla="*/ 0 w 12191999"/>
              <a:gd name="connsiteY89" fmla="*/ 2399309 h 3153308"/>
              <a:gd name="connsiteX90" fmla="*/ 0 w 12191999"/>
              <a:gd name="connsiteY90" fmla="*/ 3153308 h 3153308"/>
              <a:gd name="connsiteX91" fmla="*/ 12192000 w 12191999"/>
              <a:gd name="connsiteY91" fmla="*/ 3153308 h 3153308"/>
              <a:gd name="connsiteX92" fmla="*/ 12192000 w 12191999"/>
              <a:gd name="connsiteY92" fmla="*/ 0 h 3153308"/>
              <a:gd name="connsiteX93" fmla="*/ 10461269 w 12191999"/>
              <a:gd name="connsiteY93" fmla="*/ 0 h 315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2191999" h="3153308">
                <a:moveTo>
                  <a:pt x="10461269" y="0"/>
                </a:moveTo>
                <a:lnTo>
                  <a:pt x="10526192" y="1461059"/>
                </a:lnTo>
                <a:cubicBezTo>
                  <a:pt x="10527944" y="1500683"/>
                  <a:pt x="10496322" y="1533830"/>
                  <a:pt x="10456621" y="1533830"/>
                </a:cubicBezTo>
                <a:lnTo>
                  <a:pt x="10162565" y="1533830"/>
                </a:lnTo>
                <a:cubicBezTo>
                  <a:pt x="10151821" y="1533830"/>
                  <a:pt x="10141229" y="1531315"/>
                  <a:pt x="10131552" y="1526591"/>
                </a:cubicBezTo>
                <a:lnTo>
                  <a:pt x="9962084" y="1442466"/>
                </a:lnTo>
                <a:cubicBezTo>
                  <a:pt x="9937319" y="1430122"/>
                  <a:pt x="9907600" y="1433703"/>
                  <a:pt x="9886340" y="1451458"/>
                </a:cubicBezTo>
                <a:lnTo>
                  <a:pt x="9829648" y="1498930"/>
                </a:lnTo>
                <a:cubicBezTo>
                  <a:pt x="9805187" y="1519428"/>
                  <a:pt x="9769830" y="1520647"/>
                  <a:pt x="9743998" y="1501902"/>
                </a:cubicBezTo>
                <a:lnTo>
                  <a:pt x="9581312" y="1383716"/>
                </a:lnTo>
                <a:cubicBezTo>
                  <a:pt x="9559900" y="1368171"/>
                  <a:pt x="9531554" y="1366114"/>
                  <a:pt x="9508083" y="1378305"/>
                </a:cubicBezTo>
                <a:lnTo>
                  <a:pt x="9290913" y="1491767"/>
                </a:lnTo>
                <a:cubicBezTo>
                  <a:pt x="9278264" y="1498397"/>
                  <a:pt x="9263787" y="1500988"/>
                  <a:pt x="9249614" y="1499083"/>
                </a:cubicBezTo>
                <a:lnTo>
                  <a:pt x="9096603" y="1479118"/>
                </a:lnTo>
                <a:cubicBezTo>
                  <a:pt x="9090965" y="1478356"/>
                  <a:pt x="9085250" y="1478356"/>
                  <a:pt x="9079611" y="1478966"/>
                </a:cubicBezTo>
                <a:lnTo>
                  <a:pt x="8915628" y="1497787"/>
                </a:lnTo>
                <a:cubicBezTo>
                  <a:pt x="8893150" y="1500378"/>
                  <a:pt x="8870823" y="1491920"/>
                  <a:pt x="8855735" y="1475003"/>
                </a:cubicBezTo>
                <a:lnTo>
                  <a:pt x="8855735" y="1475003"/>
                </a:lnTo>
                <a:cubicBezTo>
                  <a:pt x="8839581" y="1457020"/>
                  <a:pt x="8815274" y="1448638"/>
                  <a:pt x="8791498" y="1452906"/>
                </a:cubicBezTo>
                <a:lnTo>
                  <a:pt x="8579434" y="1491006"/>
                </a:lnTo>
                <a:cubicBezTo>
                  <a:pt x="8568766" y="1492911"/>
                  <a:pt x="8557794" y="1492301"/>
                  <a:pt x="8547430" y="1489253"/>
                </a:cubicBezTo>
                <a:lnTo>
                  <a:pt x="8367141" y="1436141"/>
                </a:lnTo>
                <a:cubicBezTo>
                  <a:pt x="8353806" y="1432179"/>
                  <a:pt x="8339557" y="1432331"/>
                  <a:pt x="8326298" y="1436599"/>
                </a:cubicBezTo>
                <a:lnTo>
                  <a:pt x="8147837" y="1493596"/>
                </a:lnTo>
                <a:cubicBezTo>
                  <a:pt x="8131074" y="1498930"/>
                  <a:pt x="8116901" y="1510436"/>
                  <a:pt x="8108290" y="1525829"/>
                </a:cubicBezTo>
                <a:lnTo>
                  <a:pt x="8022107" y="1679067"/>
                </a:lnTo>
                <a:cubicBezTo>
                  <a:pt x="8011364" y="1698117"/>
                  <a:pt x="7992314" y="1711071"/>
                  <a:pt x="7970672" y="1713967"/>
                </a:cubicBezTo>
                <a:lnTo>
                  <a:pt x="7593178" y="1764563"/>
                </a:lnTo>
                <a:cubicBezTo>
                  <a:pt x="7590130" y="1764944"/>
                  <a:pt x="7587006" y="1765173"/>
                  <a:pt x="7583957" y="1765173"/>
                </a:cubicBezTo>
                <a:lnTo>
                  <a:pt x="7446645" y="1765173"/>
                </a:lnTo>
                <a:cubicBezTo>
                  <a:pt x="7430872" y="1765173"/>
                  <a:pt x="7415556" y="1759839"/>
                  <a:pt x="7403211" y="1749933"/>
                </a:cubicBezTo>
                <a:lnTo>
                  <a:pt x="7215454" y="1600048"/>
                </a:lnTo>
                <a:cubicBezTo>
                  <a:pt x="7190232" y="1579931"/>
                  <a:pt x="7154418" y="1579778"/>
                  <a:pt x="7129044" y="1599667"/>
                </a:cubicBezTo>
                <a:lnTo>
                  <a:pt x="7008038" y="1694459"/>
                </a:lnTo>
                <a:cubicBezTo>
                  <a:pt x="6995770" y="1704060"/>
                  <a:pt x="6980682" y="1709318"/>
                  <a:pt x="6965061" y="1709318"/>
                </a:cubicBezTo>
                <a:lnTo>
                  <a:pt x="6780962" y="1709318"/>
                </a:lnTo>
                <a:cubicBezTo>
                  <a:pt x="6775399" y="1709318"/>
                  <a:pt x="6769761" y="1708633"/>
                  <a:pt x="6764350" y="1707337"/>
                </a:cubicBezTo>
                <a:lnTo>
                  <a:pt x="6449797" y="1630071"/>
                </a:lnTo>
                <a:cubicBezTo>
                  <a:pt x="6448425" y="1629689"/>
                  <a:pt x="6446978" y="1629308"/>
                  <a:pt x="6445606" y="1628927"/>
                </a:cubicBezTo>
                <a:lnTo>
                  <a:pt x="6044337" y="1503426"/>
                </a:lnTo>
                <a:cubicBezTo>
                  <a:pt x="6041136" y="1502436"/>
                  <a:pt x="6037860" y="1501673"/>
                  <a:pt x="6034507" y="1501140"/>
                </a:cubicBezTo>
                <a:lnTo>
                  <a:pt x="5925922" y="1483843"/>
                </a:lnTo>
                <a:cubicBezTo>
                  <a:pt x="5903138" y="1480185"/>
                  <a:pt x="5880049" y="1488110"/>
                  <a:pt x="5864276" y="1504874"/>
                </a:cubicBezTo>
                <a:lnTo>
                  <a:pt x="5601919" y="1783232"/>
                </a:lnTo>
                <a:cubicBezTo>
                  <a:pt x="5588737" y="1797177"/>
                  <a:pt x="5570449" y="1805102"/>
                  <a:pt x="5551247" y="1805102"/>
                </a:cubicBezTo>
                <a:lnTo>
                  <a:pt x="5424069" y="1805102"/>
                </a:lnTo>
                <a:cubicBezTo>
                  <a:pt x="5407305" y="1805102"/>
                  <a:pt x="5391150" y="1799082"/>
                  <a:pt x="5378425" y="1788109"/>
                </a:cubicBezTo>
                <a:lnTo>
                  <a:pt x="5269688" y="1693850"/>
                </a:lnTo>
                <a:cubicBezTo>
                  <a:pt x="5243094" y="1670837"/>
                  <a:pt x="5203546" y="1671218"/>
                  <a:pt x="5177409" y="1694764"/>
                </a:cubicBezTo>
                <a:lnTo>
                  <a:pt x="4956582" y="1893799"/>
                </a:lnTo>
                <a:cubicBezTo>
                  <a:pt x="4945685" y="1903552"/>
                  <a:pt x="4932045" y="1909724"/>
                  <a:pt x="4917491" y="1911325"/>
                </a:cubicBezTo>
                <a:lnTo>
                  <a:pt x="4652087" y="1940357"/>
                </a:lnTo>
                <a:cubicBezTo>
                  <a:pt x="4649572" y="1940662"/>
                  <a:pt x="4647057" y="1940738"/>
                  <a:pt x="4644542" y="1940738"/>
                </a:cubicBezTo>
                <a:lnTo>
                  <a:pt x="4443679" y="1940738"/>
                </a:lnTo>
                <a:cubicBezTo>
                  <a:pt x="4435755" y="1940738"/>
                  <a:pt x="4427982" y="1939366"/>
                  <a:pt x="4420515" y="1936776"/>
                </a:cubicBezTo>
                <a:lnTo>
                  <a:pt x="4286479" y="1889455"/>
                </a:lnTo>
                <a:cubicBezTo>
                  <a:pt x="4277944" y="1886407"/>
                  <a:pt x="4268877" y="1885112"/>
                  <a:pt x="4259809" y="1885569"/>
                </a:cubicBezTo>
                <a:lnTo>
                  <a:pt x="4115181" y="1892732"/>
                </a:lnTo>
                <a:lnTo>
                  <a:pt x="3902278" y="1892732"/>
                </a:lnTo>
                <a:cubicBezTo>
                  <a:pt x="3889020" y="1892732"/>
                  <a:pt x="3875989" y="1888922"/>
                  <a:pt x="3864788" y="1881759"/>
                </a:cubicBezTo>
                <a:lnTo>
                  <a:pt x="3831031" y="1860194"/>
                </a:lnTo>
                <a:cubicBezTo>
                  <a:pt x="3815639" y="1850365"/>
                  <a:pt x="3796970" y="1846935"/>
                  <a:pt x="3779063" y="1850745"/>
                </a:cubicBezTo>
                <a:lnTo>
                  <a:pt x="3357143" y="1940509"/>
                </a:lnTo>
                <a:lnTo>
                  <a:pt x="2940634" y="2012290"/>
                </a:lnTo>
                <a:lnTo>
                  <a:pt x="2629205" y="2059381"/>
                </a:lnTo>
                <a:cubicBezTo>
                  <a:pt x="2625776" y="2059915"/>
                  <a:pt x="2622423" y="2060677"/>
                  <a:pt x="2619147" y="2061667"/>
                </a:cubicBezTo>
                <a:lnTo>
                  <a:pt x="2396414" y="2130247"/>
                </a:lnTo>
                <a:cubicBezTo>
                  <a:pt x="2392680" y="2131390"/>
                  <a:pt x="2388870" y="2132228"/>
                  <a:pt x="2385060" y="2132762"/>
                </a:cubicBezTo>
                <a:lnTo>
                  <a:pt x="2159356" y="2162556"/>
                </a:lnTo>
                <a:cubicBezTo>
                  <a:pt x="2152650" y="2163471"/>
                  <a:pt x="2146097" y="2165299"/>
                  <a:pt x="2139925" y="2168042"/>
                </a:cubicBezTo>
                <a:lnTo>
                  <a:pt x="1896237" y="2277389"/>
                </a:lnTo>
                <a:cubicBezTo>
                  <a:pt x="1887245" y="2281428"/>
                  <a:pt x="1877568" y="2283486"/>
                  <a:pt x="1867738" y="2283486"/>
                </a:cubicBezTo>
                <a:lnTo>
                  <a:pt x="1575740" y="2283486"/>
                </a:lnTo>
                <a:cubicBezTo>
                  <a:pt x="1569339" y="2283486"/>
                  <a:pt x="1563015" y="2284400"/>
                  <a:pt x="1556842" y="2286076"/>
                </a:cubicBezTo>
                <a:lnTo>
                  <a:pt x="1427378" y="2322576"/>
                </a:lnTo>
                <a:cubicBezTo>
                  <a:pt x="1425473" y="2323109"/>
                  <a:pt x="1423568" y="2323719"/>
                  <a:pt x="1421740" y="2324405"/>
                </a:cubicBezTo>
                <a:lnTo>
                  <a:pt x="1203122" y="2406625"/>
                </a:lnTo>
                <a:cubicBezTo>
                  <a:pt x="1195273" y="2409597"/>
                  <a:pt x="1186967" y="2411121"/>
                  <a:pt x="1178585" y="2411121"/>
                </a:cubicBezTo>
                <a:lnTo>
                  <a:pt x="1090803" y="2411121"/>
                </a:lnTo>
                <a:cubicBezTo>
                  <a:pt x="1085621" y="2411121"/>
                  <a:pt x="1080364" y="2410511"/>
                  <a:pt x="1075335" y="2409368"/>
                </a:cubicBezTo>
                <a:lnTo>
                  <a:pt x="940156" y="2378583"/>
                </a:lnTo>
                <a:cubicBezTo>
                  <a:pt x="919810" y="2373935"/>
                  <a:pt x="898474" y="2378659"/>
                  <a:pt x="882015" y="2391461"/>
                </a:cubicBezTo>
                <a:lnTo>
                  <a:pt x="758190" y="2487473"/>
                </a:lnTo>
                <a:cubicBezTo>
                  <a:pt x="742264" y="2499817"/>
                  <a:pt x="721766" y="2504694"/>
                  <a:pt x="702031" y="2500732"/>
                </a:cubicBezTo>
                <a:lnTo>
                  <a:pt x="469925" y="2454936"/>
                </a:lnTo>
                <a:cubicBezTo>
                  <a:pt x="456819" y="2452345"/>
                  <a:pt x="443332" y="2453564"/>
                  <a:pt x="430911" y="2458441"/>
                </a:cubicBezTo>
                <a:lnTo>
                  <a:pt x="325831" y="2499893"/>
                </a:lnTo>
                <a:cubicBezTo>
                  <a:pt x="314325" y="2504466"/>
                  <a:pt x="301828" y="2505837"/>
                  <a:pt x="289560" y="2503932"/>
                </a:cubicBezTo>
                <a:lnTo>
                  <a:pt x="58979" y="2468118"/>
                </a:lnTo>
                <a:cubicBezTo>
                  <a:pt x="25070" y="2462860"/>
                  <a:pt x="0" y="2433599"/>
                  <a:pt x="0" y="2399309"/>
                </a:cubicBezTo>
                <a:lnTo>
                  <a:pt x="0" y="3153308"/>
                </a:lnTo>
                <a:lnTo>
                  <a:pt x="12192000" y="3153308"/>
                </a:lnTo>
                <a:lnTo>
                  <a:pt x="12192000" y="0"/>
                </a:lnTo>
                <a:lnTo>
                  <a:pt x="10461269" y="0"/>
                </a:lnTo>
                <a:close/>
              </a:path>
            </a:pathLst>
          </a:custGeom>
          <a:gradFill>
            <a:gsLst>
              <a:gs pos="100000">
                <a:schemeClr val="bg1"/>
              </a:gs>
              <a:gs pos="0">
                <a:schemeClr val="bg1">
                  <a:lumMod val="85000"/>
                  <a:lumOff val="15000"/>
                </a:schemeClr>
              </a:gs>
            </a:gsLst>
            <a:lin ang="0" scaled="0"/>
          </a:gradFill>
          <a:ln w="7620" cap="flat">
            <a:noFill/>
            <a:prstDash val="solid"/>
            <a:miter/>
          </a:ln>
          <a:effectLst>
            <a:outerShdw blurRad="279400" dist="38100" dir="14280000" algn="t" rotWithShape="0">
              <a:schemeClr val="accent1">
                <a:lumMod val="50000"/>
                <a:alpha val="8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5" name="任意多边形: 形状 14"/>
          <p:cNvSpPr/>
          <p:nvPr>
            <p:custDataLst>
              <p:tags r:id="rId4"/>
            </p:custDataLst>
          </p:nvPr>
        </p:nvSpPr>
        <p:spPr>
          <a:xfrm>
            <a:off x="10502900" y="2438400"/>
            <a:ext cx="1689100" cy="2286635"/>
          </a:xfrm>
          <a:custGeom>
            <a:avLst/>
            <a:gdLst>
              <a:gd name="connsiteX0" fmla="*/ 0 w 1689201"/>
              <a:gd name="connsiteY0" fmla="*/ 0 h 6858000"/>
              <a:gd name="connsiteX1" fmla="*/ 1689202 w 1689201"/>
              <a:gd name="connsiteY1" fmla="*/ 0 h 6858000"/>
              <a:gd name="connsiteX2" fmla="*/ 1689202 w 1689201"/>
              <a:gd name="connsiteY2" fmla="*/ 6858000 h 6858000"/>
              <a:gd name="connsiteX3" fmla="*/ 0 w 16892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689201" h="6858000">
                <a:moveTo>
                  <a:pt x="0" y="0"/>
                </a:moveTo>
                <a:lnTo>
                  <a:pt x="1689202" y="0"/>
                </a:lnTo>
                <a:lnTo>
                  <a:pt x="1689202" y="6858000"/>
                </a:lnTo>
                <a:lnTo>
                  <a:pt x="0" y="6858000"/>
                </a:lnTo>
                <a:close/>
              </a:path>
            </a:pathLst>
          </a:custGeom>
          <a:gradFill>
            <a:gsLst>
              <a:gs pos="56000">
                <a:schemeClr val="bg1"/>
              </a:gs>
              <a:gs pos="0">
                <a:schemeClr val="bg1">
                  <a:lumMod val="85000"/>
                  <a:lumOff val="15000"/>
                </a:schemeClr>
              </a:gs>
            </a:gsLst>
            <a:lin ang="0" scaled="0"/>
          </a:gradFill>
          <a:ln w="7620"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6" name="任意多边形: 形状 15"/>
          <p:cNvSpPr/>
          <p:nvPr>
            <p:custDataLst>
              <p:tags r:id="rId5"/>
            </p:custDataLst>
          </p:nvPr>
        </p:nvSpPr>
        <p:spPr>
          <a:xfrm>
            <a:off x="10346055" y="954405"/>
            <a:ext cx="1332230" cy="672465"/>
          </a:xfrm>
          <a:custGeom>
            <a:avLst/>
            <a:gdLst>
              <a:gd name="connsiteX0" fmla="*/ 75 w 1332280"/>
              <a:gd name="connsiteY0" fmla="*/ 135712 h 672617"/>
              <a:gd name="connsiteX1" fmla="*/ 183566 w 1332280"/>
              <a:gd name="connsiteY1" fmla="*/ 231419 h 672617"/>
              <a:gd name="connsiteX2" fmla="*/ 287274 w 1332280"/>
              <a:gd name="connsiteY2" fmla="*/ 135712 h 672617"/>
              <a:gd name="connsiteX3" fmla="*/ 406907 w 1332280"/>
              <a:gd name="connsiteY3" fmla="*/ 181966 h 672617"/>
              <a:gd name="connsiteX4" fmla="*/ 550469 w 1332280"/>
              <a:gd name="connsiteY4" fmla="*/ 132512 h 672617"/>
              <a:gd name="connsiteX5" fmla="*/ 674141 w 1332280"/>
              <a:gd name="connsiteY5" fmla="*/ 132512 h 672617"/>
              <a:gd name="connsiteX6" fmla="*/ 765276 w 1332280"/>
              <a:gd name="connsiteY6" fmla="*/ 73609 h 672617"/>
              <a:gd name="connsiteX7" fmla="*/ 845667 w 1332280"/>
              <a:gd name="connsiteY7" fmla="*/ 139598 h 672617"/>
              <a:gd name="connsiteX8" fmla="*/ 981303 w 1332280"/>
              <a:gd name="connsiteY8" fmla="*/ 47854 h 672617"/>
              <a:gd name="connsiteX9" fmla="*/ 1204646 w 1332280"/>
              <a:gd name="connsiteY9" fmla="*/ 0 h 672617"/>
              <a:gd name="connsiteX10" fmla="*/ 1300352 w 1332280"/>
              <a:gd name="connsiteY10" fmla="*/ 115672 h 672617"/>
              <a:gd name="connsiteX11" fmla="*/ 1332281 w 1332280"/>
              <a:gd name="connsiteY11" fmla="*/ 566395 h 672617"/>
              <a:gd name="connsiteX12" fmla="*/ 63856 w 1332280"/>
              <a:gd name="connsiteY12" fmla="*/ 672617 h 672617"/>
              <a:gd name="connsiteX13" fmla="*/ 0 w 1332280"/>
              <a:gd name="connsiteY13" fmla="*/ 502539 h 672617"/>
              <a:gd name="connsiteX14" fmla="*/ 0 w 1332280"/>
              <a:gd name="connsiteY14" fmla="*/ 135712 h 67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32280" h="672617">
                <a:moveTo>
                  <a:pt x="75" y="135712"/>
                </a:moveTo>
                <a:lnTo>
                  <a:pt x="183566" y="231419"/>
                </a:lnTo>
                <a:cubicBezTo>
                  <a:pt x="183566" y="231419"/>
                  <a:pt x="263347" y="111785"/>
                  <a:pt x="287274" y="135712"/>
                </a:cubicBezTo>
                <a:cubicBezTo>
                  <a:pt x="311201" y="159639"/>
                  <a:pt x="359054" y="196367"/>
                  <a:pt x="406907" y="181966"/>
                </a:cubicBezTo>
                <a:cubicBezTo>
                  <a:pt x="454761" y="167564"/>
                  <a:pt x="518617" y="145313"/>
                  <a:pt x="550469" y="132512"/>
                </a:cubicBezTo>
                <a:cubicBezTo>
                  <a:pt x="582396" y="119710"/>
                  <a:pt x="674141" y="132512"/>
                  <a:pt x="674141" y="132512"/>
                </a:cubicBezTo>
                <a:lnTo>
                  <a:pt x="765276" y="73609"/>
                </a:lnTo>
                <a:lnTo>
                  <a:pt x="845667" y="139598"/>
                </a:lnTo>
                <a:lnTo>
                  <a:pt x="981303" y="47854"/>
                </a:lnTo>
                <a:lnTo>
                  <a:pt x="1204646" y="0"/>
                </a:lnTo>
                <a:lnTo>
                  <a:pt x="1300352" y="115672"/>
                </a:lnTo>
                <a:lnTo>
                  <a:pt x="1332281" y="566395"/>
                </a:lnTo>
                <a:lnTo>
                  <a:pt x="63856" y="672617"/>
                </a:lnTo>
                <a:lnTo>
                  <a:pt x="0" y="502539"/>
                </a:lnTo>
                <a:lnTo>
                  <a:pt x="0" y="135712"/>
                </a:lnTo>
                <a:close/>
              </a:path>
            </a:pathLst>
          </a:custGeom>
          <a:solidFill>
            <a:srgbClr val="DCDCDC"/>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7" name="任意多边形: 形状 16"/>
          <p:cNvSpPr/>
          <p:nvPr>
            <p:custDataLst>
              <p:tags r:id="rId6"/>
            </p:custDataLst>
          </p:nvPr>
        </p:nvSpPr>
        <p:spPr>
          <a:xfrm>
            <a:off x="10346055" y="1330325"/>
            <a:ext cx="1332230" cy="1108075"/>
          </a:xfrm>
          <a:custGeom>
            <a:avLst/>
            <a:gdLst>
              <a:gd name="connsiteX0" fmla="*/ 0 w 1332205"/>
              <a:gd name="connsiteY0" fmla="*/ 126797 h 1108024"/>
              <a:gd name="connsiteX1" fmla="*/ 111709 w 1332205"/>
              <a:gd name="connsiteY1" fmla="*/ 126797 h 1108024"/>
              <a:gd name="connsiteX2" fmla="*/ 223419 w 1332205"/>
              <a:gd name="connsiteY2" fmla="*/ 166649 h 1108024"/>
              <a:gd name="connsiteX3" fmla="*/ 422835 w 1332205"/>
              <a:gd name="connsiteY3" fmla="*/ 7087 h 1108024"/>
              <a:gd name="connsiteX4" fmla="*/ 710032 w 1332205"/>
              <a:gd name="connsiteY4" fmla="*/ 7087 h 1108024"/>
              <a:gd name="connsiteX5" fmla="*/ 957301 w 1332205"/>
              <a:gd name="connsiteY5" fmla="*/ 0 h 1108024"/>
              <a:gd name="connsiteX6" fmla="*/ 1124789 w 1332205"/>
              <a:gd name="connsiteY6" fmla="*/ 83287 h 1108024"/>
              <a:gd name="connsiteX7" fmla="*/ 1276350 w 1332205"/>
              <a:gd name="connsiteY7" fmla="*/ 0 h 1108024"/>
              <a:gd name="connsiteX8" fmla="*/ 1332205 w 1332205"/>
              <a:gd name="connsiteY8" fmla="*/ 47015 h 1108024"/>
              <a:gd name="connsiteX9" fmla="*/ 1332205 w 1332205"/>
              <a:gd name="connsiteY9" fmla="*/ 1052170 h 1108024"/>
              <a:gd name="connsiteX10" fmla="*/ 39853 w 1332205"/>
              <a:gd name="connsiteY10" fmla="*/ 1108024 h 1108024"/>
              <a:gd name="connsiteX11" fmla="*/ 0 w 1332205"/>
              <a:gd name="connsiteY11" fmla="*/ 126797 h 110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2205" h="1108024">
                <a:moveTo>
                  <a:pt x="0" y="126797"/>
                </a:moveTo>
                <a:lnTo>
                  <a:pt x="111709" y="126797"/>
                </a:lnTo>
                <a:lnTo>
                  <a:pt x="223419" y="166649"/>
                </a:lnTo>
                <a:cubicBezTo>
                  <a:pt x="223419" y="166649"/>
                  <a:pt x="351054" y="23089"/>
                  <a:pt x="422835" y="7087"/>
                </a:cubicBezTo>
                <a:cubicBezTo>
                  <a:pt x="494614" y="-8839"/>
                  <a:pt x="710032" y="7087"/>
                  <a:pt x="710032" y="7087"/>
                </a:cubicBezTo>
                <a:lnTo>
                  <a:pt x="957301" y="0"/>
                </a:lnTo>
                <a:lnTo>
                  <a:pt x="1124789" y="83287"/>
                </a:lnTo>
                <a:lnTo>
                  <a:pt x="1276350" y="0"/>
                </a:lnTo>
                <a:lnTo>
                  <a:pt x="1332205" y="47015"/>
                </a:lnTo>
                <a:lnTo>
                  <a:pt x="1332205" y="1052170"/>
                </a:lnTo>
                <a:lnTo>
                  <a:pt x="39853" y="1108024"/>
                </a:lnTo>
                <a:lnTo>
                  <a:pt x="0" y="126797"/>
                </a:lnTo>
                <a:close/>
              </a:path>
            </a:pathLst>
          </a:custGeom>
          <a:gradFill>
            <a:gsLst>
              <a:gs pos="5870">
                <a:schemeClr val="accent2"/>
              </a:gs>
              <a:gs pos="39110">
                <a:schemeClr val="lt1"/>
              </a:gs>
              <a:gs pos="100000">
                <a:schemeClr val="accent3"/>
              </a:gs>
            </a:gsLst>
            <a:lin ang="20990744"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任意多边形: 形状 17"/>
          <p:cNvSpPr/>
          <p:nvPr>
            <p:custDataLst>
              <p:tags r:id="rId7"/>
            </p:custDataLst>
          </p:nvPr>
        </p:nvSpPr>
        <p:spPr>
          <a:xfrm>
            <a:off x="10181590" y="1696085"/>
            <a:ext cx="1663700" cy="4096385"/>
          </a:xfrm>
          <a:custGeom>
            <a:avLst/>
            <a:gdLst>
              <a:gd name="connsiteX0" fmla="*/ 0 w 1663826"/>
              <a:gd name="connsiteY0" fmla="*/ 343357 h 4096435"/>
              <a:gd name="connsiteX1" fmla="*/ 140208 w 1663826"/>
              <a:gd name="connsiteY1" fmla="*/ 351053 h 4096435"/>
              <a:gd name="connsiteX2" fmla="*/ 275844 w 1663826"/>
              <a:gd name="connsiteY2" fmla="*/ 299237 h 4096435"/>
              <a:gd name="connsiteX3" fmla="*/ 379552 w 1663826"/>
              <a:gd name="connsiteY3" fmla="*/ 351053 h 4096435"/>
              <a:gd name="connsiteX4" fmla="*/ 499186 w 1663826"/>
              <a:gd name="connsiteY4" fmla="*/ 247345 h 4096435"/>
              <a:gd name="connsiteX5" fmla="*/ 722528 w 1663826"/>
              <a:gd name="connsiteY5" fmla="*/ 247345 h 4096435"/>
              <a:gd name="connsiteX6" fmla="*/ 762380 w 1663826"/>
              <a:gd name="connsiteY6" fmla="*/ 167564 h 4096435"/>
              <a:gd name="connsiteX7" fmla="*/ 838200 w 1663826"/>
              <a:gd name="connsiteY7" fmla="*/ 187985 h 4096435"/>
              <a:gd name="connsiteX8" fmla="*/ 898017 w 1663826"/>
              <a:gd name="connsiteY8" fmla="*/ 259308 h 4096435"/>
              <a:gd name="connsiteX9" fmla="*/ 993724 w 1663826"/>
              <a:gd name="connsiteY9" fmla="*/ 167564 h 4096435"/>
              <a:gd name="connsiteX10" fmla="*/ 1089431 w 1663826"/>
              <a:gd name="connsiteY10" fmla="*/ 79781 h 4096435"/>
              <a:gd name="connsiteX11" fmla="*/ 1193139 w 1663826"/>
              <a:gd name="connsiteY11" fmla="*/ 0 h 4096435"/>
              <a:gd name="connsiteX12" fmla="*/ 1304849 w 1663826"/>
              <a:gd name="connsiteY12" fmla="*/ 0 h 4096435"/>
              <a:gd name="connsiteX13" fmla="*/ 1360703 w 1663826"/>
              <a:gd name="connsiteY13" fmla="*/ 0 h 4096435"/>
              <a:gd name="connsiteX14" fmla="*/ 1408557 w 1663826"/>
              <a:gd name="connsiteY14" fmla="*/ 55855 h 4096435"/>
              <a:gd name="connsiteX15" fmla="*/ 1480338 w 1663826"/>
              <a:gd name="connsiteY15" fmla="*/ 0 h 4096435"/>
              <a:gd name="connsiteX16" fmla="*/ 1504265 w 1663826"/>
              <a:gd name="connsiteY16" fmla="*/ 127635 h 4096435"/>
              <a:gd name="connsiteX17" fmla="*/ 1663827 w 1663826"/>
              <a:gd name="connsiteY17" fmla="*/ 3845128 h 4096435"/>
              <a:gd name="connsiteX18" fmla="*/ 1536192 w 1663826"/>
              <a:gd name="connsiteY18" fmla="*/ 3845128 h 4096435"/>
              <a:gd name="connsiteX19" fmla="*/ 1432484 w 1663826"/>
              <a:gd name="connsiteY19" fmla="*/ 3924910 h 4096435"/>
              <a:gd name="connsiteX20" fmla="*/ 1288923 w 1663826"/>
              <a:gd name="connsiteY20" fmla="*/ 3965600 h 4096435"/>
              <a:gd name="connsiteX21" fmla="*/ 1193216 w 1663826"/>
              <a:gd name="connsiteY21" fmla="*/ 4020693 h 4096435"/>
              <a:gd name="connsiteX22" fmla="*/ 1025728 w 1663826"/>
              <a:gd name="connsiteY22" fmla="*/ 4076548 h 4096435"/>
              <a:gd name="connsiteX23" fmla="*/ 770458 w 1663826"/>
              <a:gd name="connsiteY23" fmla="*/ 4076548 h 4096435"/>
              <a:gd name="connsiteX24" fmla="*/ 687400 w 1663826"/>
              <a:gd name="connsiteY24" fmla="*/ 4096436 h 4096435"/>
              <a:gd name="connsiteX25" fmla="*/ 626821 w 1663826"/>
              <a:gd name="connsiteY25" fmla="*/ 4020769 h 4096435"/>
              <a:gd name="connsiteX26" fmla="*/ 499186 w 1663826"/>
              <a:gd name="connsiteY26" fmla="*/ 4012768 h 4096435"/>
              <a:gd name="connsiteX27" fmla="*/ 347624 w 1663826"/>
              <a:gd name="connsiteY27" fmla="*/ 3965677 h 4096435"/>
              <a:gd name="connsiteX28" fmla="*/ 242392 w 1663826"/>
              <a:gd name="connsiteY28" fmla="*/ 3907308 h 4096435"/>
              <a:gd name="connsiteX29" fmla="*/ 0 w 1663826"/>
              <a:gd name="connsiteY29" fmla="*/ 343357 h 409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63826" h="4096435">
                <a:moveTo>
                  <a:pt x="0" y="343357"/>
                </a:moveTo>
                <a:lnTo>
                  <a:pt x="140208" y="351053"/>
                </a:lnTo>
                <a:lnTo>
                  <a:pt x="275844" y="299237"/>
                </a:lnTo>
                <a:lnTo>
                  <a:pt x="379552" y="351053"/>
                </a:lnTo>
                <a:cubicBezTo>
                  <a:pt x="379552" y="351053"/>
                  <a:pt x="459334" y="255346"/>
                  <a:pt x="499186" y="247345"/>
                </a:cubicBezTo>
                <a:cubicBezTo>
                  <a:pt x="539039" y="239344"/>
                  <a:pt x="722528" y="247345"/>
                  <a:pt x="722528" y="247345"/>
                </a:cubicBezTo>
                <a:lnTo>
                  <a:pt x="762380" y="167564"/>
                </a:lnTo>
                <a:lnTo>
                  <a:pt x="838200" y="187985"/>
                </a:lnTo>
                <a:lnTo>
                  <a:pt x="898017" y="259308"/>
                </a:lnTo>
                <a:lnTo>
                  <a:pt x="993724" y="167564"/>
                </a:lnTo>
                <a:lnTo>
                  <a:pt x="1089431" y="79781"/>
                </a:lnTo>
                <a:lnTo>
                  <a:pt x="1193139" y="0"/>
                </a:lnTo>
                <a:lnTo>
                  <a:pt x="1304849" y="0"/>
                </a:lnTo>
                <a:lnTo>
                  <a:pt x="1360703" y="0"/>
                </a:lnTo>
                <a:lnTo>
                  <a:pt x="1408557" y="55855"/>
                </a:lnTo>
                <a:lnTo>
                  <a:pt x="1480338" y="0"/>
                </a:lnTo>
                <a:lnTo>
                  <a:pt x="1504265" y="127635"/>
                </a:lnTo>
                <a:lnTo>
                  <a:pt x="1663827" y="3845128"/>
                </a:lnTo>
                <a:lnTo>
                  <a:pt x="1536192" y="3845128"/>
                </a:lnTo>
                <a:lnTo>
                  <a:pt x="1432484" y="3924910"/>
                </a:lnTo>
                <a:lnTo>
                  <a:pt x="1288923" y="3965600"/>
                </a:lnTo>
                <a:lnTo>
                  <a:pt x="1193216" y="4020693"/>
                </a:lnTo>
                <a:lnTo>
                  <a:pt x="1025728" y="4076548"/>
                </a:lnTo>
                <a:lnTo>
                  <a:pt x="770458" y="4076548"/>
                </a:lnTo>
                <a:lnTo>
                  <a:pt x="687400" y="4096436"/>
                </a:lnTo>
                <a:lnTo>
                  <a:pt x="626821" y="4020769"/>
                </a:lnTo>
                <a:lnTo>
                  <a:pt x="499186" y="4012768"/>
                </a:lnTo>
                <a:lnTo>
                  <a:pt x="347624" y="3965677"/>
                </a:lnTo>
                <a:lnTo>
                  <a:pt x="242392" y="3907308"/>
                </a:lnTo>
                <a:lnTo>
                  <a:pt x="0" y="343357"/>
                </a:lnTo>
                <a:close/>
              </a:path>
            </a:pathLst>
          </a:custGeom>
          <a:solidFill>
            <a:srgbClr val="DCDCDC"/>
          </a:soli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任意多边形: 形状 18"/>
          <p:cNvSpPr/>
          <p:nvPr>
            <p:custDataLst>
              <p:tags r:id="rId8"/>
            </p:custDataLst>
          </p:nvPr>
        </p:nvSpPr>
        <p:spPr>
          <a:xfrm>
            <a:off x="10194290" y="1823720"/>
            <a:ext cx="1651635" cy="3837940"/>
          </a:xfrm>
          <a:custGeom>
            <a:avLst/>
            <a:gdLst>
              <a:gd name="connsiteX0" fmla="*/ 0 w 1651329"/>
              <a:gd name="connsiteY0" fmla="*/ 295199 h 3837911"/>
              <a:gd name="connsiteX1" fmla="*/ 103708 w 1651329"/>
              <a:gd name="connsiteY1" fmla="*/ 335051 h 3837911"/>
              <a:gd name="connsiteX2" fmla="*/ 263270 w 1651329"/>
              <a:gd name="connsiteY2" fmla="*/ 295199 h 3837911"/>
              <a:gd name="connsiteX3" fmla="*/ 422834 w 1651329"/>
              <a:gd name="connsiteY3" fmla="*/ 295199 h 3837911"/>
              <a:gd name="connsiteX4" fmla="*/ 749884 w 1651329"/>
              <a:gd name="connsiteY4" fmla="*/ 207416 h 3837911"/>
              <a:gd name="connsiteX5" fmla="*/ 941374 w 1651329"/>
              <a:gd name="connsiteY5" fmla="*/ 271272 h 3837911"/>
              <a:gd name="connsiteX6" fmla="*/ 1061009 w 1651329"/>
              <a:gd name="connsiteY6" fmla="*/ 167564 h 3837911"/>
              <a:gd name="connsiteX7" fmla="*/ 1212571 w 1651329"/>
              <a:gd name="connsiteY7" fmla="*/ 167564 h 3837911"/>
              <a:gd name="connsiteX8" fmla="*/ 1324279 w 1651329"/>
              <a:gd name="connsiteY8" fmla="*/ 87782 h 3837911"/>
              <a:gd name="connsiteX9" fmla="*/ 1491767 w 1651329"/>
              <a:gd name="connsiteY9" fmla="*/ 0 h 3837911"/>
              <a:gd name="connsiteX10" fmla="*/ 1651330 w 1651329"/>
              <a:gd name="connsiteY10" fmla="*/ 3494075 h 3837911"/>
              <a:gd name="connsiteX11" fmla="*/ 1531696 w 1651329"/>
              <a:gd name="connsiteY11" fmla="*/ 3629711 h 3837911"/>
              <a:gd name="connsiteX12" fmla="*/ 1380134 w 1651329"/>
              <a:gd name="connsiteY12" fmla="*/ 3677564 h 3837911"/>
              <a:gd name="connsiteX13" fmla="*/ 1140790 w 1651329"/>
              <a:gd name="connsiteY13" fmla="*/ 3781273 h 3837911"/>
              <a:gd name="connsiteX14" fmla="*/ 909447 w 1651329"/>
              <a:gd name="connsiteY14" fmla="*/ 3837127 h 3837911"/>
              <a:gd name="connsiteX15" fmla="*/ 494614 w 1651329"/>
              <a:gd name="connsiteY15" fmla="*/ 3789274 h 3837911"/>
              <a:gd name="connsiteX16" fmla="*/ 231343 w 1651329"/>
              <a:gd name="connsiteY16" fmla="*/ 3693567 h 3837911"/>
              <a:gd name="connsiteX17" fmla="*/ 0 w 1651329"/>
              <a:gd name="connsiteY17" fmla="*/ 295199 h 383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1329" h="3837911">
                <a:moveTo>
                  <a:pt x="0" y="295199"/>
                </a:moveTo>
                <a:lnTo>
                  <a:pt x="103708" y="335051"/>
                </a:lnTo>
                <a:lnTo>
                  <a:pt x="263270" y="295199"/>
                </a:lnTo>
                <a:lnTo>
                  <a:pt x="422834" y="295199"/>
                </a:lnTo>
                <a:lnTo>
                  <a:pt x="749884" y="207416"/>
                </a:lnTo>
                <a:lnTo>
                  <a:pt x="941374" y="271272"/>
                </a:lnTo>
                <a:lnTo>
                  <a:pt x="1061009" y="167564"/>
                </a:lnTo>
                <a:lnTo>
                  <a:pt x="1212571" y="167564"/>
                </a:lnTo>
                <a:lnTo>
                  <a:pt x="1324279" y="87782"/>
                </a:lnTo>
                <a:lnTo>
                  <a:pt x="1491767" y="0"/>
                </a:lnTo>
                <a:lnTo>
                  <a:pt x="1651330" y="3494075"/>
                </a:lnTo>
                <a:cubicBezTo>
                  <a:pt x="1651330" y="3494075"/>
                  <a:pt x="1563547" y="3629711"/>
                  <a:pt x="1531696" y="3629711"/>
                </a:cubicBezTo>
                <a:cubicBezTo>
                  <a:pt x="1499768" y="3629711"/>
                  <a:pt x="1380134" y="3677564"/>
                  <a:pt x="1380134" y="3677564"/>
                </a:cubicBezTo>
                <a:cubicBezTo>
                  <a:pt x="1380134" y="3677564"/>
                  <a:pt x="1204646" y="3749345"/>
                  <a:pt x="1140790" y="3781273"/>
                </a:cubicBezTo>
                <a:cubicBezTo>
                  <a:pt x="1076934" y="3813200"/>
                  <a:pt x="973302" y="3829126"/>
                  <a:pt x="909447" y="3837127"/>
                </a:cubicBezTo>
                <a:cubicBezTo>
                  <a:pt x="845591" y="3845128"/>
                  <a:pt x="542467" y="3789274"/>
                  <a:pt x="494614" y="3789274"/>
                </a:cubicBezTo>
                <a:cubicBezTo>
                  <a:pt x="446761" y="3789274"/>
                  <a:pt x="303123" y="3813200"/>
                  <a:pt x="231343" y="3693567"/>
                </a:cubicBezTo>
                <a:lnTo>
                  <a:pt x="0" y="295199"/>
                </a:lnTo>
                <a:close/>
              </a:path>
            </a:pathLst>
          </a:custGeom>
          <a:gradFill>
            <a:gsLst>
              <a:gs pos="5870">
                <a:schemeClr val="accent2"/>
              </a:gs>
              <a:gs pos="39110">
                <a:schemeClr val="lt1"/>
              </a:gs>
              <a:gs pos="100000">
                <a:schemeClr val="accent3"/>
              </a:gs>
            </a:gsLst>
            <a:lin ang="0" scaled="1"/>
          </a:gradFill>
          <a:ln w="76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 name="标题 6"/>
          <p:cNvSpPr>
            <a:spLocks noGrp="1"/>
          </p:cNvSpPr>
          <p:nvPr>
            <p:ph type="title"/>
            <p:custDataLst>
              <p:tags r:id="rId9"/>
            </p:custDataLst>
          </p:nvPr>
        </p:nvSpPr>
        <p:spPr>
          <a:xfrm>
            <a:off x="1019175" y="2294255"/>
            <a:ext cx="8693150" cy="883285"/>
          </a:xfrm>
        </p:spPr>
        <p:txBody>
          <a:bodyPr anchor="b" anchorCtr="0">
            <a:normAutofit fontScale="90000"/>
          </a:bodyPr>
          <a:lstStyle/>
          <a:p>
            <a:pPr marL="0" indent="0" fontAlgn="auto">
              <a:lnSpc>
                <a:spcPct val="150000"/>
              </a:lnSpc>
            </a:pPr>
            <a:r>
              <a:rPr lang="zh-CN" altLang="en-US" sz="6000" i="1" spc="300">
                <a:solidFill>
                  <a:srgbClr val="FFFFFF"/>
                </a:solidFill>
                <a:uFillTx/>
                <a:latin typeface="+mj-ea"/>
                <a:sym typeface="+mn-ea"/>
              </a:rPr>
              <a:t>课后预习任务：</a:t>
            </a:r>
            <a:endParaRPr lang="zh-CN" altLang="en-US" sz="6000" i="1" spc="300">
              <a:solidFill>
                <a:srgbClr val="FFFFFF"/>
              </a:solidFill>
              <a:uFillTx/>
              <a:latin typeface="+mj-ea"/>
              <a:sym typeface="+mn-ea"/>
            </a:endParaRPr>
          </a:p>
        </p:txBody>
      </p:sp>
      <p:sp>
        <p:nvSpPr>
          <p:cNvPr id="40" name="文本框 39"/>
          <p:cNvSpPr txBox="1"/>
          <p:nvPr>
            <p:custDataLst>
              <p:tags r:id="rId10"/>
            </p:custDataLst>
          </p:nvPr>
        </p:nvSpPr>
        <p:spPr>
          <a:xfrm>
            <a:off x="1148080" y="3266440"/>
            <a:ext cx="9117965" cy="1616710"/>
          </a:xfrm>
          <a:prstGeom prst="rect">
            <a:avLst/>
          </a:prstGeom>
          <a:noFill/>
        </p:spPr>
        <p:txBody>
          <a:bodyPr wrap="square" lIns="0">
            <a:noAutofit/>
            <a:scene3d>
              <a:camera prst="orthographicFront"/>
              <a:lightRig rig="threePt" dir="t"/>
            </a:scene3d>
            <a:sp3d extrusionH="381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spcAft>
                <a:spcPts val="800"/>
              </a:spcAft>
            </a:pPr>
            <a:r>
              <a:rPr lang="zh-CN" altLang="en-US" sz="4800" b="1" i="1" spc="150" dirty="0">
                <a:ln>
                  <a:noFill/>
                </a:ln>
                <a:solidFill>
                  <a:schemeClr val="tx1"/>
                </a:solidFill>
                <a:uFillTx/>
                <a:sym typeface="+mn-ea"/>
              </a:rPr>
              <a:t>公民基本权利和基本义务的分类</a:t>
            </a:r>
            <a:endParaRPr lang="zh-CN" altLang="en-US" sz="4800" b="1" i="1" spc="150" dirty="0">
              <a:ln>
                <a:noFill/>
              </a:ln>
              <a:solidFill>
                <a:schemeClr val="tx1"/>
              </a:solidFill>
              <a:uFillTx/>
              <a:sym typeface="+mn-ea"/>
            </a:endParaRPr>
          </a:p>
        </p:txBody>
      </p:sp>
    </p:spTree>
    <p:custDataLst>
      <p:tags r:id="rId11"/>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a"/>
  <p:tag name="KSO_WM_UNIT_INDEX" val="1"/>
  <p:tag name="KSO_WM_BEAUTIFY_FLAG" val="#wm#"/>
  <p:tag name="KSO_WM_TAG_VERSION" val="3.0"/>
  <p:tag name="KSO_WM_UNIT_PRESET_TEXT" val="单击此处&#13;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Lst>
</file>

<file path=ppt/tags/tag34.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0.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3;第二级&#13;第三级&#13;第四级&#13;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7.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8.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3;第二级&#13;第三级&#13;第四级&#13;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59.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60.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3;第二级&#13;第三级&#13;第四级&#13;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61.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1.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97.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5919"/>
</p:tagLst>
</file>

<file path=ppt/tags/tag10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3;第二级&#13;第三级&#13;第四级&#13;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5919"/>
</p:tagLst>
</file>

<file path=ppt/tags/tag110.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5919"/>
  <p:tag name="KSO_WM_TEMPLATE_CATEGORY" val="custom"/>
  <p:tag name="KSO_WM_TEMPLATE_MASTER_TYPE" val="0"/>
  <p:tag name="KSO_WM_TEMPLATE_COLORSEQUENCE" val="1,2,3,1,2,3"/>
</p:tagLst>
</file>

<file path=ppt/tags/tag111.xml><?xml version="1.0" encoding="utf-8"?>
<p:tagLst xmlns:p="http://schemas.openxmlformats.org/presentationml/2006/main">
  <p:tag name="KSO_WM_UNIT_TYPE" val="a"/>
  <p:tag name="KSO_WM_UNIT_INDEX" val="1"/>
  <p:tag name="KSO_WM_BEAUTIFY_FLAG" val="#wm#"/>
  <p:tag name="KSO_WM_TAG_VERSION" val="3.0"/>
  <p:tag name="KSO_WM_UNIT_PRESET_TEXT" val="单击此处&#13;添加文档标题内容"/>
  <p:tag name="KSO_WM_UNIT_ID" val="custom20235919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ISCONTENTSTITLE" val="0"/>
  <p:tag name="KSO_WM_UNIT_TEXT_TYPE" val="1"/>
</p:tagLst>
</file>

<file path=ppt/tags/tag112.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19"/>
  <p:tag name="KSO_WM_TEMPLATE_CATEGORY" val="custom"/>
  <p:tag name="KSO_WM_UNIT_VALUE" val="11"/>
  <p:tag name="KSO_WM_UNIT_PRESET_TEXT" val="署名"/>
</p:tagLst>
</file>

<file path=ppt/tags/tag113.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5919"/>
  <p:tag name="KSO_WM_TEMPLATE_CATEGORY" val="custom"/>
  <p:tag name="KSO_WM_SLIDE_INDEX" val="1"/>
  <p:tag name="KSO_WM_SLIDE_ID" val="custom20235919_1"/>
  <p:tag name="KSO_WM_TEMPLATE_MASTER_TYPE" val="0"/>
  <p:tag name="KSO_WM_SLIDE_LAYOUT" val="a_f"/>
  <p:tag name="KSO_WM_SLIDE_LAYOUT_CNT" val="1_2"/>
  <p:tag name="KSO_WM_TEMPLATE_COLORSEQUENCE" val="1,2,3,1,2,3"/>
  <p:tag name="KSO_WM_SLIDE_THEME_ID" val="3327404"/>
  <p:tag name="KSO_WM_SLIDE_THEME_NAME" val="蓝色职场办公简约风主题"/>
</p:tagLst>
</file>

<file path=ppt/tags/tag11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5.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6.xml><?xml version="1.0" encoding="utf-8"?>
<p:tagLst xmlns:p="http://schemas.openxmlformats.org/presentationml/2006/main">
  <p:tag name="KSO_WM_BEAUTIFY_FLAG" val="#wm#"/>
  <p:tag name="KSO_WM_TEMPLATE_CATEGORY" val="custom"/>
  <p:tag name="KSO_WM_TEMPLATE_INDEX" val="20235919"/>
</p:tagLst>
</file>

<file path=ppt/tags/tag117.xml><?xml version="1.0" encoding="utf-8"?>
<p:tagLst xmlns:p="http://schemas.openxmlformats.org/presentationml/2006/main">
  <p:tag name="KSO_WM_UNIT_INDEX" val="1"/>
  <p:tag name="KSO_WM_UNIT_TYPE" val="a"/>
  <p:tag name="KSO_WM_BEAUTIFY_FLAG" val="#wm#"/>
  <p:tag name="KSO_WM_TAG_VERSION" val="3.0"/>
  <p:tag name="KSO_WM_UNIT_PRESET_TEXT" val="单击此处&#13;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1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5919"/>
  <p:tag name="KSO_WM_TEMPLATE_CATEGORY" val="custom"/>
  <p:tag name="KSO_WM_SLIDE_INDEX" val="8"/>
  <p:tag name="KSO_WM_SLIDE_ID" val="custom20235919_8"/>
  <p:tag name="KSO_WM_TEMPLATE_MASTER_TYPE" val="0"/>
  <p:tag name="KSO_WM_SLIDE_LAYOUT" val="a_f"/>
  <p:tag name="KSO_WM_SLIDE_LAYOUT_CNT" val="1_1"/>
  <p:tag name="KSO_WM_SLIDE_SIZE" val="850*457"/>
  <p:tag name="KSO_WM_SLIDE_POSITION" val="54*28"/>
  <p:tag name="KSO_WM_TEMPLATE_COLORSEQUENCE" val="1,2,3,1,2,3"/>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4*a*1"/>
  <p:tag name="KSO_WM_TEMPLATE_CATEGORY" val="diagram"/>
  <p:tag name="KSO_WM_TEMPLATE_INDEX" val="20235155"/>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DIAGRAM_GROUP_CODE" val="m1-1"/>
  <p:tag name="KSO_WM_UNIT_PRESET_TEXT" val="单击此处添加文档标题内容"/>
  <p:tag name="KSO_WM_UNIT_TEXT_FILL_FORE_SCHEMECOLOR_INDEX" val="15"/>
  <p:tag name="KSO_WM_UNIT_TEXT_FILL_TYPE" val="1"/>
  <p:tag name="KSO_WM_UNIT_USESOURCEFORMAT_APPLY"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f*1_4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4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VALUE" val="64"/>
  <p:tag name="KSO_WM_UNIT_PRESET_TEXT" val="单击此处添加文本具体内容，简明扼要地阐述您的观点。"/>
  <p:tag name="KSO_WM_UNIT_TEXT_FILL_FORE_SCHEMECOLOR_INDEX" val="1"/>
  <p:tag name="KSO_WM_UNIT_TEXT_FILL_TYPE" val="1"/>
  <p:tag name="KSO_WM_UNIT_USESOURCEFORMAT_APPLY"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i*1_1"/>
  <p:tag name="KSO_WM_TEMPLATE_CATEGORY" val="diagram"/>
  <p:tag name="KSO_WM_TEMPLATE_INDEX" val="20235155"/>
  <p:tag name="KSO_WM_UNIT_LAYERLEVEL" val="1_1"/>
  <p:tag name="KSO_WM_TAG_VERSION" val="3.0"/>
  <p:tag name="KSO_WM_BEAUTIFY_FLAG" val="#wm#"/>
  <p:tag name="KSO_WM_DIAGRAM_VERSION" val="3"/>
  <p:tag name="KSO_WM_DIAGRAM_COLOR_TRICK" val="1"/>
  <p:tag name="KSO_WM_DIAGRAM_COLOR_TEXT_CAN_REMOVE" val="n"/>
  <p:tag name="KSO_WM_DIAGRAM_GROUP_CODE" val="m1-1"/>
  <p:tag name="KSO_WM_UNIT_TYPE" val="m_i"/>
  <p:tag name="KSO_WM_UNIT_INDEX" val="1_1"/>
  <p:tag name="KSO_WM_UNIT_LINE_FORE_SCHEMECOLOR_INDEX" val="5"/>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4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4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TEXT_FILL_FORE_SCHEMECOLOR_INDEX" val="3"/>
  <p:tag name="KSO_WM_UNIT_TEXT_FILL_TYPE" val="3"/>
  <p:tag name="KSO_WM_UNIT_USESOURCEFORMAT_APPLY"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f*1_1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1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VALUE" val="64"/>
  <p:tag name="KSO_WM_UNIT_PRESET_TEXT" val="单击此处添加文本具体内容，简明扼要地阐述您的观点。"/>
  <p:tag name="KSO_WM_UNIT_TEXT_FILL_FORE_SCHEMECOLOR_INDEX" val="1"/>
  <p:tag name="KSO_WM_UNIT_TEXT_FILL_TYPE" val="1"/>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1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1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TEXT_FILL_FORE_SCHEMECOLOR_INDEX" val="3"/>
  <p:tag name="KSO_WM_UNIT_TEXT_FILL_TYPE" val="3"/>
  <p:tag name="KSO_WM_UNIT_USESOURCEFORMAT_APPLY"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f*1_3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3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VALUE" val="64"/>
  <p:tag name="KSO_WM_UNIT_PRESET_TEXT" val="单击此处添加文本具体内容，简明扼要地阐述您的观点。"/>
  <p:tag name="KSO_WM_UNIT_TEXT_FILL_FORE_SCHEMECOLOR_INDEX" val="1"/>
  <p:tag name="KSO_WM_UNIT_TEXT_FILL_TYPE" val="1"/>
  <p:tag name="KSO_WM_UNIT_USESOURCEFORMAT_APPLY"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3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3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TEXT_FILL_FORE_SCHEMECOLOR_INDEX" val="3"/>
  <p:tag name="KSO_WM_UNIT_TEXT_FILL_TYPE" val="3"/>
  <p:tag name="KSO_WM_UNIT_USESOURCEFORMAT_APPLY"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f*1_2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2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VALUE" val="64"/>
  <p:tag name="KSO_WM_UNIT_PRESET_TEXT" val="单击此处添加文本具体内容，简明扼要地阐述您的观点。"/>
  <p:tag name="KSO_WM_UNIT_TEXT_FILL_FORE_SCHEMECOLOR_INDEX" val="1"/>
  <p:tag name="KSO_WM_UNIT_TEXT_FILL_TYPE" val="1"/>
  <p:tag name="KSO_WM_UNIT_USESOURCEFORMAT_APPLY"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2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2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TEXT_FILL_FORE_SCHEMECOLOR_INDEX" val="3"/>
  <p:tag name="KSO_WM_UNIT_TEXT_FILL_TYPE" val="3"/>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f*1_5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5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VALUE" val="64"/>
  <p:tag name="KSO_WM_UNIT_PRESET_TEXT" val="单击此处添加文本具体内容，简明扼要地阐述您的观点。"/>
  <p:tag name="KSO_WM_UNIT_TEXT_FILL_FORE_SCHEMECOLOR_INDEX" val="1"/>
  <p:tag name="KSO_WM_UNIT_TEXT_FILL_TYPE" val="1"/>
  <p:tag name="KSO_WM_UNIT_USESOURCEFORMAT_APPLY"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5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5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UNIT_TEXT_FILL_FORE_SCHEMECOLOR_INDEX" val="3"/>
  <p:tag name="KSO_WM_UNIT_TEXT_FILL_TYPE" val="3"/>
  <p:tag name="KSO_WM_UNIT_USESOURCEFORMAT_APPLY"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1_2"/>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1_2"/>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1_3"/>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1_3"/>
  <p:tag name="KSO_WM_UNIT_FILL_TYPE" val="3"/>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2_2"/>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2_2"/>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2_3"/>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2_3"/>
  <p:tag name="KSO_WM_UNIT_FILL_TYPE" val="3"/>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4_2"/>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4_2"/>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4_3"/>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4_3"/>
  <p:tag name="KSO_WM_UNIT_FILL_TYPE" val="3"/>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3_2"/>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3_2"/>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3_3"/>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3_3"/>
  <p:tag name="KSO_WM_UNIT_FILL_TYPE" val="3"/>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5_2"/>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5_2"/>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5_3"/>
  <p:tag name="KSO_WM_TEMPLATE_CATEGORY" val="diagram"/>
  <p:tag name="KSO_WM_TEMPLATE_INDEX" val="2023515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UNIT_TYPE" val="m_h_i"/>
  <p:tag name="KSO_WM_UNIT_INDEX" val="1_5_3"/>
  <p:tag name="KSO_WM_UNIT_FILL_TYPE" val="3"/>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f*1_5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5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m1-1"/>
  <p:tag name="KSO_WM_UNIT_VALUE" val="64"/>
  <p:tag name="KSO_WM_UNIT_PRESET_TEXT" val="单击此处添加文本具体内容，简明扼要地阐述您的观点。"/>
  <p:tag name="KSO_WM_UNIT_TEXT_FILL_FORE_SCHEMECOLOR_INDEX" val="1"/>
  <p:tag name="KSO_WM_UNIT_TEXT_FILL_TYPE" val="1"/>
  <p:tag name="KSO_WM_UNIT_USESOURCEFORMAT_APPLY"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3*m_h_i*1_4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4_1"/>
  <p:tag name="KSO_WM_DIAGRAM_VERSION" val="3"/>
  <p:tag name="KSO_WM_DIAGRAM_COLOR_TRICK" val="1"/>
  <p:tag name="KSO_WM_DIAGRAM_COLOR_TEXT_CAN_REMOVE" val="n"/>
  <p:tag name="KSO_WM_UNIT_TEXT_TYPE" val="1"/>
  <p:tag name="KSO_WM_DIAGRAM_MAX_ITEMCNT" val="6"/>
  <p:tag name="KSO_WM_DIAGRAM_MIN_ITEMCNT" val="3"/>
  <p:tag name="KSO_WM_DIAGRAM_VIRTUALLY_FRAME" val="{&quot;height&quot;:380.38297346081947,&quot;left&quot;:53.93401574803147,&quot;top&quot;:113.1085132695903,&quot;width&quot;:85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DIAGRAM_GROUP_CODE" val="m1-1"/>
  <p:tag name="KSO_WM_UNIT_TEXT_FILL_FORE_SCHEMECOLOR_INDEX" val="3"/>
  <p:tag name="KSO_WM_UNIT_TEXT_FILL_TYPE" val="3"/>
  <p:tag name="KSO_WM_UNIT_USESOURCEFORMAT_APPLY" val="1"/>
</p:tagLst>
</file>

<file path=ppt/tags/tag144.xml><?xml version="1.0" encoding="utf-8"?>
<p:tagLst xmlns:p="http://schemas.openxmlformats.org/presentationml/2006/main">
  <p:tag name="KSO_WM_SLIDE_ID" val="diagram20235155_4"/>
  <p:tag name="KSO_WM_TEMPLATE_SUBCATEGORY" val="0"/>
  <p:tag name="KSO_WM_TEMPLATE_MASTER_TYPE" val="0"/>
  <p:tag name="KSO_WM_TEMPLATE_COLOR_TYPE" val="0"/>
  <p:tag name="KSO_WM_SLIDE_ITEM_CNT" val="6"/>
  <p:tag name="KSO_WM_SLIDE_INDEX" val="4"/>
  <p:tag name="KSO_WM_TAG_VERSION" val="3.0"/>
  <p:tag name="KSO_WM_BEAUTIFY_FLAG" val="#wm#"/>
  <p:tag name="KSO_WM_TEMPLATE_CATEGORY" val="diagram"/>
  <p:tag name="KSO_WM_TEMPLATE_INDEX" val="20235155"/>
  <p:tag name="KSO_WM_SLIDE_TYPE" val="text"/>
  <p:tag name="KSO_WM_SLIDE_SUBTYPE" val="diag"/>
  <p:tag name="KSO_WM_SLIDE_SIZE" val="851.25*379.1"/>
  <p:tag name="KSO_WM_SLIDE_POSITION" val="53.934*113.75"/>
  <p:tag name="KSO_WM_SLIDE_LAYOUT" val="a_m"/>
  <p:tag name="KSO_WM_SLIDE_LAYOUT_CNT" val="1_1"/>
  <p:tag name="KSO_WM_SPECIAL_SOURCE" val="bdnull"/>
  <p:tag name="KSO_WM_DIAGRAM_GROUP_CODE" val="m1-1"/>
  <p:tag name="KSO_WM_SLIDE_DIAGTYPE" val="m"/>
</p:tagLst>
</file>

<file path=ppt/tags/tag14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61_1*l_h_i*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01.82712696338604,&quot;left&quot;:54.8,&quot;top&quot;:112.72287303661396,&quot;width&quot;:486.5}"/>
  <p:tag name="KSO_WM_DIAGRAM_COLOR_MATCH_VALUE" val="{&quot;shape&quot;:{&quot;fill&quot;:{&quot;gradient&quot;:[{&quot;brightness&quot;:0.4000000059604645,&quot;colorType&quot;:1,&quot;foreColorIndex&quot;:5,&quot;pos&quot;:0,&quot;transparency&quot;:0.23999999463558197},{&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14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161_1*l_h_f*1_1_1"/>
  <p:tag name="KSO_WM_TEMPLATE_CATEGORY" val="diagram"/>
  <p:tag name="KSO_WM_TEMPLATE_INDEX" val="20235161"/>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401.82712696338604,&quot;left&quot;:54.8,&quot;top&quot;:112.72287303661396,&quot;width&quot;:48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148.xml><?xml version="1.0" encoding="utf-8"?>
<p:tagLst xmlns:p="http://schemas.openxmlformats.org/presentationml/2006/main">
  <p:tag name="KSO_WM_UNIT_VALUE" val="88*88"/>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5161_1*l_h_x*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01.82712696338604,&quot;left&quot;:54.8,&quot;top&quot;:112.72287303661396,&quot;width&quot;:486.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49.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5161_1*l_h_x*1_2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401.82712696338604,&quot;left&quot;:54.8,&quot;top&quot;:112.72287303661396,&quot;width&quot;:486.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50.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15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4431_1*l_h_i*1_1_2"/>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gradient&quot;:[{&quot;brightness&quot;:0,&quot;colorType&quot;:1,&quot;foreColorIndex&quot;:5,&quot;pos&quot;:0.44999998807907104,&quot;transparency&quot;:0},{&quot;brightness&quot;:0,&quot;colorType&quot;:1,&quot;foreColorIndex&quot;:5,&quot;pos&quot;:0,&quot;transparency&quot;:1}],&quot;type&quot;:3},&quot;glow&quot;:{&quot;colorType&quot;:0},&quot;line&quot;:{&quot;gradient&quot;:[{&quot;brightness&quot;:-0.25,&quot;colorType&quot;:1,&quot;foreColorIndex&quot;:5,&quot;pos&quot;:0.4699999988079071,&quot;transparency&quot;:0},{&quot;brightness&quot;:0,&quot;colorType&quot;:1,&quot;foreColorIndex&quot;:14,&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4431_1*l_h_i*1_2_2"/>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gradient&quot;:[{&quot;brightness&quot;:0,&quot;colorType&quot;:1,&quot;foreColorIndex&quot;:5,&quot;pos&quot;:0.5600000023841858,&quot;transparency&quot;:0},{&quot;brightness&quot;:-0.05000000074505806,&quot;colorType&quot;:1,&quot;foreColorIndex&quot;:5,&quot;pos&quot;:1,&quot;transparency&quot;:1}],&quot;type&quot;:3},&quot;glow&quot;:{&quot;colorType&quot;:0},&quot;line&quot;:{&quot;gradient&quot;:[{&quot;brightness&quot;:-0.25,&quot;colorType&quot;:1,&quot;foreColorIndex&quot;:5,&quot;pos&quot;:0.5699999928474426,&quot;transparency&quot;:0},{&quot;brightness&quot;:0,&quot;colorType&quot;:1,&quot;foreColorIndex&quot;:14,&quot;pos&quot;:0,&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4431_1*l_i*1_1"/>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4431_1*l_i*1_2"/>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6.xml><?xml version="1.0" encoding="utf-8"?>
<p:tagLst xmlns:p="http://schemas.openxmlformats.org/presentationml/2006/main">
  <p:tag name="KSO_WM_UNIT_SUBTYPE" val="a"/>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431_1*l_h_f*1_2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请&#10;言简意赅的阐述观点"/>
  <p:tag name="KSO_WM_UNIT_TEXT_TYPE" val="1"/>
  <p:tag name="KSO_WM_DIAGRAM_USE_COLOR_VALUE" val="{&quot;color_scheme&quot;:1,&quot;color_type&quot;:1,&quot;theme_color_indexes&quot;:[5,6,5,6,5,6]}"/>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34431_1*l_i*1_5"/>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VIRTUALLY_FRAME" val="{&quot;height&quot;:418.75,&quot;left&quot;:27.923543307086618,&quot;top&quot;:53.25,&quot;width&quot;:877.3126771653544}"/>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34431_1*l_i*1_4"/>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4431_1*l_i*1_3"/>
  <p:tag name="KSO_WM_TEMPLATE_CATEGORY" val="diagram"/>
  <p:tag name="KSO_WM_TEMPLATE_INDEX" val="20234431"/>
  <p:tag name="KSO_WM_UNIT_LAYERLEVEL" val="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4431_1*l_h_i*1_1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4431_1*l_h_i*1_2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62.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4431_1*l_h_x*1_1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13"/>
  <p:tag name="KSO_WM_DIAGRAM_USE_COLOR_VALUE" val="{&quot;color_scheme&quot;:1,&quot;color_type&quot;:1,&quot;theme_color_indexes&quot;:[5,6,5,6,5,6]}"/>
</p:tagLst>
</file>

<file path=ppt/tags/tag163.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4431_1*l_h_x*1_2_1"/>
  <p:tag name="KSO_WM_TEMPLATE_CATEGORY" val="diagram"/>
  <p:tag name="KSO_WM_TEMPLATE_INDEX" val="20234431"/>
  <p:tag name="KSO_WM_UNIT_LAYERLEVEL" val="1_1_1"/>
  <p:tag name="KSO_WM_TAG_VERSION" val="3.0"/>
  <p:tag name="KSO_WM_BEAUTIFY_FLAG" val="#wm#"/>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418.75,&quot;left&quot;:27.923543307086618,&quot;top&quot;:46.75,&quot;width&quot;:877.312677165354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24"/>
  <p:tag name="KSO_WM_DIAGRAM_USE_COLOR_VALUE" val="{&quot;color_scheme&quot;:1,&quot;color_type&quot;:1,&quot;theme_color_indexes&quot;:[5,6,5,6,5,6]}"/>
</p:tagLst>
</file>

<file path=ppt/tags/tag164.xml><?xml version="1.0" encoding="utf-8"?>
<p:tagLst xmlns:p="http://schemas.openxmlformats.org/presentationml/2006/main">
  <p:tag name="KSO_WM_UNIT_SUBTYPE" val="a"/>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431_1*l_h_f*1_2_1"/>
  <p:tag name="KSO_WM_TEMPLATE_CATEGORY" val="diagram"/>
  <p:tag name="KSO_WM_TEMPLATE_INDEX" val="20234431"/>
  <p:tag name="KSO_WM_UNIT_LAYERLEVEL" val="1_1_1"/>
  <p:tag name="KSO_WM_TAG_VERSION" val="3.0"/>
  <p:tag name="KSO_WM_UNIT_DIAGRAM_CONTRAST_TITLE_CNT" val="0"/>
  <p:tag name="KSO_WM_UNIT_DIAGRAM_DIMENSION_TITLE_CNT" val="0"/>
  <p:tag name="KSO_WM_DIAGRAM_VERSION" val="3"/>
  <p:tag name="KSO_WM_DIAGRAM_COLOR_TRICK" val="1"/>
  <p:tag name="KSO_WM_DIAGRAM_COLOR_TEXT_CAN_REMOVE" val="n"/>
  <p:tag name="KSO_WM_DIAGRAM_MAX_ITEMCNT" val="2"/>
  <p:tag name="KSO_WM_DIAGRAM_MIN_ITEMCNT" val="2"/>
  <p:tag name="KSO_WM_DIAGRAM_VIRTUALLY_FRAME" val="{&quot;height&quot;:527.95,&quot;left&quot;:54.77354330708662,&quot;top&quot;:-13.4,&quot;width&quot;:850.46267716535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请&#10;言简意赅的阐述观点"/>
  <p:tag name="KSO_WM_UNIT_TEXT_TYPE" val="1"/>
  <p:tag name="KSO_WM_DIAGRAM_USE_COLOR_VALUE" val="{&quot;color_scheme&quot;:1,&quot;color_type&quot;:1,&quot;theme_color_indexes&quot;:[5,6,5,6,5,6]}"/>
</p:tagLst>
</file>

<file path=ppt/tags/tag165.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 name="resource_record_key" val="{&quot;65&quot;:[20235919],&quot;70&quot;:[332701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3*a*1"/>
  <p:tag name="KSO_WM_TEMPLATE_CATEGORY" val="diagram"/>
  <p:tag name="KSO_WM_TEMPLATE_INDEX" val="20235142"/>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2*l_h_i*1_1_1"/>
  <p:tag name="KSO_WM_TEMPLATE_CATEGORY" val="diagram"/>
  <p:tag name="KSO_WM_TEMPLATE_INDEX" val="20235142"/>
  <p:tag name="KSO_WM_UNIT_LAYERLEVEL" val="1_1_1"/>
  <p:tag name="KSO_WM_TAG_VERSION" val="3.0"/>
  <p:tag name="KSO_WM_BEAUTIFY_FLAG" val="#wm#"/>
  <p:tag name="KSO_WM_UNIT_TYPE" val="l_h_i"/>
  <p:tag name="KSO_WM_UNIT_INDEX" val="1_1_1"/>
  <p:tag name="KSO_WM_DIAGRAM_GROUP_CODE" val="l1-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6.6272508057692,&quot;left&quot;:38.42367700683617,&quot;top&quot;:108.69505797660202,&quot;width&quot;:883.6004412619183}"/>
  <p:tag name="KSO_WM_DIAGRAM_COLOR_MATCH_VALUE" val="{&quot;shape&quot;:{&quot;fill&quot;:{&quot;gradient&quot;:[{&quot;brightness&quot;:0.550000011920929,&quot;colorType&quot;:1,&quot;foreColorIndex&quot;:5,&quot;pos&quot;:0,&quot;transparency&quot;:0.800000011920929},{&quot;brightness&quot;:0,&quot;colorType&quot;:1,&quot;foreColorIndex&quot;:5,&quot;pos&quot;:1,&quot;transparency&quot;:0.69999998807907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2*l_h_i*1_1_2"/>
  <p:tag name="KSO_WM_TEMPLATE_CATEGORY" val="diagram"/>
  <p:tag name="KSO_WM_TEMPLATE_INDEX" val="20235142"/>
  <p:tag name="KSO_WM_UNIT_LAYERLEVEL" val="1_1_1"/>
  <p:tag name="KSO_WM_TAG_VERSION" val="3.0"/>
  <p:tag name="KSO_WM_BEAUTIFY_FLAG" val="#wm#"/>
  <p:tag name="KSO_WM_UNIT_TYPE" val="l_h_i"/>
  <p:tag name="KSO_WM_UNIT_INDEX" val="1_1_2"/>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6.6272508057692,&quot;left&quot;:38.42367700683617,&quot;top&quot;:108.69505797660202,&quot;width&quot;:883.600441261918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2*l_h_f*1_1_1"/>
  <p:tag name="KSO_WM_TEMPLATE_CATEGORY" val="diagram"/>
  <p:tag name="KSO_WM_TEMPLATE_INDEX" val="20235142"/>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1_1"/>
  <p:tag name="KSO_WM_DIAGRAM_GROUP_CODE" val="l1-1"/>
  <p:tag name="KSO_WM_DIAGRAM_VERSION" val="3"/>
  <p:tag name="KSO_WM_DIAGRAM_COLOR_TRICK" val="1"/>
  <p:tag name="KSO_WM_DIAGRAM_COLOR_TEXT_CAN_REMOVE" val="n"/>
  <p:tag name="KSO_WM_UNIT_PRESET_TEXT" val="单击此处输入(你的)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单击此处输入正文"/>
  <p:tag name="KSO_WM_UNIT_TEXT_FILL_FORE_SCHEMECOLOR_INDEX" val="1"/>
  <p:tag name="KSO_WM_UNIT_TEXT_FILL_TYPE" val="1"/>
  <p:tag name="KSO_WM_UNIT_TEXT_TYPE" val="1"/>
  <p:tag name="KSO_WM_DIAGRAM_MAX_ITEMCNT" val="4"/>
  <p:tag name="KSO_WM_DIAGRAM_MIN_ITEMCNT" val="2"/>
  <p:tag name="KSO_WM_DIAGRAM_VIRTUALLY_FRAME" val="{&quot;height&quot;:386.6272508057692,&quot;left&quot;:38.42367700683617,&quot;top&quot;:108.69505797660202,&quot;width&quot;:883.6004412619183}"/>
  <p:tag name="KSO_WM_DIAGRAM_COLOR_MATCH_VALUE" val="{&quot;shape&quot;:{&quot;fill&quot;:{&quot;gradient&quot;:[{&quot;brightness&quot;:0,&quot;colorType&quot;:2,&quot;pos&quot;:0,&quot;rgb&quot;:&quot;#ffffff&quot;,&quot;transparency&quot;:0.75},{&quot;brightness&quot;:0,&quot;colorType&quot;:2,&quot;pos&quot;:1,&quot;rgb&quot;:&quot;#ffffff&quot;,&quot;transparency&quot;:0.800000011920929}],&quot;type&quot;:3},&quot;glow&quot;:{&quot;colorType&quot;:0},&quot;line&quot;:{&quot;solidLine&quot;:{&quot;brightness&quot;:0,&quot;colorType&quot;:2,&quot;rgb&quot;:&quot;#ffffff&quot;,&quot;transparency&quot;:0.80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2*l_h_i*1_2_1"/>
  <p:tag name="KSO_WM_TEMPLATE_CATEGORY" val="diagram"/>
  <p:tag name="KSO_WM_TEMPLATE_INDEX" val="20235142"/>
  <p:tag name="KSO_WM_UNIT_LAYERLEVEL" val="1_1_1"/>
  <p:tag name="KSO_WM_TAG_VERSION" val="3.0"/>
  <p:tag name="KSO_WM_BEAUTIFY_FLAG" val="#wm#"/>
  <p:tag name="KSO_WM_UNIT_TYPE" val="l_h_i"/>
  <p:tag name="KSO_WM_UNIT_INDEX" val="1_2_1"/>
  <p:tag name="KSO_WM_DIAGRAM_GROUP_CODE" val="l1-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6.6272508057692,&quot;left&quot;:38.42367700683617,&quot;top&quot;:108.69505797660202,&quot;width&quot;:883.6004412619183}"/>
  <p:tag name="KSO_WM_DIAGRAM_COLOR_MATCH_VALUE" val="{&quot;shape&quot;:{&quot;fill&quot;:{&quot;gradient&quot;:[{&quot;brightness&quot;:0.550000011920929,&quot;colorType&quot;:1,&quot;foreColorIndex&quot;:5,&quot;pos&quot;:0,&quot;transparency&quot;:0.800000011920929},{&quot;brightness&quot;:0,&quot;colorType&quot;:1,&quot;foreColorIndex&quot;:5,&quot;pos&quot;:1,&quot;transparency&quot;:0.69999998807907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2*l_h_i*1_2_2"/>
  <p:tag name="KSO_WM_TEMPLATE_CATEGORY" val="diagram"/>
  <p:tag name="KSO_WM_TEMPLATE_INDEX" val="20235142"/>
  <p:tag name="KSO_WM_UNIT_LAYERLEVEL" val="1_1_1"/>
  <p:tag name="KSO_WM_TAG_VERSION" val="3.0"/>
  <p:tag name="KSO_WM_BEAUTIFY_FLAG" val="#wm#"/>
  <p:tag name="KSO_WM_UNIT_TYPE" val="l_h_i"/>
  <p:tag name="KSO_WM_UNIT_INDEX" val="1_2_2"/>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6.6272508057692,&quot;left&quot;:38.42367700683617,&quot;top&quot;:108.69505797660202,&quot;width&quot;:883.600441261918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13"/>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2*l_h_f*1_2_1"/>
  <p:tag name="KSO_WM_TEMPLATE_CATEGORY" val="diagram"/>
  <p:tag name="KSO_WM_TEMPLATE_INDEX" val="20235142"/>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2_1"/>
  <p:tag name="KSO_WM_DIAGRAM_GROUP_CODE" val="l1-1"/>
  <p:tag name="KSO_WM_DIAGRAM_VERSION" val="3"/>
  <p:tag name="KSO_WM_DIAGRAM_COLOR_TRICK" val="1"/>
  <p:tag name="KSO_WM_DIAGRAM_COLOR_TEXT_CAN_REMOVE" val="n"/>
  <p:tag name="KSO_WM_UNIT_PRESET_TEXT" val="单击此处输入(你的)智能图形项正文，文字是您思想的提炼，请尽量言简意赅的阐述观点。单击此处输入智能图形项正文，文字是您思想的提炼，请尽量言简意赅的阐述观点。单击此处输入(你的)智能图形项正文，文字是您思想的提炼，请尽量言简意赅的阐述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386.6272508057692,&quot;left&quot;:38.42367700683617,&quot;top&quot;:108.69505797660202,&quot;width&quot;:883.6004412619183}"/>
  <p:tag name="KSO_WM_DIAGRAM_COLOR_MATCH_VALUE" val="{&quot;shape&quot;:{&quot;fill&quot;:{&quot;gradient&quot;:[{&quot;brightness&quot;:0,&quot;colorType&quot;:2,&quot;pos&quot;:0,&quot;rgb&quot;:&quot;#ffffff&quot;,&quot;transparency&quot;:0.75},{&quot;brightness&quot;:0,&quot;colorType&quot;:2,&quot;pos&quot;:1,&quot;rgb&quot;:&quot;#ffffff&quot;,&quot;transparency&quot;:0.800000011920929}],&quot;type&quot;:3},&quot;glow&quot;:{&quot;colorType&quot;:0},&quot;line&quot;:{&quot;solidLine&quot;:{&quot;brightness&quot;:0,&quot;colorType&quot;:2,&quot;rgb&quot;:&quot;#ffffff&quot;,&quot;transparency&quot;:0.80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2*l_h_i*1_3_1"/>
  <p:tag name="KSO_WM_TEMPLATE_CATEGORY" val="diagram"/>
  <p:tag name="KSO_WM_TEMPLATE_INDEX" val="20235142"/>
  <p:tag name="KSO_WM_UNIT_LAYERLEVEL" val="1_1_1"/>
  <p:tag name="KSO_WM_TAG_VERSION" val="3.0"/>
  <p:tag name="KSO_WM_BEAUTIFY_FLAG" val="#wm#"/>
  <p:tag name="KSO_WM_UNIT_TYPE" val="l_h_i"/>
  <p:tag name="KSO_WM_UNIT_INDEX" val="1_3_1"/>
  <p:tag name="KSO_WM_DIAGRAM_GROUP_CODE" val="l1-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6.6272508057692,&quot;left&quot;:38.42367700683617,&quot;top&quot;:108.69505797660202,&quot;width&quot;:883.6004412619183}"/>
  <p:tag name="KSO_WM_DIAGRAM_COLOR_MATCH_VALUE" val="{&quot;shape&quot;:{&quot;fill&quot;:{&quot;gradient&quot;:[{&quot;brightness&quot;:0.550000011920929,&quot;colorType&quot;:1,&quot;foreColorIndex&quot;:5,&quot;pos&quot;:0,&quot;transparency&quot;:0.800000011920929},{&quot;brightness&quot;:0,&quot;colorType&quot;:1,&quot;foreColorIndex&quot;:5,&quot;pos&quot;:1,&quot;transparency&quot;:0.69999998807907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2*l_h_i*1_3_2"/>
  <p:tag name="KSO_WM_TEMPLATE_CATEGORY" val="diagram"/>
  <p:tag name="KSO_WM_TEMPLATE_INDEX" val="20235142"/>
  <p:tag name="KSO_WM_UNIT_LAYERLEVEL" val="1_1_1"/>
  <p:tag name="KSO_WM_TAG_VERSION" val="3.0"/>
  <p:tag name="KSO_WM_BEAUTIFY_FLAG" val="#wm#"/>
  <p:tag name="KSO_WM_UNIT_TYPE" val="l_h_i"/>
  <p:tag name="KSO_WM_UNIT_INDEX" val="1_3_2"/>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6.6272508057692,&quot;left&quot;:38.42367700683617,&quot;top&quot;:108.69505797660202,&quot;width&quot;:883.600441261918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7"/>
  <p:tag name="KSO_WM_UNIT_TEXT_FILL_FORE_SCHEMECOLOR_INDEX" val="13"/>
  <p:tag name="KSO_WM_UNIT_TEXT_FILL_TYPE" val="1"/>
  <p:tag name="KSO_WM_UNIT_USESOURCEFORMAT_APPLY"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2*l_h_f*1_3_1"/>
  <p:tag name="KSO_WM_TEMPLATE_CATEGORY" val="diagram"/>
  <p:tag name="KSO_WM_TEMPLATE_INDEX" val="20235142"/>
  <p:tag name="KSO_WM_UNIT_LAYERLEVEL" val="1_1_1"/>
  <p:tag name="KSO_WM_TAG_VERSION" val="3.0"/>
  <p:tag name="KSO_WM_BEAUTIFY_FLAG" val="#wm#"/>
  <p:tag name="KSO_WM_UNIT_SUBTYPE" val="a"/>
  <p:tag name="KSO_WM_UNIT_TEXT_LAYER_COUNT" val="1"/>
  <p:tag name="KSO_WM_UNIT_NOCLEAR" val="0"/>
  <p:tag name="KSO_WM_UNIT_TYPE" val="l_h_f"/>
  <p:tag name="KSO_WM_UNIT_INDEX" val="1_3_1"/>
  <p:tag name="KSO_WM_DIAGRAM_GROUP_CODE" val="l1-1"/>
  <p:tag name="KSO_WM_DIAGRAM_VERSION" val="3"/>
  <p:tag name="KSO_WM_DIAGRAM_COLOR_TRICK" val="1"/>
  <p:tag name="KSO_WM_DIAGRAM_COLOR_TEXT_CAN_REMOVE" val="n"/>
  <p:tag name="KSO_WM_UNIT_PRESET_TEXT" val="单击此处输入(你的)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单击此处输入正文"/>
  <p:tag name="KSO_WM_UNIT_TEXT_FILL_FORE_SCHEMECOLOR_INDEX" val="1"/>
  <p:tag name="KSO_WM_UNIT_TEXT_FILL_TYPE" val="1"/>
  <p:tag name="KSO_WM_UNIT_TEXT_TYPE" val="1"/>
  <p:tag name="KSO_WM_DIAGRAM_MAX_ITEMCNT" val="4"/>
  <p:tag name="KSO_WM_DIAGRAM_MIN_ITEMCNT" val="2"/>
  <p:tag name="KSO_WM_DIAGRAM_VIRTUALLY_FRAME" val="{&quot;height&quot;:386.6272508057692,&quot;left&quot;:38.42367700683617,&quot;top&quot;:108.69505797660202,&quot;width&quot;:883.6004412619183}"/>
  <p:tag name="KSO_WM_DIAGRAM_COLOR_MATCH_VALUE" val="{&quot;shape&quot;:{&quot;fill&quot;:{&quot;gradient&quot;:[{&quot;brightness&quot;:0,&quot;colorType&quot;:2,&quot;pos&quot;:0,&quot;rgb&quot;:&quot;#ffffff&quot;,&quot;transparency&quot;:0.75},{&quot;brightness&quot;:0,&quot;colorType&quot;:2,&quot;pos&quot;:1,&quot;rgb&quot;:&quot;#ffffff&quot;,&quot;transparency&quot;:0.800000011920929}],&quot;type&quot;:3},&quot;glow&quot;:{&quot;colorType&quot;:0},&quot;line&quot;:{&quot;solidLine&quot;:{&quot;brightness&quot;:0,&quot;colorType&quot;:2,&quot;rgb&quot;:&quot;#ffffff&quot;,&quot;transparency&quot;:0.80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76.xml><?xml version="1.0" encoding="utf-8"?>
<p:tagLst xmlns:p="http://schemas.openxmlformats.org/presentationml/2006/main">
  <p:tag name="KSO_WM_SLIDE_ID" val="diagram2023514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42"/>
  <p:tag name="KSO_WM_SLIDE_TYPE" val="text"/>
  <p:tag name="KSO_WM_SLIDE_SUBTYPE" val="diag"/>
  <p:tag name="KSO_WM_SLIDE_SIZE" val="860.25*373.2"/>
  <p:tag name="KSO_WM_SLIDE_POSITION" val="50.9*118.55"/>
  <p:tag name="KSO_WM_DIAGRAM_GROUP_CODE" val="l1-1"/>
  <p:tag name="KSO_WM_SLIDE_DIAGTYPE" val="l"/>
  <p:tag name="KSO_WM_SLIDE_LAYOUT" val="a_l"/>
  <p:tag name="KSO_WM_SLIDE_LAYOUT_CNT" val="1_1"/>
</p:tagLst>
</file>

<file path=ppt/tags/tag177.xml><?xml version="1.0" encoding="utf-8"?>
<p:tagLst xmlns:p="http://schemas.openxmlformats.org/presentationml/2006/main">
  <p:tag name="KSO_WM_UNIT_COLOR_SCHEME_SHAPE_ID" val="5"/>
  <p:tag name="KSO_WM_UNIT_FOIL_COLOR" val="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8_1*i*1"/>
  <p:tag name="KSO_WM_TEMPLATE_CATEGORY" val="custom"/>
  <p:tag name="KSO_WM_TEMPLATE_INDEX" val="20235638"/>
  <p:tag name="KSO_WM_UNIT_LAYERLEVEL" val="1"/>
  <p:tag name="KSO_WM_TAG_VERSION" val="3.0"/>
  <p:tag name="KSO_WM_BEAUTIFY_FLAG" val="#wm#"/>
  <p:tag name="KSO_WM_UNIT_BLOCK" val="0"/>
  <p:tag name="KSO_WM_UNIT_SM_LIMIT_TYPE" val="2"/>
  <p:tag name="KSO_WM_UNIT_DEC_AREA_ID" val="2fa145bd3ce240cdac5a3fce36474b9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eedbec2fa6683b8872baabf"/>
  <p:tag name="KSO_WM_CHIP_XID" val="5eedbec2fa6683b8872baac0"/>
  <p:tag name="KSO_WM_UNIT_FILL_FORE_SCHEMECOLOR_INDEX_BRIGHTNESS" val="0"/>
  <p:tag name="KSO_WM_UNIT_FILL_FORE_SCHEMECOLOR_INDEX" val="16"/>
  <p:tag name="KSO_WM_UNIT_FILL_TYPE" val="1"/>
  <p:tag name="KSO_WM_UNIT_VALUE" val="833"/>
  <p:tag name="KSO_WM_TEMPLATE_ASSEMBLE_XID" val="60656f514054ed1e2fb807bb"/>
  <p:tag name="KSO_WM_TEMPLATE_ASSEMBLE_GROUPID" val="60656f514054ed1e2fb807bb"/>
</p:tagLst>
</file>

<file path=ppt/tags/tag178.xml><?xml version="1.0" encoding="utf-8"?>
<p:tagLst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custom20235638_1*i*2"/>
  <p:tag name="KSO_WM_TEMPLATE_CATEGORY" val="custom"/>
  <p:tag name="KSO_WM_TEMPLATE_INDEX" val="20235638"/>
  <p:tag name="KSO_WM_UNIT_LAYERLEVEL" val="1"/>
  <p:tag name="KSO_WM_TAG_VERSION" val="3.0"/>
  <p:tag name="KSO_WM_BEAUTIFY_FLAG" val="#wm#"/>
  <p:tag name="KSO_WM_UNIT_BLOCK" val="0"/>
  <p:tag name="KSO_WM_UNIT_SM_LIMIT_TYPE" val="3"/>
  <p:tag name="KSO_WM_UNIT_DEC_AREA_ID" val="d7d48ecdf2834254b3430afcf23f6955"/>
  <p:tag name="KSO_WM_UNIT_DECORATE_INFO" val="{&quot;DecorateInfoH&quot;:{&quot;IsAbs&quot;:true},&quot;DecorateInfoW&quot;:{&quot;IsAbs&quot;:false},&quot;DecorateInfoX&quot;:{&quot;IsAbs&quot;:true,&quot;Pos&quot;:2},&quot;DecorateInfoY&quot;:{&quot;IsAbs&quot;:true,&quot;Pos&quot;:1},&quot;ReferentInfo&quot;:{&quot;Id&quot;:&quot;320a74f8add64b71a2b7da13709a2786&quot;,&quot;X&quot;:{&quot;Pos&quot;:0},&quot;Y&quot;:{&quot;Pos&quot;:1}},&quot;whChangeMode&quot;:0}"/>
  <p:tag name="KSO_WM_CHIP_GROUPID" val="5eedbec2fa6683b8872baabf"/>
  <p:tag name="KSO_WM_CHIP_XID" val="5eedbec2fa6683b8872baac0"/>
  <p:tag name="KSO_WM_UNIT_LINE_FORE_SCHEMECOLOR_INDEX_BRIGHTNESS" val="-0.15"/>
  <p:tag name="KSO_WM_UNIT_LINE_FORE_SCHEMECOLOR_INDEX" val="14"/>
  <p:tag name="KSO_WM_UNIT_LINE_FILL_TYPE" val="2"/>
  <p:tag name="KSO_WM_TEMPLATE_ASSEMBLE_XID" val="60656f514054ed1e2fb807bb"/>
  <p:tag name="KSO_WM_TEMPLATE_ASSEMBLE_GROUPID" val="60656f514054ed1e2fb807bb"/>
</p:tagLst>
</file>

<file path=ppt/tags/tag179.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5"/>
  <p:tag name="KSO_WM_UNIT_ID" val="custom20235638_1*i*5"/>
  <p:tag name="KSO_WM_TEMPLATE_CATEGORY" val="custom"/>
  <p:tag name="KSO_WM_TEMPLATE_INDEX" val="20235638"/>
  <p:tag name="KSO_WM_UNIT_LAYERLEVEL" val="1"/>
  <p:tag name="KSO_WM_TAG_VERSION" val="3.0"/>
  <p:tag name="KSO_WM_BEAUTIFY_FLAG" val="#wm#"/>
</p:tagLst>
</file>

<file path=ppt/tags/tag180.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custom20235638_1*i*3"/>
  <p:tag name="KSO_WM_TEMPLATE_CATEGORY" val="custom"/>
  <p:tag name="KSO_WM_TEMPLATE_INDEX" val="20235638"/>
  <p:tag name="KSO_WM_UNIT_LAYERLEVEL" val="1"/>
  <p:tag name="KSO_WM_TAG_VERSION" val="3.0"/>
  <p:tag name="KSO_WM_BEAUTIFY_FLAG" val="#wm#"/>
</p:tagLst>
</file>

<file path=ppt/tags/tag181.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6"/>
  <p:tag name="KSO_WM_UNIT_ID" val="custom20235638_1*i*6"/>
  <p:tag name="KSO_WM_TEMPLATE_CATEGORY" val="custom"/>
  <p:tag name="KSO_WM_TEMPLATE_INDEX" val="20235638"/>
  <p:tag name="KSO_WM_UNIT_LAYERLEVEL" val="1"/>
  <p:tag name="KSO_WM_TAG_VERSION" val="3.0"/>
  <p:tag name="KSO_WM_BEAUTIFY_FLAG" val="#wm#"/>
</p:tagLst>
</file>

<file path=ppt/tags/tag182.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4"/>
  <p:tag name="KSO_WM_UNIT_ID" val="custom20235638_1*i*4"/>
  <p:tag name="KSO_WM_TEMPLATE_CATEGORY" val="custom"/>
  <p:tag name="KSO_WM_TEMPLATE_INDEX" val="20235638"/>
  <p:tag name="KSO_WM_UNIT_LAYERLEVEL" val="1"/>
  <p:tag name="KSO_WM_TAG_VERSION" val="3.0"/>
  <p:tag name="KSO_WM_BEAUTIFY_FLAG" val="#wm#"/>
</p:tagLst>
</file>

<file path=ppt/tags/tag18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8_1*f*1"/>
  <p:tag name="KSO_WM_TEMPLATE_CATEGORY" val="custom"/>
  <p:tag name="KSO_WM_TEMPLATE_INDEX" val="20235638"/>
  <p:tag name="KSO_WM_UNIT_LAYERLEVEL" val="1"/>
  <p:tag name="KSO_WM_TAG_VERSION" val="3.0"/>
  <p:tag name="KSO_WM_BEAUTIFY_FLAG" val="#wm#"/>
  <p:tag name="KSO_WM_UNIT_SUBTYPE" val="a"/>
  <p:tag name="KSO_WM_UNIT_TEXT_LAYER_COUNT" val="1"/>
  <p:tag name="KSO_WM_UNIT_VALUE" val="96"/>
  <p:tag name="KSO_WM_UNIT_PRESET_TEXT" val="单击此处输入你的正文，文字是您思想的提炼，为了最终演示发布的良好效果，请言简意赅的阐述观点。&#10;根据需要可酌情增减文字，以便观者可以准确理解您所传达的信息。"/>
  <p:tag name="KSO_WM_UNIT_TEXT_TYPE" val="1"/>
</p:tagLst>
</file>

<file path=ppt/tags/tag18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8_1*a*1"/>
  <p:tag name="KSO_WM_TEMPLATE_CATEGORY" val="custom"/>
  <p:tag name="KSO_WM_TEMPLATE_INDEX" val="20235638"/>
  <p:tag name="KSO_WM_UNIT_LAYERLEVEL" val="1"/>
  <p:tag name="KSO_WM_TAG_VERSION" val="3.0"/>
  <p:tag name="KSO_WM_BEAUTIFY_FLAG" val="#wm#"/>
  <p:tag name="KSO_WM_UNIT_VALUE" val="21"/>
  <p:tag name="KSO_WM_UNIT_PRESET_TEXT" val="点击此处添加标题内容"/>
  <p:tag name="KSO_WM_UNIT_TEXT_TYPE" val="1"/>
</p:tagLst>
</file>

<file path=ppt/tags/tag185.xml><?xml version="1.0" encoding="utf-8"?>
<p:tagLst xmlns:p="http://schemas.openxmlformats.org/presentationml/2006/main">
  <p:tag name="KSO_WM_SLIDE_ID" val="custom2023563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38"/>
  <p:tag name="KSO_WM_SLIDE_TYPE" val="text"/>
  <p:tag name="KSO_WM_SLIDE_SUBTYPE" val="picTxt"/>
  <p:tag name="KSO_WM_SLIDE_SIZE" val="792*396"/>
  <p:tag name="KSO_WM_SLIDE_POSITION" val="84*72"/>
  <p:tag name="KSO_WM_SLIDE_LAYOUT" val="a_f"/>
  <p:tag name="KSO_WM_SLIDE_LAYOUT_CNT" val="1_1"/>
  <p:tag name="KSO_WM_SPECIAL_SOURCE" val="bdnull"/>
</p:tagLst>
</file>

<file path=ppt/tags/tag18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43_3*a*1"/>
  <p:tag name="KSO_WM_TEMPLATE_CATEGORY" val="diagram"/>
  <p:tag name="KSO_WM_TEMPLATE_INDEX" val="20233243"/>
  <p:tag name="KSO_WM_UNIT_LAYERLEVEL" val="1"/>
  <p:tag name="KSO_WM_TAG_VERSION" val="3.0"/>
  <p:tag name="KSO_WM_BEAUTIFY_FLAG" val="#wm#"/>
  <p:tag name="KSO_WM_DIAGRAM_GROUP_CODE" val="m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1"/>
  <p:tag name="KSO_WM_TEMPLATE_CATEGORY" val="diagram"/>
  <p:tag name="KSO_WM_TEMPLATE_INDEX" val="20233243"/>
  <p:tag name="KSO_WM_UNIT_LAYERLEVEL" val="1_1"/>
  <p:tag name="KSO_WM_TAG_VERSION" val="3.0"/>
  <p:tag name="KSO_WM_UNIT_TYPE" val="m_i"/>
  <p:tag name="KSO_WM_UNIT_INDEX" val="1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type&quot;:0},&quot;glow&quot;:{&quot;colorType&quot;:0},&quot;line&quot;:{&quot;solidLine&quot;:{&quot;brightness&quot;:0,&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13"/>
  <p:tag name="KSO_WM_UNIT_TEXT_FILL_TYPE" val="1"/>
  <p:tag name="KSO_WM_UNIT_USESOURCEFORMAT_APPLY"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1_1"/>
  <p:tag name="KSO_WM_TEMPLATE_CATEGORY" val="diagram"/>
  <p:tag name="KSO_WM_TEMPLATE_INDEX" val="20233243"/>
  <p:tag name="KSO_WM_UNIT_LAYERLEVEL" val="1_1_1"/>
  <p:tag name="KSO_WM_TAG_VERSION" val="3.0"/>
  <p:tag name="KSO_WM_UNIT_TYPE" val="m_h_i"/>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2_1"/>
  <p:tag name="KSO_WM_TEMPLATE_CATEGORY" val="diagram"/>
  <p:tag name="KSO_WM_TEMPLATE_INDEX" val="20233243"/>
  <p:tag name="KSO_WM_UNIT_LAYERLEVEL" val="1_1_1"/>
  <p:tag name="KSO_WM_TAG_VERSION" val="3.0"/>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4_1"/>
  <p:tag name="KSO_WM_TEMPLATE_CATEGORY" val="diagram"/>
  <p:tag name="KSO_WM_TEMPLATE_INDEX" val="20233243"/>
  <p:tag name="KSO_WM_UNIT_LAYERLEVEL" val="1_1_1"/>
  <p:tag name="KSO_WM_TAG_VERSION" val="3.0"/>
  <p:tag name="KSO_WM_UNIT_TYPE" val="m_h_i"/>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5_1"/>
  <p:tag name="KSO_WM_TEMPLATE_CATEGORY" val="diagram"/>
  <p:tag name="KSO_WM_TEMPLATE_INDEX" val="20233243"/>
  <p:tag name="KSO_WM_UNIT_LAYERLEVEL" val="1_1_1"/>
  <p:tag name="KSO_WM_TAG_VERSION" val="3.0"/>
  <p:tag name="KSO_WM_UNIT_TYPE" val="m_h_i"/>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3_1"/>
  <p:tag name="KSO_WM_TEMPLATE_CATEGORY" val="diagram"/>
  <p:tag name="KSO_WM_TEMPLATE_INDEX" val="20233243"/>
  <p:tag name="KSO_WM_UNIT_LAYERLEVEL" val="1_1_1"/>
  <p:tag name="KSO_WM_TAG_VERSION" val="3.0"/>
  <p:tag name="KSO_WM_UNIT_TYPE" val="m_h_i"/>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2"/>
  <p:tag name="KSO_WM_TEMPLATE_CATEGORY" val="diagram"/>
  <p:tag name="KSO_WM_TEMPLATE_INDEX" val="20233243"/>
  <p:tag name="KSO_WM_UNIT_LAYERLEVEL" val="1_1"/>
  <p:tag name="KSO_WM_TAG_VERSION" val="3.0"/>
  <p:tag name="KSO_WM_UNIT_TYPE" val="m_i"/>
  <p:tag name="KSO_WM_UNIT_INDEX" val="1_2"/>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3"/>
  <p:tag name="KSO_WM_TEMPLATE_CATEGORY" val="diagram"/>
  <p:tag name="KSO_WM_TEMPLATE_INDEX" val="20233243"/>
  <p:tag name="KSO_WM_UNIT_LAYERLEVEL" val="1_1"/>
  <p:tag name="KSO_WM_TAG_VERSION" val="3.0"/>
  <p:tag name="KSO_WM_UNIT_TYPE" val="m_i"/>
  <p:tag name="KSO_WM_UNIT_INDEX" val="1_3"/>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1_1"/>
  <p:tag name="KSO_WM_TEMPLATE_CATEGORY" val="diagram"/>
  <p:tag name="KSO_WM_TEMPLATE_INDEX" val="20233243"/>
  <p:tag name="KSO_WM_UNIT_LAYERLEVEL" val="1_1_1"/>
  <p:tag name="KSO_WM_TAG_VERSION" val="3.0"/>
  <p:tag name="KSO_WM_UNIT_VALUE" val="60*60"/>
  <p:tag name="KSO_WM_UNIT_TYPE" val="m_h_x"/>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4"/>
  <p:tag name="KSO_WM_TEMPLATE_CATEGORY" val="diagram"/>
  <p:tag name="KSO_WM_TEMPLATE_INDEX" val="20233243"/>
  <p:tag name="KSO_WM_UNIT_LAYERLEVEL" val="1_1"/>
  <p:tag name="KSO_WM_TAG_VERSION" val="3.0"/>
  <p:tag name="KSO_WM_UNIT_TYPE" val="m_i"/>
  <p:tag name="KSO_WM_UNIT_INDEX" val="1_4"/>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2"/>
  <p:tag name="KSO_WM_UNIT_TEXT_FILL_TYPE" val="1"/>
  <p:tag name="KSO_WM_UNIT_USESOURCEFORMAT_APPLY"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3_1"/>
  <p:tag name="KSO_WM_TEMPLATE_CATEGORY" val="diagram"/>
  <p:tag name="KSO_WM_TEMPLATE_INDEX" val="20233243"/>
  <p:tag name="KSO_WM_UNIT_LAYERLEVEL" val="1_1_1"/>
  <p:tag name="KSO_WM_TAG_VERSION" val="3.0"/>
  <p:tag name="KSO_WM_UNIT_VALUE" val="60*60"/>
  <p:tag name="KSO_WM_UNIT_TYPE" val="m_h_x"/>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2_1"/>
  <p:tag name="KSO_WM_TEMPLATE_CATEGORY" val="diagram"/>
  <p:tag name="KSO_WM_TEMPLATE_INDEX" val="20233243"/>
  <p:tag name="KSO_WM_UNIT_LAYERLEVEL" val="1_1_1"/>
  <p:tag name="KSO_WM_TAG_VERSION" val="3.0"/>
  <p:tag name="KSO_WM_UNIT_VALUE" val="60*60"/>
  <p:tag name="KSO_WM_UNIT_TYPE" val="m_h_x"/>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4_1"/>
  <p:tag name="KSO_WM_TEMPLATE_CATEGORY" val="diagram"/>
  <p:tag name="KSO_WM_TEMPLATE_INDEX" val="20233243"/>
  <p:tag name="KSO_WM_UNIT_LAYERLEVEL" val="1_1_1"/>
  <p:tag name="KSO_WM_TAG_VERSION" val="3.0"/>
  <p:tag name="KSO_WM_UNIT_VALUE" val="60*60"/>
  <p:tag name="KSO_WM_UNIT_TYPE" val="m_h_x"/>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x*1_5_1"/>
  <p:tag name="KSO_WM_TEMPLATE_CATEGORY" val="diagram"/>
  <p:tag name="KSO_WM_TEMPLATE_INDEX" val="20233243"/>
  <p:tag name="KSO_WM_UNIT_LAYERLEVEL" val="1_1_1"/>
  <p:tag name="KSO_WM_TAG_VERSION" val="3.0"/>
  <p:tag name="KSO_WM_UNIT_VALUE" val="60*60"/>
  <p:tag name="KSO_WM_UNIT_TYPE" val="m_h_x"/>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428.35,&quot;left&quot;:0.05,&quot;top&quot;:92.75,&quot;width&quot;:955.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20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3243_2*m_h_f*1_4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28.3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1"/>
</p:tagLst>
</file>

<file path=ppt/tags/tag20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243_2*m_h_f*1_2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28.3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需要可酌情增减文字"/>
  <p:tag name="KSO_WM_UNIT_TEXT_FILL_FORE_SCHEMECOLOR_INDEX" val="1"/>
  <p:tag name="KSO_WM_UNIT_TEXT_FILL_TYPE" val="1"/>
  <p:tag name="KSO_WM_UNIT_USESOURCEFORMAT_APPLY" val="1"/>
</p:tagLst>
</file>

<file path=ppt/tags/tag20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243_2*m_h_f*1_1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28.3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可酌情增减文字"/>
  <p:tag name="KSO_WM_UNIT_TEXT_FILL_FORE_SCHEMECOLOR_INDEX" val="1"/>
  <p:tag name="KSO_WM_UNIT_TEXT_FILL_TYPE" val="1"/>
  <p:tag name="KSO_WM_UNIT_USESOURCEFORMAT_APPLY" val="1"/>
</p:tagLst>
</file>

<file path=ppt/tags/tag2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243_2*m_h_f*1_3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28.3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
  <p:tag name="KSO_WM_UNIT_TEXT_FILL_FORE_SCHEMECOLOR_INDEX" val="1"/>
  <p:tag name="KSO_WM_UNIT_TEXT_FILL_TYPE" val="1"/>
  <p:tag name="KSO_WM_UNIT_USESOURCEFORMAT_APPLY" val="1"/>
</p:tagLst>
</file>

<file path=ppt/tags/tag20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3243_2*m_h_f*1_5_1"/>
  <p:tag name="KSO_WM_TEMPLATE_CATEGORY" val="diagram"/>
  <p:tag name="KSO_WM_TEMPLATE_INDEX" val="20233243"/>
  <p:tag name="KSO_WM_UNIT_LAYERLEVEL" val="1_1_1"/>
  <p:tag name="KSO_WM_TAG_VERSION" val="3.0"/>
  <p:tag name="KSO_WM_UNIT_TEXT_FILL_FORE_SCHEMECOLOR_INDEX_BRIGHTNESS" val="0.15"/>
  <p:tag name="KSO_WM_DIAGRAM_GROUP_CODE" val="m1-1"/>
  <p:tag name="KSO_WM_DIAGRAM_VIRTUALLY_FRAME" val="{&quot;height&quot;:428.35,&quot;left&quot;:0.05,&quot;top&quot;:92.75,&quot;width&quot;:955.3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
  <p:tag name="KSO_WM_UNIT_TEXT_FILL_FORE_SCHEMECOLOR_INDEX" val="1"/>
  <p:tag name="KSO_WM_UNIT_TEXT_FILL_TYPE" val="1"/>
  <p:tag name="KSO_WM_UNIT_USESOURCEFORMAT_APPLY" val="1"/>
</p:tagLst>
</file>

<file path=ppt/tags/tag206.xml><?xml version="1.0" encoding="utf-8"?>
<p:tagLst xmlns:p="http://schemas.openxmlformats.org/presentationml/2006/main">
  <p:tag name="KSO_WM_SLIDE_ID" val="diagram20233243_3"/>
  <p:tag name="KSO_WM_TEMPLATE_SUBCATEGORY" val="0"/>
  <p:tag name="KSO_WM_TEMPLATE_MASTER_TYPE" val="0"/>
  <p:tag name="KSO_WM_TEMPLATE_COLOR_TYPE" val="0"/>
  <p:tag name="KSO_WM_SLIDE_ITEM_CNT" val="6"/>
  <p:tag name="KSO_WM_SLIDE_INDEX" val="3"/>
  <p:tag name="KSO_WM_TAG_VERSION" val="3.0"/>
  <p:tag name="KSO_WM_BEAUTIFY_FLAG" val="#wm#"/>
  <p:tag name="KSO_WM_TEMPLATE_CATEGORY" val="diagram"/>
  <p:tag name="KSO_WM_TEMPLATE_INDEX" val="20233243"/>
  <p:tag name="KSO_WM_SLIDE_TYPE" val="text"/>
  <p:tag name="KSO_WM_SLIDE_SUBTYPE" val="diag"/>
  <p:tag name="KSO_WM_SLIDE_SIZE" val="899.093*360.637"/>
  <p:tag name="KSO_WM_SLIDE_POSITION" val="0.05*121.363"/>
  <p:tag name="KSO_WM_SLIDE_LAYOUT" val="a_m"/>
  <p:tag name="KSO_WM_SLIDE_LAYOUT_CNT" val="1_1"/>
  <p:tag name="KSO_WM_SPECIAL_SOURCE" val="bdnull"/>
  <p:tag name="KSO_WM_DIAGRAM_GROUP_CODE" val="m1-1"/>
  <p:tag name="KSO_WM_SLIDE_DIAGTYPE" val="m"/>
</p:tagLst>
</file>

<file path=ppt/tags/tag20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21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11.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21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136_1*a*1"/>
  <p:tag name="KSO_WM_TEMPLATE_CATEGORY" val="custom"/>
  <p:tag name="KSO_WM_TEMPLATE_INDEX" val="20235136"/>
  <p:tag name="KSO_WM_UNIT_LAYERLEVEL" val="1"/>
  <p:tag name="KSO_WM_TAG_VERSION" val="3.0"/>
  <p:tag name="KSO_WM_BEAUTIFY_FLAG" val="#wm#"/>
  <p:tag name="KSO_WM_UNIT_VALUE" val="29"/>
  <p:tag name="KSO_WM_UNIT_PRESET_TEXT" val="单击此处添加标题"/>
  <p:tag name="KSO_WM_UNIT_TEXT_TYPE"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1"/>
  <p:tag name="KSO_WM_TEMPLATE_CATEGORY" val="custom"/>
  <p:tag name="KSO_WM_TEMPLATE_INDEX" val="20235136"/>
  <p:tag name="KSO_WM_UNIT_LAYERLEVEL" val="1"/>
  <p:tag name="KSO_WM_TAG_VERSION" val="3.0"/>
  <p:tag name="KSO_WM_BEAUTIFY_FLAG" val="#wm#"/>
  <p:tag name="KSO_WM_UNIT_TYPE" val="i"/>
  <p:tag name="KSO_WM_UNIT_INDEX" val="1"/>
</p:tagLst>
</file>

<file path=ppt/tags/tag21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c_a"/>
  <p:tag name="KSO_WM_UNIT_INDEX" val="1_1"/>
  <p:tag name="KSO_WM_UNIT_ID" val="custom20235136_1*c_a*1_1"/>
  <p:tag name="KSO_WM_TEMPLATE_CATEGORY" val="custom"/>
  <p:tag name="KSO_WM_TEMPLATE_INDEX" val="20235136"/>
  <p:tag name="KSO_WM_UNIT_LAYERLEVEL" val="1_1"/>
  <p:tag name="KSO_WM_TAG_VERSION" val="3.0"/>
  <p:tag name="KSO_WM_BEAUTIFY_FLAG" val="#wm#"/>
  <p:tag name="KSO_WM_UNIT_VALUE" val="76"/>
  <p:tag name="KSO_WM_UNIT_PRESET_TEXT" val="单击此处添加标题内容"/>
  <p:tag name="KSO_WM_UNIT_TEXT_TYPE" val="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2"/>
  <p:tag name="KSO_WM_TEMPLATE_CATEGORY" val="custom"/>
  <p:tag name="KSO_WM_TEMPLATE_INDEX" val="20235136"/>
  <p:tag name="KSO_WM_UNIT_LAYERLEVEL" val="1"/>
  <p:tag name="KSO_WM_TAG_VERSION" val="3.0"/>
  <p:tag name="KSO_WM_BEAUTIFY_FLAG" val="#wm#"/>
  <p:tag name="KSO_WM_UNIT_TYPE" val="i"/>
  <p:tag name="KSO_WM_UNIT_INDEX" val="2"/>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3"/>
  <p:tag name="KSO_WM_TEMPLATE_CATEGORY" val="custom"/>
  <p:tag name="KSO_WM_TEMPLATE_INDEX" val="20235136"/>
  <p:tag name="KSO_WM_UNIT_LAYERLEVEL" val="1"/>
  <p:tag name="KSO_WM_TAG_VERSION" val="3.0"/>
  <p:tag name="KSO_WM_BEAUTIFY_FLAG" val="#wm#"/>
  <p:tag name="KSO_WM_UNIT_TYPE" val="i"/>
  <p:tag name="KSO_WM_UNIT_INDEX" val="3"/>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4"/>
  <p:tag name="KSO_WM_TEMPLATE_CATEGORY" val="custom"/>
  <p:tag name="KSO_WM_TEMPLATE_INDEX" val="20235136"/>
  <p:tag name="KSO_WM_UNIT_LAYERLEVEL" val="1"/>
  <p:tag name="KSO_WM_TAG_VERSION" val="3.0"/>
  <p:tag name="KSO_WM_BEAUTIFY_FLAG" val="#wm#"/>
  <p:tag name="KSO_WM_UNIT_TYPE" val="i"/>
  <p:tag name="KSO_WM_UNIT_INDEX" val="4"/>
</p:tagLst>
</file>

<file path=ppt/tags/tag218.xml><?xml version="1.0" encoding="utf-8"?>
<p:tagLst xmlns:p="http://schemas.openxmlformats.org/presentationml/2006/main">
  <p:tag name="KSO_WM_UNIT_SUBTYPE" val="a"/>
  <p:tag name="KSO_WM_UNIT_TEXT_LAYER_COUNT" val="1"/>
  <p:tag name="KSO_WM_UNIT_NOCLEAR" val="0"/>
  <p:tag name="KSO_WM_UNIT_VALUE" val="344"/>
  <p:tag name="KSO_WM_UNIT_HIGHLIGHT" val="0"/>
  <p:tag name="KSO_WM_UNIT_COMPATIBLE" val="0"/>
  <p:tag name="KSO_WM_UNIT_DIAGRAM_ISNUMVISUAL" val="0"/>
  <p:tag name="KSO_WM_UNIT_DIAGRAM_ISREFERUNIT" val="0"/>
  <p:tag name="KSO_WM_UNIT_TYPE" val="c_f"/>
  <p:tag name="KSO_WM_UNIT_INDEX" val="1_1"/>
  <p:tag name="KSO_WM_UNIT_ID" val="custom20235136_1*c_f*1_1"/>
  <p:tag name="KSO_WM_TEMPLATE_CATEGORY" val="custom"/>
  <p:tag name="KSO_WM_TEMPLATE_INDEX" val="20235136"/>
  <p:tag name="KSO_WM_UNIT_LAYERLEVEL" val="1_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单击此处添加文本具体内容，简明扼要地阐述您的观点。根据需要可酌情增减文字"/>
  <p:tag name="KSO_WM_UNIT_TEXT_TYPE" val="1"/>
</p:tagLst>
</file>

<file path=ppt/tags/tag219.xml><?xml version="1.0" encoding="utf-8"?>
<p:tagLst xmlns:p="http://schemas.openxmlformats.org/presentationml/2006/main">
  <p:tag name="KSO_WM_SLIDE_ID" val="custom2023513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136"/>
  <p:tag name="KSO_WM_SLIDE_LAYOUT" val="a_c"/>
  <p:tag name="KSO_WM_SLIDE_LAYOUT_CNT" val="1_1"/>
  <p:tag name="KSO_WM_SLIDE_TYPE" val="text"/>
  <p:tag name="KSO_WM_SLIDE_SUBTYPE" val="picTxt"/>
  <p:tag name="KSO_WM_SLIDE_SIZE" val="792.3*271.3"/>
  <p:tag name="KSO_WM_SLIDE_POSITION" val="85.8*192.25"/>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1"/>
  <p:tag name="KSO_WM_TEMPLATE_CATEGORY" val="custom"/>
  <p:tag name="KSO_WM_TEMPLATE_INDEX" val="20235136"/>
  <p:tag name="KSO_WM_UNIT_LAYERLEVEL" val="1"/>
  <p:tag name="KSO_WM_TAG_VERSION" val="3.0"/>
  <p:tag name="KSO_WM_BEAUTIFY_FLAG" val="#wm#"/>
  <p:tag name="KSO_WM_UNIT_TYPE" val="i"/>
  <p:tag name="KSO_WM_UNIT_INDEX" val="1"/>
</p:tagLst>
</file>

<file path=ppt/tags/tag22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c_a"/>
  <p:tag name="KSO_WM_UNIT_INDEX" val="1_1"/>
  <p:tag name="KSO_WM_UNIT_ID" val="custom20235136_1*c_a*1_1"/>
  <p:tag name="KSO_WM_TEMPLATE_CATEGORY" val="custom"/>
  <p:tag name="KSO_WM_TEMPLATE_INDEX" val="20235136"/>
  <p:tag name="KSO_WM_UNIT_LAYERLEVEL" val="1_1"/>
  <p:tag name="KSO_WM_TAG_VERSION" val="3.0"/>
  <p:tag name="KSO_WM_BEAUTIFY_FLAG" val="#wm#"/>
  <p:tag name="KSO_WM_UNIT_VALUE" val="76"/>
  <p:tag name="KSO_WM_UNIT_PRESET_TEXT" val="单击此处添加标题内容"/>
  <p:tag name="KSO_WM_UNIT_TEXT_TYPE" val="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2"/>
  <p:tag name="KSO_WM_TEMPLATE_CATEGORY" val="custom"/>
  <p:tag name="KSO_WM_TEMPLATE_INDEX" val="20235136"/>
  <p:tag name="KSO_WM_UNIT_LAYERLEVEL" val="1"/>
  <p:tag name="KSO_WM_TAG_VERSION" val="3.0"/>
  <p:tag name="KSO_WM_BEAUTIFY_FLAG" val="#wm#"/>
  <p:tag name="KSO_WM_UNIT_TYPE" val="i"/>
  <p:tag name="KSO_WM_UNIT_INDEX"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3"/>
  <p:tag name="KSO_WM_TEMPLATE_CATEGORY" val="custom"/>
  <p:tag name="KSO_WM_TEMPLATE_INDEX" val="20235136"/>
  <p:tag name="KSO_WM_UNIT_LAYERLEVEL" val="1"/>
  <p:tag name="KSO_WM_TAG_VERSION" val="3.0"/>
  <p:tag name="KSO_WM_BEAUTIFY_FLAG" val="#wm#"/>
  <p:tag name="KSO_WM_UNIT_TYPE" val="i"/>
  <p:tag name="KSO_WM_UNIT_INDEX" val="3"/>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136_1*i*4"/>
  <p:tag name="KSO_WM_TEMPLATE_CATEGORY" val="custom"/>
  <p:tag name="KSO_WM_TEMPLATE_INDEX" val="20235136"/>
  <p:tag name="KSO_WM_UNIT_LAYERLEVEL" val="1"/>
  <p:tag name="KSO_WM_TAG_VERSION" val="3.0"/>
  <p:tag name="KSO_WM_BEAUTIFY_FLAG" val="#wm#"/>
  <p:tag name="KSO_WM_UNIT_TYPE" val="i"/>
  <p:tag name="KSO_WM_UNIT_INDEX" val="4"/>
</p:tagLst>
</file>

<file path=ppt/tags/tag225.xml><?xml version="1.0" encoding="utf-8"?>
<p:tagLst xmlns:p="http://schemas.openxmlformats.org/presentationml/2006/main">
  <p:tag name="KSO_WM_UNIT_SUBTYPE" val="a"/>
  <p:tag name="KSO_WM_UNIT_TEXT_LAYER_COUNT" val="1"/>
  <p:tag name="KSO_WM_UNIT_NOCLEAR" val="0"/>
  <p:tag name="KSO_WM_UNIT_VALUE" val="344"/>
  <p:tag name="KSO_WM_UNIT_HIGHLIGHT" val="0"/>
  <p:tag name="KSO_WM_UNIT_COMPATIBLE" val="0"/>
  <p:tag name="KSO_WM_UNIT_DIAGRAM_ISNUMVISUAL" val="0"/>
  <p:tag name="KSO_WM_UNIT_DIAGRAM_ISREFERUNIT" val="0"/>
  <p:tag name="KSO_WM_UNIT_TYPE" val="c_f"/>
  <p:tag name="KSO_WM_UNIT_INDEX" val="1_1"/>
  <p:tag name="KSO_WM_UNIT_ID" val="custom20235136_1*c_f*1_1"/>
  <p:tag name="KSO_WM_TEMPLATE_CATEGORY" val="custom"/>
  <p:tag name="KSO_WM_TEMPLATE_INDEX" val="20235136"/>
  <p:tag name="KSO_WM_UNIT_LAYERLEVEL" val="1_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10;单击此处添加文本具体内容，简明扼要地阐述您的观点。根据需要可酌情增减文字"/>
  <p:tag name="KSO_WM_UNIT_TEXT_TYPE" val="1"/>
</p:tagLst>
</file>

<file path=ppt/tags/tag226.xml><?xml version="1.0" encoding="utf-8"?>
<p:tagLst xmlns:p="http://schemas.openxmlformats.org/presentationml/2006/main">
  <p:tag name="KSO_WM_SLIDE_ID" val="custom2023513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136"/>
  <p:tag name="KSO_WM_SLIDE_LAYOUT" val="a_c"/>
  <p:tag name="KSO_WM_SLIDE_LAYOUT_CNT" val="1_1"/>
  <p:tag name="KSO_WM_SLIDE_TYPE" val="text"/>
  <p:tag name="KSO_WM_SLIDE_SUBTYPE" val="picTxt"/>
  <p:tag name="KSO_WM_SLIDE_SIZE" val="792.3*271.3"/>
  <p:tag name="KSO_WM_SLIDE_POSITION" val="85.8*192.25"/>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964_1*i*1"/>
  <p:tag name="KSO_WM_TEMPLATE_CATEGORY" val="custom"/>
  <p:tag name="KSO_WM_TEMPLATE_INDEX" val="40492964"/>
  <p:tag name="KSO_WM_UNIT_LAYERLEVEL" val="1"/>
  <p:tag name="KSO_WM_TAG_VERSION" val="3.0"/>
  <p:tag name="KSO_WM_BEAUTIFY_FLAG" val="#wm#"/>
</p:tagLst>
</file>

<file path=ppt/tags/tag22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c_a"/>
  <p:tag name="KSO_WM_UNIT_INDEX" val="1_1"/>
  <p:tag name="KSO_WM_UNIT_ID" val="custom20235136_1*c_a*1_1"/>
  <p:tag name="KSO_WM_TEMPLATE_CATEGORY" val="custom"/>
  <p:tag name="KSO_WM_TEMPLATE_INDEX" val="20235136"/>
  <p:tag name="KSO_WM_UNIT_LAYERLEVEL" val="1_1"/>
  <p:tag name="KSO_WM_TAG_VERSION" val="3.0"/>
  <p:tag name="KSO_WM_BEAUTIFY_FLAG" val="#wm#"/>
  <p:tag name="KSO_WM_UNIT_VALUE" val="76"/>
  <p:tag name="KSO_WM_UNIT_PRESET_TEXT" val="单击此处添加标题内容"/>
  <p:tag name="KSO_WM_UNIT_TEXT_TYPE" val="1"/>
</p:tagLst>
</file>

<file path=ppt/tags/tag22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89_1*a*1"/>
  <p:tag name="KSO_WM_TEMPLATE_CATEGORY" val="diagram"/>
  <p:tag name="KSO_WM_TEMPLATE_INDEX" val="20235189"/>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89_1*l_h_i*1_2_1"/>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gradient&quot;:[{&quot;brightness&quot;:0.4000000059604645,&quot;colorType&quot;:1,&quot;foreColorIndex&quot;:6,&quot;pos&quot;:0,&quot;transparency&quot;:0.949999988079071},{&quot;brightness&quot;:0.4000000059604645,&quot;colorType&quot;:1,&quot;foreColorIndex&quot;:6,&quot;pos&quot;:1,&quot;transparency&quot;:0.800000011920929}],&quot;type&quot;:3},&quot;glow&quot;:{&quot;colorType&quot;:0},&quot;line&quot;:{&quot;gradient&quot;:[{&quot;brightness&quot;:0,&quot;colorType&quot;:1,&quot;foreColorIndex&quot;:6,&quot;pos&quot;:1,&quot;transparency&quot;:1},{&quot;brightness&quot;:0,&quot;colorType&quot;:1,&quot;foreColorIndex&quot;:6,&quot;pos&quot;:0,&quot;transparency&quot;:0.5600000023841858}],&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TEXT_FILL_FORE_SCHEMECOLOR_INDEX" val="2"/>
  <p:tag name="KSO_WM_UNIT_TEXT_FILL_TYPE" val="1"/>
  <p:tag name="KSO_WM_UNIT_USESOURCEFORMAT_APPLY"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89_1*l_h_i*1_1_1"/>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gradient&quot;:[{&quot;brightness&quot;:0.4000000059604645,&quot;colorType&quot;:1,&quot;foreColorIndex&quot;:5,&quot;pos&quot;:0,&quot;transparency&quot;:0.949999988079071},{&quot;brightness&quot;:0.4000000059604645,&quot;colorType&quot;:1,&quot;foreColorIndex&quot;:5,&quot;pos&quot;:1,&quot;transparency&quot;:0.800000011920929}],&quot;type&quot;:3},&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2"/>
  <p:tag name="KSO_WM_UNIT_TEXT_FILL_TYPE" val="1"/>
  <p:tag name="KSO_WM_UNIT_USESOURCEFORMAT_APPLY" val="1"/>
</p:tagLst>
</file>

<file path=ppt/tags/tag232.xml><?xml version="1.0" encoding="utf-8"?>
<p:tagLst xmlns:p="http://schemas.openxmlformats.org/presentationml/2006/main">
  <p:tag name="KSO_WM_DIAGRAM_VIRTUALLY_FRAME" val="{&quot;height&quot;:388.3,&quot;left&quot;:55.64999999999998,&quot;top&quot;:113.45,&quot;width&quot;:849.55}"/>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89_1*l_h_i*1_1_2"/>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1"/>
  <p:tag name="KSO_WM_UNIT_FILL_FORE_SCHEMECOLOR_INDEX" val="5"/>
  <p:tag name="KSO_WM_UNIT_FILL_FORE_SCHEMECOLOR_INDEX_BRIGHTNESS" val="0"/>
  <p:tag name="KSO_WM_DIAGRAM_MAX_ITEMCNT" val="2"/>
  <p:tag name="KSO_WM_DIAGRAM_MIN_ITEMCNT" val="2"/>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33.xml><?xml version="1.0" encoding="utf-8"?>
<p:tagLst xmlns:p="http://schemas.openxmlformats.org/presentationml/2006/main">
  <p:tag name="KSO_WM_DIAGRAM_VIRTUALLY_FRAME" val="{&quot;height&quot;:388.3,&quot;left&quot;:55.64999999999998,&quot;top&quot;:113.45,&quot;width&quot;:849.55}"/>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5189_1*l_h_i*1_1_3"/>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COLOR_MATCH_VALUE" val="{&quot;shape&quot;:{&quot;fill&quot;:{&quot;gradient&quot;:[{&quot;brightness&quot;:0.4000000059604645,&quot;colorType&quot;:1,&quot;foreColorIndex&quot;:5,&quot;pos&quot;:0,&quot;transparency&quot;:0.4000000059604645},{&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34.xml><?xml version="1.0" encoding="utf-8"?>
<p:tagLst xmlns:p="http://schemas.openxmlformats.org/presentationml/2006/main">
  <p:tag name="KSO_WM_DIAGRAM_VIRTUALLY_FRAME" val="{&quot;height&quot;:388.3,&quot;left&quot;:55.64999999999998,&quot;top&quot;:113.45,&quot;width&quot;:849.55}"/>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89_1*l_h_i*1_2_2"/>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1"/>
  <p:tag name="KSO_WM_UNIT_FILL_FORE_SCHEMECOLOR_INDEX" val="6"/>
  <p:tag name="KSO_WM_UNIT_FILL_FORE_SCHEMECOLOR_INDEX_BRIGHTNESS" val="0"/>
  <p:tag name="KSO_WM_DIAGRAM_MAX_ITEMCNT" val="2"/>
  <p:tag name="KSO_WM_DIAGRAM_MIN_ITEMCNT" val="2"/>
  <p:tag name="KSO_WM_DIAGRAM_COLOR_MATCH_VALUE" val="{&quot;shape&quot;:{&quot;fill&quot;:{&quot;solid&quot;:{&quot;brightness&quot;:0,&quot;colorType&quot;:1,&quot;foreColorIndex&quot;:6,&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35.xml><?xml version="1.0" encoding="utf-8"?>
<p:tagLst xmlns:p="http://schemas.openxmlformats.org/presentationml/2006/main">
  <p:tag name="KSO_WM_DIAGRAM_VIRTUALLY_FRAME" val="{&quot;height&quot;:388.3,&quot;left&quot;:55.64999999999998,&quot;top&quot;:113.45,&quot;width&quot;:849.55}"/>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5189_1*l_h_i*1_2_3"/>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COLOR_MATCH_VALUE" val="{&quot;shape&quot;:{&quot;fill&quot;:{&quot;gradient&quot;:[{&quot;brightness&quot;:0.4000000059604645,&quot;colorType&quot;:1,&quot;foreColorIndex&quot;:6,&quot;pos&quot;:0,&quot;transparency&quot;:0.4000000059604645},{&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3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89_1*l_h_f*1_1_1"/>
  <p:tag name="KSO_WM_TEMPLATE_CATEGORY" val="diagram"/>
  <p:tag name="KSO_WM_TEMPLATE_INDEX" val="20235189"/>
  <p:tag name="KSO_WM_UNIT_LAYERLEVEL" val="1_1_1"/>
  <p:tag name="KSO_WM_TAG_VERSION" val="3.0"/>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BEAUTIFY_FLAG" val="#wm#"/>
  <p:tag name="KSO_WM_DIAGRAM_VERSION" val="3"/>
  <p:tag name="KSO_WM_DIAGRAM_COLOR_TRICK" val="2"/>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UNIT_USESOURCEFORMAT_APPLY" val="1"/>
</p:tagLst>
</file>

<file path=ppt/tags/tag23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89_1*l_h_f*1_2_1"/>
  <p:tag name="KSO_WM_TEMPLATE_CATEGORY" val="diagram"/>
  <p:tag name="KSO_WM_TEMPLATE_INDEX" val="20235189"/>
  <p:tag name="KSO_WM_UNIT_LAYERLEVEL" val="1_1_1"/>
  <p:tag name="KSO_WM_TAG_VERSION" val="3.0"/>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BEAUTIFY_FLAG" val="#wm#"/>
  <p:tag name="KSO_WM_DIAGRAM_VERSION" val="3"/>
  <p:tag name="KSO_WM_DIAGRAM_COLOR_TRICK" val="2"/>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UNIT_USESOURCEFORMAT_APPLY"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5189_1*l_i*1_1"/>
  <p:tag name="KSO_WM_TEMPLATE_CATEGORY" val="diagram"/>
  <p:tag name="KSO_WM_TEMPLATE_INDEX" val="20235189"/>
  <p:tag name="KSO_WM_UNIT_LAYERLEVEL" val="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gradient&quot;:[{&quot;brightness&quot;:0,&quot;colorType&quot;:1,&quot;foreColorIndex&quot;:6,&quot;pos&quot;:1,&quot;transparency&quot;:0},{&quot;brightness&quot;:0,&quot;colorType&quot;:1,&quot;foreColorIndex&quot;:5,&quot;pos&quot;:0,&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239.xml><?xml version="1.0" encoding="utf-8"?>
<p:tagLst xmlns:p="http://schemas.openxmlformats.org/presentationml/2006/main">
  <p:tag name="KSO_WM_SLIDE_ID" val="diagram20235189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5189"/>
  <p:tag name="KSO_WM_SLIDE_TYPE" val="text"/>
  <p:tag name="KSO_WM_SLIDE_SUBTYPE" val="diag"/>
  <p:tag name="KSO_WM_SLIDE_SIZE" val="849.55*388.3"/>
  <p:tag name="KSO_WM_SLIDE_POSITION" val="55.65*113.45"/>
  <p:tag name="KSO_WM_SLIDE_LAYOUT" val="a_l"/>
  <p:tag name="KSO_WM_SLIDE_LAYOUT_CNT" val="1_1"/>
  <p:tag name="KSO_WM_SPECIAL_SOURCE" val="bdnull"/>
  <p:tag name="KSO_WM_DIAGRAM_GROUP_CODE" val="l1-1"/>
  <p:tag name="KSO_WM_SLIDE_DIAGTYPE" val="l"/>
</p:tagLst>
</file>

<file path=ppt/tags/tag24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89_1*a*1"/>
  <p:tag name="KSO_WM_TEMPLATE_CATEGORY" val="diagram"/>
  <p:tag name="KSO_WM_TEMPLATE_INDEX" val="20235189"/>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89_1*l_h_i*1_2_1"/>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gradient&quot;:[{&quot;brightness&quot;:0.4000000059604645,&quot;colorType&quot;:1,&quot;foreColorIndex&quot;:6,&quot;pos&quot;:0,&quot;transparency&quot;:0.949999988079071},{&quot;brightness&quot;:0.4000000059604645,&quot;colorType&quot;:1,&quot;foreColorIndex&quot;:6,&quot;pos&quot;:1,&quot;transparency&quot;:0.800000011920929}],&quot;type&quot;:3},&quot;glow&quot;:{&quot;colorType&quot;:0},&quot;line&quot;:{&quot;gradient&quot;:[{&quot;brightness&quot;:0,&quot;colorType&quot;:1,&quot;foreColorIndex&quot;:6,&quot;pos&quot;:1,&quot;transparency&quot;:1},{&quot;brightness&quot;:0,&quot;colorType&quot;:1,&quot;foreColorIndex&quot;:6,&quot;pos&quot;:0,&quot;transparency&quot;:0.5600000023841858}],&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TEXT_FILL_FORE_SCHEMECOLOR_INDEX" val="2"/>
  <p:tag name="KSO_WM_UNIT_TEXT_FILL_TYPE" val="1"/>
  <p:tag name="KSO_WM_UNIT_USESOURCEFORMAT_APPLY"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89_1*l_h_i*1_1_1"/>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gradient&quot;:[{&quot;brightness&quot;:0.4000000059604645,&quot;colorType&quot;:1,&quot;foreColorIndex&quot;:5,&quot;pos&quot;:0,&quot;transparency&quot;:0.949999988079071},{&quot;brightness&quot;:0.4000000059604645,&quot;colorType&quot;:1,&quot;foreColorIndex&quot;:5,&quot;pos&quot;:1,&quot;transparency&quot;:0.800000011920929}],&quot;type&quot;:3},&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2"/>
  <p:tag name="KSO_WM_UNIT_TEXT_FILL_TYPE" val="1"/>
  <p:tag name="KSO_WM_UNIT_USESOURCEFORMAT_APPLY" val="1"/>
</p:tagLst>
</file>

<file path=ppt/tags/tag243.xml><?xml version="1.0" encoding="utf-8"?>
<p:tagLst xmlns:p="http://schemas.openxmlformats.org/presentationml/2006/main">
  <p:tag name="KSO_WM_DIAGRAM_VIRTUALLY_FRAME" val="{&quot;height&quot;:388.3,&quot;left&quot;:55.64999999999998,&quot;top&quot;:113.45,&quot;width&quot;:849.55}"/>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89_1*l_h_i*1_1_2"/>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1"/>
  <p:tag name="KSO_WM_UNIT_FILL_FORE_SCHEMECOLOR_INDEX" val="5"/>
  <p:tag name="KSO_WM_UNIT_FILL_FORE_SCHEMECOLOR_INDEX_BRIGHTNESS" val="0"/>
  <p:tag name="KSO_WM_DIAGRAM_MAX_ITEMCNT" val="2"/>
  <p:tag name="KSO_WM_DIAGRAM_MIN_ITEMCNT" val="2"/>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44.xml><?xml version="1.0" encoding="utf-8"?>
<p:tagLst xmlns:p="http://schemas.openxmlformats.org/presentationml/2006/main">
  <p:tag name="KSO_WM_DIAGRAM_VIRTUALLY_FRAME" val="{&quot;height&quot;:388.3,&quot;left&quot;:55.64999999999998,&quot;top&quot;:113.45,&quot;width&quot;:849.55}"/>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5189_1*l_h_i*1_1_3"/>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COLOR_MATCH_VALUE" val="{&quot;shape&quot;:{&quot;fill&quot;:{&quot;gradient&quot;:[{&quot;brightness&quot;:0.4000000059604645,&quot;colorType&quot;:1,&quot;foreColorIndex&quot;:5,&quot;pos&quot;:0,&quot;transparency&quot;:0.4000000059604645},{&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45.xml><?xml version="1.0" encoding="utf-8"?>
<p:tagLst xmlns:p="http://schemas.openxmlformats.org/presentationml/2006/main">
  <p:tag name="KSO_WM_DIAGRAM_VIRTUALLY_FRAME" val="{&quot;height&quot;:388.3,&quot;left&quot;:55.64999999999998,&quot;top&quot;:113.45,&quot;width&quot;:849.55}"/>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89_1*l_h_i*1_2_2"/>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1"/>
  <p:tag name="KSO_WM_UNIT_FILL_FORE_SCHEMECOLOR_INDEX" val="6"/>
  <p:tag name="KSO_WM_UNIT_FILL_FORE_SCHEMECOLOR_INDEX_BRIGHTNESS" val="0"/>
  <p:tag name="KSO_WM_DIAGRAM_MAX_ITEMCNT" val="2"/>
  <p:tag name="KSO_WM_DIAGRAM_MIN_ITEMCNT" val="2"/>
  <p:tag name="KSO_WM_DIAGRAM_COLOR_MATCH_VALUE" val="{&quot;shape&quot;:{&quot;fill&quot;:{&quot;solid&quot;:{&quot;brightness&quot;:0,&quot;colorType&quot;:1,&quot;foreColorIndex&quot;:6,&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46.xml><?xml version="1.0" encoding="utf-8"?>
<p:tagLst xmlns:p="http://schemas.openxmlformats.org/presentationml/2006/main">
  <p:tag name="KSO_WM_DIAGRAM_VIRTUALLY_FRAME" val="{&quot;height&quot;:388.3,&quot;left&quot;:55.64999999999998,&quot;top&quot;:113.45,&quot;width&quot;:849.55}"/>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5189_1*l_h_i*1_2_3"/>
  <p:tag name="KSO_WM_TEMPLATE_CATEGORY" val="diagram"/>
  <p:tag name="KSO_WM_TEMPLATE_INDEX" val="20235189"/>
  <p:tag name="KSO_WM_UNIT_LAYERLEVEL" val="1_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COLOR_MATCH_VALUE" val="{&quot;shape&quot;:{&quot;fill&quot;:{&quot;gradient&quot;:[{&quot;brightness&quot;:0.4000000059604645,&quot;colorType&quot;:1,&quot;foreColorIndex&quot;:6,&quot;pos&quot;:0,&quot;transparency&quot;:0.4000000059604645},{&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4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89_1*l_h_f*1_1_1"/>
  <p:tag name="KSO_WM_TEMPLATE_CATEGORY" val="diagram"/>
  <p:tag name="KSO_WM_TEMPLATE_INDEX" val="20235189"/>
  <p:tag name="KSO_WM_UNIT_LAYERLEVEL" val="1_1_1"/>
  <p:tag name="KSO_WM_TAG_VERSION" val="3.0"/>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BEAUTIFY_FLAG" val="#wm#"/>
  <p:tag name="KSO_WM_DIAGRAM_VERSION" val="3"/>
  <p:tag name="KSO_WM_DIAGRAM_COLOR_TRICK" val="2"/>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UNIT_USESOURCEFORMAT_APPLY" val="1"/>
</p:tagLst>
</file>

<file path=ppt/tags/tag24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89_1*l_h_f*1_2_1"/>
  <p:tag name="KSO_WM_TEMPLATE_CATEGORY" val="diagram"/>
  <p:tag name="KSO_WM_TEMPLATE_INDEX" val="20235189"/>
  <p:tag name="KSO_WM_UNIT_LAYERLEVEL" val="1_1_1"/>
  <p:tag name="KSO_WM_TAG_VERSION" val="3.0"/>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BEAUTIFY_FLAG" val="#wm#"/>
  <p:tag name="KSO_WM_DIAGRAM_VERSION" val="3"/>
  <p:tag name="KSO_WM_DIAGRAM_COLOR_TRICK" val="2"/>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 name="KSO_WM_UNIT_USESOURCEFORMAT_APPLY"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5189_1*l_i*1_1"/>
  <p:tag name="KSO_WM_TEMPLATE_CATEGORY" val="diagram"/>
  <p:tag name="KSO_WM_TEMPLATE_INDEX" val="20235189"/>
  <p:tag name="KSO_WM_UNIT_LAYERLEVEL" val="1_1"/>
  <p:tag name="KSO_WM_TAG_VERSION" val="3.0"/>
  <p:tag name="KSO_WM_BEAUTIFY_FLAG" val="#wm#"/>
  <p:tag name="KSO_WM_DIAGRAM_VERSION" val="3"/>
  <p:tag name="KSO_WM_DIAGRAM_COLOR_TRICK" val="2"/>
  <p:tag name="KSO_WM_DIAGRAM_COLOR_TEXT_CAN_REMOVE" val="n"/>
  <p:tag name="KSO_WM_UNIT_FILL_TYPE" val="3"/>
  <p:tag name="KSO_WM_DIAGRAM_MAX_ITEMCNT" val="2"/>
  <p:tag name="KSO_WM_DIAGRAM_MIN_ITEMCNT" val="2"/>
  <p:tag name="KSO_WM_DIAGRAM_VIRTUALLY_FRAME" val="{&quot;height&quot;:388.3,&quot;left&quot;:55.64999999999998,&quot;top&quot;:113.45,&quot;width&quot;:849.55}"/>
  <p:tag name="KSO_WM_DIAGRAM_COLOR_MATCH_VALUE" val="{&quot;shape&quot;:{&quot;fill&quot;:{&quot;gradient&quot;:[{&quot;brightness&quot;:0,&quot;colorType&quot;:1,&quot;foreColorIndex&quot;:6,&quot;pos&quot;:1,&quot;transparency&quot;:0},{&quot;brightness&quot;:0,&quot;colorType&quot;:1,&quot;foreColorIndex&quot;:5,&quot;pos&quot;:0,&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250.xml><?xml version="1.0" encoding="utf-8"?>
<p:tagLst xmlns:p="http://schemas.openxmlformats.org/presentationml/2006/main">
  <p:tag name="KSO_WM_SLIDE_ID" val="diagram20235189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5189"/>
  <p:tag name="KSO_WM_SLIDE_TYPE" val="text"/>
  <p:tag name="KSO_WM_SLIDE_SUBTYPE" val="diag"/>
  <p:tag name="KSO_WM_SLIDE_SIZE" val="849.55*388.3"/>
  <p:tag name="KSO_WM_SLIDE_POSITION" val="55.65*113.45"/>
  <p:tag name="KSO_WM_SLIDE_LAYOUT" val="a_l"/>
  <p:tag name="KSO_WM_SLIDE_LAYOUT_CNT" val="1_1"/>
  <p:tag name="KSO_WM_SPECIAL_SOURCE" val="bdnull"/>
  <p:tag name="KSO_WM_DIAGRAM_GROUP_CODE" val="l1-1"/>
  <p:tag name="KSO_WM_SLIDE_DIAGTYPE" val="l"/>
</p:tagLst>
</file>

<file path=ppt/tags/tag25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4_1*i*2"/>
  <p:tag name="KSO_WM_TEMPLATE_CATEGORY" val="custom"/>
  <p:tag name="KSO_WM_TEMPLATE_INDEX" val="20233374"/>
  <p:tag name="KSO_WM_UNIT_LAYERLEVEL" val="1"/>
  <p:tag name="KSO_WM_TAG_VERSION" val="3.0"/>
  <p:tag name="KSO_WM_BEAUTIFY_FLAG" val="#wm#"/>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4_1*i*3"/>
  <p:tag name="KSO_WM_TEMPLATE_CATEGORY" val="custom"/>
  <p:tag name="KSO_WM_TEMPLATE_INDEX" val="20233374"/>
  <p:tag name="KSO_WM_UNIT_LAYERLEVEL" val="1"/>
  <p:tag name="KSO_WM_TAG_VERSION" val="3.0"/>
  <p:tag name="KSO_WM_BEAUTIFY_FLAG" val="#wm#"/>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4_1*i*4"/>
  <p:tag name="KSO_WM_TEMPLATE_CATEGORY" val="custom"/>
  <p:tag name="KSO_WM_TEMPLATE_INDEX" val="20233374"/>
  <p:tag name="KSO_WM_UNIT_LAYERLEVEL" val="1"/>
  <p:tag name="KSO_WM_TAG_VERSION" val="3.0"/>
  <p:tag name="KSO_WM_BEAUTIFY_FLAG" val="#wm#"/>
</p:tagLst>
</file>

<file path=ppt/tags/tag25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3374_1*f*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57.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3374"/>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25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4_1*a*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标题"/>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4_1*i*1"/>
  <p:tag name="KSO_WM_TEMPLATE_CATEGORY" val="custom"/>
  <p:tag name="KSO_WM_TEMPLATE_INDEX" val="20233374"/>
  <p:tag name="KSO_WM_UNIT_LAYERLEVEL" val="1"/>
  <p:tag name="KSO_WM_TAG_VERSION" val="3.0"/>
  <p:tag name="KSO_WM_BEAUTIFY_FLAG" val="#wm#"/>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4_1*i*2"/>
  <p:tag name="KSO_WM_TEMPLATE_CATEGORY" val="custom"/>
  <p:tag name="KSO_WM_TEMPLATE_INDEX" val="20233374"/>
  <p:tag name="KSO_WM_UNIT_LAYERLEVEL" val="1"/>
  <p:tag name="KSO_WM_TAG_VERSION" val="3.0"/>
  <p:tag name="KSO_WM_BEAUTIFY_FLAG" val="#wm#"/>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4_1*i*3"/>
  <p:tag name="KSO_WM_TEMPLATE_CATEGORY" val="custom"/>
  <p:tag name="KSO_WM_TEMPLATE_INDEX" val="20233374"/>
  <p:tag name="KSO_WM_UNIT_LAYERLEVEL" val="1"/>
  <p:tag name="KSO_WM_TAG_VERSION" val="3.0"/>
  <p:tag name="KSO_WM_BEAUTIFY_FLAG" val="#wm#"/>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4_1*i*4"/>
  <p:tag name="KSO_WM_TEMPLATE_CATEGORY" val="custom"/>
  <p:tag name="KSO_WM_TEMPLATE_INDEX" val="20233374"/>
  <p:tag name="KSO_WM_UNIT_LAYERLEVEL" val="1"/>
  <p:tag name="KSO_WM_TAG_VERSION" val="3.0"/>
  <p:tag name="KSO_WM_BEAUTIFY_FLAG" val="#wm#"/>
</p:tagLst>
</file>

<file path=ppt/tags/tag26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3374_1*f*1"/>
  <p:tag name="KSO_WM_TEMPLATE_CATEGORY" val="custom"/>
  <p:tag name="KSO_WM_TEMPLATE_INDEX" val="20233374"/>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64.xml><?xml version="1.0" encoding="utf-8"?>
<p:tagLst xmlns:p="http://schemas.openxmlformats.org/presentationml/2006/main">
  <p:tag name="KSO_WM_SLIDE_ID" val="custom20233374_1"/>
  <p:tag name="KSO_WM_TEMPLATE_SUBCATEGORY" val="0"/>
  <p:tag name="KSO_WM_SLIDE_ITEM_CNT" val="0"/>
  <p:tag name="KSO_WM_SLIDE_INDEX" val="1"/>
  <p:tag name="KSO_WM_TAG_VERSION" val="3.0"/>
  <p:tag name="KSO_WM_BEAUTIFY_FLAG" val="#wm#"/>
  <p:tag name="KSO_WM_TEMPLATE_CATEGORY" val="custom"/>
  <p:tag name="KSO_WM_TEMPLATE_INDEX" val="20233374"/>
  <p:tag name="KSO_WM_SLIDE_LAYOUT" val="a_f"/>
  <p:tag name="KSO_WM_SLIDE_LAYOUT_CNT" val="1_1"/>
  <p:tag name="KSO_WM_SLIDE_TYPE" val="text"/>
  <p:tag name="KSO_WM_SLIDE_SUBTYPE" val="picTxt"/>
  <p:tag name="KSO_WM_SLIDE_SIZE" val="886*445"/>
  <p:tag name="KSO_WM_SLIDE_POSITION" val="37*28"/>
  <p:tag name="KSO_WM_TEMPLATE_MASTER_TYPE" val="0"/>
  <p:tag name="KSO_WM_TEMPLATE_COLOR_TYPE" val="0"/>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1_1*i*1"/>
  <p:tag name="KSO_WM_TEMPLATE_CATEGORY" val="custom"/>
  <p:tag name="KSO_WM_TEMPLATE_INDEX" val="20235631"/>
  <p:tag name="KSO_WM_UNIT_LAYERLEVEL" val="1"/>
  <p:tag name="KSO_WM_TAG_VERSION" val="3.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1_1*i*2"/>
  <p:tag name="KSO_WM_TEMPLATE_CATEGORY" val="custom"/>
  <p:tag name="KSO_WM_TEMPLATE_INDEX" val="20235631"/>
  <p:tag name="KSO_WM_UNIT_LAYERLEVEL" val="1"/>
  <p:tag name="KSO_WM_TAG_VERSION" val="3.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631_1*i*3"/>
  <p:tag name="KSO_WM_TEMPLATE_CATEGORY" val="custom"/>
  <p:tag name="KSO_WM_TEMPLATE_INDEX" val="20235631"/>
  <p:tag name="KSO_WM_UNIT_LAYERLEVEL" val="1"/>
  <p:tag name="KSO_WM_TAG_VERSION" val="3.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631_1*i*4"/>
  <p:tag name="KSO_WM_TEMPLATE_CATEGORY" val="custom"/>
  <p:tag name="KSO_WM_TEMPLATE_INDEX" val="20235631"/>
  <p:tag name="KSO_WM_UNIT_LAYERLEVEL" val="1"/>
  <p:tag name="KSO_WM_TAG_VERSION" val="3.0"/>
  <p:tag name="KSO_WM_BEAUTIFY_FLAG" val="#wm#"/>
</p:tagLst>
</file>

<file path=ppt/tags/tag26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1_1*f*1"/>
  <p:tag name="KSO_WM_TEMPLATE_CATEGORY" val="custom"/>
  <p:tag name="KSO_WM_TEMPLATE_INDEX" val="20235631"/>
  <p:tag name="KSO_WM_UNIT_LAYERLEVEL" val="1"/>
  <p:tag name="KSO_WM_TAG_VERSION" val="3.0"/>
  <p:tag name="KSO_WM_BEAUTIFY_FLAG" val="#wm#"/>
  <p:tag name="KSO_WM_UNIT_PRESET_TEXT" val="单击此处添加正文，请言简意赅的阐述您的观点。&#10;单击此处添加正文，请言简意赅的阐述您的观点。&#10;单击此处添加正文，请言简意赅的阐述您的观点。&#10;单击此处添加正文，请言简意赅的阐述您的观点。&#10;单击此处添加正文，请言简意赅的阐述您的观点。&#10;单击此处添加正文，请言简意赅的阐述您的观点。"/>
  <p:tag name="KSO_WM_UNIT_TEXT_TYPE" val="1"/>
</p:tagLst>
</file>

<file path=ppt/tags/tag27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1_1*a*1"/>
  <p:tag name="KSO_WM_TEMPLATE_CATEGORY" val="custom"/>
  <p:tag name="KSO_WM_TEMPLATE_INDEX" val="20235631"/>
  <p:tag name="KSO_WM_UNIT_LAYERLEVEL" val="1"/>
  <p:tag name="KSO_WM_TAG_VERSION" val="3.0"/>
  <p:tag name="KSO_WM_BEAUTIFY_FLAG" val="#wm#"/>
  <p:tag name="KSO_WM_UNIT_PRESET_TEXT" val="单击此处添加标题"/>
  <p:tag name="KSO_WM_UNIT_TEXT_TYPE" val="1"/>
</p:tagLst>
</file>

<file path=ppt/tags/tag271.xml><?xml version="1.0" encoding="utf-8"?>
<p:tagLst xmlns:p="http://schemas.openxmlformats.org/presentationml/2006/main">
  <p:tag name="KSO_WM_SLIDE_ID" val="custom2023563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95*462"/>
  <p:tag name="KSO_WM_SLIDE_POSITION" val="32*38"/>
  <p:tag name="KSO_WM_TAG_VERSION" val="3.0"/>
  <p:tag name="KSO_WM_BEAUTIFY_FLAG" val="#wm#"/>
  <p:tag name="KSO_WM_TEMPLATE_CATEGORY" val="custom"/>
  <p:tag name="KSO_WM_TEMPLATE_INDEX" val="20235631"/>
  <p:tag name="KSO_WM_SLIDE_LAYOUT" val="a_f"/>
  <p:tag name="KSO_WM_SLIDE_LAYOUT_CNT" val="1_1"/>
</p:tagLst>
</file>

<file path=ppt/tags/tag27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27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76.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3*a*1"/>
  <p:tag name="KSO_WM_TEMPLATE_CATEGORY" val="diagram"/>
  <p:tag name="KSO_WM_TEMPLATE_INDEX" val="20235142"/>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27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2_1*l_h_i*1_2_1"/>
  <p:tag name="KSO_WM_TEMPLATE_CATEGORY" val="diagram"/>
  <p:tag name="KSO_WM_TEMPLATE_INDEX" val="20235142"/>
  <p:tag name="KSO_WM_UNIT_LAYERLEVEL" val="1_1_1"/>
  <p:tag name="KSO_WM_TAG_VERSION" val="3.0"/>
  <p:tag name="KSO_WM_BEAUTIFY_FLAG" val="#wm#"/>
  <p:tag name="KSO_WM_UNIT_FILL_TYPE" val="3"/>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gradient&quot;:[{&quot;brightness&quot;:0.550000011920929,&quot;colorType&quot;:1,&quot;foreColorIndex&quot;:5,&quot;pos&quot;:0,&quot;transparency&quot;:0.800000011920929},{&quot;brightness&quot;:0,&quot;colorType&quot;:1,&quot;foreColorIndex&quot;:5,&quot;pos&quot;:1,&quot;transparency&quot;:0.69999998807907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7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2_1*l_h_i*1_1_1"/>
  <p:tag name="KSO_WM_TEMPLATE_CATEGORY" val="diagram"/>
  <p:tag name="KSO_WM_TEMPLATE_INDEX" val="20235142"/>
  <p:tag name="KSO_WM_UNIT_LAYERLEVEL" val="1_1_1"/>
  <p:tag name="KSO_WM_TAG_VERSION" val="3.0"/>
  <p:tag name="KSO_WM_BEAUTIFY_FLAG" val="#wm#"/>
  <p:tag name="KSO_WM_UNIT_FILL_TYPE" val="3"/>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gradient&quot;:[{&quot;brightness&quot;:0.550000011920929,&quot;colorType&quot;:1,&quot;foreColorIndex&quot;:5,&quot;pos&quot;:0,&quot;transparency&quot;:0.800000011920929},{&quot;brightness&quot;:0,&quot;colorType&quot;:1,&quot;foreColorIndex&quot;:5,&quot;pos&quot;:1,&quot;transparency&quot;:0.69999998807907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8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5142_1*l_h_i*1_1_2"/>
  <p:tag name="KSO_WM_TEMPLATE_CATEGORY" val="diagram"/>
  <p:tag name="KSO_WM_TEMPLATE_INDEX" val="20235142"/>
  <p:tag name="KSO_WM_UNIT_LAYERLEVEL" val="1_1_1"/>
  <p:tag name="KSO_WM_TAG_VERSION" val="3.0"/>
  <p:tag name="KSO_WM_BEAUTIFY_FLAG" val="#wm#"/>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1"/>
</p:tagLst>
</file>

<file path=ppt/tags/tag28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42_1*l_h_i*1_2_2"/>
  <p:tag name="KSO_WM_TEMPLATE_CATEGORY" val="diagram"/>
  <p:tag name="KSO_WM_TEMPLATE_INDEX" val="20235142"/>
  <p:tag name="KSO_WM_UNIT_LAYERLEVEL" val="1_1_1"/>
  <p:tag name="KSO_WM_TAG_VERSION" val="3.0"/>
  <p:tag name="KSO_WM_BEAUTIFY_FLAG" val="#wm#"/>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13"/>
  <p:tag name="KSO_WM_UNIT_TEXT_FILL_TYPE" val="1"/>
  <p:tag name="KSO_WM_UNIT_USESOURCEFORMAT_APPLY" val="1"/>
</p:tagLst>
</file>

<file path=ppt/tags/tag28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2_1*l_h_f*1_1_1"/>
  <p:tag name="KSO_WM_TEMPLATE_CATEGORY" val="diagram"/>
  <p:tag name="KSO_WM_TEMPLATE_INDEX" val="20235142"/>
  <p:tag name="KSO_WM_UNIT_LAYERLEVEL" val="1_1_1"/>
  <p:tag name="KSO_WM_TAG_VERSION" val="3.0"/>
  <p:tag name="KSO_WM_BEAUTIFY_FLAG" val="#wm#"/>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
  <p:tag name="KSO_WM_UNIT_TEXT_FILL_FORE_SCHEMECOLOR_INDEX" val="1"/>
  <p:tag name="KSO_WM_UNIT_TEXT_FILL_TYPE" val="1"/>
  <p:tag name="KSO_WM_UNIT_TEXT_TYPE" val="1"/>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solid&quot;:{&quot;brightness&quot;:0,&quot;colorType&quot;:2,&quot;rgb&quot;:&quot;#ffffff&quot;,&quot;transparency&quot;:0.800000011920929},&quot;type&quot;:1},&quot;glow&quot;:{&quot;colorType&quot;:0},&quot;line&quot;:{&quot;solidLine&quot;:{&quot;brightness&quot;:0,&quot;colorType&quot;:2,&quot;rgb&quot;:&quot;#ffffff&quot;,&quot;transparency&quot;:0.80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8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2_1*l_h_f*1_2_1"/>
  <p:tag name="KSO_WM_TEMPLATE_CATEGORY" val="diagram"/>
  <p:tag name="KSO_WM_TEMPLATE_INDEX" val="20235142"/>
  <p:tag name="KSO_WM_UNIT_LAYERLEVEL" val="1_1_1"/>
  <p:tag name="KSO_WM_TAG_VERSION" val="3.0"/>
  <p:tag name="KSO_WM_BEAUTIFY_FLAG" val="#wm#"/>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单击此处输入正文"/>
  <p:tag name="KSO_WM_UNIT_TEXT_FILL_FORE_SCHEMECOLOR_INDEX" val="1"/>
  <p:tag name="KSO_WM_UNIT_TEXT_FILL_TYPE" val="1"/>
  <p:tag name="KSO_WM_UNIT_TEXT_TYPE" val="1"/>
  <p:tag name="KSO_WM_DIAGRAM_MAX_ITEMCNT" val="4"/>
  <p:tag name="KSO_WM_DIAGRAM_MIN_ITEMCNT" val="2"/>
  <p:tag name="KSO_WM_DIAGRAM_VIRTUALLY_FRAME" val="{&quot;height&quot;:394.13850063784076,&quot;left&quot;:39.8369936964414,&quot;top&quot;:101.18386156688368,&quot;width&quot;:882.4769574890067}"/>
  <p:tag name="KSO_WM_DIAGRAM_COLOR_MATCH_VALUE" val="{&quot;shape&quot;:{&quot;fill&quot;:{&quot;solid&quot;:{&quot;brightness&quot;:0,&quot;colorType&quot;:2,&quot;rgb&quot;:&quot;#ffffff&quot;,&quot;transparency&quot;:0.800000011920929},&quot;type&quot;:1},&quot;glow&quot;:{&quot;colorType&quot;:0},&quot;line&quot;:{&quot;solidLine&quot;:{&quot;brightness&quot;:0,&quot;colorType&quot;:2,&quot;rgb&quot;:&quot;#ffffff&quot;,&quot;transparency&quot;:0.80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84.xml><?xml version="1.0" encoding="utf-8"?>
<p:tagLst xmlns:p="http://schemas.openxmlformats.org/presentationml/2006/main">
  <p:tag name="KSO_WM_SLIDE_ID" val="diagram2023514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42"/>
  <p:tag name="KSO_WM_SLIDE_TYPE" val="text"/>
  <p:tag name="KSO_WM_SLIDE_SUBTYPE" val="diag"/>
  <p:tag name="KSO_WM_SLIDE_SIZE" val="860.25*373.2"/>
  <p:tag name="KSO_WM_SLIDE_POSITION" val="50.9*118.55"/>
  <p:tag name="KSO_WM_DIAGRAM_GROUP_CODE" val="l1-1"/>
  <p:tag name="KSO_WM_SLIDE_DIAGTYPE" val="l"/>
  <p:tag name="KSO_WM_SLIDE_LAYOUT" val="a_l"/>
  <p:tag name="KSO_WM_SLIDE_LAYOUT_CNT" val="1_1"/>
</p:tagLst>
</file>

<file path=ppt/tags/tag285.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n1-1"/>
  <p:tag name="KSO_WM_UNIT_TYPE" val="a"/>
  <p:tag name="KSO_WM_UNIT_INDEX" val="1"/>
  <p:tag name="KSO_WM_UNIT_ID" val="diagram20231636_3*a*1"/>
  <p:tag name="KSO_WM_TEMPLATE_CATEGORY" val="diagram"/>
  <p:tag name="KSO_WM_TEMPLATE_INDEX" val="20231636"/>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1"/>
</p:tagLst>
</file>

<file path=ppt/tags/tag28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36_3*n_h_h_f*1_2_4_1"/>
  <p:tag name="KSO_WM_TEMPLATE_CATEGORY" val="diagram"/>
  <p:tag name="KSO_WM_TEMPLATE_INDEX" val="20231636"/>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f"/>
  <p:tag name="KSO_WM_UNIT_INDEX" val="1_2_4_1"/>
  <p:tag name="KSO_WM_UNIT_SUBTYPE" val="a"/>
  <p:tag name="KSO_WM_UNIT_NOCLEAR" val="0"/>
  <p:tag name="KSO_WM_UNIT_VALUE" val="102"/>
  <p:tag name="KSO_WM_DIAGRAM_MAX_ITEMCNT" val="6"/>
  <p:tag name="KSO_WM_DIAGRAM_MIN_ITEMCNT" val="2"/>
  <p:tag name="KSO_WM_DIAGRAM_VIRTUALLY_FRAME" val="{&quot;height&quot;:427.28657871967744,&quot;left&quot;:16.75,&quot;top&quot;:92.81149279851536,&quot;width&quot;:955.6}"/>
  <p:tag name="KSO_WM_DIAGRAM_COLOR_MATCH_VALUE" val="{&quot;shape&quot;:{&quot;fill&quot;:{&quot;type&quot;:0},&quot;glow&quot;:{&quot;colorType&quot;:0},&quot;line&quot;:{&quot;gradient&quot;:[{&quot;brightness&quot;:0.800000011920929,&quot;colorType&quot;:1,&quot;foreColorIndex&quot;:6,&quot;pos&quot;:1,&quot;transparency&quot;:1},{&quot;brightness&quot;:0,&quot;colorType&quot;:1,&quot;foreColorIndex&quot;:5,&quot;pos&quot;:0.019999999552965164,&quot;transparency&quot;:0}],&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TYPE" val="1"/>
  <p:tag name="KSO_WM_UNIT_TEXT_LAYER_COUNT" val="1"/>
  <p:tag name="KSO_WM_UNIT_PRESET_TEXT" val="单击此处输入你的项正文，文字是您思想的提炼，请尽量言简意赅的阐述观点"/>
  <p:tag name="KSO_WM_UNIT_TEXT_FILL_FORE_SCHEMECOLOR_INDEX" val="1"/>
  <p:tag name="KSO_WM_UNIT_TEXT_FILL_TYPE" val="1"/>
  <p:tag name="KSO_WM_UNIT_LINE_FORE_SCHEMECOLOR_INDEX" val="8"/>
  <p:tag name="KSO_WM_UNIT_USESOURCEFORMAT_APPLY" val="1"/>
</p:tagLst>
</file>

<file path=ppt/tags/tag28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36_3*n_h_h_f*1_2_3_1"/>
  <p:tag name="KSO_WM_TEMPLATE_CATEGORY" val="diagram"/>
  <p:tag name="KSO_WM_TEMPLATE_INDEX" val="20231636"/>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f"/>
  <p:tag name="KSO_WM_UNIT_INDEX" val="1_2_3_1"/>
  <p:tag name="KSO_WM_UNIT_SUBTYPE" val="a"/>
  <p:tag name="KSO_WM_UNIT_NOCLEAR" val="0"/>
  <p:tag name="KSO_WM_UNIT_VALUE" val="108"/>
  <p:tag name="KSO_WM_DIAGRAM_MAX_ITEMCNT" val="6"/>
  <p:tag name="KSO_WM_DIAGRAM_MIN_ITEMCNT" val="2"/>
  <p:tag name="KSO_WM_DIAGRAM_VIRTUALLY_FRAME" val="{&quot;height&quot;:427.28657871967744,&quot;left&quot;:16.75,&quot;top&quot;:92.81149279851536,&quot;width&quot;:955.6}"/>
  <p:tag name="KSO_WM_DIAGRAM_COLOR_MATCH_VALUE" val="{&quot;shape&quot;:{&quot;fill&quot;:{&quot;type&quot;:0},&quot;glow&quot;:{&quot;colorType&quot;:0},&quot;line&quot;:{&quot;gradient&quot;:[{&quot;brightness&quot;:0.800000011920929,&quot;colorType&quot;:1,&quot;foreColorIndex&quot;:6,&quot;pos&quot;:1,&quot;transparency&quot;:1},{&quot;brightness&quot;:0,&quot;colorType&quot;:1,&quot;foreColorIndex&quot;:5,&quot;pos&quot;:0.019999999552965164,&quot;transparency&quot;:0}],&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TYPE" val="1"/>
  <p:tag name="KSO_WM_UNIT_TEXT_LAYER_COUNT" val="1"/>
  <p:tag name="KSO_WM_UNIT_PRESET_TEXT" val="单击此处输入你的项正文，文字是您思想的提炼，请尽量言简意赅的阐述观点"/>
  <p:tag name="KSO_WM_UNIT_TEXT_FILL_FORE_SCHEMECOLOR_INDEX" val="1"/>
  <p:tag name="KSO_WM_UNIT_TEXT_FILL_TYPE" val="1"/>
  <p:tag name="KSO_WM_UNIT_LINE_FORE_SCHEMECOLOR_INDEX" val="7"/>
  <p:tag name="KSO_WM_UNIT_USESOURCEFORMAT_APPLY"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3_1"/>
  <p:tag name="KSO_WM_UNIT_ID" val="diagram20231636_3*n_h_h_i*1_2_3_1"/>
  <p:tag name="KSO_WM_TEMPLATE_CATEGORY" val="diagram"/>
  <p:tag name="KSO_WM_TEMPLATE_INDEX" val="20231636"/>
  <p:tag name="KSO_WM_UNIT_LAYERLEVEL" val="1_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427.28657871967744,&quot;left&quot;:16.75,&quot;top&quot;:92.81149279851536,&quot;width&quot;:95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3"/>
  <p:tag name="KSO_WM_UNIT_FILL_TYPE" val="1"/>
  <p:tag name="KSO_WM_UNIT_FILL_FORE_SCHEMECOLOR_INDEX" val="5"/>
  <p:tag name="KSO_WM_UNIT_FILL_FORE_SCHEMECOLOR_INDEX_BRIGHTNESS" val="0"/>
  <p:tag name="KSO_WM_UNIT_USESOURCEFORMAT_APPLY"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4_1"/>
  <p:tag name="KSO_WM_UNIT_ID" val="diagram20231636_3*n_h_h_i*1_2_4_1"/>
  <p:tag name="KSO_WM_TEMPLATE_CATEGORY" val="diagram"/>
  <p:tag name="KSO_WM_TEMPLATE_INDEX" val="20231636"/>
  <p:tag name="KSO_WM_UNIT_LAYERLEVEL" val="1_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427.28657871967744,&quot;left&quot;:16.75,&quot;top&quot;:92.81149279851536,&quot;width&quot;:95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4"/>
  <p:tag name="KSO_WM_UNIT_FILL_TYPE" val="1"/>
  <p:tag name="KSO_WM_UNIT_FILL_FORE_SCHEMECOLOR_INDEX" val="5"/>
  <p:tag name="KSO_WM_UNIT_FILL_FORE_SCHEMECOLOR_INDEX_BRIGHTNESS" val="0"/>
  <p:tag name="KSO_WM_UNIT_USESOURCEFORMAT_APPLY" val="1"/>
</p:tagLst>
</file>

<file path=ppt/tags/tag29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36_3*n_h_h_f*1_2_2_1"/>
  <p:tag name="KSO_WM_TEMPLATE_CATEGORY" val="diagram"/>
  <p:tag name="KSO_WM_TEMPLATE_INDEX" val="20231636"/>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f"/>
  <p:tag name="KSO_WM_UNIT_INDEX" val="1_2_2_1"/>
  <p:tag name="KSO_WM_UNIT_SUBTYPE" val="a"/>
  <p:tag name="KSO_WM_UNIT_NOCLEAR" val="0"/>
  <p:tag name="KSO_WM_UNIT_VALUE" val="102"/>
  <p:tag name="KSO_WM_DIAGRAM_MAX_ITEMCNT" val="6"/>
  <p:tag name="KSO_WM_DIAGRAM_MIN_ITEMCNT" val="2"/>
  <p:tag name="KSO_WM_DIAGRAM_VIRTUALLY_FRAME" val="{&quot;height&quot;:427.28657871967744,&quot;left&quot;:16.75,&quot;top&quot;:92.81149279851536,&quot;width&quot;:955.6}"/>
  <p:tag name="KSO_WM_DIAGRAM_COLOR_MATCH_VALUE" val="{&quot;shape&quot;:{&quot;fill&quot;:{&quot;type&quot;:0},&quot;glow&quot;:{&quot;colorType&quot;:0},&quot;line&quot;:{&quot;gradient&quot;:[{&quot;brightness&quot;:0.800000011920929,&quot;colorType&quot;:1,&quot;foreColorIndex&quot;:6,&quot;pos&quot;:1,&quot;transparency&quot;:1},{&quot;brightness&quot;:0,&quot;colorType&quot;:1,&quot;foreColorIndex&quot;:5,&quot;pos&quot;:0.019999999552965164,&quot;transparency&quot;:0}],&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TYPE" val="1"/>
  <p:tag name="KSO_WM_UNIT_TEXT_LAYER_COUNT" val="1"/>
  <p:tag name="KSO_WM_UNIT_PRESET_TEXT" val="单击此处输入你的项正文，文字是您思想的提炼，请尽量言简意赅的阐述观点"/>
  <p:tag name="KSO_WM_UNIT_TEXT_FILL_FORE_SCHEMECOLOR_INDEX" val="1"/>
  <p:tag name="KSO_WM_UNIT_TEXT_FILL_TYPE" val="1"/>
  <p:tag name="KSO_WM_UNIT_LINE_FORE_SCHEMECOLOR_INDEX" val="6"/>
  <p:tag name="KSO_WM_UNIT_USESOURCEFORMAT_APPLY" val="1"/>
</p:tagLst>
</file>

<file path=ppt/tags/tag29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36_3*n_h_h_f*1_2_1_1"/>
  <p:tag name="KSO_WM_TEMPLATE_CATEGORY" val="diagram"/>
  <p:tag name="KSO_WM_TEMPLATE_INDEX" val="20231636"/>
  <p:tag name="KSO_WM_UNIT_LAYERLEVEL" val="1_1_1_1"/>
  <p:tag name="KSO_WM_TAG_VERSION" val="3.0"/>
  <p:tag name="KSO_WM_DIAGRAM_VERSION" val="3"/>
  <p:tag name="KSO_WM_DIAGRAM_COLOR_TRICK" val="1"/>
  <p:tag name="KSO_WM_DIAGRAM_COLOR_TEXT_CAN_REMOVE" val="n"/>
  <p:tag name="KSO_WM_DIAGRAM_GROUP_CODE" val="n1-1"/>
  <p:tag name="KSO_WM_UNIT_TYPE" val="n_h_h_f"/>
  <p:tag name="KSO_WM_UNIT_INDEX" val="1_2_1_1"/>
  <p:tag name="KSO_WM_UNIT_SUBTYPE" val="a"/>
  <p:tag name="KSO_WM_UNIT_NOCLEAR" val="0"/>
  <p:tag name="KSO_WM_UNIT_VALUE" val="108"/>
  <p:tag name="KSO_WM_DIAGRAM_MAX_ITEMCNT" val="6"/>
  <p:tag name="KSO_WM_DIAGRAM_MIN_ITEMCNT" val="2"/>
  <p:tag name="KSO_WM_DIAGRAM_VIRTUALLY_FRAME" val="{&quot;height&quot;:427.28657871967744,&quot;left&quot;:16.75,&quot;top&quot;:92.81149279851536,&quot;width&quot;:955.6}"/>
  <p:tag name="KSO_WM_DIAGRAM_COLOR_MATCH_VALUE" val="{&quot;shape&quot;:{&quot;fill&quot;:{&quot;type&quot;:0},&quot;glow&quot;:{&quot;colorType&quot;:0},&quot;line&quot;:{&quot;gradient&quot;:[{&quot;brightness&quot;:0.800000011920929,&quot;colorType&quot;:1,&quot;foreColorIndex&quot;:6,&quot;pos&quot;:1,&quot;transparency&quot;:1},{&quot;brightness&quot;:0,&quot;colorType&quot;:1,&quot;foreColorIndex&quot;:5,&quot;pos&quot;:0.019999999552965164,&quot;transparency&quot;:0}],&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TYPE" val="1"/>
  <p:tag name="KSO_WM_UNIT_TEXT_LAYER_COUNT" val="1"/>
  <p:tag name="KSO_WM_UNIT_PRESET_TEXT" val="单击此处输入你的项正文，文字是您思想的提炼，请尽量言简意赅的阐述观点"/>
  <p:tag name="KSO_WM_UNIT_TEXT_FILL_FORE_SCHEMECOLOR_INDEX" val="1"/>
  <p:tag name="KSO_WM_UNIT_TEXT_FILL_TYPE" val="1"/>
  <p:tag name="KSO_WM_UNIT_LINE_FORE_SCHEMECOLOR_INDEX" val="5"/>
  <p:tag name="KSO_WM_UNIT_USESOURCEFORMAT_APPLY"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1"/>
  <p:tag name="KSO_WM_UNIT_ID" val="diagram20231636_3*n_h_h_i*1_2_1_1"/>
  <p:tag name="KSO_WM_TEMPLATE_CATEGORY" val="diagram"/>
  <p:tag name="KSO_WM_TEMPLATE_INDEX" val="20231636"/>
  <p:tag name="KSO_WM_UNIT_LAYERLEVEL" val="1_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427.28657871967744,&quot;left&quot;:16.75,&quot;top&quot;:92.81149279851536,&quot;width&quot;:95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1"/>
  <p:tag name="KSO_WM_UNIT_FILL_TYPE" val="1"/>
  <p:tag name="KSO_WM_UNIT_FILL_FORE_SCHEMECOLOR_INDEX" val="5"/>
  <p:tag name="KSO_WM_UNIT_FILL_FORE_SCHEMECOLOR_INDEX_BRIGHTNESS" val="0"/>
  <p:tag name="KSO_WM_UNIT_USESOURCEFORMAT_APPLY" val="1"/>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1"/>
  <p:tag name="KSO_WM_UNIT_ID" val="diagram20231636_3*n_h_h_i*1_2_2_1"/>
  <p:tag name="KSO_WM_TEMPLATE_CATEGORY" val="diagram"/>
  <p:tag name="KSO_WM_TEMPLATE_INDEX" val="20231636"/>
  <p:tag name="KSO_WM_UNIT_LAYERLEVEL" val="1_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n1-1"/>
  <p:tag name="KSO_WM_DIAGRAM_MAX_ITEMCNT" val="6"/>
  <p:tag name="KSO_WM_DIAGRAM_MIN_ITEMCNT" val="2"/>
  <p:tag name="KSO_WM_DIAGRAM_VIRTUALLY_FRAME" val="{&quot;height&quot;:427.28657871967744,&quot;left&quot;:16.75,&quot;top&quot;:92.81149279851536,&quot;width&quot;:955.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02"/>
  <p:tag name="KSO_WM_UNIT_FILL_TYPE" val="1"/>
  <p:tag name="KSO_WM_UNIT_FILL_FORE_SCHEMECOLOR_INDEX" val="5"/>
  <p:tag name="KSO_WM_UNIT_FILL_FORE_SCHEMECOLOR_INDEX_BRIGHTNESS" val="0"/>
  <p:tag name="KSO_WM_UNIT_USESOURCEFORMAT_APPLY" val="1"/>
</p:tagLst>
</file>

<file path=ppt/tags/tag29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36_3*n_h_a*1_1_1"/>
  <p:tag name="KSO_WM_TEMPLATE_CATEGORY" val="diagram"/>
  <p:tag name="KSO_WM_TEMPLATE_INDEX" val="20231636"/>
  <p:tag name="KSO_WM_UNIT_LAYERLEVEL" val="1_1_1"/>
  <p:tag name="KSO_WM_TAG_VERSION" val="3.0"/>
  <p:tag name="KSO_WM_DIAGRAM_GROUP_CODE" val="n1-1"/>
  <p:tag name="KSO_WM_UNIT_TYPE" val="n_h_a"/>
  <p:tag name="KSO_WM_UNIT_INDEX" val="1_1_1"/>
  <p:tag name="KSO_WM_UNIT_ISCONTENTSTITLE" val="0"/>
  <p:tag name="KSO_WM_UNIT_ISNUMDGMTITLE" val="0"/>
  <p:tag name="KSO_WM_UNIT_NOCLEAR" val="0"/>
  <p:tag name="KSO_WM_DIAGRAM_VERSION" val="3"/>
  <p:tag name="KSO_WM_DIAGRAM_COLOR_TRICK" val="1"/>
  <p:tag name="KSO_WM_DIAGRAM_COLOR_TEXT_CAN_REMOVE" val="n"/>
  <p:tag name="KSO_WM_DIAGRAM_MAX_ITEMCNT" val="6"/>
  <p:tag name="KSO_WM_DIAGRAM_MIN_ITEMCNT" val="2"/>
  <p:tag name="KSO_WM_DIAGRAM_VIRTUALLY_FRAME" val="{&quot;height&quot;:427.28657871967744,&quot;left&quot;:16.75,&quot;top&quot;:92.81149279851536,&quot;width&quot;:955.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3"/>
  <p:tag name="KSO_WM_UNIT_TEXT_TYPE" val="1"/>
  <p:tag name="KSO_WM_UNIT_PRESET_TEXT" val="添加项标题"/>
  <p:tag name="KSO_WM_UNIT_LINE_FORE_SCHEMECOLOR_INDEX" val="5"/>
  <p:tag name="KSO_WM_UNIT_TEXT_FILL_FORE_SCHEMECOLOR_INDEX" val="1"/>
  <p:tag name="KSO_WM_UNIT_TEXT_FILL_TYPE" val="1"/>
  <p:tag name="KSO_WM_UNIT_LINE_FILL_TYPE" val="2"/>
  <p:tag name="KSO_WM_UNIT_USESOURCEFORMAT_APPLY" val="1"/>
</p:tagLst>
</file>

<file path=ppt/tags/tag295.xml><?xml version="1.0" encoding="utf-8"?>
<p:tagLst xmlns:p="http://schemas.openxmlformats.org/presentationml/2006/main">
  <p:tag name="KSO_WM_SLIDE_ID" val="diagram20231636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636"/>
  <p:tag name="KSO_WM_SLIDE_TYPE" val="text"/>
  <p:tag name="KSO_WM_SLIDE_SUBTYPE" val="diag"/>
  <p:tag name="KSO_WM_SLIDE_SIZE" val="850.394*351.675"/>
  <p:tag name="KSO_WM_SLIDE_POSITION" val="54.8031*136.966"/>
  <p:tag name="KSO_WM_SLIDE_LAYOUT" val="a_n"/>
  <p:tag name="KSO_WM_SLIDE_LAYOUT_CNT" val="1_1"/>
  <p:tag name="KSO_WM_SPECIAL_SOURCE" val="bdnull"/>
  <p:tag name="KSO_WM_DIAGRAM_GROUP_CODE" val="n1-1"/>
  <p:tag name="KSO_WM_SLIDE_DIAGTYPE" val="n"/>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61_1*a*1"/>
  <p:tag name="KSO_WM_TEMPLATE_CATEGORY" val="diagram"/>
  <p:tag name="KSO_WM_TEMPLATE_INDEX" val="20233161"/>
  <p:tag name="KSO_WM_UNIT_LAYERLEVEL" val="1"/>
  <p:tag name="KSO_WM_TAG_VERSION" val="3.0"/>
  <p:tag name="KSO_WM_BEAUTIFY_FLAG" val="#wm#"/>
  <p:tag name="KSO_WM_UNIT_ISCONTENTSTITLE" val="0"/>
  <p:tag name="KSO_WM_UNIT_ISNUMDGMTITLE" val="0"/>
  <p:tag name="KSO_WM_UNIT_NOCLEAR" val="0"/>
  <p:tag name="KSO_WM_DIAGRAM_GROUP_CODE" val="n1-1"/>
  <p:tag name="KSO_WM_UNIT_TYPE" val="a"/>
  <p:tag name="KSO_WM_UNIT_INDEX" val="1"/>
  <p:tag name="KSO_WM_UNIT_VALUE" val="29"/>
  <p:tag name="KSO_WM_UNIT_TEXT_TYPE" val="1"/>
  <p:tag name="KSO_WM_UNIT_PRESET_TEXT" val="单击此处添加标题"/>
  <p:tag name="KSO_WM_UNIT_TEXT_FILL_FORE_SCHEMECOLOR_INDEX" val="15"/>
  <p:tag name="KSO_WM_UNIT_TEXT_FILL_TYPE" val="1"/>
  <p:tag name="KSO_WM_UNIT_USESOURCEFORMAT_APPLY" val="1"/>
</p:tagLst>
</file>

<file path=ppt/tags/tag29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22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3161_1*n_h_h_f*1_2_2_1"/>
  <p:tag name="KSO_WM_TEMPLATE_CATEGORY" val="diagram"/>
  <p:tag name="KSO_WM_TEMPLATE_INDEX" val="20233161"/>
  <p:tag name="KSO_WM_UNIT_LAYERLEVEL" val="1_1_1_1"/>
  <p:tag name="KSO_WM_TAG_VERSION" val="3.0"/>
  <p:tag name="KSO_WM_BEAUTIFY_FLAG" val="#wm#"/>
  <p:tag name="KSO_WM_DIAGRAM_MAX_ITEMCNT" val="2"/>
  <p:tag name="KSO_WM_DIAGRAM_MIN_ITEMCNT" val="2"/>
  <p:tag name="KSO_WM_DIAGRAM_VIRTUALLY_FRAME" val="{&quot;height&quot;:416.47732466388914,&quot;left&quot;:18.1,&quot;top&quot;:109.91133675343376,&quot;width&quot;:889.5}"/>
  <p:tag name="KSO_WM_DIAGRAM_COLOR_MATCH_VALUE" val="{&quot;shape&quot;:{&quot;fill&quot;:{&quot;gradient&quot;:[{&quot;brightness&quot;:0.4000000059604645,&quot;colorType&quot;:1,&quot;foreColorIndex&quot;:5,&quot;pos&quot;:0.699999988079071,&quot;transparency&quot;:1},{&quot;brightness&quot;:0.4000000059604645,&quot;colorType&quot;:1,&quot;foreColorIndex&quot;:5,&quot;pos&quot;:0,&quot;transparency&quot;:0.69999998807907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
  <p:tag name="KSO_WM_UNIT_FILL_TYPE" val="3"/>
  <p:tag name="KSO_WM_UNIT_TEXT_FILL_FORE_SCHEMECOLOR_INDEX" val="1"/>
  <p:tag name="KSO_WM_UNIT_TEXT_FILL_TYPE" val="1"/>
  <p:tag name="KSO_WM_UNIT_USESOURCEFORMAT_APPLY" val="1"/>
</p:tagLst>
</file>

<file path=ppt/tags/tag29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22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33161_1*n_h_h_f*1_2_1_1"/>
  <p:tag name="KSO_WM_TEMPLATE_CATEGORY" val="diagram"/>
  <p:tag name="KSO_WM_TEMPLATE_INDEX" val="20233161"/>
  <p:tag name="KSO_WM_UNIT_LAYERLEVEL" val="1_1_1_1"/>
  <p:tag name="KSO_WM_TAG_VERSION" val="3.0"/>
  <p:tag name="KSO_WM_BEAUTIFY_FLAG" val="#wm#"/>
  <p:tag name="KSO_WM_DIAGRAM_MAX_ITEMCNT" val="2"/>
  <p:tag name="KSO_WM_DIAGRAM_MIN_ITEMCNT" val="2"/>
  <p:tag name="KSO_WM_DIAGRAM_VIRTUALLY_FRAME" val="{&quot;height&quot;:416.47732466388914,&quot;left&quot;:18.1,&quot;top&quot;:109.91133675343376,&quot;width&quot;:889.5}"/>
  <p:tag name="KSO_WM_DIAGRAM_COLOR_MATCH_VALUE" val="{&quot;shape&quot;:{&quot;fill&quot;:{&quot;gradient&quot;:[{&quot;brightness&quot;:0.4000000059604645,&quot;colorType&quot;:1,&quot;foreColorIndex&quot;:5,&quot;pos&quot;:0.30000001192092896,&quot;transparency&quot;:1},{&quot;brightness&quot;:0.4000000059604645,&quot;colorType&quot;:1,&quot;foreColorIndex&quot;:5,&quot;pos&quot;:1,&quot;transparency&quot;:0.69999998807907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
  <p:tag name="KSO_WM_UNIT_FILL_TYPE" val="3"/>
  <p:tag name="KSO_WM_UNIT_TEXT_FILL_FORE_SCHEMECOLOR_INDEX" val="1"/>
  <p:tag name="KSO_WM_UNIT_TEXT_FILL_TYPE" val="1"/>
  <p:tag name="KSO_WM_UNIT_USESOURCEFORMAT_APPLY" val="1"/>
</p:tagLst>
</file>

<file path=ppt/tags/tag29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50"/>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3161_1*n_h_a*1_1_1"/>
  <p:tag name="KSO_WM_TEMPLATE_CATEGORY" val="diagram"/>
  <p:tag name="KSO_WM_TEMPLATE_INDEX" val="20233161"/>
  <p:tag name="KSO_WM_UNIT_LAYERLEVEL" val="1_1_1"/>
  <p:tag name="KSO_WM_TAG_VERSION" val="3.0"/>
  <p:tag name="KSO_WM_BEAUTIFY_FLAG" val="#wm#"/>
  <p:tag name="KSO_WM_DIAGRAM_MAX_ITEMCNT" val="2"/>
  <p:tag name="KSO_WM_DIAGRAM_MIN_ITEMCNT" val="2"/>
  <p:tag name="KSO_WM_DIAGRAM_VIRTUALLY_FRAME" val="{&quot;height&quot;:416.47732466388914,&quot;left&quot;:18.1,&quot;top&quot;:109.91133675343376,&quot;width&quot;:88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300.xml><?xml version="1.0" encoding="utf-8"?>
<p:tagLst xmlns:p="http://schemas.openxmlformats.org/presentationml/2006/main">
  <p:tag name="KSO_WM_SLIDE_ID" val="diagram20233161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3161"/>
  <p:tag name="KSO_WM_SLIDE_TYPE" val="text"/>
  <p:tag name="KSO_WM_SLIDE_SUBTYPE" val="diag"/>
  <p:tag name="KSO_WM_SLIDE_SIZE" val="834.92*277.116"/>
  <p:tag name="KSO_WM_SLIDE_POSITION" val="64.8498*168.411"/>
  <p:tag name="KSO_WM_SLIDE_LAYOUT" val="a_n"/>
  <p:tag name="KSO_WM_SLIDE_LAYOUT_CNT" val="1_1"/>
  <p:tag name="KSO_WM_SPECIAL_SOURCE" val="bdnull"/>
  <p:tag name="KSO_WM_DIAGRAM_GROUP_CODE" val="n1-1"/>
  <p:tag name="KSO_WM_SLIDE_DIAGTYPE" val="n"/>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30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30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305.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30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3241_3*a*1"/>
  <p:tag name="KSO_WM_TEMPLATE_CATEGORY" val="diagram"/>
  <p:tag name="KSO_WM_TEMPLATE_INDEX" val="20233241"/>
  <p:tag name="KSO_WM_UNIT_LAYERLEVEL" val="1"/>
  <p:tag name="KSO_WM_TAG_VERSION" val="3.0"/>
  <p:tag name="KSO_WM_BEAUTIFY_FLAG" val="#wm#"/>
  <p:tag name="KSO_WM_DIAGRAM_GROUP_CODE" val="l1-1"/>
  <p:tag name="KSO_WM_UNIT_VALUE" val="29"/>
  <p:tag name="KSO_WM_UNIT_TEXT_TYPE" val="1"/>
  <p:tag name="KSO_WM_UNIT_PRESET_TEXT" val="单击此处添加标题"/>
  <p:tag name="KSO_WM_UNIT_TEXT_FILL_FORE_SCHEMECOLOR_INDEX" val="15"/>
  <p:tag name="KSO_WM_UNIT_TEXT_FILL_TYPE" val="1"/>
  <p:tag name="KSO_WM_UNIT_USESOURCEFORMAT_APPLY"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33241_1*l_h_i*1_2_1"/>
  <p:tag name="KSO_WM_TEMPLATE_CATEGORY" val="diagram"/>
  <p:tag name="KSO_WM_TEMPLATE_INDEX" val="20233241"/>
  <p:tag name="KSO_WM_UNIT_LAYERLEVEL" val="1_1_1"/>
  <p:tag name="KSO_WM_TAG_VERSION" val="3.0"/>
  <p:tag name="KSO_WM_DIAGRAM_MAX_ITEMCNT" val="6"/>
  <p:tag name="KSO_WM_DIAGRAM_MIN_ITEMCNT" val="4"/>
  <p:tag name="KSO_WM_DIAGRAM_VIRTUALLY_FRAME" val="{&quot;height&quot;:327.61643679918706,&quot;left&quot;:93.35,&quot;top&quot;:135.3356004980442,&quot;width&quot;:773.34968503937}"/>
  <p:tag name="KSO_WM_DIAGRAM_COLOR_MATCH_VALUE" val="{&quot;shape&quot;:{&quot;fill&quot;:{&quot;solid&quot;:{&quot;brightness&quot;:0.4000000059604645,&quot;colorType&quot;:1,&quot;foreColorIndex&quot;:5,&quot;transparency&quot;:0.7400000095367432},&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i"/>
  <p:tag name="KSO_WM_UNIT_INDEX" val="1_1"/>
  <p:tag name="KSO_WM_UNIT_ID" val="diagram20233241_1*l_i*1_1"/>
  <p:tag name="KSO_WM_TEMPLATE_CATEGORY" val="diagram"/>
  <p:tag name="KSO_WM_TEMPLATE_INDEX" val="20233241"/>
  <p:tag name="KSO_WM_UNIT_LAYERLEVEL" val="1_1"/>
  <p:tag name="KSO_WM_TAG_VERSION" val="3.0"/>
  <p:tag name="KSO_WM_DIAGRAM_MAX_ITEMCNT" val="6"/>
  <p:tag name="KSO_WM_DIAGRAM_MIN_ITEMCNT" val="4"/>
  <p:tag name="KSO_WM_DIAGRAM_VIRTUALLY_FRAME" val="{&quot;height&quot;:327.61643679918706,&quot;left&quot;:93.35,&quot;top&quot;:135.3356004980442,&quot;width&quot;:773.34968503937}"/>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LINE_FORE_SCHEMECOLOR_INDEX" val="5"/>
  <p:tag name="KSO_WM_UNIT_LINE_FILL_TYPE" val="2"/>
  <p:tag name="KSO_WM_UNIT_TEXT_FILL_FORE_SCHEMECOLOR_INDEX" val="2"/>
  <p:tag name="KSO_WM_UNIT_TEXT_FILL_TYPE" val="1"/>
  <p:tag name="KSO_WM_UNIT_USESOURCEFORMAT_APPLY" val="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33241_1*l_h_i*1_3_1"/>
  <p:tag name="KSO_WM_TEMPLATE_CATEGORY" val="diagram"/>
  <p:tag name="KSO_WM_TEMPLATE_INDEX" val="20233241"/>
  <p:tag name="KSO_WM_UNIT_LAYERLEVEL" val="1_1_1"/>
  <p:tag name="KSO_WM_TAG_VERSION" val="3.0"/>
  <p:tag name="KSO_WM_DIAGRAM_MAX_ITEMCNT" val="6"/>
  <p:tag name="KSO_WM_DIAGRAM_MIN_ITEMCNT" val="4"/>
  <p:tag name="KSO_WM_DIAGRAM_VIRTUALLY_FRAME" val="{&quot;height&quot;:327.61643679918706,&quot;left&quot;:93.35,&quot;top&quot;:135.3356004980442,&quot;width&quot;:773.34968503937}"/>
  <p:tag name="KSO_WM_DIAGRAM_COLOR_MATCH_VALUE" val="{&quot;shape&quot;:{&quot;fill&quot;:{&quot;solid&quot;:{&quot;brightness&quot;:0.4000000059604645,&quot;colorType&quot;:1,&quot;foreColorIndex&quot;:5,&quot;transparency&quot;:0.680000007152557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l1-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UNIT_TEXT_FILL_FORE_SCHEMECOLOR_INDEX" val="2"/>
  <p:tag name="KSO_WM_UNIT_TEXT_FILL_TYPE" val="1"/>
  <p:tag name="KSO_WM_UNIT_USESOURCEFORMAT_APPLY" val="1"/>
</p:tagLst>
</file>

<file path=ppt/tags/tag310.xml><?xml version="1.0" encoding="utf-8"?>
<p:tagLst xmlns:p="http://schemas.openxmlformats.org/presentationml/2006/main">
  <p:tag name="KSO_WM_UNIT_VALUE" val="180*180"/>
  <p:tag name="KSO_WM_UNIT_HIGHLIGHT" val="0"/>
  <p:tag name="KSO_WM_UNIT_COMPATIBLE" val="0"/>
  <p:tag name="KSO_WM_UNIT_DIAGRAM_ISNUMVISUAL" val="0"/>
  <p:tag name="KSO_WM_UNIT_DIAGRAM_ISREFERUNIT" val="0"/>
  <p:tag name="KSO_WM_UNIT_TYPE" val="l_x"/>
  <p:tag name="KSO_WM_UNIT_INDEX" val="1_1"/>
  <p:tag name="KSO_WM_UNIT_ID" val="diagram20233241_1*l_x*1_1"/>
  <p:tag name="KSO_WM_TEMPLATE_CATEGORY" val="diagram"/>
  <p:tag name="KSO_WM_TEMPLATE_INDEX" val="20233241"/>
  <p:tag name="KSO_WM_UNIT_LAYERLEVEL" val="1_1"/>
  <p:tag name="KSO_WM_TAG_VERSION" val="3.0"/>
  <p:tag name="KSO_WM_DIAGRAM_MAX_ITEMCNT" val="6"/>
  <p:tag name="KSO_WM_DIAGRAM_MIN_ITEMCNT" val="4"/>
  <p:tag name="KSO_WM_DIAGRAM_VIRTUALLY_FRAME" val="{&quot;height&quot;:327.61643679918706,&quot;left&quot;:93.35,&quot;top&quot;:135.3356004980442,&quot;width&quot;:773.34968503937}"/>
  <p:tag name="KSO_WM_DIAGRAM_COLOR_MATCH_VALUE" val="{&quot;shape&quot;:{&quot;fill&quot;:{&quot;gradient&quot;:[{&quot;brightness&quot;:0,&quot;colorType&quot;:1,&quot;foreColorIndex&quot;:5,&quot;pos&quot;:0,&quot;transparency&quot;:0.49803921580314636},{&quot;brightness&quot;:0,&quot;colorType&quot;:1,&quot;foreColorIndex&quot;:5,&quot;pos&quot;:0.9999899864196777,&quot;transparency&quot;:0.49803921580314636}],&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 name="KSO_WM_DIAGRAM_GROUP_CODE" val="l1-1"/>
  <p:tag name="KSO_WM_DIAGRAM_VERSION" val="3"/>
  <p:tag name="KSO_WM_DIAGRAM_COLOR_TRICK" val="1"/>
  <p:tag name="KSO_WM_DIAGRAM_COLOR_TEXT_CAN_REMOVE" val="n"/>
  <p:tag name="KSO_WM_UNIT_USESOURCEFORMAT_APPLY" val="1"/>
</p:tagLst>
</file>

<file path=ppt/tags/tag311.xml><?xml version="1.0" encoding="utf-8"?>
<p:tagLst xmlns:p="http://schemas.openxmlformats.org/presentationml/2006/main">
  <p:tag name="KSO_WM_UNIT_SUBTYPE" val="a"/>
  <p:tag name="KSO_WM_UNIT_TEXT_LAYER_COUNT" val="1"/>
  <p:tag name="KSO_WM_UNIT_NOCLEAR" val="0"/>
  <p:tag name="KSO_WM_UNIT_VALUE" val="70"/>
  <p:tag name="KSO_WM_UNIT_HIGHLIGHT" val="0"/>
  <p:tag name="KSO_WM_UNIT_COMPATIBLE" val="0"/>
  <p:tag name="KSO_WM_UNIT_DIAGRAM_ISNUMVISUAL" val="0"/>
  <p:tag name="KSO_WM_UNIT_DIAGRAM_ISREFERUNIT" val="0"/>
  <p:tag name="KSO_WM_UNIT_TYPE" val="l_h_f"/>
  <p:tag name="KSO_WM_UNIT_INDEX" val="1_2_1"/>
  <p:tag name="KSO_WM_UNIT_ID" val="diagram20233241_1*l_h_f*1_2_1"/>
  <p:tag name="KSO_WM_TEMPLATE_CATEGORY" val="diagram"/>
  <p:tag name="KSO_WM_TEMPLATE_INDEX" val="20233241"/>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PRESET_TEXT" val="单击此处添加文本内容，简明扼要地阐述观点。以便观者准确地理解您传达的思想。"/>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61643679918706,&quot;left&quot;:93.35,&quot;top&quot;:135.3356004980442,&quot;width&quot;:773.3496850393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1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241_1*l_h_f*1_3_1"/>
  <p:tag name="KSO_WM_TEMPLATE_CATEGORY" val="diagram"/>
  <p:tag name="KSO_WM_TEMPLATE_INDEX" val="20233241"/>
  <p:tag name="KSO_WM_UNIT_LAYERLEVEL" val="1_1_1"/>
  <p:tag name="KSO_WM_TAG_VERSION" val="3.0"/>
  <p:tag name="KSO_WM_BEAUTIFY_FLAG" val="#wm#"/>
  <p:tag name="KSO_WM_UNIT_VALUE" val="80"/>
  <p:tag name="KSO_WM_DIAGRAM_GROUP_CODE" val="l1-1"/>
  <p:tag name="KSO_WM_DIAGRAM_VERSION" val="3"/>
  <p:tag name="KSO_WM_DIAGRAM_COLOR_TRICK" val="1"/>
  <p:tag name="KSO_WM_DIAGRAM_COLOR_TEXT_CAN_REMOVE" val="n"/>
  <p:tag name="KSO_WM_UNIT_PRESET_TEXT" val="单击此处添加文本内容，简明扼要地阐述观点。以便观者准确地理解您传达的思想。"/>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61643679918706,&quot;left&quot;:93.35,&quot;top&quot;:135.3356004980442,&quot;width&quot;:773.3496850393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13.xml><?xml version="1.0" encoding="utf-8"?>
<p:tagLst xmlns:p="http://schemas.openxmlformats.org/presentationml/2006/main">
  <p:tag name="KSO_WM_UNIT_SUBTYPE" val="a"/>
  <p:tag name="KSO_WM_UNIT_TEXT_LAYER_COUNT" val="1"/>
  <p:tag name="KSO_WM_UNIT_NOCLEAR" val="0"/>
  <p:tag name="KSO_WM_UNIT_VALUE" val="70"/>
  <p:tag name="KSO_WM_UNIT_HIGHLIGHT" val="0"/>
  <p:tag name="KSO_WM_UNIT_COMPATIBLE" val="0"/>
  <p:tag name="KSO_WM_UNIT_DIAGRAM_ISNUMVISUAL" val="0"/>
  <p:tag name="KSO_WM_UNIT_DIAGRAM_ISREFERUNIT" val="0"/>
  <p:tag name="KSO_WM_UNIT_TYPE" val="l_h_f"/>
  <p:tag name="KSO_WM_UNIT_INDEX" val="1_1_1"/>
  <p:tag name="KSO_WM_UNIT_ID" val="diagram20233241_1*l_h_f*1_1_1"/>
  <p:tag name="KSO_WM_TEMPLATE_CATEGORY" val="diagram"/>
  <p:tag name="KSO_WM_TEMPLATE_INDEX" val="20233241"/>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PRESET_TEXT" val="单击此处添加你的文本具体内容，简明扼要地阐述您的观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61643679918706,&quot;left&quot;:93.35,&quot;top&quot;:135.3356004980442,&quot;width&quot;:773.3496850393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1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4_1"/>
  <p:tag name="KSO_WM_UNIT_ID" val="diagram20233241_1*l_h_f*1_4_1"/>
  <p:tag name="KSO_WM_TEMPLATE_CATEGORY" val="diagram"/>
  <p:tag name="KSO_WM_TEMPLATE_INDEX" val="20233241"/>
  <p:tag name="KSO_WM_UNIT_LAYERLEVEL" val="1_1_1"/>
  <p:tag name="KSO_WM_TAG_VERSION" val="3.0"/>
  <p:tag name="KSO_WM_BEAUTIFY_FLAG" val="#wm#"/>
  <p:tag name="KSO_WM_UNIT_VALUE" val="60"/>
  <p:tag name="KSO_WM_DIAGRAM_GROUP_CODE" val="l1-1"/>
  <p:tag name="KSO_WM_DIAGRAM_VERSION" val="3"/>
  <p:tag name="KSO_WM_DIAGRAM_COLOR_TRICK" val="1"/>
  <p:tag name="KSO_WM_DIAGRAM_COLOR_TEXT_CAN_REMOVE" val="n"/>
  <p:tag name="KSO_WM_UNIT_PRESET_TEXT" val="单击此处添加文本具体内容，简明扼要地阐述您的观点。"/>
  <p:tag name="KSO_WM_UNIT_FILL_TYPE" val="1"/>
  <p:tag name="KSO_WM_UNIT_FILL_FORE_SCHEMECOLOR_INDEX" val="5"/>
  <p:tag name="KSO_WM_UNIT_FILL_FORE_SCHEMECOLOR_INDEX_BRIGHTNESS" val="0"/>
  <p:tag name="KSO_WM_UNIT_TEXT_TYPE" val="1"/>
  <p:tag name="KSO_WM_DIAGRAM_MAX_ITEMCNT" val="6"/>
  <p:tag name="KSO_WM_DIAGRAM_MIN_ITEMCNT" val="4"/>
  <p:tag name="KSO_WM_DIAGRAM_VIRTUALLY_FRAME" val="{&quot;height&quot;:327.61643679918706,&quot;left&quot;:93.35,&quot;top&quot;:135.3356004980442,&quot;width&quot;:773.3496850393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315.xml><?xml version="1.0" encoding="utf-8"?>
<p:tagLst xmlns:p="http://schemas.openxmlformats.org/presentationml/2006/main">
  <p:tag name="KSO_WM_SLIDE_ID" val="diagram20233241_3"/>
  <p:tag name="KSO_WM_TEMPLATE_SUBCATEGORY" val="0"/>
  <p:tag name="KSO_WM_TEMPLATE_MASTER_TYPE" val="0"/>
  <p:tag name="KSO_WM_TEMPLATE_COLOR_TYPE" val="0"/>
  <p:tag name="KSO_WM_SLIDE_ITEM_CNT" val="6"/>
  <p:tag name="KSO_WM_SLIDE_INDEX" val="3"/>
  <p:tag name="KSO_WM_TAG_VERSION" val="3.0"/>
  <p:tag name="KSO_WM_BEAUTIFY_FLAG" val="#wm#"/>
  <p:tag name="KSO_WM_TEMPLATE_CATEGORY" val="diagram"/>
  <p:tag name="KSO_WM_TEMPLATE_INDEX" val="20233241"/>
  <p:tag name="KSO_WM_SLIDE_TYPE" val="text"/>
  <p:tag name="KSO_WM_SLIDE_SUBTYPE" val="diag"/>
  <p:tag name="KSO_WM_SLIDE_SIZE" val="773.3*329.212"/>
  <p:tag name="KSO_WM_SLIDE_POSITION" val="93.35*134.538"/>
  <p:tag name="KSO_WM_SLIDE_LAYOUT" val="a_l"/>
  <p:tag name="KSO_WM_SLIDE_LAYOUT_CNT" val="1_1"/>
  <p:tag name="KSO_WM_SPECIAL_SOURCE" val="bdnull"/>
  <p:tag name="KSO_WM_DIAGRAM_GROUP_CODE" val="l1-1"/>
  <p:tag name="KSO_WM_SLIDE_DIAGTYPE" val="l"/>
</p:tagLst>
</file>

<file path=ppt/tags/tag31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31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320.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322.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32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326.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9_1*i*1"/>
  <p:tag name="KSO_WM_TEMPLATE_CATEGORY" val="custom"/>
  <p:tag name="KSO_WM_TEMPLATE_INDEX" val="20235219"/>
  <p:tag name="KSO_WM_UNIT_LAYERLEVEL" val="1"/>
  <p:tag name="KSO_WM_TAG_VERSION" val="3.0"/>
  <p:tag name="KSO_WM_BEAUTIFY_FLAG" val="#wm#"/>
  <p:tag name="KSO_WM_UNIT_TYPE" val="i"/>
  <p:tag name="KSO_WM_UNIT_INDEX"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9_1*i*2"/>
  <p:tag name="KSO_WM_TEMPLATE_CATEGORY" val="custom"/>
  <p:tag name="KSO_WM_TEMPLATE_INDEX" val="20235219"/>
  <p:tag name="KSO_WM_UNIT_LAYERLEVEL" val="1"/>
  <p:tag name="KSO_WM_TAG_VERSION" val="3.0"/>
  <p:tag name="KSO_WM_BEAUTIFY_FLAG" val="#wm#"/>
  <p:tag name="KSO_WM_UNIT_TYPE" val="i"/>
  <p:tag name="KSO_WM_UNIT_INDEX"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9_1*a*1"/>
  <p:tag name="KSO_WM_TEMPLATE_CATEGORY" val="custom"/>
  <p:tag name="KSO_WM_TEMPLATE_INDEX" val="20235219"/>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VALUE" val="29"/>
  <p:tag name="KSO_WM_UNIT_TEXT_TYPE" val="1"/>
  <p:tag name="KSO_WM_UNIT_PRESET_TEXT" val="单击此处添加标题内容"/>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9_1*i*3"/>
  <p:tag name="KSO_WM_TEMPLATE_CATEGORY" val="custom"/>
  <p:tag name="KSO_WM_TEMPLATE_INDEX" val="20235219"/>
  <p:tag name="KSO_WM_UNIT_LAYERLEVEL" val="1"/>
  <p:tag name="KSO_WM_TAG_VERSION" val="3.0"/>
  <p:tag name="KSO_WM_BEAUTIFY_FLAG" val="#wm#"/>
  <p:tag name="KSO_WM_UNIT_TYPE" val="i"/>
  <p:tag name="KSO_WM_UNIT_INDEX" val="3"/>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9_1*d*1"/>
  <p:tag name="KSO_WM_TEMPLATE_CATEGORY" val="custom"/>
  <p:tag name="KSO_WM_TEMPLATE_INDEX" val="20235219"/>
  <p:tag name="KSO_WM_UNIT_LAYERLEVEL" val="1"/>
  <p:tag name="KSO_WM_TAG_VERSION" val="3.0"/>
  <p:tag name="KSO_WM_BEAUTIFY_FLAG" val="#wm#"/>
  <p:tag name="KSO_WM_UNIT_PICTURE_SUBTYPE" val="b"/>
  <p:tag name="KSO_WM_UNIT_VALUE" val="1151*2943"/>
  <p:tag name="KSO_WM_UNIT_TYPE" val="d"/>
  <p:tag name="KSO_WM_UNIT_INDEX" val="1"/>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9_1*c_a*1_1"/>
  <p:tag name="KSO_WM_TEMPLATE_CATEGORY" val="custom"/>
  <p:tag name="KSO_WM_TEMPLATE_INDEX" val="20235219"/>
  <p:tag name="KSO_WM_UNIT_LAYERLEVEL" val="1_1"/>
  <p:tag name="KSO_WM_TAG_VERSION" val="3.0"/>
  <p:tag name="KSO_WM_BEAUTIFY_FLAG" val="#wm#"/>
  <p:tag name="KSO_WM_UNIT_ISCONTENTSTITLE" val="0"/>
  <p:tag name="KSO_WM_UNIT_ISNUMDGMTITLE" val="0"/>
  <p:tag name="KSO_WM_UNIT_NOCLEAR" val="0"/>
  <p:tag name="KSO_WM_UNIT_TYPE" val="c_a"/>
  <p:tag name="KSO_WM_UNIT_INDEX" val="1_1"/>
  <p:tag name="KSO_WM_UNIT_VALUE" val="18"/>
  <p:tag name="KSO_WM_UNIT_TEXT_TYPE" val="1"/>
  <p:tag name="KSO_WM_UNIT_PRESET_TEXT" val="添加项标题"/>
</p:tagLst>
</file>

<file path=ppt/tags/tag333.xml><?xml version="1.0" encoding="utf-8"?>
<p:tagLst xmlns:p="http://schemas.openxmlformats.org/presentationml/2006/main">
  <p:tag name="KSO_WM_BEAUTIFY_FLAG" val="#wm#"/>
  <p:tag name="KSO_WM_TEMPLATE_CATEGORY" val="custom"/>
  <p:tag name="KSO_WM_TEMPLATE_INDEX" val="20235219"/>
  <p:tag name="RESOURCE_RECORD_KEY" val="{&quot;10&quot;:[20090547],&quot;65&quot;:[3]}"/>
  <p:tag name="KSO_WM_SLIDE_ID" val="custom20235219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640*73.2"/>
  <p:tag name="KSO_WM_SLIDE_POSITION" val="274.7*419.8"/>
  <p:tag name="KSO_WM_TAG_VERSION" val="3.0"/>
  <p:tag name="KSO_WM_SLIDE_LAYOUT" val="a_d_c"/>
  <p:tag name="KSO_WM_SLIDE_LAYOUT_CNT" val="1_1_1"/>
</p:tagLst>
</file>

<file path=ppt/tags/tag33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33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2*l_h_f*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413.1499911061419,&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6_2*l_h_i*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13.1499911061419,&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3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2*l_h_f*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413.1499911061419,&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USESOURCEFORMAT_APPLY"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6_2*l_h_i*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13.1499911061419,&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33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2*l_h_f*1_3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413.1499911061419,&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7"/>
  <p:tag name="KSO_WM_UNIT_USESOURCEFORMAT_APPLY"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5146_2*l_h_i*1_3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13.1499911061419,&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7"/>
  <p:tag name="KSO_WM_UNIT_TEXT_FILL_FORE_SCHEMECOLOR_INDEX" val="2"/>
  <p:tag name="KSO_WM_UNIT_TEXT_FILL_TYPE" val="1"/>
  <p:tag name="KSO_WM_UNIT_USESOURCEFORMAT_APPLY" val="1"/>
</p:tagLst>
</file>

<file path=ppt/tags/tag341.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342.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a"/>
  <p:tag name="KSO_WM_UNIT_INDEX" val="1"/>
  <p:tag name="KSO_WM_UNIT_ID" val="custom20238440_1*a*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大标题内容"/>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0_1*i*1"/>
  <p:tag name="KSO_WM_UNIT_LAYERLEVEL" val="1"/>
  <p:tag name="KSO_WM_TAG_VERSION" val="3.0"/>
  <p:tag name="KSO_WM_BEAUTIFY_FLAG" val="#wm#"/>
  <p:tag name="KSO_WM_UNIT_TYPE" val="i"/>
  <p:tag name="KSO_WM_UNIT_INDEX" val="1"/>
  <p:tag name="KSO_WM_SLIDE_BACKGROUND_TYPE" val="bottomTop"/>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custom"/>
  <p:tag name="KSO_WM_TEMPLATE_INDEX" val="20238440"/>
  <p:tag name="KSO_WM_TEMPLATE_ASSEMBLE_XID" val="637600a50c9383becde15bb6"/>
  <p:tag name="KSO_WM_TEMPLATE_ASSEMBLE_GROUPID" val="637600a50c9383becde15bb6"/>
</p:tagLst>
</file>

<file path=ppt/tags/tag344.xml><?xml version="1.0" encoding="utf-8"?>
<p:tagLst xmlns:p="http://schemas.openxmlformats.org/presentationml/2006/main">
  <p:tag name="KSO_WM_UNIT_BLOCK" val="0"/>
  <p:tag name="KSO_WM_UNIT_HIGHLIGHT" val="0"/>
  <p:tag name="KSO_WM_UNIT_COMPATIBLE" val="0"/>
  <p:tag name="KSO_WM_UNIT_DIAGRAM_ISNUMVISUAL" val="0"/>
  <p:tag name="KSO_WM_UNIT_DIAGRAM_ISREFERUNIT" val="0"/>
  <p:tag name="KSO_WM_UNIT_TYPE" val="i"/>
  <p:tag name="KSO_WM_UNIT_INDEX" val="2"/>
  <p:tag name="KSO_WM_UNIT_ID" val="custom20238440_1*i*2"/>
  <p:tag name="KSO_WM_TEMPLATE_CATEGORY" val="custom"/>
  <p:tag name="KSO_WM_TEMPLATE_INDEX" val="20238440"/>
  <p:tag name="KSO_WM_UNIT_LAYERLEVEL" val="1"/>
  <p:tag name="KSO_WM_TAG_VERSION" val="3.0"/>
  <p:tag name="KSO_WM_BEAUTIFY_FLAG" val="#wm#"/>
  <p:tag name="KSO_WM_CHIP_GROUPID" val="5eda18a25860357932c55e72"/>
  <p:tag name="KSO_WM_UNIT_SM_LIMIT_TYPE" val="2"/>
  <p:tag name="KSO_WM_UNIT_DECORATE_INFO" val="{&quot;DecorateInfoH&quot;:{&quot;IsAbs&quot;:false},&quot;DecorateInfoW&quot;:{&quot;IsAbs&quot;:false},&quot;DecorateInfoX&quot;:{&quot;IsAbs&quot;:false,&quot;Pos&quot;:1},&quot;DecorateInfoY&quot;:{&quot;IsAbs&quot;:false,&quot;Pos&quot;:1},&quot;ReferentInfo&quot;:{&quot;Id&quot;:&quot;72e7dc758fee4e6db4f5488c2d49ac62&quot;,&quot;X&quot;:{&quot;Pos&quot;:1},&quot;Y&quot;:{&quot;Pos&quot;:1}},&quot;whChangeMode&quot;:0}"/>
  <p:tag name="KSO_WM_UNIT_DEC_AREA_ID" val="0a8fc41e3c7145f98573150470e3ff5e"/>
  <p:tag name="KSO_WM_CHIP_XID" val="5eda18ef5860357932c55e83"/>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VALUE" val="864"/>
  <p:tag name="KSO_WM_TEMPLATE_ASSEMBLE_XID" val="637600a50c9383becde15bb6"/>
  <p:tag name="KSO_WM_TEMPLATE_ASSEMBLE_GROUPID" val="637600a50c9383becde15bb6"/>
</p:tagLst>
</file>

<file path=ppt/tags/tag34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0_1*f*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346.xml><?xml version="1.0" encoding="utf-8"?>
<p:tagLst xmlns:p="http://schemas.openxmlformats.org/presentationml/2006/main">
  <p:tag name="KSO_WM_BEAUTIFY_FLAG" val="#wm#"/>
  <p:tag name="KSO_WM_TEMPLATE_CATEGORY" val="custom"/>
  <p:tag name="KSO_WM_TEMPLATE_INDEX" val="20238440"/>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LAYOUT_INFO" val="{&quot;backgroundInfo&quot;:[{&quot;bottom&quot;:0,&quot;bottomAbs&quot;:false,&quot;left&quot;:0,&quot;leftAbs&quot;:false,&quot;right&quot;:0,&quot;rightAbs&quot;:false,&quot;top&quot;:0.44444444799999999,&quot;topAbs&quot;:false,&quot;type&quot;:&quot;bottomTop&quot;},{&quot;bottom&quot;:0,&quot;bottomAbs&quot;:false,&quot;left&quot;:0,&quot;leftAbs&quot;:false,&quot;right&quot;:0,&quot;rightAbs&quot;:false,&quot;top&quot;:0,&quot;topAbs&quot;:false,&quot;type&quot;:&quot;general&quot;}],&quot;id&quot;:&quot;2022-11-17T17:36:38&quot;,&quot;maxSize&quot;:{&quot;size1&quot;:26.699999999999999},&quot;minSize&quot;:{&quot;size1&quot;:20},&quot;normalSize&quot;:{&quot;size1&quot;:20},&quot;subLayout&quot;:[{&quot;id&quot;:&quot;2022-11-17T17:36:38&quot;,&quot;margin&quot;:{&quot;bottom&quot;:0,&quot;left&quot;:1.6929999589920044,&quot;right&quot;:1.6929999589920044,&quot;top&quot;:1.6929999589920044},&quot;type&quot;:0},{&quot;id&quot;:&quot;2022-11-17T17:36:38&quot;,&quot;margin&quot;:{&quot;bottom&quot;:2.5399999618530273,&quot;left&quot;:2.5399999618530273,&quot;right&quot;:2.5399999618530273,&quot;top&quot;:2.1170001029968262},&quot;type&quot;:0}],&quot;type&quot;:0}"/>
  <p:tag name="KSO_WM_SLIDE_BACKGROUND" val="[&quot;bottomTop&quot;,&quot;general&quot;]"/>
  <p:tag name="KSO_WM_SLIDE_RATIO" val="1.777778"/>
  <p:tag name="KSO_WM_SLIDE_ID" val="custom20238440_1"/>
  <p:tag name="KSO_WM_TEMPLATE_SUBCATEGORY" val="0"/>
  <p:tag name="KSO_WM_TEMPLATE_MASTER_TYPE" val="0"/>
  <p:tag name="KSO_WM_TEMPLATE_COLOR_TYPE" val="0"/>
  <p:tag name="KSO_WM_SLIDE_TYPE" val="text"/>
  <p:tag name="KSO_WM_SLIDE_SUBTYPE" val="pureTxt"/>
  <p:tag name="KSO_WM_SLIDE_ITEM_CNT" val="0"/>
  <p:tag name="KSO_WM_SLIDE_INDEX" val="1"/>
  <p:tag name="KSO_WM_SLIDE_SIZE" val="960*512"/>
  <p:tag name="KSO_WM_SLIDE_POSITION" val="0*28"/>
  <p:tag name="KSO_WM_TAG_VERSION" val="3.0"/>
  <p:tag name="KSO_WM_SLIDE_LAYOUT" val="a_f"/>
  <p:tag name="KSO_WM_SLIDE_LAYOUT_CNT" val="1_1"/>
  <p:tag name="KSO_WM_CHIP_FILLPROP" val="[[{&quot;text_align&quot;:&quot;lt&quot;,&quot;text_direction&quot;:&quot;horizontal&quot;,&quot;support_big_font&quot;:false,&quot;picture_toward&quot;:0,&quot;picture_dockside&quot;:[],&quot;fill_id&quot;:&quot;fbc1d1c81b9c4bca8f09873cfc4ac6db&quot;,&quot;fill_align&quot;:&quot;l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quot;text_align&quot;:&quot;ct&quot;,&quot;text_direction&quot;:&quot;horizontal&quot;,&quot;support_big_font&quot;:false,&quot;picture_toward&quot;:0,&quot;picture_dockside&quot;:[],&quot;fill_id&quot;:&quot;fbc1d1c81b9c4bca8f09873cfc4ac6db&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
  <p:tag name="KSO_WM_CHIP_GROUPID" val="5eda18a25860357932c55e72"/>
  <p:tag name="KSO_WM_CHIP_XID" val="5eda18ef5860357932c55e83"/>
  <p:tag name="KSO_WM_CHIP_DECFILLPROP" val="[]"/>
  <p:tag name="KSO_WM_SLIDE_BK_DARK_LIGHT" val="2"/>
  <p:tag name="KSO_WM_SLIDE_BACKGROUND_TYPE" val="bottomTop"/>
  <p:tag name="KSO_WM_SLIDE_SUPPORT_FEATURE_TYPE" val="0"/>
  <p:tag name="KSO_WM_TEMPLATE_ASSEMBLE_XID" val="637600a50c9383becde15bb6"/>
  <p:tag name="KSO_WM_TEMPLATE_ASSEMBLE_GROUPID" val="637600a50c9383becde15bb6"/>
</p:tagLst>
</file>

<file path=ppt/tags/tag34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35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351.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35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35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356.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358.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35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362.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8_1*i*1"/>
  <p:tag name="KSO_WM_TEMPLATE_CATEGORY" val="custom"/>
  <p:tag name="KSO_WM_TEMPLATE_INDEX" val="20234968"/>
  <p:tag name="KSO_WM_UNIT_LAYERLEVEL" val="1"/>
  <p:tag name="KSO_WM_TAG_VERSION" val="3.0"/>
  <p:tag name="KSO_WM_BEAUTIFY_FLAG" val="#wm#"/>
</p:tagLst>
</file>

<file path=ppt/tags/tag36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8_1*a*1"/>
  <p:tag name="KSO_WM_TEMPLATE_CATEGORY" val="custom"/>
  <p:tag name="KSO_WM_TEMPLATE_INDEX" val="20234968"/>
  <p:tag name="KSO_WM_UNIT_LAYERLEVEL" val="1"/>
  <p:tag name="KSO_WM_TAG_VERSION" val="3.0"/>
  <p:tag name="KSO_WM_BEAUTIFY_FLAG" val="#wm#"/>
  <p:tag name="KSO_WM_UNIT_TEXT_TYPE" val="1"/>
  <p:tag name="KSO_WM_UNIT_PRESET_TEXT" val="单击此处添加标题"/>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custom20234968_1*i*16"/>
  <p:tag name="KSO_WM_TEMPLATE_CATEGORY" val="custom"/>
  <p:tag name="KSO_WM_TEMPLATE_INDEX" val="20234968"/>
  <p:tag name="KSO_WM_UNIT_LAYERLEVEL" val="1"/>
  <p:tag name="KSO_WM_TAG_VERSION" val="3.0"/>
  <p:tag name="KSO_WM_BEAUTIFY_FLAG" val="#wm#"/>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8_1*i*5"/>
  <p:tag name="KSO_WM_TEMPLATE_CATEGORY" val="custom"/>
  <p:tag name="KSO_WM_TEMPLATE_INDEX" val="20234968"/>
  <p:tag name="KSO_WM_UNIT_LAYERLEVEL" val="1"/>
  <p:tag name="KSO_WM_TAG_VERSION" val="3.0"/>
  <p:tag name="KSO_WM_BEAUTIFY_FLAG" val="#wm#"/>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8_1*i*2"/>
  <p:tag name="KSO_WM_TEMPLATE_CATEGORY" val="custom"/>
  <p:tag name="KSO_WM_TEMPLATE_INDEX" val="20234968"/>
  <p:tag name="KSO_WM_UNIT_LAYERLEVEL" val="1"/>
  <p:tag name="KSO_WM_TAG_VERSION" val="3.0"/>
  <p:tag name="KSO_WM_BEAUTIFY_FLAG" val="#wm#"/>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custom20234968_1*i*17"/>
  <p:tag name="KSO_WM_TEMPLATE_CATEGORY" val="custom"/>
  <p:tag name="KSO_WM_TEMPLATE_INDEX" val="20234968"/>
  <p:tag name="KSO_WM_UNIT_LAYERLEVEL" val="1"/>
  <p:tag name="KSO_WM_TAG_VERSION" val="3.0"/>
  <p:tag name="KSO_WM_BEAUTIFY_FLAG" val="#wm#"/>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8_1*i*10"/>
  <p:tag name="KSO_WM_TEMPLATE_CATEGORY" val="custom"/>
  <p:tag name="KSO_WM_TEMPLATE_INDEX" val="20234968"/>
  <p:tag name="KSO_WM_UNIT_LAYERLEVEL" val="1"/>
  <p:tag name="KSO_WM_TAG_VERSION" val="3.0"/>
  <p:tag name="KSO_WM_BEAUTIFY_FLAG" val="#wm#"/>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custom20234968_1*i*11"/>
  <p:tag name="KSO_WM_TEMPLATE_CATEGORY" val="custom"/>
  <p:tag name="KSO_WM_TEMPLATE_INDEX" val="20234968"/>
  <p:tag name="KSO_WM_UNIT_LAYERLEVEL" val="1"/>
  <p:tag name="KSO_WM_TAG_VERSION" val="3.0"/>
  <p:tag name="KSO_WM_BEAUTIFY_FLAG" val="#wm#"/>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custom20234968_1*i*12"/>
  <p:tag name="KSO_WM_TEMPLATE_CATEGORY" val="custom"/>
  <p:tag name="KSO_WM_TEMPLATE_INDEX" val="20234968"/>
  <p:tag name="KSO_WM_UNIT_LAYERLEVEL" val="1"/>
  <p:tag name="KSO_WM_TAG_VERSION" val="3.0"/>
  <p:tag name="KSO_WM_BEAUTIFY_FLAG" val="#wm#"/>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custom20234968_1*i*13"/>
  <p:tag name="KSO_WM_TEMPLATE_CATEGORY" val="custom"/>
  <p:tag name="KSO_WM_TEMPLATE_INDEX" val="20234968"/>
  <p:tag name="KSO_WM_UNIT_LAYERLEVEL" val="1"/>
  <p:tag name="KSO_WM_TAG_VERSION" val="3.0"/>
  <p:tag name="KSO_WM_BEAUTIFY_FLAG" val="#wm#"/>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custom20234968_1*i*14"/>
  <p:tag name="KSO_WM_TEMPLATE_CATEGORY" val="custom"/>
  <p:tag name="KSO_WM_TEMPLATE_INDEX" val="20234968"/>
  <p:tag name="KSO_WM_UNIT_LAYERLEVEL" val="1"/>
  <p:tag name="KSO_WM_TAG_VERSION" val="3.0"/>
  <p:tag name="KSO_WM_BEAUTIFY_FLAG" val="#wm#"/>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custom20234968_1*i*15"/>
  <p:tag name="KSO_WM_TEMPLATE_CATEGORY" val="custom"/>
  <p:tag name="KSO_WM_TEMPLATE_INDEX" val="20234968"/>
  <p:tag name="KSO_WM_UNIT_LAYERLEVEL" val="1"/>
  <p:tag name="KSO_WM_TAG_VERSION" val="3.0"/>
  <p:tag name="KSO_WM_BEAUTIFY_FLAG" val="#wm#"/>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8_1*i*3"/>
  <p:tag name="KSO_WM_TEMPLATE_CATEGORY" val="custom"/>
  <p:tag name="KSO_WM_TEMPLATE_INDEX" val="20234968"/>
  <p:tag name="KSO_WM_UNIT_LAYERLEVEL" val="1"/>
  <p:tag name="KSO_WM_TAG_VERSION" val="3.0"/>
  <p:tag name="KSO_WM_BEAUTIFY_FLAG" val="#wm#"/>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8_1*i*4"/>
  <p:tag name="KSO_WM_TEMPLATE_CATEGORY" val="custom"/>
  <p:tag name="KSO_WM_TEMPLATE_INDEX" val="20234968"/>
  <p:tag name="KSO_WM_UNIT_LAYERLEVEL" val="1"/>
  <p:tag name="KSO_WM_TAG_VERSION" val="3.0"/>
  <p:tag name="KSO_WM_BEAUTIFY_FLAG" val="#wm#"/>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8_1*i*6"/>
  <p:tag name="KSO_WM_TEMPLATE_CATEGORY" val="custom"/>
  <p:tag name="KSO_WM_TEMPLATE_INDEX" val="20234968"/>
  <p:tag name="KSO_WM_UNIT_LAYERLEVEL" val="1"/>
  <p:tag name="KSO_WM_TAG_VERSION" val="3.0"/>
  <p:tag name="KSO_WM_BEAUTIFY_FLAG" val="#wm#"/>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8_1*i*7"/>
  <p:tag name="KSO_WM_TEMPLATE_CATEGORY" val="custom"/>
  <p:tag name="KSO_WM_TEMPLATE_INDEX" val="20234968"/>
  <p:tag name="KSO_WM_UNIT_LAYERLEVEL" val="1"/>
  <p:tag name="KSO_WM_TAG_VERSION" val="3.0"/>
  <p:tag name="KSO_WM_BEAUTIFY_FLAG" val="#wm#"/>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8_1*i*8"/>
  <p:tag name="KSO_WM_TEMPLATE_CATEGORY" val="custom"/>
  <p:tag name="KSO_WM_TEMPLATE_INDEX" val="20234968"/>
  <p:tag name="KSO_WM_UNIT_LAYERLEVEL" val="1"/>
  <p:tag name="KSO_WM_TAG_VERSION" val="3.0"/>
  <p:tag name="KSO_WM_BEAUTIFY_FLAG" val="#wm#"/>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8_1*i*9"/>
  <p:tag name="KSO_WM_TEMPLATE_CATEGORY" val="custom"/>
  <p:tag name="KSO_WM_TEMPLATE_INDEX" val="20234968"/>
  <p:tag name="KSO_WM_UNIT_LAYERLEVEL" val="1"/>
  <p:tag name="KSO_WM_TAG_VERSION" val="3.0"/>
  <p:tag name="KSO_WM_BEAUTIFY_FLAG" val="#wm#"/>
</p:tagLst>
</file>

<file path=ppt/tags/tag38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8_1*f*1"/>
  <p:tag name="KSO_WM_TEMPLATE_CATEGORY" val="custom"/>
  <p:tag name="KSO_WM_TEMPLATE_INDEX" val="20234968"/>
  <p:tag name="KSO_WM_UNIT_LAYERLEVEL" val="1"/>
  <p:tag name="KSO_WM_TAG_VERSION" val="3.0"/>
  <p:tag name="KSO_WM_BEAUTIFY_FLAG" val="#wm#"/>
  <p:tag name="KSO_WM_UNIT_VALUE" val="360"/>
  <p:tag name="KSO_WM_UNIT_TEXT_TYPE" val="1"/>
  <p:tag name="KSO_WM_UNIT_PRESET_TEXT" val="单击添加文本具体内容，简明扼要地阐述您的观点。根据需要可酌情增减文字，以便观者准确地理解您传达的思想。单击添加文本具体内容，简明扼要地阐述您的观点。根据需要可酌情增减文字，以便观者准确地理解您传达的思想。单击添加文本具体内容，简明扼要地阐述您的观点。根据需要可酌情增减文字，以便观者准确地理解您传达的思想。单击添加文本具体内容，简明扼要地阐述您的观点。单击添加文本具体内容，简明扼要地阐述您的观点。根据需要可酌情增减文字，以便观者准确地理解您传达的思想。"/>
</p:tagLst>
</file>

<file path=ppt/tags/tag382.xml><?xml version="1.0" encoding="utf-8"?>
<p:tagLst xmlns:p="http://schemas.openxmlformats.org/presentationml/2006/main">
  <p:tag name="KSO_WM_SLIDE_ID" val="custom2023496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4968"/>
  <p:tag name="KSO_WM_SLIDE_TYPE" val="text"/>
  <p:tag name="KSO_WM_SLIDE_SUBTYPE" val="picTxt"/>
  <p:tag name="KSO_WM_SLIDE_SIZE" val="860*468"/>
  <p:tag name="KSO_WM_SLIDE_POSITION" val="52*28"/>
  <p:tag name="KSO_WM_SLIDE_LAYOUT" val="a_f"/>
  <p:tag name="KSO_WM_SLIDE_LAYOUT_CNT" val="1_1"/>
  <p:tag name="KSO_WM_SPECIAL_SOURCE" val="bdnull"/>
</p:tagLst>
</file>

<file path=ppt/tags/tag383.xml><?xml version="1.0" encoding="utf-8"?>
<p:tagLst xmlns:p="http://schemas.openxmlformats.org/presentationml/2006/main">
  <p:tag name="KSO_WM_UNIT_PICTURE_SUBTYPE" val="b"/>
  <p:tag name="KSO_WM_UNIT_VALUE" val="1518*1385"/>
  <p:tag name="KSO_WM_UNIT_HIGHLIGHT" val="0"/>
  <p:tag name="KSO_WM_UNIT_COMPATIBLE" val="0"/>
  <p:tag name="KSO_WM_UNIT_DIAGRAM_ISNUMVISUAL" val="0"/>
  <p:tag name="KSO_WM_UNIT_DIAGRAM_ISREFERUNIT" val="0"/>
  <p:tag name="KSO_WM_UNIT_TYPE" val="d"/>
  <p:tag name="KSO_WM_UNIT_INDEX" val="1"/>
  <p:tag name="KSO_WM_UNIT_ID" val="custom20235215_1*d*1"/>
  <p:tag name="KSO_WM_TEMPLATE_CATEGORY" val="custom"/>
  <p:tag name="KSO_WM_TEMPLATE_INDEX" val="20235215"/>
  <p:tag name="KSO_WM_UNIT_LAYERLEVEL" val="1"/>
  <p:tag name="KSO_WM_TAG_VERSION" val="3.0"/>
  <p:tag name="KSO_WM_BEAUTIFY_FLAG" val="#wm#"/>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215_1*i*1"/>
  <p:tag name="KSO_WM_TEMPLATE_CATEGORY" val="custom"/>
  <p:tag name="KSO_WM_TEMPLATE_INDEX" val="20235215"/>
  <p:tag name="KSO_WM_UNIT_LAYERLEVEL" val="1"/>
  <p:tag name="KSO_WM_TAG_VERSION" val="3.0"/>
  <p:tag name="KSO_WM_BEAUTIFY_FLAG" val="#wm#"/>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215_1*i*2"/>
  <p:tag name="KSO_WM_TEMPLATE_CATEGORY" val="custom"/>
  <p:tag name="KSO_WM_TEMPLATE_INDEX" val="20235215"/>
  <p:tag name="KSO_WM_UNIT_LAYERLEVEL" val="1"/>
  <p:tag name="KSO_WM_TAG_VERSION" val="3.0"/>
  <p:tag name="KSO_WM_BEAUTIFY_FLAG" val="#wm#"/>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215_1*i*3"/>
  <p:tag name="KSO_WM_TEMPLATE_CATEGORY" val="custom"/>
  <p:tag name="KSO_WM_TEMPLATE_INDEX" val="20235215"/>
  <p:tag name="KSO_WM_UNIT_LAYERLEVEL" val="1"/>
  <p:tag name="KSO_WM_TAG_VERSION" val="3.0"/>
  <p:tag name="KSO_WM_BEAUTIFY_FLAG" val="#wm#"/>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5_1*a*1"/>
  <p:tag name="KSO_WM_TEMPLATE_CATEGORY" val="custom"/>
  <p:tag name="KSO_WM_TEMPLATE_INDEX" val="20235215"/>
  <p:tag name="KSO_WM_UNIT_LAYERLEVEL" val="1"/>
  <p:tag name="KSO_WM_TAG_VERSION" val="3.0"/>
  <p:tag name="KSO_WM_BEAUTIFY_FLAG" val="#wm#"/>
  <p:tag name="KSO_WM_UNIT_ISCONTENTSTITLE" val="0"/>
  <p:tag name="KSO_WM_UNIT_ISNUMDGMTITLE" val="0"/>
  <p:tag name="KSO_WM_UNIT_NOCLEAR" val="0"/>
  <p:tag name="KSO_WM_UNIT_VALUE" val="16"/>
  <p:tag name="KSO_WM_UNIT_TYPE" val="a"/>
  <p:tag name="KSO_WM_UNIT_INDEX" val="1"/>
  <p:tag name="KSO_WM_UNIT_PRESET_TEXT" val="单击此处&#10;添加你的标题"/>
  <p:tag name="KSO_WM_UNIT_TEXT_TYPE" val="1"/>
</p:tagLst>
</file>

<file path=ppt/tags/tag38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4"/>
  <p:tag name="KSO_WM_UNIT_ID" val="custom20235215_1*i*4"/>
  <p:tag name="KSO_WM_TEMPLATE_CATEGORY" val="custom"/>
  <p:tag name="KSO_WM_TEMPLATE_INDEX" val="20235215"/>
  <p:tag name="KSO_WM_UNIT_LAYERLEVEL" val="1"/>
  <p:tag name="KSO_WM_TAG_VERSION" val="3.0"/>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5_1*i*5"/>
  <p:tag name="KSO_WM_TEMPLATE_CATEGORY" val="custom"/>
  <p:tag name="KSO_WM_TEMPLATE_INDEX" val="20235215"/>
  <p:tag name="KSO_WM_UNIT_LAYERLEVEL" val="1"/>
  <p:tag name="KSO_WM_TAG_VERSION" val="3.0"/>
  <p:tag name="KSO_WM_BEAUTIFY_FLAG" val="#wm#"/>
  <p:tag name="KSO_WM_UNIT_TYPE" val="i"/>
  <p:tag name="KSO_WM_UNIT_INDEX" val="5"/>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5_1*f*1"/>
  <p:tag name="KSO_WM_TEMPLATE_CATEGORY" val="custom"/>
  <p:tag name="KSO_WM_TEMPLATE_INDEX" val="20235215"/>
  <p:tag name="KSO_WM_UNIT_LAYERLEVEL" val="1"/>
  <p:tag name="KSO_WM_TAG_VERSION" val="3.0"/>
  <p:tag name="KSO_WM_BEAUTIFY_FLAG" val="#wm#"/>
  <p:tag name="KSO_WM_UNIT_SUBTYPE" val="a"/>
  <p:tag name="KSO_WM_UNIT_TEXT_LAYER_COUNT" val="1"/>
  <p:tag name="KSO_WM_UNIT_NOCLEAR" val="0"/>
  <p:tag name="KSO_WM_UNIT_VALUE" val="42"/>
  <p:tag name="KSO_WM_UNIT_TYPE" val="f"/>
  <p:tag name="KSO_WM_UNIT_INDEX" val="1"/>
  <p:tag name="KSO_WM_UNIT_PRESET_TEXT" val="PPT不仅是信息的载体，更是创意与灵感的火花碰撞，是一场视觉盛宴。"/>
  <p:tag name="KSO_WM_UNIT_TEXT_TYPE" val="1"/>
</p:tagLst>
</file>

<file path=ppt/tags/tag391.xml><?xml version="1.0" encoding="utf-8"?>
<p:tagLst xmlns:p="http://schemas.openxmlformats.org/presentationml/2006/main">
  <p:tag name="KSO_WM_BEAUTIFY_FLAG" val="#wm#"/>
  <p:tag name="KSO_WM_TEMPLATE_CATEGORY" val="custom"/>
  <p:tag name="KSO_WM_TEMPLATE_INDEX" val="20235215"/>
  <p:tag name="RESOURCE_RECORD_KEY" val="{&quot;10&quot;:[21565021,4122201,20210566,50016350],&quot;65&quot;:[3]}"/>
  <p:tag name="KSO_WM_SLIDE_ID" val="custom20235215_1"/>
  <p:tag name="KSO_WM_TEMPLATE_SUBCATEGORY" val="0"/>
  <p:tag name="KSO_WM_TEMPLATE_MASTER_TYPE" val="0"/>
  <p:tag name="KSO_WM_TEMPLATE_COLOR_TYPE" val="0"/>
  <p:tag name="KSO_WM_SLIDE_ITEM_CNT" val="0"/>
  <p:tag name="KSO_WM_SLIDE_INDEX" val="1"/>
  <p:tag name="KSO_WM_TAG_VERSION" val="3.0"/>
  <p:tag name="KSO_WM_SLIDE_LAYOUT" val="a_d_f"/>
  <p:tag name="KSO_WM_SLIDE_LAYOUT_CNT" val="1_1_1"/>
  <p:tag name="KSO_WM_SLIDE_TYPE" val="text"/>
  <p:tag name="KSO_WM_SLIDE_SUBTYPE" val="picTxt"/>
  <p:tag name="KSO_WM_SLIDE_SIZE" val="850*430"/>
  <p:tag name="KSO_WM_SLIDE_POSITION" val="54*54"/>
</p:tagLst>
</file>

<file path=ppt/tags/tag39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39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396.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39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40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401.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3*a*1"/>
  <p:tag name="KSO_WM_TEMPLATE_CATEGORY" val="diagram"/>
  <p:tag name="KSO_WM_TEMPLATE_INDEX" val="20235142"/>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946_1*l_h_i*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08.7,&quot;left&quot;:39.8369936964414,&quot;top&quot;:101.15,&quot;width&quot;:887.1130063035586}"/>
  <p:tag name="KSO_WM_DIAGRAM_COLOR_MATCH_VALUE" val="{&quot;shape&quot;:{&quot;fill&quot;:{&quot;solid&quot;:{&quot;brightness&quot;:0.6000000238418579,&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2946_1*l_h_i*1_1_2"/>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08.7,&quot;left&quot;:39.8369936964414,&quot;top&quot;:101.15,&quot;width&quot;:887.1130063035586}"/>
  <p:tag name="KSO_WM_DIAGRAM_COLOR_MATCH_VALUE" val="{&quot;shape&quot;:{&quot;fill&quot;:{&quot;gradient&quot;:[{&quot;brightness&quot;:0,&quot;colorType&quot;:1,&quot;foreColorIndex&quot;:6,&quot;pos&quot;:0.07000000029802322,&quot;transparency&quot;:0},{&quot;brightness&quot;:0,&quot;colorType&quot;:1,&quot;foreColorIndex&quot;:6,&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2946_1*l_h_i*1_2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08.7,&quot;left&quot;:39.8369936964414,&quot;top&quot;:101.15,&quot;width&quot;:887.1130063035586}"/>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brightness&quot;:-0.25,&quot;colorType&quot;:1,&quot;foreColorIndex&quot;:5,&quot;transparency&quot;:0.9300000071525574},&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40492946_1*l_h_i*1_2_2"/>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08.7,&quot;left&quot;:39.8369936964414,&quot;top&quot;:101.15,&quot;width&quot;:887.1130063035586}"/>
  <p:tag name="KSO_WM_DIAGRAM_COLOR_MATCH_VALUE" val="{&quot;shape&quot;:{&quot;fill&quot;:{&quot;gradient&quot;:[{&quot;brightness&quot;:0,&quot;colorType&quot;:1,&quot;foreColorIndex&quot;:5,&quot;pos&quot;:0.07000000029802322,&quot;transparency&quot;:0},{&quot;brightness&quot;:0,&quot;colorType&quot;:1,&quot;foreColorIndex&quot;:5,&quot;pos&quot;:1,&quot;transparency&quot;:0.400000005960464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07.xml><?xml version="1.0" encoding="utf-8"?>
<p:tagLst xmlns:p="http://schemas.openxmlformats.org/presentationml/2006/main">
  <p:tag name="KSO_WM_UNIT_VALUE" val="100*100"/>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40492946_1*l_h_x*1_2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08.7,&quot;left&quot;:39.8369936964414,&quot;top&quot;:101.15,&quot;width&quot;:887.113006303558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331"/>
  <p:tag name="KSO_WM_DIAGRAM_USE_COLOR_VALUE" val="{&quot;color_scheme&quot;:1,&quot;color_type&quot;:1,&quot;theme_color_indexes&quot;:[5,6,5,6,5,6]}"/>
</p:tagLst>
</file>

<file path=ppt/tags/tag408.xml><?xml version="1.0" encoding="utf-8"?>
<p:tagLst xmlns:p="http://schemas.openxmlformats.org/presentationml/2006/main">
  <p:tag name="KSO_WM_UNIT_VALUE" val="100*10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40492946_1*l_h_x*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2"/>
  <p:tag name="KSO_WM_DIAGRAM_MIN_ITEMCNT" val="2"/>
  <p:tag name="KSO_WM_DIAGRAM_VIRTUALLY_FRAME" val="{&quot;height&quot;:408.7,&quot;left&quot;:39.8369936964414,&quot;top&quot;:101.15,&quot;width&quot;:887.113006303558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329"/>
  <p:tag name="KSO_WM_DIAGRAM_USE_COLOR_VALUE" val="{&quot;color_scheme&quot;:1,&quot;color_type&quot;:1,&quot;theme_color_indexes&quot;:[5,6,5,6,5,6]}"/>
</p:tagLst>
</file>

<file path=ppt/tags/tag409.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946_1*l_h_f*1_1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UNIT_VALUE" val="56"/>
  <p:tag name="KSO_WM_UNIT_PRESET_TEXT" val="单击此处添加文本，简明扼要地阐述您的观点。根据需要可酌情增减文字，以便观者准确地理解您传达的思想"/>
  <p:tag name="KSO_WM_UNIT_TEXT_TYPE" val="1"/>
  <p:tag name="KSO_WM_DIAGRAM_MAX_ITEMCNT" val="2"/>
  <p:tag name="KSO_WM_DIAGRAM_MIN_ITEMCNT" val="2"/>
  <p:tag name="KSO_WM_DIAGRAM_VIRTUALLY_FRAME" val="{&quot;height&quot;:408.7,&quot;left&quot;:39.8369936964414,&quot;top&quot;:101.15,&quot;width&quot;:887.113006303558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10.xml><?xml version="1.0" encoding="utf-8"?>
<p:tagLst xmlns:p="http://schemas.openxmlformats.org/presentationml/2006/mai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946_1*l_h_f*1_2_1"/>
  <p:tag name="KSO_WM_TEMPLATE_CATEGORY" val="diagram"/>
  <p:tag name="KSO_WM_TEMPLATE_INDEX" val="40492946"/>
  <p:tag name="KSO_WM_UNIT_LAYERLEVEL" val="1_1_1"/>
  <p:tag name="KSO_WM_TAG_VERSION" val="3.0"/>
  <p:tag name="KSO_WM_BEAUTIFY_FLAG" val="#wm#"/>
  <p:tag name="KSO_WM_DIAGRAM_VERSION" val="3"/>
  <p:tag name="KSO_WM_DIAGRAM_COLOR_TRICK" val="2"/>
  <p:tag name="KSO_WM_DIAGRAM_COLOR_TEXT_CAN_REMOVE" val="n"/>
  <p:tag name="KSO_WM_UNIT_VALUE" val="56"/>
  <p:tag name="KSO_WM_UNIT_PRESET_TEXT" val="单击此处添加文本具体内容，简明扼要地阐述您的观点。根据需要可酌情增减文字，以便观者准确地理解您传达的思想"/>
  <p:tag name="KSO_WM_UNIT_TEXT_TYPE" val="1"/>
  <p:tag name="KSO_WM_DIAGRAM_MAX_ITEMCNT" val="2"/>
  <p:tag name="KSO_WM_DIAGRAM_MIN_ITEMCNT" val="2"/>
  <p:tag name="KSO_WM_DIAGRAM_VIRTUALLY_FRAME" val="{&quot;height&quot;:408.7,&quot;left&quot;:39.8369936964414,&quot;top&quot;:101.15,&quot;width&quot;:887.113006303558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411.xml><?xml version="1.0" encoding="utf-8"?>
<p:tagLst xmlns:p="http://schemas.openxmlformats.org/presentationml/2006/main">
  <p:tag name="KSO_WM_SLIDE_ID" val="diagram2023514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42"/>
  <p:tag name="KSO_WM_SLIDE_TYPE" val="text"/>
  <p:tag name="KSO_WM_SLIDE_SUBTYPE" val="diag"/>
  <p:tag name="KSO_WM_SLIDE_SIZE" val="860.25*373.2"/>
  <p:tag name="KSO_WM_SLIDE_POSITION" val="50.9*118.55"/>
  <p:tag name="KSO_WM_DIAGRAM_GROUP_CODE" val="l1-1"/>
  <p:tag name="KSO_WM_SLIDE_DIAGTYPE" val="l"/>
  <p:tag name="KSO_WM_SLIDE_LAYOUT" val="a_l"/>
  <p:tag name="KSO_WM_SLIDE_LAYOUT_CNT" val="1_1"/>
  <p:tag name="resource_record_key" val="{&quot;65&quot;:[20235919],&quot;70&quot;:[3405959,3428599]}"/>
</p:tagLst>
</file>

<file path=ppt/tags/tag41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41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416.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41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41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2*l_h_f*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445.8499911061419,&quot;left&quot;:21.5,&quot;top&quot;:94.15000889385806,&quot;width&quot;:883.7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6_2*l_h_i*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5.8499911061419,&quot;left&quot;:21.5,&quot;top&quot;:94.15000889385806,&quot;width&quot;:883.7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42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2*l_h_f*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445.8499911061419,&quot;left&quot;:21.5,&quot;top&quot;:94.15000889385806,&quot;width&quot;:883.7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USESOURCEFORMAT_APPLY" val="1"/>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6_2*l_h_i*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5.8499911061419,&quot;left&quot;:21.5,&quot;top&quot;:94.15000889385806,&quot;width&quot;:883.7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422.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424.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42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428.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42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43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433.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43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43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438.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43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985_1*l_h_i*1_2_1"/>
  <p:tag name="KSO_WM_TEMPLATE_CATEGORY" val="diagram"/>
  <p:tag name="KSO_WM_TEMPLATE_INDEX" val="20231985"/>
  <p:tag name="KSO_WM_UNIT_LAYERLEVEL" val="1_1_1"/>
  <p:tag name="KSO_WM_TAG_VERSION" val="3.0"/>
  <p:tag name="KSO_WM_DIAGRAM_VERSION" val="3"/>
  <p:tag name="KSO_WM_DIAGRAM_COLOR_TEXT_CAN_REMOVE" val="n"/>
  <p:tag name="KSO_WM_DIAGRAM_MAX_ITEMCNT" val="2"/>
  <p:tag name="KSO_WM_DIAGRAM_MIN_ITEMCNT" val="2"/>
  <p:tag name="KSO_WM_DIAGRAM_VIRTUALLY_FRAME" val="{&quot;height&quot;:421.9499911061419,&quot;left&quot;:48.9722047244094,&quot;top&quot;:103.85000889385806,&quot;width&quot;:869.9777952755907}"/>
  <p:tag name="KSO_WM_DIAGRAM_COLOR_MATCH_VALUE" val="{&quot;shape&quot;:{&quot;fill&quot;:{&quot;solid&quot;:{&quot;brightness&quot;:0,&quot;colorType&quot;:2,&quot;rgb&quot;:&quot;#ffffff&quot;,&quot;transparency&quot;:0.8500000238418579},&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FILL_FORE_SCHEMECOLOR_INDEX" val="2"/>
  <p:tag name="KSO_WM_UNIT_FILL_FORE_SCHEMECOLOR_INDEX_BRIGHTNESS" val="0.6"/>
  <p:tag name="KSO_WM_BEAUTIFY_FLAG" val="#wm#"/>
  <p:tag name="KSO_WM_UNIT_LINE_FORE_SCHEMECOLOR_INDEX" val="5"/>
  <p:tag name="KSO_WM_DIAGRAM_USE_COLOR_VALUE" val="{&quot;color_scheme&quot;:1,&quot;color_type&quot;:1,&quot;theme_color_indexes&quot;:[5,6,5,6,5,6]}"/>
</p:tagLst>
</file>

<file path=ppt/tags/tag441.xml><?xml version="1.0" encoding="utf-8"?>
<p:tagLst xmlns:p="http://schemas.openxmlformats.org/presentationml/2006/main">
  <p:tag name="KSO_WM_UNIT_BLOCK" val="0"/>
  <p:tag name="KSO_WM_UNIT_DEC_AREA_ID" val="c37347cbc0a24348939d931e37367649"/>
  <p:tag name="KSO_WM_UNIT_DEFAULT_FONT" val="12;18;2"/>
  <p:tag name="KSO_WM_UNIT_SUBTYPE" val="a"/>
  <p:tag name="KSO_WM_UNIT_NOCLEAR" val="0"/>
  <p:tag name="KSO_WM_UNIT_VALUE" val="4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85_1*l_h_f*1_2_1"/>
  <p:tag name="KSO_WM_TEMPLATE_CATEGORY" val="diagram"/>
  <p:tag name="KSO_WM_TEMPLATE_INDEX" val="20231985"/>
  <p:tag name="KSO_WM_UNIT_LAYERLEVEL" val="1_1_1"/>
  <p:tag name="KSO_WM_TAG_VERSION" val="3.0"/>
  <p:tag name="KSO_WM_DIAGRAM_VERSION" val="3"/>
  <p:tag name="KSO_WM_DIAGRAM_COLOR_TEXT_CAN_REMOVE" val="n"/>
  <p:tag name="KSO_WM_DIAGRAM_MAX_ITEMCNT" val="2"/>
  <p:tag name="KSO_WM_DIAGRAM_MIN_ITEMCNT" val="2"/>
  <p:tag name="KSO_WM_DIAGRAM_VIRTUALLY_FRAME" val="{&quot;height&quot;:421.9499911061419,&quot;left&quot;:48.9722047244094,&quot;top&quot;:103.85000889385806,&quot;width&quot;:869.977795275590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TEXT_TYPE" val="1"/>
  <p:tag name="KSO_WM_UNIT_TEXT_LAYER_COUNT" val="1"/>
  <p:tag name="KSO_WM_BEAUTIFY_FLAG" val="#wm#"/>
  <p:tag name="KSO_WM_UNIT_PRESET_TEXT" val="单击此处输入智能图形单击此处输入智能图形单击此处输入智能图形单击此处输入智能图形单击此处输入智能图形"/>
  <p:tag name="KSO_WM_UNIT_TEXT_FILL_FORE_SCHEMECOLOR_INDEX" val="1"/>
  <p:tag name="KSO_WM_UNIT_TEXT_FILL_TYPE" val="1"/>
  <p:tag name="KSO_WM_DIAGRAM_USE_COLOR_VALUE" val="{&quot;color_scheme&quot;:1,&quot;color_type&quot;:1,&quot;theme_color_indexes&quot;:[5,6,5,6,5,6]}"/>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985_1*l_h_i*1_1_1"/>
  <p:tag name="KSO_WM_TEMPLATE_CATEGORY" val="diagram"/>
  <p:tag name="KSO_WM_TEMPLATE_INDEX" val="20231985"/>
  <p:tag name="KSO_WM_UNIT_LAYERLEVEL" val="1_1_1"/>
  <p:tag name="KSO_WM_TAG_VERSION" val="3.0"/>
  <p:tag name="KSO_WM_DIAGRAM_VERSION" val="3"/>
  <p:tag name="KSO_WM_DIAGRAM_COLOR_TEXT_CAN_REMOVE" val="n"/>
  <p:tag name="KSO_WM_DIAGRAM_MAX_ITEMCNT" val="2"/>
  <p:tag name="KSO_WM_DIAGRAM_MIN_ITEMCNT" val="2"/>
  <p:tag name="KSO_WM_DIAGRAM_VIRTUALLY_FRAME" val="{&quot;height&quot;:421.9499911061419,&quot;left&quot;:48.9722047244094,&quot;top&quot;:103.85000889385806,&quot;width&quot;:869.9777952755907}"/>
  <p:tag name="KSO_WM_DIAGRAM_COLOR_MATCH_VALUE" val="{&quot;shape&quot;:{&quot;fill&quot;:{&quot;gradient&quot;:[{&quot;brightness&quot;:0,&quot;colorType&quot;:1,&quot;foreColorIndex&quot;:5,&quot;pos&quot;:0,&quot;transparency&quot;:0},{&quot;brightness&quot;:0,&quot;colorType&quot;:1,&quot;foreColorIndex&quot;:5,&quot;pos&quot;:0.5,&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BEAUTIFY_FLAG" val="#wm#"/>
  <p:tag name="KSO_WM_UNIT_FILL_TYPE" val="3"/>
  <p:tag name="KSO_WM_DIAGRAM_USE_COLOR_VALUE" val="{&quot;color_scheme&quot;:1,&quot;color_type&quot;:1,&quot;theme_color_indexes&quot;:[5,6,5,6,5,6]}"/>
</p:tagLst>
</file>

<file path=ppt/tags/tag443.xml><?xml version="1.0" encoding="utf-8"?>
<p:tagLst xmlns:p="http://schemas.openxmlformats.org/presentationml/2006/main">
  <p:tag name="KSO_WM_UNIT_BLOCK" val="0"/>
  <p:tag name="KSO_WM_UNIT_DEC_AREA_ID" val="c37347cbc0a24348939d931e37367649"/>
  <p:tag name="KSO_WM_UNIT_DEFAULT_FONT" val="12;18;2"/>
  <p:tag name="KSO_WM_UNIT_SUBTYPE" val="a"/>
  <p:tag name="KSO_WM_UNIT_NOCLEAR" val="0"/>
  <p:tag name="KSO_WM_UNIT_VALUE" val="4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85_1*l_h_f*1_1_1"/>
  <p:tag name="KSO_WM_TEMPLATE_CATEGORY" val="diagram"/>
  <p:tag name="KSO_WM_TEMPLATE_INDEX" val="20231985"/>
  <p:tag name="KSO_WM_UNIT_LAYERLEVEL" val="1_1_1"/>
  <p:tag name="KSO_WM_TAG_VERSION" val="3.0"/>
  <p:tag name="KSO_WM_DIAGRAM_VERSION" val="3"/>
  <p:tag name="KSO_WM_DIAGRAM_COLOR_TEXT_CAN_REMOVE" val="n"/>
  <p:tag name="KSO_WM_DIAGRAM_MAX_ITEMCNT" val="2"/>
  <p:tag name="KSO_WM_DIAGRAM_MIN_ITEMCNT" val="2"/>
  <p:tag name="KSO_WM_DIAGRAM_VIRTUALLY_FRAME" val="{&quot;height&quot;:421.9499911061419,&quot;left&quot;:48.9722047244094,&quot;top&quot;:103.85000889385806,&quot;width&quot;:869.977795275590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TEXT_TYPE" val="1"/>
  <p:tag name="KSO_WM_UNIT_TEXT_LAYER_COUNT" val="1"/>
  <p:tag name="KSO_WM_BEAUTIFY_FLAG" val="#wm#"/>
  <p:tag name="KSO_WM_UNIT_PRESET_TEXT" val="单击此处输入智能图形单击此处输入智能图形单击此处输入智能图形单击此处输入智能图形单击此处输入智能图形"/>
  <p:tag name="KSO_WM_UNIT_TEXT_FILL_FORE_SCHEMECOLOR_INDEX" val="1"/>
  <p:tag name="KSO_WM_UNIT_TEXT_FILL_TYPE" val="1"/>
  <p:tag name="KSO_WM_DIAGRAM_USE_COLOR_VALUE" val="{&quot;color_scheme&quot;:1,&quot;color_type&quot;:1,&quot;theme_color_indexes&quot;:[5,6,5,6,5,6]}"/>
</p:tagLst>
</file>

<file path=ppt/tags/tag444.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 name="resource_record_key" val="{&quot;65&quot;:[20235919],&quot;70&quot;:[3321538]}"/>
</p:tagLst>
</file>

<file path=ppt/tags/tag44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61_1*l_h_i*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gradient&quot;:[{&quot;brightness&quot;:0.4000000059604645,&quot;colorType&quot;:1,&quot;foreColorIndex&quot;:5,&quot;pos&quot;:0,&quot;transparency&quot;:0.23999999463558197},{&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44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161_1*l_h_f*1_1_1"/>
  <p:tag name="KSO_WM_TEMPLATE_CATEGORY" val="diagram"/>
  <p:tag name="KSO_WM_TEMPLATE_INDEX" val="20235161"/>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161_1*l_h_i*1_2_2"/>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LINE_FORE_SCHEMECOLOR_INDEX" val="6"/>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type&quot;:0},&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44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161_1*l_h_f*1_2_1"/>
  <p:tag name="KSO_WM_TEMPLATE_CATEGORY" val="diagram"/>
  <p:tag name="KSO_WM_TEMPLATE_INDEX" val="20235161"/>
  <p:tag name="KSO_WM_UNIT_LAYERLEVEL" val="1_1_1"/>
  <p:tag name="KSO_WM_TAG_VERSION" val="3.0"/>
  <p:tag name="KSO_WM_UNIT_TEXT_FILL_FORE_SCHEMECOLOR_INDEX_BRIGHTNESS" val="0.15"/>
  <p:tag name="KSO_WM_DIAGRAM_GROUP_CODE" val="l1-1"/>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61_1*l_h_i*1_2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gradient&quot;:[{&quot;brightness&quot;:0.4000000059604645,&quot;colorType&quot;:1,&quot;foreColorIndex&quot;:5,&quot;pos&quot;:0,&quot;transparency&quot;:0.23999999463558197},{&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1"/>
</p:tagLst>
</file>

<file path=ppt/tags/tag451.xml><?xml version="1.0" encoding="utf-8"?>
<p:tagLst xmlns:p="http://schemas.openxmlformats.org/presentationml/2006/main">
  <p:tag name="KSO_WM_UNIT_VALUE" val="88*88"/>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5161_1*l_h_x*1_1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52.xml><?xml version="1.0" encoding="utf-8"?>
<p:tagLst xmlns:p="http://schemas.openxmlformats.org/presentationml/2006/main">
  <p:tag name="KSO_WM_UNIT_VALUE" val="87*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5161_1*l_h_x*1_2_1"/>
  <p:tag name="KSO_WM_TEMPLATE_CATEGORY" val="diagram"/>
  <p:tag name="KSO_WM_TEMPLATE_INDEX" val="2023516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4"/>
  <p:tag name="KSO_WM_DIAGRAM_MIN_ITEMCNT" val="2"/>
  <p:tag name="KSO_WM_DIAGRAM_VIRTUALLY_FRAME" val="{&quot;height&quot;:388.9542539267721,&quot;left&quot;:54.8,&quot;top&quot;:112.72287303661396,&quot;width&quot;:861.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53.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45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45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458.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45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46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463.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46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46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468.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469.xml><?xml version="1.0" encoding="utf-8"?>
<p:tagLst xmlns:p="http://schemas.openxmlformats.org/presentationml/2006/main">
  <p:tag name="KSO_WM_UNIT_COLOR_SCHEME_SHAPE_ID" val="5"/>
  <p:tag name="KSO_WM_UNIT_FOIL_COLOR" val="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8_1*i*1"/>
  <p:tag name="KSO_WM_TEMPLATE_CATEGORY" val="custom"/>
  <p:tag name="KSO_WM_TEMPLATE_INDEX" val="20235638"/>
  <p:tag name="KSO_WM_UNIT_LAYERLEVEL" val="1"/>
  <p:tag name="KSO_WM_TAG_VERSION" val="3.0"/>
  <p:tag name="KSO_WM_BEAUTIFY_FLAG" val="#wm#"/>
  <p:tag name="KSO_WM_UNIT_BLOCK" val="0"/>
  <p:tag name="KSO_WM_UNIT_SM_LIMIT_TYPE" val="2"/>
  <p:tag name="KSO_WM_UNIT_DEC_AREA_ID" val="2fa145bd3ce240cdac5a3fce36474b9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eedbec2fa6683b8872baabf"/>
  <p:tag name="KSO_WM_CHIP_XID" val="5eedbec2fa6683b8872baac0"/>
  <p:tag name="KSO_WM_UNIT_FILL_FORE_SCHEMECOLOR_INDEX_BRIGHTNESS" val="0"/>
  <p:tag name="KSO_WM_UNIT_FILL_FORE_SCHEMECOLOR_INDEX" val="16"/>
  <p:tag name="KSO_WM_UNIT_FILL_TYPE" val="1"/>
  <p:tag name="KSO_WM_UNIT_VALUE" val="833"/>
  <p:tag name="KSO_WM_TEMPLATE_ASSEMBLE_XID" val="60656f514054ed1e2fb807bb"/>
  <p:tag name="KSO_WM_TEMPLATE_ASSEMBLE_GROUPID" val="60656f514054ed1e2fb807bb"/>
</p:tagLst>
</file>

<file path=ppt/tags/tag470.xml><?xml version="1.0" encoding="utf-8"?>
<p:tagLst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custom20235638_1*i*2"/>
  <p:tag name="KSO_WM_TEMPLATE_CATEGORY" val="custom"/>
  <p:tag name="KSO_WM_TEMPLATE_INDEX" val="20235638"/>
  <p:tag name="KSO_WM_UNIT_LAYERLEVEL" val="1"/>
  <p:tag name="KSO_WM_TAG_VERSION" val="3.0"/>
  <p:tag name="KSO_WM_BEAUTIFY_FLAG" val="#wm#"/>
  <p:tag name="KSO_WM_UNIT_BLOCK" val="0"/>
  <p:tag name="KSO_WM_UNIT_SM_LIMIT_TYPE" val="3"/>
  <p:tag name="KSO_WM_UNIT_DEC_AREA_ID" val="d7d48ecdf2834254b3430afcf23f6955"/>
  <p:tag name="KSO_WM_UNIT_DECORATE_INFO" val="{&quot;DecorateInfoH&quot;:{&quot;IsAbs&quot;:true},&quot;DecorateInfoW&quot;:{&quot;IsAbs&quot;:false},&quot;DecorateInfoX&quot;:{&quot;IsAbs&quot;:true,&quot;Pos&quot;:2},&quot;DecorateInfoY&quot;:{&quot;IsAbs&quot;:true,&quot;Pos&quot;:1},&quot;ReferentInfo&quot;:{&quot;Id&quot;:&quot;320a74f8add64b71a2b7da13709a2786&quot;,&quot;X&quot;:{&quot;Pos&quot;:0},&quot;Y&quot;:{&quot;Pos&quot;:1}},&quot;whChangeMode&quot;:0}"/>
  <p:tag name="KSO_WM_CHIP_GROUPID" val="5eedbec2fa6683b8872baabf"/>
  <p:tag name="KSO_WM_CHIP_XID" val="5eedbec2fa6683b8872baac0"/>
  <p:tag name="KSO_WM_UNIT_LINE_FORE_SCHEMECOLOR_INDEX_BRIGHTNESS" val="-0.15"/>
  <p:tag name="KSO_WM_UNIT_LINE_FORE_SCHEMECOLOR_INDEX" val="14"/>
  <p:tag name="KSO_WM_UNIT_LINE_FILL_TYPE" val="2"/>
  <p:tag name="KSO_WM_TEMPLATE_ASSEMBLE_XID" val="60656f514054ed1e2fb807bb"/>
  <p:tag name="KSO_WM_TEMPLATE_ASSEMBLE_GROUPID" val="60656f514054ed1e2fb807bb"/>
</p:tagLst>
</file>

<file path=ppt/tags/tag471.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5"/>
  <p:tag name="KSO_WM_UNIT_ID" val="custom20235638_1*i*5"/>
  <p:tag name="KSO_WM_TEMPLATE_CATEGORY" val="custom"/>
  <p:tag name="KSO_WM_TEMPLATE_INDEX" val="20235638"/>
  <p:tag name="KSO_WM_UNIT_LAYERLEVEL" val="1"/>
  <p:tag name="KSO_WM_TAG_VERSION" val="3.0"/>
  <p:tag name="KSO_WM_BEAUTIFY_FLAG" val="#wm#"/>
</p:tagLst>
</file>

<file path=ppt/tags/tag472.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custom20235638_1*i*3"/>
  <p:tag name="KSO_WM_TEMPLATE_CATEGORY" val="custom"/>
  <p:tag name="KSO_WM_TEMPLATE_INDEX" val="20235638"/>
  <p:tag name="KSO_WM_UNIT_LAYERLEVEL" val="1"/>
  <p:tag name="KSO_WM_TAG_VERSION" val="3.0"/>
  <p:tag name="KSO_WM_BEAUTIFY_FLAG" val="#wm#"/>
</p:tagLst>
</file>

<file path=ppt/tags/tag473.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6"/>
  <p:tag name="KSO_WM_UNIT_ID" val="custom20235638_1*i*6"/>
  <p:tag name="KSO_WM_TEMPLATE_CATEGORY" val="custom"/>
  <p:tag name="KSO_WM_TEMPLATE_INDEX" val="20235638"/>
  <p:tag name="KSO_WM_UNIT_LAYERLEVEL" val="1"/>
  <p:tag name="KSO_WM_TAG_VERSION" val="3.0"/>
  <p:tag name="KSO_WM_BEAUTIFY_FLAG" val="#wm#"/>
</p:tagLst>
</file>

<file path=ppt/tags/tag474.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4"/>
  <p:tag name="KSO_WM_UNIT_ID" val="custom20235638_1*i*4"/>
  <p:tag name="KSO_WM_TEMPLATE_CATEGORY" val="custom"/>
  <p:tag name="KSO_WM_TEMPLATE_INDEX" val="20235638"/>
  <p:tag name="KSO_WM_UNIT_LAYERLEVEL" val="1"/>
  <p:tag name="KSO_WM_TAG_VERSION" val="3.0"/>
  <p:tag name="KSO_WM_BEAUTIFY_FLAG" val="#wm#"/>
</p:tagLst>
</file>

<file path=ppt/tags/tag47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8_1*f*1"/>
  <p:tag name="KSO_WM_TEMPLATE_CATEGORY" val="custom"/>
  <p:tag name="KSO_WM_TEMPLATE_INDEX" val="20235638"/>
  <p:tag name="KSO_WM_UNIT_LAYERLEVEL" val="1"/>
  <p:tag name="KSO_WM_TAG_VERSION" val="3.0"/>
  <p:tag name="KSO_WM_BEAUTIFY_FLAG" val="#wm#"/>
  <p:tag name="KSO_WM_UNIT_SUBTYPE" val="a"/>
  <p:tag name="KSO_WM_UNIT_TEXT_LAYER_COUNT" val="1"/>
  <p:tag name="KSO_WM_UNIT_VALUE" val="96"/>
  <p:tag name="KSO_WM_UNIT_PRESET_TEXT" val="单击此处输入你的正文，文字是您思想的提炼，为了最终演示发布的良好效果，请言简意赅的阐述观点。&#10;根据需要可酌情增减文字，以便观者可以准确理解您所传达的信息。"/>
  <p:tag name="KSO_WM_UNIT_TEXT_TYPE" val="1"/>
</p:tagLst>
</file>

<file path=ppt/tags/tag47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8_1*a*1"/>
  <p:tag name="KSO_WM_TEMPLATE_CATEGORY" val="custom"/>
  <p:tag name="KSO_WM_TEMPLATE_INDEX" val="20235638"/>
  <p:tag name="KSO_WM_UNIT_LAYERLEVEL" val="1"/>
  <p:tag name="KSO_WM_TAG_VERSION" val="3.0"/>
  <p:tag name="KSO_WM_BEAUTIFY_FLAG" val="#wm#"/>
  <p:tag name="KSO_WM_UNIT_VALUE" val="21"/>
  <p:tag name="KSO_WM_UNIT_PRESET_TEXT" val="点击此处添加标题内容"/>
  <p:tag name="KSO_WM_UNIT_TEXT_TYPE" val="1"/>
</p:tagLst>
</file>

<file path=ppt/tags/tag477.xml><?xml version="1.0" encoding="utf-8"?>
<p:tagLst xmlns:p="http://schemas.openxmlformats.org/presentationml/2006/main">
  <p:tag name="KSO_WM_SLIDE_ID" val="custom2023563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38"/>
  <p:tag name="KSO_WM_SLIDE_TYPE" val="text"/>
  <p:tag name="KSO_WM_SLIDE_SUBTYPE" val="picTxt"/>
  <p:tag name="KSO_WM_SLIDE_SIZE" val="792*396"/>
  <p:tag name="KSO_WM_SLIDE_POSITION" val="84*72"/>
  <p:tag name="KSO_WM_SLIDE_LAYOUT" val="a_f"/>
  <p:tag name="KSO_WM_SLIDE_LAYOUT_CNT" val="1_1"/>
  <p:tag name="KSO_WM_SPECIAL_SOURCE" val="bdnull"/>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1_1*i*1"/>
  <p:tag name="KSO_WM_TEMPLATE_CATEGORY" val="custom"/>
  <p:tag name="KSO_WM_TEMPLATE_INDEX" val="20235631"/>
  <p:tag name="KSO_WM_UNIT_LAYERLEVEL" val="1"/>
  <p:tag name="KSO_WM_TAG_VERSION" val="3.0"/>
  <p:tag name="KSO_WM_BEAUTIFY_FLAG" val="#wm#"/>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1_1*i*2"/>
  <p:tag name="KSO_WM_TEMPLATE_CATEGORY" val="custom"/>
  <p:tag name="KSO_WM_TEMPLATE_INDEX" val="20235631"/>
  <p:tag name="KSO_WM_UNIT_LAYERLEVEL" val="1"/>
  <p:tag name="KSO_WM_TAG_VERSION" val="3.0"/>
  <p:tag name="KSO_WM_BEAUTIFY_FLAG" val="#wm#"/>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631_1*i*3"/>
  <p:tag name="KSO_WM_TEMPLATE_CATEGORY" val="custom"/>
  <p:tag name="KSO_WM_TEMPLATE_INDEX" val="20235631"/>
  <p:tag name="KSO_WM_UNIT_LAYERLEVEL" val="1"/>
  <p:tag name="KSO_WM_TAG_VERSION" val="3.0"/>
  <p:tag name="KSO_WM_BEAUTIFY_FLAG" val="#wm#"/>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631_1*i*4"/>
  <p:tag name="KSO_WM_TEMPLATE_CATEGORY" val="custom"/>
  <p:tag name="KSO_WM_TEMPLATE_INDEX" val="20235631"/>
  <p:tag name="KSO_WM_UNIT_LAYERLEVEL" val="1"/>
  <p:tag name="KSO_WM_TAG_VERSION" val="3.0"/>
  <p:tag name="KSO_WM_BEAUTIFY_FLAG" val="#wm#"/>
</p:tagLst>
</file>

<file path=ppt/tags/tag48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1_1*f*1"/>
  <p:tag name="KSO_WM_TEMPLATE_CATEGORY" val="custom"/>
  <p:tag name="KSO_WM_TEMPLATE_INDEX" val="20235631"/>
  <p:tag name="KSO_WM_UNIT_LAYERLEVEL" val="1"/>
  <p:tag name="KSO_WM_TAG_VERSION" val="3.0"/>
  <p:tag name="KSO_WM_BEAUTIFY_FLAG" val="#wm#"/>
  <p:tag name="KSO_WM_UNIT_PRESET_TEXT" val="单击此处添加正文，请言简意赅的阐述您的观点。&#10;单击此处添加正文，请言简意赅的阐述您的观点。&#10;单击此处添加正文，请言简意赅的阐述您的观点。&#10;单击此处添加正文，请言简意赅的阐述您的观点。&#10;单击此处添加正文，请言简意赅的阐述您的观点。&#10;单击此处添加正文，请言简意赅的阐述您的观点。"/>
  <p:tag name="KSO_WM_UNIT_TEXT_TYPE" val="1"/>
</p:tagLst>
</file>

<file path=ppt/tags/tag48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1_1*a*1"/>
  <p:tag name="KSO_WM_TEMPLATE_CATEGORY" val="custom"/>
  <p:tag name="KSO_WM_TEMPLATE_INDEX" val="20235631"/>
  <p:tag name="KSO_WM_UNIT_LAYERLEVEL" val="1"/>
  <p:tag name="KSO_WM_TAG_VERSION" val="3.0"/>
  <p:tag name="KSO_WM_BEAUTIFY_FLAG" val="#wm#"/>
  <p:tag name="KSO_WM_UNIT_PRESET_TEXT" val="单击此处添加标题"/>
  <p:tag name="KSO_WM_UNIT_TEXT_TYPE" val="1"/>
</p:tagLst>
</file>

<file path=ppt/tags/tag484.xml><?xml version="1.0" encoding="utf-8"?>
<p:tagLst xmlns:p="http://schemas.openxmlformats.org/presentationml/2006/main">
  <p:tag name="KSO_WM_SLIDE_ID" val="custom2023563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95*462"/>
  <p:tag name="KSO_WM_SLIDE_POSITION" val="32*38"/>
  <p:tag name="KSO_WM_TAG_VERSION" val="3.0"/>
  <p:tag name="KSO_WM_BEAUTIFY_FLAG" val="#wm#"/>
  <p:tag name="KSO_WM_TEMPLATE_CATEGORY" val="custom"/>
  <p:tag name="KSO_WM_TEMPLATE_INDEX" val="20235631"/>
  <p:tag name="KSO_WM_SLIDE_LAYOUT" val="a_f"/>
  <p:tag name="KSO_WM_SLIDE_LAYOUT_CNT" val="1_1"/>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637_1*i*3"/>
  <p:tag name="KSO_WM_UNIT_LAYERLEVEL" val="1"/>
  <p:tag name="KSO_WM_TAG_VERSION" val="3.0"/>
  <p:tag name="KSO_WM_BEAUTIFY_FLAG" val="#wm#"/>
  <p:tag name="KSO_WM_UNIT_TYPE" val="i"/>
  <p:tag name="KSO_WM_UNIT_INDEX" val="3"/>
  <p:tag name="KSO_WM_UNIT_SUBTYPE" val="h"/>
  <p:tag name="KSO_WM_SLIDE_BACKGROUND_TYPE" val="leftRight"/>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custom"/>
  <p:tag name="KSO_WM_TEMPLATE_INDEX" val="20235637"/>
  <p:tag name="KSO_WM_UNIT_VALUE" val="450"/>
  <p:tag name="KSO_WM_TEMPLATE_ASSEMBLE_XID" val="6130c4e1c26b0a66a1c57d35"/>
  <p:tag name="KSO_WM_TEMPLATE_ASSEMBLE_GROUPID" val="6130c4e1c26b0a66a1c57d35"/>
</p:tagLst>
</file>

<file path=ppt/tags/tag48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custom20235637_1*i*1"/>
  <p:tag name="KSO_WM_UNIT_LAYERLEVEL" val="1"/>
  <p:tag name="KSO_WM_TAG_VERSION" val="3.0"/>
  <p:tag name="KSO_WM_BEAUTIFY_FLAG" val="#wm#"/>
  <p:tag name="KSO_WM_UNIT_TYPE" val="i"/>
  <p:tag name="KSO_WM_UNIT_FILL_FORE_SCHEMECOLOR_INDEX_1_BRIGHTNESS" val="0"/>
  <p:tag name="KSO_WM_UNIT_FILL_FORE_SCHEMECOLOR_INDEX_1" val="16"/>
  <p:tag name="KSO_WM_UNIT_FILL_FORE_SCHEMECOLOR_INDEX_1_POS" val="0"/>
  <p:tag name="KSO_WM_UNIT_FILL_FORE_SCHEMECOLOR_INDEX_1_TRANS" val="0"/>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 name="KSO_WM_UNIT_INDEX" val="1"/>
  <p:tag name="KSO_WM_TEMPLATE_CATEGORY" val="custom"/>
  <p:tag name="KSO_WM_TEMPLATE_INDEX" val="20235637"/>
</p:tagLst>
</file>

<file path=ppt/tags/tag48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custom20235637_1*i*2"/>
  <p:tag name="KSO_WM_UNIT_LAYERLEVEL" val="1"/>
  <p:tag name="KSO_WM_TAG_VERSION" val="3.0"/>
  <p:tag name="KSO_WM_BEAUTIFY_FLAG" val="#wm#"/>
  <p:tag name="KSO_WM_UNIT_TYPE" val="i"/>
  <p:tag name="KSO_WM_UNIT_FILL_FORE_SCHEMECOLOR_INDEX_1_BRIGHTNESS" val="-0.1"/>
  <p:tag name="KSO_WM_UNIT_FILL_FORE_SCHEMECOLOR_INDEX_1" val="15"/>
  <p:tag name="KSO_WM_UNIT_FILL_FORE_SCHEMECOLOR_INDEX_1_POS" val="0"/>
  <p:tag name="KSO_WM_UNIT_FILL_FORE_SCHEMECOLOR_INDEX_1_TRANS" val="0.76"/>
  <p:tag name="KSO_WM_UNIT_FILL_FORE_SCHEMECOLOR_INDEX_2_BRIGHTNESS" val="0"/>
  <p:tag name="KSO_WM_UNIT_FILL_FORE_SCHEMECOLOR_INDEX_2" val="16"/>
  <p:tag name="KSO_WM_UNIT_FILL_FORE_SCHEMECOLOR_INDEX_2_POS" val="1"/>
  <p:tag name="KSO_WM_UNIT_FILL_FORE_SCHEMECOLOR_INDEX_2_TRANS" val="0"/>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 name="KSO_WM_UNIT_INDEX" val="2"/>
  <p:tag name="KSO_WM_TEMPLATE_CATEGORY" val="custom"/>
  <p:tag name="KSO_WM_TEMPLATE_INDEX" val="20235637"/>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637_1*i*4"/>
  <p:tag name="KSO_WM_TEMPLATE_CATEGORY" val="custom"/>
  <p:tag name="KSO_WM_TEMPLATE_INDEX" val="20235637"/>
  <p:tag name="KSO_WM_UNIT_LAYERLEVEL" val="1"/>
  <p:tag name="KSO_WM_TAG_VERSION" val="3.0"/>
  <p:tag name="KSO_WM_BEAUTIFY_FLAG" val="#wm#"/>
  <p:tag name="KSO_WM_UNIT_TYPE" val="i"/>
  <p:tag name="KSO_WM_UNIT_INDEX" val="4"/>
  <p:tag name="KSO_WM_UNIT_BLOCK" val="0"/>
  <p:tag name="KSO_WM_UNIT_SM_LIMIT_TYPE" val="2"/>
  <p:tag name="KSO_WM_UNIT_DEC_AREA_ID" val="e24cf69af5c44dfb80597a9df8af8dd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6c937b7b7ee298d401b012"/>
  <p:tag name="KSO_WM_CHIP_XID" val="5f6c937b7b7ee298d401b013"/>
  <p:tag name="KSO_WM_UNIT_LINE_FORE_SCHEMECOLOR_INDEX_BRIGHTNESS" val="-0.15"/>
  <p:tag name="KSO_WM_UNIT_LINE_FORE_SCHEMECOLOR_INDEX" val="16"/>
  <p:tag name="KSO_WM_UNIT_LINE_FILL_TYPE" val="2"/>
  <p:tag name="KSO_WM_TEMPLATE_ASSEMBLE_XID" val="6130c4e1c26b0a66a1c57d35"/>
  <p:tag name="KSO_WM_TEMPLATE_ASSEMBLE_GROUPID" val="6130c4e1c26b0a66a1c57d35"/>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637_1*i*5"/>
  <p:tag name="KSO_WM_TEMPLATE_CATEGORY" val="custom"/>
  <p:tag name="KSO_WM_TEMPLATE_INDEX" val="20235637"/>
  <p:tag name="KSO_WM_UNIT_LAYERLEVEL" val="1"/>
  <p:tag name="KSO_WM_TAG_VERSION" val="3.0"/>
  <p:tag name="KSO_WM_BEAUTIFY_FLAG" val="#wm#"/>
  <p:tag name="KSO_WM_UNIT_TYPE" val="i"/>
  <p:tag name="KSO_WM_UNIT_INDEX" val="5"/>
  <p:tag name="KSO_WM_UNIT_BLOCK" val="0"/>
  <p:tag name="KSO_WM_UNIT_SM_LIMIT_TYPE" val="2"/>
  <p:tag name="KSO_WM_UNIT_DEC_AREA_ID" val="95a8901f6987490aae7593183023a668"/>
  <p:tag name="KSO_WM_UNIT_DECORATE_INFO" val="{&quot;ReferentInfo&quot;:{&quot;Id&quot;:&quot;slide&quot;,&quot;X&quot;:{&quot;Pos&quot;:0},&quot;Y&quot;:{&quot;Pos&quot;:2}},&quot;DecorateInfoX&quot;:{&quot;Pos&quot;:0,&quot;IsAbs&quot;:false},&quot;DecorateInfoY&quot;:{&quot;Pos&quot;:2,&quot;IsAbs&quot;:false},&quot;DecorateInfoW&quot;:{&quot;IsAbs&quot;:false},&quot;DecorateInfoH&quot;:{&quot;IsAbs&quot;:false},&quot;whChangeMode&quot;:1}"/>
  <p:tag name="KSO_WM_CHIP_GROUPID" val="5f6c937b7b7ee298d401b012"/>
  <p:tag name="KSO_WM_CHIP_XID" val="5f6c937b7b7ee298d401b013"/>
  <p:tag name="KSO_WM_UNIT_LINE_FORE_SCHEMECOLOR_INDEX_BRIGHTNESS" val="-0.15"/>
  <p:tag name="KSO_WM_UNIT_LINE_FORE_SCHEMECOLOR_INDEX" val="16"/>
  <p:tag name="KSO_WM_UNIT_LINE_FILL_TYPE" val="2"/>
  <p:tag name="KSO_WM_TEMPLATE_ASSEMBLE_XID" val="6130c4e1c26b0a66a1c57d35"/>
  <p:tag name="KSO_WM_TEMPLATE_ASSEMBLE_GROUPID" val="6130c4e1c26b0a66a1c57d35"/>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637_1*i*6"/>
  <p:tag name="KSO_WM_TEMPLATE_CATEGORY" val="custom"/>
  <p:tag name="KSO_WM_TEMPLATE_INDEX" val="20235637"/>
  <p:tag name="KSO_WM_UNIT_LAYERLEVEL" val="1"/>
  <p:tag name="KSO_WM_TAG_VERSION" val="3.0"/>
  <p:tag name="KSO_WM_BEAUTIFY_FLAG" val="#wm#"/>
  <p:tag name="KSO_WM_UNIT_TYPE" val="i"/>
  <p:tag name="KSO_WM_UNIT_INDEX" val="6"/>
  <p:tag name="KSO_WM_UNIT_BLOCK" val="0"/>
  <p:tag name="KSO_WM_UNIT_SM_LIMIT_TYPE" val="2"/>
  <p:tag name="KSO_WM_UNIT_DEC_AREA_ID" val="2244a0f1b14b4a268f8a2990b42fe12d"/>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6c937b7b7ee298d401b012"/>
  <p:tag name="KSO_WM_CHIP_XID" val="5f6c937b7b7ee298d401b013"/>
  <p:tag name="KSO_WM_UNIT_LINE_FORE_SCHEMECOLOR_INDEX_BRIGHTNESS" val="0"/>
  <p:tag name="KSO_WM_UNIT_LINE_FORE_SCHEMECOLOR_INDEX" val="15"/>
  <p:tag name="KSO_WM_UNIT_LINE_FILL_TYPE" val="2"/>
  <p:tag name="KSO_WM_TEMPLATE_ASSEMBLE_XID" val="6130c4e1c26b0a66a1c57d35"/>
  <p:tag name="KSO_WM_TEMPLATE_ASSEMBLE_GROUPID" val="6130c4e1c26b0a66a1c57d35"/>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637_1*i*7"/>
  <p:tag name="KSO_WM_TEMPLATE_CATEGORY" val="custom"/>
  <p:tag name="KSO_WM_TEMPLATE_INDEX" val="20235637"/>
  <p:tag name="KSO_WM_UNIT_LAYERLEVEL" val="1"/>
  <p:tag name="KSO_WM_TAG_VERSION" val="3.0"/>
  <p:tag name="KSO_WM_BEAUTIFY_FLAG" val="#wm#"/>
  <p:tag name="KSO_WM_UNIT_TYPE" val="i"/>
  <p:tag name="KSO_WM_UNIT_INDEX" val="7"/>
  <p:tag name="KSO_WM_UNIT_BLOCK" val="0"/>
  <p:tag name="KSO_WM_UNIT_SM_LIMIT_TYPE" val="2"/>
  <p:tag name="KSO_WM_UNIT_DEC_AREA_ID" val="3e56843929ba4590b1dd56db50fbcb5f"/>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f6c937b7b7ee298d401b012"/>
  <p:tag name="KSO_WM_CHIP_XID" val="5f6c937b7b7ee298d401b013"/>
  <p:tag name="KSO_WM_UNIT_LINE_FORE_SCHEMECOLOR_INDEX_BRIGHTNESS" val="0"/>
  <p:tag name="KSO_WM_UNIT_LINE_FORE_SCHEMECOLOR_INDEX" val="15"/>
  <p:tag name="KSO_WM_UNIT_LINE_FILL_TYPE" val="2"/>
  <p:tag name="KSO_WM_TEMPLATE_ASSEMBLE_XID" val="6130c4e1c26b0a66a1c57d35"/>
  <p:tag name="KSO_WM_TEMPLATE_ASSEMBLE_GROUPID" val="6130c4e1c26b0a66a1c57d35"/>
</p:tagLst>
</file>

<file path=ppt/tags/tag49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7_1*a*1"/>
  <p:tag name="KSO_WM_TEMPLATE_CATEGORY" val="custom"/>
  <p:tag name="KSO_WM_TEMPLATE_INDEX" val="20235637"/>
  <p:tag name="KSO_WM_UNIT_LAYERLEVEL" val="1"/>
  <p:tag name="KSO_WM_TAG_VERSION" val="3.0"/>
  <p:tag name="KSO_WM_BEAUTIFY_FLAG" val="#wm#"/>
  <p:tag name="KSO_WM_UNIT_PRESET_TEXT" val="单击此处添加标题内容"/>
  <p:tag name="KSO_WM_UNIT_TEXT_TYPE" val="1"/>
</p:tagLst>
</file>

<file path=ppt/tags/tag49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7_1*f*1"/>
  <p:tag name="KSO_WM_TEMPLATE_CATEGORY" val="custom"/>
  <p:tag name="KSO_WM_TEMPLATE_INDEX" val="20235637"/>
  <p:tag name="KSO_WM_UNIT_LAYERLEVEL" val="1"/>
  <p:tag name="KSO_WM_TAG_VERSION" val="3.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单击此处输入你的正文，文字是您思想的提炼，为了最终演示发布的良好效果&#10;请尽量言简意赅的阐述观点。根据需要可酌情增减文字，以便观者可以准确理解您所传达的信息。单击此处输入你的正文，文字是您思想的提炼，为了最终演示发布的良好效果，请尽量言简意赅的阐述观点。根据需要可酌情增减文字，以便观者可以准确理解您所传达的信息。"/>
  <p:tag name="KSO_WM_UNIT_TEXT_TYPE" val="1"/>
</p:tagLst>
</file>

<file path=ppt/tags/tag494.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210_1*a*1"/>
  <p:tag name="KSO_WM_TEMPLATE_CATEGORY" val="custom"/>
  <p:tag name="KSO_WM_TEMPLATE_INDEX" val="20233210"/>
  <p:tag name="KSO_WM_UNIT_LAYERLEVEL" val="1"/>
  <p:tag name="KSO_WM_TAG_VERSION" val="3.0"/>
  <p:tag name="KSO_WM_BEAUTIFY_FLAG" val="#wm#"/>
  <p:tag name="KSO_WM_UNIT_VALUE" val="30"/>
  <p:tag name="KSO_WM_DIAGRAM_GROUP_CODE" val="l1-1"/>
  <p:tag name="KSO_WM_UNIT_TEXT_FILL_FORE_SCHEMECOLOR_INDEX" val="13"/>
  <p:tag name="KSO_WM_UNIT_TEXT_FILL_TYPE" val="1"/>
  <p:tag name="KSO_WM_UNIT_USESOURCEFORMAT_APPLY" val="0"/>
</p:tagLst>
</file>

<file path=ppt/tags/tag495.xml><?xml version="1.0" encoding="utf-8"?>
<p:tagLst xmlns:p="http://schemas.openxmlformats.org/presentationml/2006/main">
  <p:tag name="KSO_WM_SLIDE_ID" val="custom20235637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07*540"/>
  <p:tag name="KSO_WM_SLIDE_POSITION" val="-1*0"/>
  <p:tag name="KSO_WM_TAG_VERSION" val="3.0"/>
  <p:tag name="KSO_WM_BEAUTIFY_FLAG" val="#wm#"/>
  <p:tag name="KSO_WM_TEMPLATE_CATEGORY" val="custom"/>
  <p:tag name="KSO_WM_TEMPLATE_INDEX" val="20235637"/>
  <p:tag name="KSO_WM_SLIDE_LAYOUT" val="a_f_i"/>
  <p:tag name="KSO_WM_SLIDE_LAYOUT_CNT" val="1_1_1"/>
  <p:tag name="KSO_WM_SLIDE_LAYOUT_INFO" val="{&quot;direction&quot;:1,&quot;id&quot;:&quot;2021-09-02T20:34:45&quot;,&quot;maxSize&quot;:{&quot;size1&quot;:35},&quot;minSize&quot;:{&quot;size1&quot;:35},&quot;normalSize&quot;:{&quot;size1&quot;:35},&quot;subLayout&quot;:[{&quot;backgroundInfo&quot;:[{&quot;bottom&quot;:0,&quot;bottomAbs&quot;:false,&quot;left&quot;:0,&quot;leftAbs&quot;:false,&quot;right&quot;:0,&quot;rightAbs&quot;:false,&quot;top&quot;:0,&quot;topAbs&quot;:false,&quot;type&quot;:&quot;leftRight&quot;}],&quot;id&quot;:&quot;2021-09-02T20:34:45&quot;,&quot;margin&quot;:{&quot;bottom&quot;:5.5029997825622559,&quot;left&quot;:1.2450000047683716,&quot;right&quot;:1.2960000038146973,&quot;top&quot;:3.3870000839233398},&quot;type&quot;:0},{&quot;id&quot;:&quot;2021-09-02T20:34:45&quot;,&quot;margin&quot;:{&quot;bottom&quot;:2.5399999618530273,&quot;left&quot;:1.6920000314712524,&quot;right&quot;:1.8980000019073486,&quot;top&quot;:2.5399999618530273},&quot;type&quot;:0}],&quot;type&quot;:0}"/>
  <p:tag name="KSO_WM_SLIDE_CAN_ADD_NAVIGATION" val="1"/>
  <p:tag name="KSO_WM_SLIDE_BACKGROUND" val="[&quot;leftRight&quot;]"/>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6c937b7b7ee298d401b013"/>
  <p:tag name="KSO_WM_CHIP_FILLPROP" val="[[{&quot;text_align&quot;:&quot;lm&quot;,&quot;text_direction&quot;:&quot;horizontal&quot;,&quot;support_big_font&quot;:false,&quot;picture_toward&quot;:0,&quot;picture_dockside&quot;:[],&quot;fill_id&quot;:&quot;350ec91c9ad44fdbb206e19c2af94b5f&quot;,&quot;fill_align&quot;:&quot;cm&quot;,&quot;chip_types&quot;:[&quot;text&quot;,&quot;header&quot;]},{&quot;text_align&quot;:&quot;lm&quot;,&quot;text_direction&quot;:&quot;horizontal&quot;,&quot;support_features&quot;:[&quot;collage&quot;,&quot;carousel&quot;],&quot;support_big_font&quot;:false,&quot;picture_toward&quot;:0,&quot;picture_dockside&quot;:[],&quot;fill_id&quot;:&quot;7dc253cee86c47f8a027a0eb4441b5ce&quot;,&quot;fill_align&quot;:&quot;cm&quot;,&quot;chip_types&quot;:[&quot;diagram&quot;,&quot;text&quot;,&quot;picture&quot;,&quot;chart&quot;,&quot;table&quot;,&quot;video&quot;]}]]"/>
  <p:tag name="KSO_WM_CHIP_DECFILLPROP" val="[]"/>
  <p:tag name="KSO_WM_CHIP_GROUPID" val="5f6c937b7b7ee298d401b012"/>
  <p:tag name="KSO_WM_SLIDE_BK_DARK_LIGHT" val="2"/>
  <p:tag name="KSO_WM_SLIDE_BACKGROUND_TYPE" val="leftRight"/>
  <p:tag name="KSO_WM_SLIDE_SUPPORT_FEATURE_TYPE" val="0"/>
  <p:tag name="KSO_WM_TEMPLATE_ASSEMBLE_XID" val="6130c4e1c26b0a66a1c57d35"/>
  <p:tag name="KSO_WM_TEMPLATE_ASSEMBLE_GROUPID" val="6130c4e1c26b0a66a1c57d35"/>
</p:tagLst>
</file>

<file path=ppt/tags/tag496.xml><?xml version="1.0" encoding="utf-8"?>
<p:tagLst xmlns:p="http://schemas.openxmlformats.org/presentationml/2006/main">
  <p:tag name="KSO_WM_UNIT_COLOR_SCHEME_SHAPE_ID" val="5"/>
  <p:tag name="KSO_WM_UNIT_FOIL_COLOR" val="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custom20235638_1*i*1"/>
  <p:tag name="KSO_WM_TEMPLATE_CATEGORY" val="custom"/>
  <p:tag name="KSO_WM_TEMPLATE_INDEX" val="20235638"/>
  <p:tag name="KSO_WM_UNIT_LAYERLEVEL" val="1"/>
  <p:tag name="KSO_WM_TAG_VERSION" val="3.0"/>
  <p:tag name="KSO_WM_BEAUTIFY_FLAG" val="#wm#"/>
  <p:tag name="KSO_WM_UNIT_BLOCK" val="0"/>
  <p:tag name="KSO_WM_UNIT_SM_LIMIT_TYPE" val="2"/>
  <p:tag name="KSO_WM_UNIT_DEC_AREA_ID" val="2fa145bd3ce240cdac5a3fce36474b9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eedbec2fa6683b8872baabf"/>
  <p:tag name="KSO_WM_CHIP_XID" val="5eedbec2fa6683b8872baac0"/>
  <p:tag name="KSO_WM_UNIT_FILL_FORE_SCHEMECOLOR_INDEX_BRIGHTNESS" val="0"/>
  <p:tag name="KSO_WM_UNIT_FILL_FORE_SCHEMECOLOR_INDEX" val="16"/>
  <p:tag name="KSO_WM_UNIT_FILL_TYPE" val="1"/>
  <p:tag name="KSO_WM_UNIT_VALUE" val="833"/>
  <p:tag name="KSO_WM_TEMPLATE_ASSEMBLE_XID" val="60656f514054ed1e2fb807bb"/>
  <p:tag name="KSO_WM_TEMPLATE_ASSEMBLE_GROUPID" val="60656f514054ed1e2fb807bb"/>
</p:tagLst>
</file>

<file path=ppt/tags/tag497.xml><?xml version="1.0" encoding="utf-8"?>
<p:tagLst xmlns:p="http://schemas.openxmlformats.org/presentationml/2006/main">
  <p:tag name="KSO_WM_UNIT_COLOR_SCHEME_SHAPE_ID" val="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custom20235638_1*i*2"/>
  <p:tag name="KSO_WM_TEMPLATE_CATEGORY" val="custom"/>
  <p:tag name="KSO_WM_TEMPLATE_INDEX" val="20235638"/>
  <p:tag name="KSO_WM_UNIT_LAYERLEVEL" val="1"/>
  <p:tag name="KSO_WM_TAG_VERSION" val="3.0"/>
  <p:tag name="KSO_WM_BEAUTIFY_FLAG" val="#wm#"/>
  <p:tag name="KSO_WM_UNIT_BLOCK" val="0"/>
  <p:tag name="KSO_WM_UNIT_SM_LIMIT_TYPE" val="3"/>
  <p:tag name="KSO_WM_UNIT_DEC_AREA_ID" val="d7d48ecdf2834254b3430afcf23f6955"/>
  <p:tag name="KSO_WM_UNIT_DECORATE_INFO" val="{&quot;DecorateInfoH&quot;:{&quot;IsAbs&quot;:true},&quot;DecorateInfoW&quot;:{&quot;IsAbs&quot;:false},&quot;DecorateInfoX&quot;:{&quot;IsAbs&quot;:true,&quot;Pos&quot;:2},&quot;DecorateInfoY&quot;:{&quot;IsAbs&quot;:true,&quot;Pos&quot;:1},&quot;ReferentInfo&quot;:{&quot;Id&quot;:&quot;320a74f8add64b71a2b7da13709a2786&quot;,&quot;X&quot;:{&quot;Pos&quot;:0},&quot;Y&quot;:{&quot;Pos&quot;:1}},&quot;whChangeMode&quot;:0}"/>
  <p:tag name="KSO_WM_CHIP_GROUPID" val="5eedbec2fa6683b8872baabf"/>
  <p:tag name="KSO_WM_CHIP_XID" val="5eedbec2fa6683b8872baac0"/>
  <p:tag name="KSO_WM_UNIT_LINE_FORE_SCHEMECOLOR_INDEX_BRIGHTNESS" val="-0.15"/>
  <p:tag name="KSO_WM_UNIT_LINE_FORE_SCHEMECOLOR_INDEX" val="14"/>
  <p:tag name="KSO_WM_UNIT_LINE_FILL_TYPE" val="2"/>
  <p:tag name="KSO_WM_TEMPLATE_ASSEMBLE_XID" val="60656f514054ed1e2fb807bb"/>
  <p:tag name="KSO_WM_TEMPLATE_ASSEMBLE_GROUPID" val="60656f514054ed1e2fb807bb"/>
</p:tagLst>
</file>

<file path=ppt/tags/tag498.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5"/>
  <p:tag name="KSO_WM_UNIT_ID" val="custom20235638_1*i*5"/>
  <p:tag name="KSO_WM_TEMPLATE_CATEGORY" val="custom"/>
  <p:tag name="KSO_WM_TEMPLATE_INDEX" val="20235638"/>
  <p:tag name="KSO_WM_UNIT_LAYERLEVEL" val="1"/>
  <p:tag name="KSO_WM_TAG_VERSION" val="3.0"/>
  <p:tag name="KSO_WM_BEAUTIFY_FLAG" val="#wm#"/>
</p:tagLst>
</file>

<file path=ppt/tags/tag499.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custom20235638_1*i*3"/>
  <p:tag name="KSO_WM_TEMPLATE_CATEGORY" val="custom"/>
  <p:tag name="KSO_WM_TEMPLATE_INDEX" val="20235638"/>
  <p:tag name="KSO_WM_UNIT_LAYERLEVEL" val="1"/>
  <p:tag name="KSO_WM_TAG_VERSION" val="3.0"/>
  <p:tag name="KSO_WM_BEAUTIFY_FLAG" val="#wm#"/>
</p:tagLst>
</file>

<file path=ppt/tags/tag500.xml><?xml version="1.0" encoding="utf-8"?>
<p:tagLst xmlns:p="http://schemas.openxmlformats.org/presentationml/2006/main">
  <p:tag name="KSO_WM_UNIT_COLOR_SCHEME_SHAPE_ID" val="14"/>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6"/>
  <p:tag name="KSO_WM_UNIT_ID" val="custom20235638_1*i*6"/>
  <p:tag name="KSO_WM_TEMPLATE_CATEGORY" val="custom"/>
  <p:tag name="KSO_WM_TEMPLATE_INDEX" val="20235638"/>
  <p:tag name="KSO_WM_UNIT_LAYERLEVEL" val="1"/>
  <p:tag name="KSO_WM_TAG_VERSION" val="3.0"/>
  <p:tag name="KSO_WM_BEAUTIFY_FLAG" val="#wm#"/>
</p:tagLst>
</file>

<file path=ppt/tags/tag501.xml><?xml version="1.0" encoding="utf-8"?>
<p:tagLst xmlns:p="http://schemas.openxmlformats.org/presentationml/2006/main">
  <p:tag name="KSO_WM_UNIT_COLOR_SCHEME_SHAPE_ID" val="1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4"/>
  <p:tag name="KSO_WM_UNIT_ID" val="custom20235638_1*i*4"/>
  <p:tag name="KSO_WM_TEMPLATE_CATEGORY" val="custom"/>
  <p:tag name="KSO_WM_TEMPLATE_INDEX" val="20235638"/>
  <p:tag name="KSO_WM_UNIT_LAYERLEVEL" val="1"/>
  <p:tag name="KSO_WM_TAG_VERSION" val="3.0"/>
  <p:tag name="KSO_WM_BEAUTIFY_FLAG" val="#wm#"/>
</p:tagLst>
</file>

<file path=ppt/tags/tag50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8_1*f*1"/>
  <p:tag name="KSO_WM_TEMPLATE_CATEGORY" val="custom"/>
  <p:tag name="KSO_WM_TEMPLATE_INDEX" val="20235638"/>
  <p:tag name="KSO_WM_UNIT_LAYERLEVEL" val="1"/>
  <p:tag name="KSO_WM_TAG_VERSION" val="3.0"/>
  <p:tag name="KSO_WM_BEAUTIFY_FLAG" val="#wm#"/>
  <p:tag name="KSO_WM_UNIT_SUBTYPE" val="a"/>
  <p:tag name="KSO_WM_UNIT_TEXT_LAYER_COUNT" val="1"/>
  <p:tag name="KSO_WM_UNIT_VALUE" val="96"/>
  <p:tag name="KSO_WM_UNIT_PRESET_TEXT" val="单击此处输入你的正文，文字是您思想的提炼，为了最终演示发布的良好效果，请言简意赅的阐述观点。&#10;根据需要可酌情增减文字，以便观者可以准确理解您所传达的信息。"/>
  <p:tag name="KSO_WM_UNIT_TEXT_TYPE" val="1"/>
</p:tagLst>
</file>

<file path=ppt/tags/tag50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8_1*a*1"/>
  <p:tag name="KSO_WM_TEMPLATE_CATEGORY" val="custom"/>
  <p:tag name="KSO_WM_TEMPLATE_INDEX" val="20235638"/>
  <p:tag name="KSO_WM_UNIT_LAYERLEVEL" val="1"/>
  <p:tag name="KSO_WM_TAG_VERSION" val="3.0"/>
  <p:tag name="KSO_WM_BEAUTIFY_FLAG" val="#wm#"/>
  <p:tag name="KSO_WM_UNIT_VALUE" val="21"/>
  <p:tag name="KSO_WM_UNIT_PRESET_TEXT" val="点击此处添加标题内容"/>
  <p:tag name="KSO_WM_UNIT_TEXT_TYPE" val="1"/>
</p:tagLst>
</file>

<file path=ppt/tags/tag504.xml><?xml version="1.0" encoding="utf-8"?>
<p:tagLst xmlns:p="http://schemas.openxmlformats.org/presentationml/2006/main">
  <p:tag name="KSO_WM_SLIDE_ID" val="custom2023563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638"/>
  <p:tag name="KSO_WM_SLIDE_TYPE" val="text"/>
  <p:tag name="KSO_WM_SLIDE_SUBTYPE" val="picTxt"/>
  <p:tag name="KSO_WM_SLIDE_SIZE" val="792*396"/>
  <p:tag name="KSO_WM_SLIDE_POSITION" val="84*72"/>
  <p:tag name="KSO_WM_SLIDE_LAYOUT" val="a_f"/>
  <p:tag name="KSO_WM_SLIDE_LAYOUT_CNT" val="1_1"/>
  <p:tag name="KSO_WM_SPECIAL_SOURCE" val="bdnull"/>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42_3*a*1"/>
  <p:tag name="KSO_WM_TEMPLATE_CATEGORY" val="diagram"/>
  <p:tag name="KSO_WM_TEMPLATE_INDEX" val="20235142"/>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1_1*l_h_i*1_2_2"/>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type&quot;:0},&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0921_1*l_h_i*1_2_3"/>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1_1*l_h_i*1_1_2"/>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type&quot;:0},&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0921_1*l_h_i*1_1_3"/>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solid&quot;:{&quot;brightness&quot;:0,&quot;colorType&quot;:2,&quot;rgb&quot;:&quot;#ffffff&quot;,&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66666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1_1*l_h_i*1_1_1"/>
  <p:tag name="KSO_WM_TEMPLATE_CATEGORY" val="diagram"/>
  <p:tag name="KSO_WM_TEMPLATE_INDEX" val="20230921"/>
  <p:tag name="KSO_WM_UNIT_LAYERLEVEL" val="1_1_1"/>
  <p:tag name="KSO_WM_TAG_VERSION" val="3.0"/>
  <p:tag name="KSO_WM_UNIT_SUBTYPE" val="d"/>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0921_1*l_h_i*1_1_4"/>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25"/>
  <p:tag name="KSO_WM_DIAGRAM_USE_COLOR_VALUE" val="{&quot;color_scheme&quot;:1,&quot;color_type&quot;:1,&quot;theme_color_indexes&quot;:[5,6,5,6,5,6]}"/>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diagram20230921_1*l_h_i*1_1_5"/>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5,6,5,6,5,6]}"/>
</p:tagLst>
</file>

<file path=ppt/tags/tag5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1_1*l_h_a*1_1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DIAGRAM_USE_COLOR_VALUE" val="{&quot;color_scheme&quot;:1,&quot;color_type&quot;:1,&quot;theme_color_indexes&quot;:[5,6,5,6,5,6]}"/>
</p:tagLst>
</file>

<file path=ppt/tags/tag5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1_1*l_h_f*1_1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智能图形项正文，文字是您思想的提炼，请尽量言简意赅的阐述观点。单击此处添加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1_1*l_h_i*1_2_1"/>
  <p:tag name="KSO_WM_TEMPLATE_CATEGORY" val="diagram"/>
  <p:tag name="KSO_WM_TEMPLATE_INDEX" val="20230921"/>
  <p:tag name="KSO_WM_UNIT_LAYERLEVEL" val="1_1_1"/>
  <p:tag name="KSO_WM_TAG_VERSION" val="3.0"/>
  <p:tag name="KSO_WM_UNIT_SUBTYPE" val="d"/>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30921_1*l_h_i*1_2_4"/>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25"/>
  <p:tag name="KSO_WM_DIAGRAM_USE_COLOR_VALUE" val="{&quot;color_scheme&quot;:1,&quot;color_type&quot;:1,&quot;theme_color_indexes&quot;:[5,6,5,6,5,6]}"/>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5"/>
  <p:tag name="KSO_WM_UNIT_ID" val="diagram20230921_1*l_h_i*1_2_5"/>
  <p:tag name="KSO_WM_TEMPLATE_CATEGORY" val="diagram"/>
  <p:tag name="KSO_WM_TEMPLATE_INDEX" val="20230921"/>
  <p:tag name="KSO_WM_UNIT_LAYERLEVEL" val="1_1_1"/>
  <p:tag name="KSO_WM_TAG_VERSION" val="3.0"/>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gradient&quot;:[{&quot;brightness&quot;:0.4000000059604645,&quot;colorType&quot;:1,&quot;foreColorIndex&quot;:5,&quot;pos&quot;:0,&quot;transparency&quot;:0},{&quot;brightness&quot;:0,&quot;colorType&quot;:1,&quot;foreColorIndex&quot;:5,&quot;pos&quot;:0.70999997854232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5,6,5,6,5,6]}"/>
</p:tagLst>
</file>

<file path=ppt/tags/tag5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1_1*l_h_a*1_2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DIAGRAM_USE_COLOR_VALUE" val="{&quot;color_scheme&quot;:1,&quot;color_type&quot;:1,&quot;theme_color_indexes&quot;:[5,6,5,6,5,6]}"/>
</p:tagLst>
</file>

<file path=ppt/tags/tag5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1_1*l_h_f*1_2_1"/>
  <p:tag name="KSO_WM_TEMPLATE_CATEGORY" val="diagram"/>
  <p:tag name="KSO_WM_TEMPLATE_INDEX" val="20230921"/>
  <p:tag name="KSO_WM_UNIT_LAYERLEVEL" val="1_1_1"/>
  <p:tag name="KSO_WM_TAG_VERSION" val="3.0"/>
  <p:tag name="KSO_WM_DIAGRAM_GROUP_CODE" val="l1-1"/>
  <p:tag name="KSO_WM_DIAGRAM_MAX_ITEMCNT" val="6"/>
  <p:tag name="KSO_WM_DIAGRAM_MIN_ITEMCNT" val="2"/>
  <p:tag name="KSO_WM_DIAGRAM_VIRTUALLY_FRAME" val="{&quot;height&quot;:420.38850063784076,&quot;left&quot;:24.25,&quot;top&quot;:101.18386156688368,&quot;width&quot;:924.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输入您的项正文，文字是您思想的提炼，请尽量言简意赅的阐述观点。单击此处输入(您的)智能图形项正文，文字是您思想的提炼，请尽量言简意赅的阐述观点。单击此处添加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520.xml><?xml version="1.0" encoding="utf-8"?>
<p:tagLst xmlns:p="http://schemas.openxmlformats.org/presentationml/2006/main">
  <p:tag name="KSO_WM_SLIDE_ID" val="diagram2023514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42"/>
  <p:tag name="KSO_WM_SLIDE_TYPE" val="text"/>
  <p:tag name="KSO_WM_SLIDE_SUBTYPE" val="diag"/>
  <p:tag name="KSO_WM_SLIDE_SIZE" val="860.25*373.2"/>
  <p:tag name="KSO_WM_SLIDE_POSITION" val="50.9*118.55"/>
  <p:tag name="KSO_WM_DIAGRAM_GROUP_CODE" val="l1-1"/>
  <p:tag name="KSO_WM_SLIDE_DIAGTYPE" val="l"/>
  <p:tag name="KSO_WM_SLIDE_LAYOUT" val="a_l"/>
  <p:tag name="KSO_WM_SLIDE_LAYOUT_CNT" val="1_1"/>
  <p:tag name="resource_record_key" val="{&quot;65&quot;:[20235919],&quot;70&quot;:[3312168]}"/>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3006_1*i*1"/>
  <p:tag name="KSO_WM_TEMPLATE_CATEGORY" val="custom"/>
  <p:tag name="KSO_WM_TEMPLATE_INDEX" val="40493006"/>
  <p:tag name="KSO_WM_UNIT_LAYERLEVEL" val="1"/>
  <p:tag name="KSO_WM_TAG_VERSION" val="3.0"/>
  <p:tag name="KSO_WM_BEAUTIFY_FLAG" val="#wm#"/>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40493006_1*i*2"/>
  <p:tag name="KSO_WM_TEMPLATE_CATEGORY" val="custom"/>
  <p:tag name="KSO_WM_TEMPLATE_INDEX" val="40493006"/>
  <p:tag name="KSO_WM_UNIT_LAYERLEVEL" val="1"/>
  <p:tag name="KSO_WM_TAG_VERSION" val="3.0"/>
  <p:tag name="KSO_WM_BEAUTIFY_FLAG" val="#wm#"/>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40493006_1*i*3"/>
  <p:tag name="KSO_WM_TEMPLATE_CATEGORY" val="custom"/>
  <p:tag name="KSO_WM_TEMPLATE_INDEX" val="40493006"/>
  <p:tag name="KSO_WM_UNIT_LAYERLEVEL" val="1"/>
  <p:tag name="KSO_WM_TAG_VERSION" val="3.0"/>
  <p:tag name="KSO_WM_BEAUTIFY_FLAG" val="#wm#"/>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40493006_1*i*4"/>
  <p:tag name="KSO_WM_TEMPLATE_CATEGORY" val="custom"/>
  <p:tag name="KSO_WM_TEMPLATE_INDEX" val="40493006"/>
  <p:tag name="KSO_WM_UNIT_LAYERLEVEL" val="1"/>
  <p:tag name="KSO_WM_TAG_VERSION" val="3.0"/>
  <p:tag name="KSO_WM_BEAUTIFY_FLAG" val="#wm#"/>
</p:tagLst>
</file>

<file path=ppt/tags/tag52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3006_1*a*1"/>
  <p:tag name="KSO_WM_TEMPLATE_CATEGORY" val="custom"/>
  <p:tag name="KSO_WM_TEMPLATE_INDEX" val="40493006"/>
  <p:tag name="KSO_WM_UNIT_LAYERLEVEL" val="1"/>
  <p:tag name="KSO_WM_TAG_VERSION" val="3.0"/>
  <p:tag name="KSO_WM_BEAUTIFY_FLAG" val="#wm#"/>
  <p:tag name="KSO_WM_UNIT_VALUE" val="30"/>
  <p:tag name="KSO_WM_UNIT_PRESET_TEXT" val="单击添加页面的标题"/>
  <p:tag name="KSO_WM_UNIT_TEXT_TYPE" val="1"/>
</p:tagLst>
</file>

<file path=ppt/tags/tag52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3006_1*f*1"/>
  <p:tag name="KSO_WM_TEMPLATE_CATEGORY" val="custom"/>
  <p:tag name="KSO_WM_TEMPLATE_INDEX" val="40493006"/>
  <p:tag name="KSO_WM_UNIT_LAYERLEVEL" val="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
  <p:tag name="KSO_WM_UNIT_TEXT_TYPE" val="1"/>
  <p:tag name="KSO_WM_UNIT_VALUE" val="145"/>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40493006_1*i*5"/>
  <p:tag name="KSO_WM_TEMPLATE_CATEGORY" val="custom"/>
  <p:tag name="KSO_WM_TEMPLATE_INDEX" val="40493006"/>
  <p:tag name="KSO_WM_UNIT_LAYERLEVEL" val="1"/>
  <p:tag name="KSO_WM_TAG_VERSION" val="3.0"/>
  <p:tag name="KSO_WM_BEAUTIFY_FLAG" val="#wm#"/>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40493006_1*i*6"/>
  <p:tag name="KSO_WM_TEMPLATE_CATEGORY" val="custom"/>
  <p:tag name="KSO_WM_TEMPLATE_INDEX" val="40493006"/>
  <p:tag name="KSO_WM_UNIT_LAYERLEVEL" val="1"/>
  <p:tag name="KSO_WM_TAG_VERSION" val="3.0"/>
  <p:tag name="KSO_WM_BEAUTIFY_FLAG" val="#wm#"/>
</p:tagLst>
</file>

<file path=ppt/tags/tag529.xml><?xml version="1.0" encoding="utf-8"?>
<p:tagLst xmlns:p="http://schemas.openxmlformats.org/presentationml/2006/main">
  <p:tag name="KSO_WM_SLIDE_ID" val="custom4049300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3006"/>
  <p:tag name="KSO_WM_SLIDE_TYPE" val="text"/>
  <p:tag name="KSO_WM_SLIDE_SUBTYPE" val="picTxt"/>
  <p:tag name="KSO_WM_SLIDE_SIZE" val="914*474"/>
  <p:tag name="KSO_WM_SLIDE_POSITION" val="45*31"/>
  <p:tag name="KSO_WM_SLIDE_LAYOUT" val="a_f"/>
  <p:tag name="KSO_WM_SLIDE_LAYOUT_CNT" val="1_1"/>
  <p:tag name="KSO_WM_SPECIAL_SOURCE" val="bdnull"/>
</p:tagLst>
</file>

<file path=ppt/tags/tag530.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a"/>
  <p:tag name="KSO_WM_UNIT_INDEX" val="1"/>
  <p:tag name="KSO_WM_UNIT_ID" val="custom20238440_1*a*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大标题内容"/>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0_1*i*1"/>
  <p:tag name="KSO_WM_UNIT_LAYERLEVEL" val="1"/>
  <p:tag name="KSO_WM_TAG_VERSION" val="3.0"/>
  <p:tag name="KSO_WM_BEAUTIFY_FLAG" val="#wm#"/>
  <p:tag name="KSO_WM_UNIT_TYPE" val="i"/>
  <p:tag name="KSO_WM_UNIT_INDEX" val="1"/>
  <p:tag name="KSO_WM_SLIDE_BACKGROUND_TYPE" val="bottomTop"/>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custom"/>
  <p:tag name="KSO_WM_TEMPLATE_INDEX" val="20238440"/>
  <p:tag name="KSO_WM_TEMPLATE_ASSEMBLE_XID" val="637600a50c9383becde15bb6"/>
  <p:tag name="KSO_WM_TEMPLATE_ASSEMBLE_GROUPID" val="637600a50c9383becde15bb6"/>
</p:tagLst>
</file>

<file path=ppt/tags/tag532.xml><?xml version="1.0" encoding="utf-8"?>
<p:tagLst xmlns:p="http://schemas.openxmlformats.org/presentationml/2006/main">
  <p:tag name="KSO_WM_UNIT_BLOCK" val="0"/>
  <p:tag name="KSO_WM_UNIT_HIGHLIGHT" val="0"/>
  <p:tag name="KSO_WM_UNIT_COMPATIBLE" val="0"/>
  <p:tag name="KSO_WM_UNIT_DIAGRAM_ISNUMVISUAL" val="0"/>
  <p:tag name="KSO_WM_UNIT_DIAGRAM_ISREFERUNIT" val="0"/>
  <p:tag name="KSO_WM_UNIT_TYPE" val="i"/>
  <p:tag name="KSO_WM_UNIT_INDEX" val="2"/>
  <p:tag name="KSO_WM_UNIT_ID" val="custom20238440_1*i*2"/>
  <p:tag name="KSO_WM_TEMPLATE_CATEGORY" val="custom"/>
  <p:tag name="KSO_WM_TEMPLATE_INDEX" val="20238440"/>
  <p:tag name="KSO_WM_UNIT_LAYERLEVEL" val="1"/>
  <p:tag name="KSO_WM_TAG_VERSION" val="3.0"/>
  <p:tag name="KSO_WM_BEAUTIFY_FLAG" val="#wm#"/>
  <p:tag name="KSO_WM_CHIP_GROUPID" val="5eda18a25860357932c55e72"/>
  <p:tag name="KSO_WM_UNIT_SM_LIMIT_TYPE" val="2"/>
  <p:tag name="KSO_WM_UNIT_DECORATE_INFO" val="{&quot;DecorateInfoH&quot;:{&quot;IsAbs&quot;:false},&quot;DecorateInfoW&quot;:{&quot;IsAbs&quot;:false},&quot;DecorateInfoX&quot;:{&quot;IsAbs&quot;:false,&quot;Pos&quot;:1},&quot;DecorateInfoY&quot;:{&quot;IsAbs&quot;:false,&quot;Pos&quot;:1},&quot;ReferentInfo&quot;:{&quot;Id&quot;:&quot;72e7dc758fee4e6db4f5488c2d49ac62&quot;,&quot;X&quot;:{&quot;Pos&quot;:1},&quot;Y&quot;:{&quot;Pos&quot;:1}},&quot;whChangeMode&quot;:0}"/>
  <p:tag name="KSO_WM_UNIT_DEC_AREA_ID" val="0a8fc41e3c7145f98573150470e3ff5e"/>
  <p:tag name="KSO_WM_CHIP_XID" val="5eda18ef5860357932c55e83"/>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VALUE" val="864"/>
  <p:tag name="KSO_WM_TEMPLATE_ASSEMBLE_XID" val="637600a50c9383becde15bb6"/>
  <p:tag name="KSO_WM_TEMPLATE_ASSEMBLE_GROUPID" val="637600a50c9383becde15bb6"/>
</p:tagLst>
</file>

<file path=ppt/tags/tag53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0_1*f*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534.xml><?xml version="1.0" encoding="utf-8"?>
<p:tagLst xmlns:p="http://schemas.openxmlformats.org/presentationml/2006/main">
  <p:tag name="KSO_WM_BEAUTIFY_FLAG" val="#wm#"/>
  <p:tag name="KSO_WM_TEMPLATE_CATEGORY" val="custom"/>
  <p:tag name="KSO_WM_TEMPLATE_INDEX" val="20238440"/>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LAYOUT_INFO" val="{&quot;backgroundInfo&quot;:[{&quot;bottom&quot;:0,&quot;bottomAbs&quot;:false,&quot;left&quot;:0,&quot;leftAbs&quot;:false,&quot;right&quot;:0,&quot;rightAbs&quot;:false,&quot;top&quot;:0.44444444799999999,&quot;topAbs&quot;:false,&quot;type&quot;:&quot;bottomTop&quot;},{&quot;bottom&quot;:0,&quot;bottomAbs&quot;:false,&quot;left&quot;:0,&quot;leftAbs&quot;:false,&quot;right&quot;:0,&quot;rightAbs&quot;:false,&quot;top&quot;:0,&quot;topAbs&quot;:false,&quot;type&quot;:&quot;general&quot;}],&quot;id&quot;:&quot;2022-11-17T17:36:38&quot;,&quot;maxSize&quot;:{&quot;size1&quot;:26.699999999999999},&quot;minSize&quot;:{&quot;size1&quot;:20},&quot;normalSize&quot;:{&quot;size1&quot;:20},&quot;subLayout&quot;:[{&quot;id&quot;:&quot;2022-11-17T17:36:38&quot;,&quot;margin&quot;:{&quot;bottom&quot;:0,&quot;left&quot;:1.6929999589920044,&quot;right&quot;:1.6929999589920044,&quot;top&quot;:1.6929999589920044},&quot;type&quot;:0},{&quot;id&quot;:&quot;2022-11-17T17:36:38&quot;,&quot;margin&quot;:{&quot;bottom&quot;:2.5399999618530273,&quot;left&quot;:2.5399999618530273,&quot;right&quot;:2.5399999618530273,&quot;top&quot;:2.1170001029968262},&quot;type&quot;:0}],&quot;type&quot;:0}"/>
  <p:tag name="KSO_WM_SLIDE_BACKGROUND" val="[&quot;bottomTop&quot;,&quot;general&quot;]"/>
  <p:tag name="KSO_WM_SLIDE_RATIO" val="1.777778"/>
  <p:tag name="KSO_WM_SLIDE_ID" val="custom20238440_1"/>
  <p:tag name="KSO_WM_TEMPLATE_SUBCATEGORY" val="0"/>
  <p:tag name="KSO_WM_TEMPLATE_MASTER_TYPE" val="0"/>
  <p:tag name="KSO_WM_TEMPLATE_COLOR_TYPE" val="0"/>
  <p:tag name="KSO_WM_SLIDE_TYPE" val="text"/>
  <p:tag name="KSO_WM_SLIDE_SUBTYPE" val="pureTxt"/>
  <p:tag name="KSO_WM_SLIDE_ITEM_CNT" val="0"/>
  <p:tag name="KSO_WM_SLIDE_INDEX" val="1"/>
  <p:tag name="KSO_WM_SLIDE_SIZE" val="960*512"/>
  <p:tag name="KSO_WM_SLIDE_POSITION" val="0*28"/>
  <p:tag name="KSO_WM_TAG_VERSION" val="3.0"/>
  <p:tag name="KSO_WM_SLIDE_LAYOUT" val="a_f"/>
  <p:tag name="KSO_WM_SLIDE_LAYOUT_CNT" val="1_1"/>
  <p:tag name="KSO_WM_CHIP_FILLPROP" val="[[{&quot;text_align&quot;:&quot;lt&quot;,&quot;text_direction&quot;:&quot;horizontal&quot;,&quot;support_big_font&quot;:false,&quot;picture_toward&quot;:0,&quot;picture_dockside&quot;:[],&quot;fill_id&quot;:&quot;fbc1d1c81b9c4bca8f09873cfc4ac6db&quot;,&quot;fill_align&quot;:&quot;l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quot;text_align&quot;:&quot;ct&quot;,&quot;text_direction&quot;:&quot;horizontal&quot;,&quot;support_big_font&quot;:false,&quot;picture_toward&quot;:0,&quot;picture_dockside&quot;:[],&quot;fill_id&quot;:&quot;fbc1d1c81b9c4bca8f09873cfc4ac6db&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
  <p:tag name="KSO_WM_CHIP_GROUPID" val="5eda18a25860357932c55e72"/>
  <p:tag name="KSO_WM_CHIP_XID" val="5eda18ef5860357932c55e83"/>
  <p:tag name="KSO_WM_CHIP_DECFILLPROP" val="[]"/>
  <p:tag name="KSO_WM_SLIDE_BK_DARK_LIGHT" val="2"/>
  <p:tag name="KSO_WM_SLIDE_BACKGROUND_TYPE" val="bottomTop"/>
  <p:tag name="KSO_WM_SLIDE_SUPPORT_FEATURE_TYPE" val="0"/>
  <p:tag name="KSO_WM_TEMPLATE_ASSEMBLE_XID" val="637600a50c9383becde15bb6"/>
  <p:tag name="KSO_WM_TEMPLATE_ASSEMBLE_GROUPID" val="637600a50c9383becde15bb6"/>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9*a*1"/>
  <p:tag name="KSO_WM_TEMPLATE_CATEGORY" val="diagram"/>
  <p:tag name="KSO_WM_TEMPLATE_INDEX" val="20235153"/>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TEXT_TYPE" val="1"/>
  <p:tag name="KSO_WM_UNIT_PRESET_TEXT" val="单击此处添加文档标题内容"/>
  <p:tag name="KSO_WM_UNIT_TEXT_FILL_FORE_SCHEMECOLOR_INDEX" val="15"/>
  <p:tag name="KSO_WM_UNIT_TEXT_FILL_TYPE" val="1"/>
  <p:tag name="KSO_WM_UNIT_USESOURCEFORMAT_APPLY" val="1"/>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2*l_h_i*1_1_1"/>
  <p:tag name="KSO_WM_TEMPLATE_CATEGORY" val="diagram"/>
  <p:tag name="KSO_WM_TEMPLATE_INDEX" val="20235153"/>
  <p:tag name="KSO_WM_UNIT_LAYERLEVEL" val="1_1_1"/>
  <p:tag name="KSO_WM_TAG_VERSION" val="3.0"/>
  <p:tag name="KSO_WM_BEAUTIFY_FLAG" val="#wm#"/>
  <p:tag name="KSO_WM_DIAGRAM_GROUP_CODE" val="l1-1"/>
  <p:tag name="KSO_WM_UNIT_SUBTYPE" val="d"/>
  <p:tag name="KSO_WM_UNIT_TYPE" val="l_h_i"/>
  <p:tag name="KSO_WM_UNIT_INDEX" val="1_1_1"/>
  <p:tag name="KSO_WM_DIAGRAM_VERSION" val="3"/>
  <p:tag name="KSO_WM_DIAGRAM_COLOR_TRICK" val="1"/>
  <p:tag name="KSO_WM_DIAGRAM_COLOR_TEXT_CAN_REMOVE" val="n"/>
  <p:tag name="KSO_WM_UNIT_TEXT_FILL_FORE_SCHEMECOLOR_INDEX" val="3"/>
  <p:tag name="KSO_WM_UNIT_TEXT_FILL_TYPE" val="3"/>
  <p:tag name="KSO_WM_DIAGRAM_MAX_ITEMCNT" val="12"/>
  <p:tag name="KSO_WM_DIAGRAM_MIN_ITEMCNT" val="2"/>
  <p:tag name="KSO_WM_DIAGRAM_VIRTUALLY_FRAME" val="{&quot;height&quot;:414.36539862369335,&quot;left&quot;:54.75,&quot;top&quot;:104.9,&quot;width&quot;:850.40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2*l_h_i*1_2_2"/>
  <p:tag name="KSO_WM_TEMPLATE_CATEGORY" val="diagram"/>
  <p:tag name="KSO_WM_TEMPLATE_INDEX" val="20235153"/>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UNIT_LINE_FORE_SCHEMECOLOR_INDEX" val="6"/>
  <p:tag name="KSO_WM_DIAGRAM_MAX_ITEMCNT" val="12"/>
  <p:tag name="KSO_WM_DIAGRAM_MIN_ITEMCNT" val="2"/>
  <p:tag name="KSO_WM_DIAGRAM_VIRTUALLY_FRAME" val="{&quot;height&quot;:414.36539862369335,&quot;left&quot;:54.75,&quot;top&quot;:104.9,&quot;width&quot;:850.4000000000002}"/>
  <p:tag name="KSO_WM_DIAGRAM_COLOR_MATCH_VALUE" val="{&quot;shape&quot;:{&quot;fill&quot;:{&quot;solid&quot;:{&quot;brightness&quot;:0,&quot;colorType&quot;:1,&quot;foreColorIndex&quot;:2,&quot;transparency&quot;: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TYPE" val="1"/>
  <p:tag name="KSO_WM_UNIT_LINE_FILL_TYPE" val="2"/>
  <p:tag name="KSO_WM_UNIT_USESOURCEFORMAT_APPLY" val="1"/>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2*l_h_f*1_1_1"/>
  <p:tag name="KSO_WM_TEMPLATE_CATEGORY" val="diagram"/>
  <p:tag name="KSO_WM_TEMPLATE_INDEX" val="20235153"/>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MAX_ITEMCNT" val="12"/>
  <p:tag name="KSO_WM_DIAGRAM_MIN_ITEMCNT" val="2"/>
  <p:tag name="KSO_WM_DIAGRAM_VIRTUALLY_FRAME" val="{&quot;height&quot;:414.36539862369335,&quot;left&quot;:54.75,&quot;top&quot;:104.9,&quot;width&quot;:850.40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2*l_h_f*1_2_1"/>
  <p:tag name="KSO_WM_TEMPLATE_CATEGORY" val="diagram"/>
  <p:tag name="KSO_WM_TEMPLATE_INDEX" val="20235153"/>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MAX_ITEMCNT" val="12"/>
  <p:tag name="KSO_WM_DIAGRAM_MIN_ITEMCNT" val="2"/>
  <p:tag name="KSO_WM_DIAGRAM_VIRTUALLY_FRAME" val="{&quot;height&quot;:414.36539862369335,&quot;left&quot;:54.75,&quot;top&quot;:104.9,&quot;width&quot;:850.40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2*l_h_f*1_3_1"/>
  <p:tag name="KSO_WM_TEMPLATE_CATEGORY" val="diagram"/>
  <p:tag name="KSO_WM_TEMPLATE_INDEX" val="20235153"/>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MAX_ITEMCNT" val="12"/>
  <p:tag name="KSO_WM_DIAGRAM_MIN_ITEMCNT" val="2"/>
  <p:tag name="KSO_WM_DIAGRAM_VIRTUALLY_FRAME" val="{&quot;height&quot;:414.36539862369335,&quot;left&quot;:54.75,&quot;top&quot;:104.9,&quot;width&quot;:850.40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2*l_h_i*1_3_2"/>
  <p:tag name="KSO_WM_TEMPLATE_CATEGORY" val="diagram"/>
  <p:tag name="KSO_WM_TEMPLATE_INDEX" val="20235153"/>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UNIT_LINE_FORE_SCHEMECOLOR_INDEX" val="7"/>
  <p:tag name="KSO_WM_DIAGRAM_MAX_ITEMCNT" val="12"/>
  <p:tag name="KSO_WM_DIAGRAM_MIN_ITEMCNT" val="2"/>
  <p:tag name="KSO_WM_DIAGRAM_VIRTUALLY_FRAME" val="{&quot;height&quot;:414.36539862369335,&quot;left&quot;:54.75,&quot;top&quot;:104.9,&quot;width&quot;:850.4000000000002}"/>
  <p:tag name="KSO_WM_DIAGRAM_COLOR_MATCH_VALUE" val="{&quot;shape&quot;:{&quot;fill&quot;:{&quot;solid&quot;:{&quot;brightness&quot;:0,&quot;colorType&quot;:1,&quot;foreColorIndex&quot;:2,&quot;transparency&quot;: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TYPE" val="1"/>
  <p:tag name="KSO_WM_UNIT_LINE_FILL_TYPE" val="2"/>
  <p:tag name="KSO_WM_UNIT_USESOURCEFORMAT_APPLY" val="1"/>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2*l_h_i*1_2_1"/>
  <p:tag name="KSO_WM_TEMPLATE_CATEGORY" val="diagram"/>
  <p:tag name="KSO_WM_TEMPLATE_INDEX" val="20235153"/>
  <p:tag name="KSO_WM_UNIT_LAYERLEVEL" val="1_1_1"/>
  <p:tag name="KSO_WM_TAG_VERSION" val="3.0"/>
  <p:tag name="KSO_WM_BEAUTIFY_FLAG" val="#wm#"/>
  <p:tag name="KSO_WM_DIAGRAM_GROUP_CODE" val="l1-1"/>
  <p:tag name="KSO_WM_UNIT_SUBTYPE" val="d"/>
  <p:tag name="KSO_WM_UNIT_TYPE" val="l_h_i"/>
  <p:tag name="KSO_WM_UNIT_INDEX" val="1_2_1"/>
  <p:tag name="KSO_WM_DIAGRAM_VERSION" val="3"/>
  <p:tag name="KSO_WM_DIAGRAM_COLOR_TRICK" val="1"/>
  <p:tag name="KSO_WM_DIAGRAM_COLOR_TEXT_CAN_REMOVE" val="n"/>
  <p:tag name="KSO_WM_UNIT_TEXT_FILL_FORE_SCHEMECOLOR_INDEX" val="3"/>
  <p:tag name="KSO_WM_UNIT_TEXT_FILL_TYPE" val="3"/>
  <p:tag name="KSO_WM_DIAGRAM_MAX_ITEMCNT" val="12"/>
  <p:tag name="KSO_WM_DIAGRAM_MIN_ITEMCNT" val="2"/>
  <p:tag name="KSO_WM_DIAGRAM_VIRTUALLY_FRAME" val="{&quot;height&quot;:414.36539862369335,&quot;left&quot;:54.75,&quot;top&quot;:104.9,&quot;width&quot;:850.40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2*l_h_i*1_3_1"/>
  <p:tag name="KSO_WM_TEMPLATE_CATEGORY" val="diagram"/>
  <p:tag name="KSO_WM_TEMPLATE_INDEX" val="20235153"/>
  <p:tag name="KSO_WM_UNIT_LAYERLEVEL" val="1_1_1"/>
  <p:tag name="KSO_WM_TAG_VERSION" val="3.0"/>
  <p:tag name="KSO_WM_BEAUTIFY_FLAG" val="#wm#"/>
  <p:tag name="KSO_WM_DIAGRAM_GROUP_CODE" val="l1-1"/>
  <p:tag name="KSO_WM_UNIT_SUBTYPE" val="d"/>
  <p:tag name="KSO_WM_UNIT_TYPE" val="l_h_i"/>
  <p:tag name="KSO_WM_UNIT_INDEX" val="1_3_1"/>
  <p:tag name="KSO_WM_DIAGRAM_VERSION" val="3"/>
  <p:tag name="KSO_WM_DIAGRAM_COLOR_TRICK" val="1"/>
  <p:tag name="KSO_WM_DIAGRAM_COLOR_TEXT_CAN_REMOVE" val="n"/>
  <p:tag name="KSO_WM_UNIT_TEXT_FILL_FORE_SCHEMECOLOR_INDEX" val="3"/>
  <p:tag name="KSO_WM_UNIT_TEXT_FILL_TYPE" val="3"/>
  <p:tag name="KSO_WM_DIAGRAM_MAX_ITEMCNT" val="12"/>
  <p:tag name="KSO_WM_DIAGRAM_MIN_ITEMCNT" val="2"/>
  <p:tag name="KSO_WM_DIAGRAM_VIRTUALLY_FRAME" val="{&quot;height&quot;:414.36539862369335,&quot;left&quot;:54.75,&quot;top&quot;:104.9,&quot;width&quot;:850.40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44.xml><?xml version="1.0" encoding="utf-8"?>
<p:tagLst xmlns:p="http://schemas.openxmlformats.org/presentationml/2006/main">
  <p:tag name="KSO_WM_SLIDE_ID" val="diagram20235153_9"/>
  <p:tag name="KSO_WM_TEMPLATE_SUBCATEGORY" val="0"/>
  <p:tag name="KSO_WM_TEMPLATE_MASTER_TYPE" val="0"/>
  <p:tag name="KSO_WM_TEMPLATE_COLOR_TYPE" val="0"/>
  <p:tag name="KSO_WM_SLIDE_ITEM_CNT" val="10"/>
  <p:tag name="KSO_WM_SLIDE_INDEX" val="9"/>
  <p:tag name="KSO_WM_TAG_VERSION" val="3.0"/>
  <p:tag name="KSO_WM_BEAUTIFY_FLAG" val="#wm#"/>
  <p:tag name="KSO_WM_TEMPLATE_CATEGORY" val="diagram"/>
  <p:tag name="KSO_WM_TEMPLATE_INDEX" val="20235153"/>
  <p:tag name="KSO_WM_SLIDE_TYPE" val="text"/>
  <p:tag name="KSO_WM_SLIDE_SUBTYPE" val="diag"/>
  <p:tag name="KSO_WM_SLIDE_SIZE" val="850.4*366.8"/>
  <p:tag name="KSO_WM_SLIDE_POSITION" val="54.75*121.2"/>
  <p:tag name="KSO_WM_DIAGRAM_GROUP_CODE" val="l1-1"/>
  <p:tag name="KSO_WM_SLIDE_DIAGTYPE" val="l"/>
  <p:tag name="KSO_WM_SLIDE_LAYOUT" val="a_l"/>
  <p:tag name="KSO_WM_SLIDE_LAYOUT_CNT" val="1_1"/>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546.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54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550.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9*a*1"/>
  <p:tag name="KSO_WM_TEMPLATE_CATEGORY" val="diagram"/>
  <p:tag name="KSO_WM_TEMPLATE_INDEX" val="20235153"/>
  <p:tag name="KSO_WM_UNIT_LAYERLEVEL" val="1"/>
  <p:tag name="KSO_WM_TAG_VERSION" val="3.0"/>
  <p:tag name="KSO_WM_BEAUTIFY_FLAG" val="#wm#"/>
  <p:tag name="KSO_WM_UNIT_ISCONTENTSTITLE" val="0"/>
  <p:tag name="KSO_WM_UNIT_ISNUMDGMTITLE" val="0"/>
  <p:tag name="KSO_WM_UNIT_NOCLEAR" val="0"/>
  <p:tag name="KSO_WM_DIAGRAM_GROUP_CODE" val="l1-1"/>
  <p:tag name="KSO_WM_UNIT_TYPE" val="a"/>
  <p:tag name="KSO_WM_UNIT_INDEX" val="1"/>
  <p:tag name="KSO_WM_UNIT_TEXT_TYPE" val="1"/>
  <p:tag name="KSO_WM_UNIT_PRESET_TEXT" val="单击此处添加文档标题内容"/>
  <p:tag name="KSO_WM_UNIT_TEXT_FILL_FORE_SCHEMECOLOR_INDEX" val="15"/>
  <p:tag name="KSO_WM_UNIT_TEXT_FILL_TYPE" val="1"/>
  <p:tag name="KSO_WM_UNIT_USESOURCEFORMAT_APPLY"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i*1_2_2"/>
  <p:tag name="KSO_WM_TEMPLATE_CATEGORY" val="diagram"/>
  <p:tag name="KSO_WM_TEMPLATE_INDEX" val="20235153"/>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UNIT_LINE_FORE_SCHEMECOLOR_INDEX" val="6"/>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solid&quot;:{&quot;brightness&quot;:0,&quot;colorType&quot;:1,&quot;foreColorIndex&quot;:2,&quot;transparency&quot;: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TYPE" val="1"/>
  <p:tag name="KSO_WM_UNIT_LINE_FILL_TYPE" val="2"/>
  <p:tag name="KSO_WM_UNIT_USESOURCEFORMAT_APPLY" val="1"/>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f*1_1_1"/>
  <p:tag name="KSO_WM_TEMPLATE_CATEGORY" val="diagram"/>
  <p:tag name="KSO_WM_TEMPLATE_INDEX" val="20235153"/>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1_1"/>
  <p:tag name="KSO_WM_UNIT_VALUE" val="171"/>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f*1_2_1"/>
  <p:tag name="KSO_WM_TEMPLATE_CATEGORY" val="diagram"/>
  <p:tag name="KSO_WM_TEMPLATE_INDEX" val="20235153"/>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f*1_3_1"/>
  <p:tag name="KSO_WM_TEMPLATE_CATEGORY" val="diagram"/>
  <p:tag name="KSO_WM_TEMPLATE_INDEX" val="20235153"/>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f*1_4_1"/>
  <p:tag name="KSO_WM_TEMPLATE_CATEGORY" val="diagram"/>
  <p:tag name="KSO_WM_TEMPLATE_INDEX" val="20235153"/>
  <p:tag name="KSO_WM_UNIT_LAYERLEVEL" val="1_1_1"/>
  <p:tag name="KSO_WM_TAG_VERSION" val="3.0"/>
  <p:tag name="KSO_WM_BEAUTIFY_FLAG" val="#wm#"/>
  <p:tag name="KSO_WM_UNIT_SUBTYPE" val="a"/>
  <p:tag name="KSO_WM_UNIT_TEXT_LAYER_COUNT" val="1"/>
  <p:tag name="KSO_WM_UNIT_NOCLEAR" val="0"/>
  <p:tag name="KSO_WM_DIAGRAM_GROUP_CODE" val="l1-1"/>
  <p:tag name="KSO_WM_UNIT_TYPE" val="l_h_f"/>
  <p:tag name="KSO_WM_UNIT_INDEX" val="1_4_1"/>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
  <p:tag name="KSO_WM_UNIT_TEXT_FILL_FORE_SCHEMECOLOR_INDEX" val="1"/>
  <p:tag name="KSO_WM_UNIT_TEXT_FILL_TYPE" val="1"/>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i*1_3_2"/>
  <p:tag name="KSO_WM_TEMPLATE_CATEGORY" val="diagram"/>
  <p:tag name="KSO_WM_TEMPLATE_INDEX" val="20235153"/>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UNIT_LINE_FORE_SCHEMECOLOR_INDEX" val="7"/>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solid&quot;:{&quot;brightness&quot;:0,&quot;colorType&quot;:1,&quot;foreColorIndex&quot;:2,&quot;transparency&quot;: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TYPE" val="1"/>
  <p:tag name="KSO_WM_UNIT_LINE_FILL_TYPE" val="2"/>
  <p:tag name="KSO_WM_UNIT_USESOURCEFORMAT_APPLY" val="1"/>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i*1_4_2"/>
  <p:tag name="KSO_WM_TEMPLATE_CATEGORY" val="diagram"/>
  <p:tag name="KSO_WM_TEMPLATE_INDEX" val="20235153"/>
  <p:tag name="KSO_WM_UNIT_LAYERLEVEL" val="1_1_1"/>
  <p:tag name="KSO_WM_TAG_VERSION" val="3.0"/>
  <p:tag name="KSO_WM_BEAUTIFY_FLAG" val="#wm#"/>
  <p:tag name="KSO_WM_DIAGRAM_GROUP_CODE" val="l1-1"/>
  <p:tag name="KSO_WM_UNIT_TYPE" val="l_h_i"/>
  <p:tag name="KSO_WM_UNIT_INDEX" val="1_4_2"/>
  <p:tag name="KSO_WM_DIAGRAM_VERSION" val="3"/>
  <p:tag name="KSO_WM_DIAGRAM_COLOR_TRICK" val="1"/>
  <p:tag name="KSO_WM_DIAGRAM_COLOR_TEXT_CAN_REMOVE" val="n"/>
  <p:tag name="KSO_WM_UNIT_LINE_FORE_SCHEMECOLOR_INDEX" val="8"/>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solid&quot;:{&quot;brightness&quot;:0,&quot;colorType&quot;:1,&quot;foreColorIndex&quot;:2,&quot;transparency&quot;: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2"/>
  <p:tag name="KSO_WM_UNIT_FILL_TYPE" val="1"/>
  <p:tag name="KSO_WM_UNIT_LINE_FILL_TYPE" val="2"/>
  <p:tag name="KSO_WM_UNIT_USESOURCEFORMAT_APPLY" val="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i*1_4_1"/>
  <p:tag name="KSO_WM_TEMPLATE_CATEGORY" val="diagram"/>
  <p:tag name="KSO_WM_TEMPLATE_INDEX" val="20235153"/>
  <p:tag name="KSO_WM_UNIT_LAYERLEVEL" val="1_1_1"/>
  <p:tag name="KSO_WM_TAG_VERSION" val="3.0"/>
  <p:tag name="KSO_WM_BEAUTIFY_FLAG" val="#wm#"/>
  <p:tag name="KSO_WM_DIAGRAM_GROUP_CODE" val="l1-1"/>
  <p:tag name="KSO_WM_UNIT_SUBTYPE" val="d"/>
  <p:tag name="KSO_WM_UNIT_TYPE" val="l_h_i"/>
  <p:tag name="KSO_WM_UNIT_INDEX" val="1_4_1"/>
  <p:tag name="KSO_WM_DIAGRAM_VERSION" val="3"/>
  <p:tag name="KSO_WM_DIAGRAM_COLOR_TRICK" val="1"/>
  <p:tag name="KSO_WM_DIAGRAM_COLOR_TEXT_CAN_REMOVE" val="n"/>
  <p:tag name="KSO_WM_UNIT_TEXT_FILL_FORE_SCHEMECOLOR_INDEX" val="3"/>
  <p:tag name="KSO_WM_UNIT_TEXT_FILL_TYPE" val="3"/>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i*1_3_1"/>
  <p:tag name="KSO_WM_TEMPLATE_CATEGORY" val="diagram"/>
  <p:tag name="KSO_WM_TEMPLATE_INDEX" val="20235153"/>
  <p:tag name="KSO_WM_UNIT_LAYERLEVEL" val="1_1_1"/>
  <p:tag name="KSO_WM_TAG_VERSION" val="3.0"/>
  <p:tag name="KSO_WM_BEAUTIFY_FLAG" val="#wm#"/>
  <p:tag name="KSO_WM_DIAGRAM_GROUP_CODE" val="l1-1"/>
  <p:tag name="KSO_WM_UNIT_SUBTYPE" val="d"/>
  <p:tag name="KSO_WM_UNIT_TYPE" val="l_h_i"/>
  <p:tag name="KSO_WM_UNIT_INDEX" val="1_3_1"/>
  <p:tag name="KSO_WM_DIAGRAM_VERSION" val="3"/>
  <p:tag name="KSO_WM_DIAGRAM_COLOR_TRICK" val="1"/>
  <p:tag name="KSO_WM_DIAGRAM_COLOR_TEXT_CAN_REMOVE" val="n"/>
  <p:tag name="KSO_WM_UNIT_TEXT_FILL_FORE_SCHEMECOLOR_INDEX" val="3"/>
  <p:tag name="KSO_WM_UNIT_TEXT_FILL_TYPE" val="3"/>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i*1_2_1"/>
  <p:tag name="KSO_WM_TEMPLATE_CATEGORY" val="diagram"/>
  <p:tag name="KSO_WM_TEMPLATE_INDEX" val="20235153"/>
  <p:tag name="KSO_WM_UNIT_LAYERLEVEL" val="1_1_1"/>
  <p:tag name="KSO_WM_TAG_VERSION" val="3.0"/>
  <p:tag name="KSO_WM_BEAUTIFY_FLAG" val="#wm#"/>
  <p:tag name="KSO_WM_DIAGRAM_GROUP_CODE" val="l1-1"/>
  <p:tag name="KSO_WM_UNIT_SUBTYPE" val="d"/>
  <p:tag name="KSO_WM_UNIT_TYPE" val="l_h_i"/>
  <p:tag name="KSO_WM_UNIT_INDEX" val="1_2_1"/>
  <p:tag name="KSO_WM_DIAGRAM_VERSION" val="3"/>
  <p:tag name="KSO_WM_DIAGRAM_COLOR_TRICK" val="1"/>
  <p:tag name="KSO_WM_DIAGRAM_COLOR_TEXT_CAN_REMOVE" val="n"/>
  <p:tag name="KSO_WM_UNIT_TEXT_FILL_FORE_SCHEMECOLOR_INDEX" val="3"/>
  <p:tag name="KSO_WM_UNIT_TEXT_FILL_TYPE" val="3"/>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3_3*l_h_i*1_1_1"/>
  <p:tag name="KSO_WM_TEMPLATE_CATEGORY" val="diagram"/>
  <p:tag name="KSO_WM_TEMPLATE_INDEX" val="20235153"/>
  <p:tag name="KSO_WM_UNIT_LAYERLEVEL" val="1_1_1"/>
  <p:tag name="KSO_WM_TAG_VERSION" val="3.0"/>
  <p:tag name="KSO_WM_BEAUTIFY_FLAG" val="#wm#"/>
  <p:tag name="KSO_WM_DIAGRAM_GROUP_CODE" val="l1-1"/>
  <p:tag name="KSO_WM_UNIT_SUBTYPE" val="d"/>
  <p:tag name="KSO_WM_UNIT_TYPE" val="l_h_i"/>
  <p:tag name="KSO_WM_UNIT_INDEX" val="1_1_1"/>
  <p:tag name="KSO_WM_DIAGRAM_VERSION" val="3"/>
  <p:tag name="KSO_WM_DIAGRAM_COLOR_TRICK" val="1"/>
  <p:tag name="KSO_WM_DIAGRAM_COLOR_TEXT_CAN_REMOVE" val="n"/>
  <p:tag name="KSO_WM_UNIT_TEXT_FILL_FORE_SCHEMECOLOR_INDEX" val="3"/>
  <p:tag name="KSO_WM_UNIT_TEXT_FILL_TYPE" val="3"/>
  <p:tag name="KSO_WM_DIAGRAM_MAX_ITEMCNT" val="12"/>
  <p:tag name="KSO_WM_DIAGRAM_MIN_ITEMCNT" val="2"/>
  <p:tag name="KSO_WM_DIAGRAM_VIRTUALLY_FRAME" val="{&quot;height&quot;:447.68508366306344,&quot;left&quot;:54.75,&quot;top&quot;:53.080314960629906,&quot;width&quot;:92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563.xml><?xml version="1.0" encoding="utf-8"?>
<p:tagLst xmlns:p="http://schemas.openxmlformats.org/presentationml/2006/main">
  <p:tag name="KSO_WM_SLIDE_ID" val="diagram20235153_9"/>
  <p:tag name="KSO_WM_TEMPLATE_SUBCATEGORY" val="0"/>
  <p:tag name="KSO_WM_TEMPLATE_MASTER_TYPE" val="0"/>
  <p:tag name="KSO_WM_TEMPLATE_COLOR_TYPE" val="0"/>
  <p:tag name="KSO_WM_SLIDE_ITEM_CNT" val="10"/>
  <p:tag name="KSO_WM_SLIDE_INDEX" val="9"/>
  <p:tag name="KSO_WM_TAG_VERSION" val="3.0"/>
  <p:tag name="KSO_WM_BEAUTIFY_FLAG" val="#wm#"/>
  <p:tag name="KSO_WM_TEMPLATE_CATEGORY" val="diagram"/>
  <p:tag name="KSO_WM_TEMPLATE_INDEX" val="20235153"/>
  <p:tag name="KSO_WM_SLIDE_TYPE" val="text"/>
  <p:tag name="KSO_WM_SLIDE_SUBTYPE" val="diag"/>
  <p:tag name="KSO_WM_SLIDE_SIZE" val="850.4*366.8"/>
  <p:tag name="KSO_WM_SLIDE_POSITION" val="54.75*121.2"/>
  <p:tag name="KSO_WM_DIAGRAM_GROUP_CODE" val="l1-1"/>
  <p:tag name="KSO_WM_SLIDE_DIAGTYPE" val="l"/>
  <p:tag name="KSO_WM_SLIDE_LAYOUT" val="a_l"/>
  <p:tag name="KSO_WM_SLIDE_LAYOUT_CNT" val="1_1"/>
</p:tagLst>
</file>

<file path=ppt/tags/tag56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8441_1*a*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标题"/>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1"/>
  <p:tag name="KSO_WM_TEMPLATE_CATEGORY" val="custom"/>
  <p:tag name="KSO_WM_TEMPLATE_INDEX" val="20238441"/>
  <p:tag name="KSO_WM_UNIT_LAYERLEVEL" val="1"/>
  <p:tag name="KSO_WM_TAG_VERSION" val="3.0"/>
  <p:tag name="KSO_WM_BEAUTIFY_FLAG" val="#wm#"/>
  <p:tag name="KSO_WM_UNIT_TYPE" val="i"/>
  <p:tag name="KSO_WM_UNIT_INDEX" val="1"/>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8441_1*i*2"/>
  <p:tag name="KSO_WM_TEMPLATE_CATEGORY" val="custom"/>
  <p:tag name="KSO_WM_TEMPLATE_INDEX" val="20238441"/>
  <p:tag name="KSO_WM_UNIT_LAYERLEVEL" val="1"/>
  <p:tag name="KSO_WM_TAG_VERSION" val="3.0"/>
  <p:tag name="KSO_WM_BEAUTIFY_FLAG" val="#wm#"/>
  <p:tag name="KSO_WM_UNIT_TYPE" val="i"/>
  <p:tag name="KSO_WM_UNIT_INDEX" val="2"/>
</p:tagLst>
</file>

<file path=ppt/tags/tag56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1_1*f*1"/>
  <p:tag name="KSO_WM_TEMPLATE_CATEGORY" val="custom"/>
  <p:tag name="KSO_WM_TEMPLATE_INDEX" val="20238441"/>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568.xml><?xml version="1.0" encoding="utf-8"?>
<p:tagLst xmlns:p="http://schemas.openxmlformats.org/presentationml/2006/main">
  <p:tag name="KSO_WM_SLIDE_ID" val="custom2023844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01*391"/>
  <p:tag name="KSO_WM_SLIDE_POSITION" val="41*74"/>
  <p:tag name="KSO_WM_TAG_VERSION" val="3.0"/>
  <p:tag name="KSO_WM_BEAUTIFY_FLAG" val="#wm#"/>
  <p:tag name="KSO_WM_TEMPLATE_CATEGORY" val="custom"/>
  <p:tag name="KSO_WM_TEMPLATE_INDEX" val="20238441"/>
  <p:tag name="KSO_WM_SLIDE_LAYOUT" val="a_f"/>
  <p:tag name="KSO_WM_SLIDE_LAYOUT_CNT" val="1_1"/>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633_1*i*1"/>
  <p:tag name="KSO_WM_TEMPLATE_CATEGORY" val="custom"/>
  <p:tag name="KSO_WM_TEMPLATE_INDEX" val="20235633"/>
  <p:tag name="KSO_WM_UNIT_LAYERLEVEL" val="1"/>
  <p:tag name="KSO_WM_TAG_VERSION" val="3.0"/>
  <p:tag name="KSO_WM_BEAUTIFY_FLAG" val="#wm#"/>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633_1*i*2"/>
  <p:tag name="KSO_WM_TEMPLATE_CATEGORY" val="custom"/>
  <p:tag name="KSO_WM_TEMPLATE_INDEX" val="20235633"/>
  <p:tag name="KSO_WM_UNIT_LAYERLEVEL" val="1"/>
  <p:tag name="KSO_WM_TAG_VERSION" val="3.0"/>
  <p:tag name="KSO_WM_BEAUTIFY_FLAG" val="#wm#"/>
</p:tagLst>
</file>

<file path=ppt/tags/tag57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3_1*a*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添加标题内容"/>
</p:tagLst>
</file>

<file path=ppt/tags/tag57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3_1*f*1"/>
  <p:tag name="KSO_WM_TEMPLATE_CATEGORY" val="custom"/>
  <p:tag name="KSO_WM_TEMPLATE_INDEX" val="20235633"/>
  <p:tag name="KSO_WM_UNIT_LAYERLEVEL" val="1"/>
  <p:tag name="KSO_WM_TAG_VERSION" val="3.0"/>
  <p:tag name="KSO_WM_BEAUTIFY_FLAG" val="#wm#"/>
  <p:tag name="KSO_WM_UNIT_TEXT_TYPE" val="1"/>
  <p:tag name="KSO_WM_UNIT_PRESET_TEXT" val="单击此处输入你的正文，文字是您思想的提炼，为了最终演示发布的良好效果，请尽量言简意赅的阐述观点。根据需要可酌情增减文字。&#10;单击此处输入你的正文，文字是您思想的提炼，为了最终演示发布的良好效果，请尽量言简意赅的阐述观点。&#10;单击此处输入你的正文，文字是您思想的提炼，为了最终演示发布的良好效果，请尽量言简意赅的阐述观点。根据需要可酌情增减文字，以便观者可以准确理解您所传达的信息。单击此处输入你的正文。"/>
</p:tagLst>
</file>

<file path=ppt/tags/tag573.xml><?xml version="1.0" encoding="utf-8"?>
<p:tagLst xmlns:p="http://schemas.openxmlformats.org/presentationml/2006/main">
  <p:tag name="KSO_WM_SLIDE_ID" val="custom20235633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59*539"/>
  <p:tag name="KSO_WM_SLIDE_POSITION" val="0*0"/>
  <p:tag name="KSO_WM_TAG_VERSION" val="3.0"/>
  <p:tag name="KSO_WM_BEAUTIFY_FLAG" val="#wm#"/>
  <p:tag name="KSO_WM_TEMPLATE_CATEGORY" val="custom"/>
  <p:tag name="KSO_WM_TEMPLATE_INDEX" val="20235633"/>
  <p:tag name="KSO_WM_SLIDE_LAYOUT" val="a_f"/>
  <p:tag name="KSO_WM_SLIDE_LAYOUT_CNT" val="1_1"/>
</p:tagLst>
</file>

<file path=ppt/tags/tag57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90_2*a*1"/>
  <p:tag name="KSO_WM_TEMPLATE_CATEGORY" val="diagram"/>
  <p:tag name="KSO_WM_TEMPLATE_INDEX" val="20231790"/>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5"/>
  <p:tag name="KSO_WM_UNIT_TEXT_FILL_TYPE" val="1"/>
  <p:tag name="KSO_WM_UNIT_USESOURCEFORMAT_APPLY" val="1"/>
</p:tagLst>
</file>

<file path=ppt/tags/tag5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90_2*l_h_i*1_1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6"/>
  <p:tag name="KSO_WM_DIAGRAM_MIN_ITEMCNT" val="2"/>
  <p:tag name="KSO_WM_DIAGRAM_VIRTUALLY_FRAME" val="{&quot;height&quot;:428.15,&quot;left&quot;:39.1,&quot;top&quot;:93.7,&quot;width&quot;:881.1}"/>
  <p:tag name="KSO_WM_DIAGRAM_COLOR_MATCH_VALUE" val="{&quot;shape&quot;:{&quot;fill&quot;:{&quot;solid&quot;:{&quot;brightness&quot;:0.800000011920929,&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UNIT_TEXT_FILL_FORE_SCHEMECOLOR_INDEX" val="2"/>
  <p:tag name="KSO_WM_UNIT_TEXT_FILL_TYPE" val="1"/>
  <p:tag name="KSO_WM_UNIT_USESOURCEFORMAT_APPLY" val="1"/>
</p:tagLst>
</file>

<file path=ppt/tags/tag57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790"/>
  <p:tag name="KSO_WM_UNIT_LAYERLEVEL" val="1_1_1"/>
  <p:tag name="KSO_WM_TAG_VERSION" val="3.0"/>
  <p:tag name="KSO_WM_UNIT_VALUE" val="10"/>
  <p:tag name="KSO_WM_UNIT_TYPE" val="l_h_a"/>
  <p:tag name="KSO_WM_UNIT_ID" val="diagram20231790_2*l_h_a*1_1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8.15,&quot;left&quot;:39.1,&quot;top&quot;:93.7,&quot;width&quot;:881.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57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90_2*l_h_f*1_1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8.15,&quot;left&quot;:39.1,&quot;top&quot;:93.7,&quot;width&quot;:88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内容，文字是您思想的提炼，请尽量言简意赅的阐述观点,单击输入你的项正文，文字是您思想的提炼，请言简意赅的阐述观点"/>
  <p:tag name="KSO_WM_UNIT_TEXT_FILL_FORE_SCHEMECOLOR_INDEX" val="1"/>
  <p:tag name="KSO_WM_UNIT_TEXT_FILL_TYPE" val="1"/>
  <p:tag name="KSO_WM_UNIT_USESOURCEFORMAT_APPLY" val="1"/>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90_2*l_h_i*1_2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6"/>
  <p:tag name="KSO_WM_DIAGRAM_MIN_ITEMCNT" val="2"/>
  <p:tag name="KSO_WM_DIAGRAM_VIRTUALLY_FRAME" val="{&quot;height&quot;:428.15,&quot;left&quot;:39.1,&quot;top&quot;:93.7,&quot;width&quot;:881.1}"/>
  <p:tag name="KSO_WM_DIAGRAM_COLOR_MATCH_VALUE" val="{&quot;shape&quot;:{&quot;fill&quot;:{&quot;solid&quot;:{&quot;brightness&quot;:0.800000011920929,&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UNIT_TEXT_FILL_FORE_SCHEMECOLOR_INDEX" val="2"/>
  <p:tag name="KSO_WM_UNIT_TEXT_FILL_TYPE" val="1"/>
  <p:tag name="KSO_WM_UNIT_USESOURCEFORMAT_APPLY" val="1"/>
</p:tagLst>
</file>

<file path=ppt/tags/tag57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diagram"/>
  <p:tag name="KSO_WM_TEMPLATE_INDEX" val="20231790"/>
  <p:tag name="KSO_WM_UNIT_LAYERLEVEL" val="1_1_1"/>
  <p:tag name="KSO_WM_TAG_VERSION" val="3.0"/>
  <p:tag name="KSO_WM_UNIT_VALUE" val="10"/>
  <p:tag name="KSO_WM_UNIT_TYPE" val="l_h_a"/>
  <p:tag name="KSO_WM_UNIT_ID" val="diagram20231790_2*l_h_a*1_2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8.15,&quot;left&quot;:39.1,&quot;top&quot;:93.7,&quot;width&quot;:881.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58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90_2*l_h_f*1_2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8.15,&quot;left&quot;:39.1,&quot;top&quot;:93.7,&quot;width&quot;:88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输入正文，文字是您思想的提炼，请尽量言简意赅的阐述观点,单击输入你的项正文，文字是您思想的提炼，请言简意赅的阐述观点"/>
  <p:tag name="KSO_WM_UNIT_TEXT_FILL_FORE_SCHEMECOLOR_INDEX" val="1"/>
  <p:tag name="KSO_WM_UNIT_TEXT_FILL_TYPE" val="1"/>
  <p:tag name="KSO_WM_UNIT_USESOURCEFORMAT_APPLY" val="1"/>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90_2*l_h_i*1_3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6"/>
  <p:tag name="KSO_WM_DIAGRAM_MIN_ITEMCNT" val="2"/>
  <p:tag name="KSO_WM_DIAGRAM_VIRTUALLY_FRAME" val="{&quot;height&quot;:428.15,&quot;left&quot;:39.1,&quot;top&quot;:93.7,&quot;width&quot;:881.1}"/>
  <p:tag name="KSO_WM_DIAGRAM_COLOR_MATCH_VALUE" val="{&quot;shape&quot;:{&quot;fill&quot;:{&quot;solid&quot;:{&quot;brightness&quot;:0.800000011920929,&quot;colorType&quot;:1,&quot;foreColorIndex&quot;:5,&quot;transparency&quot;:0.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8"/>
  <p:tag name="KSO_WM_UNIT_TEXT_FILL_FORE_SCHEMECOLOR_INDEX" val="2"/>
  <p:tag name="KSO_WM_UNIT_TEXT_FILL_TYPE" val="1"/>
  <p:tag name="KSO_WM_UNIT_USESOURCEFORMAT_APPLY" val="1"/>
</p:tagLst>
</file>

<file path=ppt/tags/tag58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diagram"/>
  <p:tag name="KSO_WM_TEMPLATE_INDEX" val="20231790"/>
  <p:tag name="KSO_WM_UNIT_LAYERLEVEL" val="1_1_1"/>
  <p:tag name="KSO_WM_TAG_VERSION" val="3.0"/>
  <p:tag name="KSO_WM_UNIT_VALUE" val="10"/>
  <p:tag name="KSO_WM_UNIT_TYPE" val="l_h_a"/>
  <p:tag name="KSO_WM_UNIT_ID" val="diagram20231790_2*l_h_a*1_3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8.15,&quot;left&quot;:39.1,&quot;top&quot;:93.7,&quot;width&quot;:881.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5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790_2*l_h_f*1_3_1"/>
  <p:tag name="KSO_WM_TEMPLATE_CATEGORY" val="diagram"/>
  <p:tag name="KSO_WM_TEMPLATE_INDEX" val="2023179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428.15,&quot;left&quot;:39.1,&quot;top&quot;:93.7,&quot;width&quot;:881.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正文，文字是您思想的提炼，请尽量言简意赅的阐述观点,单击输入你的项正文，文字是您思想的提炼，请言简意赅的阐述观点"/>
  <p:tag name="KSO_WM_UNIT_TEXT_FILL_FORE_SCHEMECOLOR_INDEX" val="1"/>
  <p:tag name="KSO_WM_UNIT_TEXT_FILL_TYPE" val="1"/>
  <p:tag name="KSO_WM_UNIT_USESOURCEFORMAT_APPLY" val="1"/>
</p:tagLst>
</file>

<file path=ppt/tags/tag584.xml><?xml version="1.0" encoding="utf-8"?>
<p:tagLst xmlns:p="http://schemas.openxmlformats.org/presentationml/2006/main">
  <p:tag name="KSO_WM_SLIDE_ID" val="diagram20231790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790"/>
  <p:tag name="KSO_WM_SLIDE_TYPE" val="text"/>
  <p:tag name="KSO_WM_SLIDE_SUBTYPE" val="diag"/>
  <p:tag name="KSO_WM_SLIDE_SIZE" val="809.95*388.35"/>
  <p:tag name="KSO_WM_SLIDE_POSITION" val="95.35*115.45"/>
  <p:tag name="KSO_WM_SLIDE_LAYOUT" val="a_l"/>
  <p:tag name="KSO_WM_SLIDE_LAYOUT_CNT" val="1_1"/>
  <p:tag name="KSO_WM_SPECIAL_SOURCE" val="bdnull"/>
  <p:tag name="KSO_WM_DIAGRAM_GROUP_CODE" val="l1-1"/>
  <p:tag name="KSO_WM_SLIDE_DIAGTYPE" val="l"/>
</p:tagLst>
</file>

<file path=ppt/tags/tag58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307_3*a*1"/>
  <p:tag name="KSO_WM_TEMPLATE_CATEGORY" val="diagram"/>
  <p:tag name="KSO_WM_TEMPLATE_INDEX" val="20231307"/>
  <p:tag name="KSO_WM_UNIT_LAYERLEVEL" val="1"/>
  <p:tag name="KSO_WM_TAG_VERSION" val="3.0"/>
  <p:tag name="KSO_WM_BEAUTIFY_FLAG" val="#wm#"/>
  <p:tag name="KSO_WM_UNIT_TEXT_TYPE" val="1"/>
  <p:tag name="KSO_WM_UNIT_PRESET_TEXT" val="单击此处添加标题"/>
  <p:tag name="KSO_WM_UNIT_TEXT_FILL_FORE_SCHEMECOLOR_INDEX" val="15"/>
  <p:tag name="KSO_WM_UNIT_TEXT_FILL_TYPE" val="1"/>
  <p:tag name="KSO_WM_UNIT_USESOURCEFORMAT_APPLY" val="1"/>
</p:tagLst>
</file>

<file path=ppt/tags/tag58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1*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494.15,&quot;left&quot;:32.85,&quot;top&quot;:55.75,&quot;width&quot;:961.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587.xml><?xml version="1.0" encoding="utf-8"?>
<p:tagLst xmlns:p="http://schemas.openxmlformats.org/presentationml/2006/main">
  <p:tag name="KSO_WM_DIAGRAM_VIRTUALLY_FRAME" val="{&quot;height&quot;:494.15,&quot;left&quot;:32.85,&quot;top&quot;:55.75,&quot;width&quot;:961.1}"/>
  <p:tag name="KSO_WM_DIAGRAM_VERSION" val="3"/>
  <p:tag name="KSO_WM_DIAGRAM_COLOR_TRICK" val="1"/>
  <p:tag name="KSO_WM_DIAGRAM_COLOR_TEXT_CAN_REMOVE" val="n"/>
  <p:tag name="KSO_WM_UNIT_SUBTYPE" val="a"/>
  <p:tag name="KSO_WM_UNIT_TEXT_LAYER_COUNT" val="1"/>
  <p:tag name="KSO_WM_UNIT_NOCLEAR" val="0"/>
  <p:tag name="KSO_WM_UNIT_VALUE" val="1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1*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1"/>
</p:tagLst>
</file>

<file path=ppt/tags/tag58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1*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494.15,&quot;left&quot;:32.85,&quot;top&quot;:55.75,&quot;width&quot;:961.1}"/>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589.xml><?xml version="1.0" encoding="utf-8"?>
<p:tagLst xmlns:p="http://schemas.openxmlformats.org/presentationml/2006/main">
  <p:tag name="KSO_WM_DIAGRAM_VIRTUALLY_FRAME" val="{&quot;height&quot;:494.15,&quot;left&quot;:32.85,&quot;top&quot;:55.75,&quot;width&quot;:961.1}"/>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1*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9"/>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简明扼要地阐述您的观点。"/>
  <p:tag name="KSO_WM_UNIT_FILL_TYPE" val="1"/>
  <p:tag name="KSO_WM_UNIT_FILL_FORE_SCHEMECOLOR_INDEX" val="2"/>
  <p:tag name="KSO_WM_UNIT_FILL_FORE_SCHEMECOLOR_INDEX_BRIGHTNESS" val="0"/>
  <p:tag name="KSO_WM_UNIT_LINE_FORE_SCHEMECOLOR_INDEX" val="6"/>
  <p:tag name="KSO_WM_UNIT_TEXT_FILL_FORE_SCHEMECOLOR_INDEX" val="1"/>
  <p:tag name="KSO_WM_UNIT_TEXT_FILL_TYPE" val="1"/>
  <p:tag name="KSO_WM_UNIT_LINE_FILL_TYPE" val="2"/>
  <p:tag name="KSO_WM_UNIT_USESOURCEFORMAT_APPLY" val="1"/>
</p:tagLst>
</file>

<file path=ppt/tags/tag590.xml><?xml version="1.0" encoding="utf-8"?>
<p:tagLst xmlns:p="http://schemas.openxmlformats.org/presentationml/2006/main">
  <p:tag name="KSO_WM_DIAGRAM_VIRTUALLY_FRAME" val="{&quot;height&quot;:494.15,&quot;left&quot;:32.85,&quot;top&quot;:55.75,&quot;width&quot;:961.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1*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591.xml><?xml version="1.0" encoding="utf-8"?>
<p:tagLst xmlns:p="http://schemas.openxmlformats.org/presentationml/2006/main">
  <p:tag name="KSO_WM_DIAGRAM_VIRTUALLY_FRAME" val="{&quot;height&quot;:494.15,&quot;left&quot;:32.85,&quot;top&quot;:55.75,&quot;width&quot;:961.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1*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592.xml><?xml version="1.0" encoding="utf-8"?>
<p:tagLst xmlns:p="http://schemas.openxmlformats.org/presentationml/2006/main">
  <p:tag name="KSO_WM_SLIDE_ID" val="diagram2023130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53.9*343.45"/>
  <p:tag name="KSO_WM_SLIDE_POSITION" val="51.3*128.1"/>
  <p:tag name="KSO_WM_DIAGRAM_GROUP_CODE" val="l1-1"/>
  <p:tag name="KSO_WM_SLIDE_DIAGTYPE" val="l"/>
  <p:tag name="KSO_WM_TAG_VERSION" val="3.0"/>
  <p:tag name="KSO_WM_BEAUTIFY_FLAG" val="#wm#"/>
  <p:tag name="KSO_WM_TEMPLATE_CATEGORY" val="diagram"/>
  <p:tag name="KSO_WM_TEMPLATE_INDEX" val="20231307"/>
  <p:tag name="KSO_WM_SLIDE_LAYOUT" val="a_l"/>
  <p:tag name="KSO_WM_SLIDE_LAYOUT_CNT" val="1_1"/>
</p:tagLst>
</file>

<file path=ppt/tags/tag59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1*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494.15,&quot;left&quot;:33.75,&quot;top&quot;:40,&quot;width&quot;:961.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594.xml><?xml version="1.0" encoding="utf-8"?>
<p:tagLst xmlns:p="http://schemas.openxmlformats.org/presentationml/2006/main">
  <p:tag name="KSO_WM_DIAGRAM_VIRTUALLY_FRAME" val="{&quot;height&quot;:494.15,&quot;left&quot;:33.75,&quot;top&quot;:40,&quot;width&quot;:961.1}"/>
  <p:tag name="KSO_WM_DIAGRAM_VERSION" val="3"/>
  <p:tag name="KSO_WM_DIAGRAM_COLOR_TRICK" val="1"/>
  <p:tag name="KSO_WM_DIAGRAM_COLOR_TEXT_CAN_REMOVE" val="n"/>
  <p:tag name="KSO_WM_UNIT_SUBTYPE" val="a"/>
  <p:tag name="KSO_WM_UNIT_TEXT_LAYER_COUNT" val="1"/>
  <p:tag name="KSO_WM_UNIT_NOCLEAR" val="0"/>
  <p:tag name="KSO_WM_UNIT_VALUE" val="1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1*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1"/>
</p:tagLst>
</file>

<file path=ppt/tags/tag59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1*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494.15,&quot;left&quot;:33.75,&quot;top&quot;:40,&quot;width&quot;:961.1}"/>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596.xml><?xml version="1.0" encoding="utf-8"?>
<p:tagLst xmlns:p="http://schemas.openxmlformats.org/presentationml/2006/main">
  <p:tag name="KSO_WM_DIAGRAM_VIRTUALLY_FRAME" val="{&quot;height&quot;:494.15,&quot;left&quot;:33.75,&quot;top&quot;:40,&quot;width&quot;:961.1}"/>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1*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9"/>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简明扼要地阐述您的观点。"/>
  <p:tag name="KSO_WM_UNIT_FILL_TYPE" val="1"/>
  <p:tag name="KSO_WM_UNIT_FILL_FORE_SCHEMECOLOR_INDEX" val="2"/>
  <p:tag name="KSO_WM_UNIT_FILL_FORE_SCHEMECOLOR_INDEX_BRIGHTNESS" val="0"/>
  <p:tag name="KSO_WM_UNIT_LINE_FORE_SCHEMECOLOR_INDEX" val="6"/>
  <p:tag name="KSO_WM_UNIT_TEXT_FILL_FORE_SCHEMECOLOR_INDEX" val="1"/>
  <p:tag name="KSO_WM_UNIT_TEXT_FILL_TYPE" val="1"/>
  <p:tag name="KSO_WM_UNIT_LINE_FILL_TYPE" val="2"/>
  <p:tag name="KSO_WM_UNIT_USESOURCEFORMAT_APPLY" val="1"/>
</p:tagLst>
</file>

<file path=ppt/tags/tag597.xml><?xml version="1.0" encoding="utf-8"?>
<p:tagLst xmlns:p="http://schemas.openxmlformats.org/presentationml/2006/main">
  <p:tag name="KSO_WM_DIAGRAM_VIRTUALLY_FRAME" val="{&quot;height&quot;:494.15,&quot;left&quot;:33.75,&quot;top&quot;:40,&quot;width&quot;:961.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1*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598.xml><?xml version="1.0" encoding="utf-8"?>
<p:tagLst xmlns:p="http://schemas.openxmlformats.org/presentationml/2006/main">
  <p:tag name="KSO_WM_DIAGRAM_VIRTUALLY_FRAME" val="{&quot;height&quot;:494.15,&quot;left&quot;:33.75,&quot;top&quot;:40,&quot;width&quot;:961.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1*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599.xml><?xml version="1.0" encoding="utf-8"?>
<p:tagLst xmlns:p="http://schemas.openxmlformats.org/presentationml/2006/main">
  <p:tag name="KSO_WM_SLIDE_ID" val="diagram2023130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53.9*343.45"/>
  <p:tag name="KSO_WM_SLIDE_POSITION" val="51.3*128.1"/>
  <p:tag name="KSO_WM_DIAGRAM_GROUP_CODE" val="l1-1"/>
  <p:tag name="KSO_WM_SLIDE_DIAGTYPE" val="l"/>
  <p:tag name="KSO_WM_TAG_VERSION" val="3.0"/>
  <p:tag name="KSO_WM_BEAUTIFY_FLAG" val="#wm#"/>
  <p:tag name="KSO_WM_TEMPLATE_CATEGORY" val="diagram"/>
  <p:tag name="KSO_WM_TEMPLATE_INDEX" val="20231307"/>
  <p:tag name="KSO_WM_SLIDE_LAYOUT" val="a_l"/>
  <p:tag name="KSO_WM_SLIDE_LAYOUT_CNT" val="1_1"/>
</p:tagLst>
</file>

<file path=ppt/tags/tag60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1*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494.15,&quot;left&quot;:31,&quot;top&quot;:33.5,&quot;width&quot;:961.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601.xml><?xml version="1.0" encoding="utf-8"?>
<p:tagLst xmlns:p="http://schemas.openxmlformats.org/presentationml/2006/main">
  <p:tag name="KSO_WM_DIAGRAM_VIRTUALLY_FRAME" val="{&quot;height&quot;:494.15,&quot;left&quot;:31,&quot;top&quot;:33.5,&quot;width&quot;:961.1}"/>
  <p:tag name="KSO_WM_DIAGRAM_VERSION" val="3"/>
  <p:tag name="KSO_WM_DIAGRAM_COLOR_TRICK" val="1"/>
  <p:tag name="KSO_WM_DIAGRAM_COLOR_TEXT_CAN_REMOVE" val="n"/>
  <p:tag name="KSO_WM_UNIT_SUBTYPE" val="a"/>
  <p:tag name="KSO_WM_UNIT_TEXT_LAYER_COUNT" val="1"/>
  <p:tag name="KSO_WM_UNIT_NOCLEAR" val="0"/>
  <p:tag name="KSO_WM_UNIT_VALUE" val="1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1*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1"/>
</p:tagLst>
</file>

<file path=ppt/tags/tag60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1*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494.15,&quot;left&quot;:31,&quot;top&quot;:33.5,&quot;width&quot;:961.1}"/>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603.xml><?xml version="1.0" encoding="utf-8"?>
<p:tagLst xmlns:p="http://schemas.openxmlformats.org/presentationml/2006/main">
  <p:tag name="KSO_WM_DIAGRAM_VIRTUALLY_FRAME" val="{&quot;height&quot;:494.15,&quot;left&quot;:31,&quot;top&quot;:33.5,&quot;width&quot;:961.1}"/>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1*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9"/>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简明扼要地阐述您的观点。"/>
  <p:tag name="KSO_WM_UNIT_FILL_TYPE" val="1"/>
  <p:tag name="KSO_WM_UNIT_FILL_FORE_SCHEMECOLOR_INDEX" val="2"/>
  <p:tag name="KSO_WM_UNIT_FILL_FORE_SCHEMECOLOR_INDEX_BRIGHTNESS" val="0"/>
  <p:tag name="KSO_WM_UNIT_LINE_FORE_SCHEMECOLOR_INDEX" val="6"/>
  <p:tag name="KSO_WM_UNIT_TEXT_FILL_FORE_SCHEMECOLOR_INDEX" val="1"/>
  <p:tag name="KSO_WM_UNIT_TEXT_FILL_TYPE" val="1"/>
  <p:tag name="KSO_WM_UNIT_LINE_FILL_TYPE" val="2"/>
  <p:tag name="KSO_WM_UNIT_USESOURCEFORMAT_APPLY" val="1"/>
</p:tagLst>
</file>

<file path=ppt/tags/tag604.xml><?xml version="1.0" encoding="utf-8"?>
<p:tagLst xmlns:p="http://schemas.openxmlformats.org/presentationml/2006/main">
  <p:tag name="KSO_WM_DIAGRAM_VIRTUALLY_FRAME" val="{&quot;height&quot;:494.15,&quot;left&quot;:31,&quot;top&quot;:33.5,&quot;width&quot;:961.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1*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605.xml><?xml version="1.0" encoding="utf-8"?>
<p:tagLst xmlns:p="http://schemas.openxmlformats.org/presentationml/2006/main">
  <p:tag name="KSO_WM_DIAGRAM_VIRTUALLY_FRAME" val="{&quot;height&quot;:494.15,&quot;left&quot;:31,&quot;top&quot;:33.5,&quot;width&quot;:961.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1*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1"/>
</p:tagLst>
</file>

<file path=ppt/tags/tag606.xml><?xml version="1.0" encoding="utf-8"?>
<p:tagLst xmlns:p="http://schemas.openxmlformats.org/presentationml/2006/main">
  <p:tag name="KSO_WM_SLIDE_ID" val="diagram2023130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53.9*343.45"/>
  <p:tag name="KSO_WM_SLIDE_POSITION" val="51.3*128.1"/>
  <p:tag name="KSO_WM_DIAGRAM_GROUP_CODE" val="l1-1"/>
  <p:tag name="KSO_WM_SLIDE_DIAGTYPE" val="l"/>
  <p:tag name="KSO_WM_TAG_VERSION" val="3.0"/>
  <p:tag name="KSO_WM_BEAUTIFY_FLAG" val="#wm#"/>
  <p:tag name="KSO_WM_TEMPLATE_CATEGORY" val="diagram"/>
  <p:tag name="KSO_WM_TEMPLATE_INDEX" val="20231307"/>
  <p:tag name="KSO_WM_SLIDE_LAYOUT" val="a_l"/>
  <p:tag name="KSO_WM_SLIDE_LAYOUT_CNT" val="1_1"/>
</p:tagLst>
</file>

<file path=ppt/tags/tag6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1"/>
  <p:tag name="KSO_WM_TEMPLATE_CATEGORY" val="custom"/>
  <p:tag name="KSO_WM_TEMPLATE_INDEX" val="20235208"/>
  <p:tag name="KSO_WM_UNIT_LAYERLEVEL" val="1"/>
  <p:tag name="KSO_WM_TAG_VERSION" val="3.0"/>
  <p:tag name="KSO_WM_BEAUTIFY_FLAG" val="#wm#"/>
  <p:tag name="KSO_WM_UNIT_TYPE" val="i"/>
  <p:tag name="KSO_WM_UNIT_INDEX" val="1"/>
</p:tagLst>
</file>

<file path=ppt/tags/tag608.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custom20235208_1*a*1"/>
  <p:tag name="KSO_WM_TEMPLATE_CATEGORY" val="custom"/>
  <p:tag name="KSO_WM_TEMPLATE_INDEX" val="20235208"/>
  <p:tag name="KSO_WM_UNIT_LAYERLEVEL" val="1"/>
  <p:tag name="KSO_WM_TAG_VERSION" val="3.0"/>
  <p:tag name="KSO_WM_BEAUTIFY_FLAG" val="#wm#"/>
  <p:tag name="KSO_WM_UNIT_TEXT_TYPE" val="1"/>
  <p:tag name="KSO_WM_UNIT_PRESET_TEXT" val="单击此处添加标题"/>
</p:tagLst>
</file>

<file path=ppt/tags/tag60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8_1*f*1"/>
  <p:tag name="KSO_WM_TEMPLATE_CATEGORY" val="custom"/>
  <p:tag name="KSO_WM_TEMPLATE_INDEX" val="20235208"/>
  <p:tag name="KSO_WM_UNIT_LAYERLEVEL" val="1"/>
  <p:tag name="KSO_WM_TAG_VERSION" val="3.0"/>
  <p:tag name="KSO_WM_BEAUTIFY_FLAG" val="#wm#"/>
  <p:tag name="KSO_WM_UNIT_VALUE" val="30"/>
  <p:tag name="KSO_WM_UNIT_PRESET_TEXT" val="单击此处添加文本，简明扼要的阐述您的观点。"/>
  <p:tag name="KSO_WM_UNIT_TEXT_TYPE" val="1"/>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2"/>
  <p:tag name="KSO_WM_TEMPLATE_CATEGORY" val="custom"/>
  <p:tag name="KSO_WM_TEMPLATE_INDEX" val="20235208"/>
  <p:tag name="KSO_WM_UNIT_LAYERLEVEL" val="1"/>
  <p:tag name="KSO_WM_TAG_VERSION" val="3.0"/>
  <p:tag name="KSO_WM_BEAUTIFY_FLAG" val="#wm#"/>
  <p:tag name="KSO_WM_UNIT_TYPE" val="i"/>
  <p:tag name="KSO_WM_UNIT_INDEX" val="2"/>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08_1*i*3"/>
  <p:tag name="KSO_WM_TEMPLATE_CATEGORY" val="custom"/>
  <p:tag name="KSO_WM_TEMPLATE_INDEX" val="20235208"/>
  <p:tag name="KSO_WM_UNIT_LAYERLEVEL" val="1"/>
  <p:tag name="KSO_WM_TAG_VERSION" val="3.0"/>
  <p:tag name="KSO_WM_BEAUTIFY_FLAG" val="#wm#"/>
  <p:tag name="KSO_WM_UNIT_TYPE" val="i"/>
  <p:tag name="KSO_WM_UNIT_INDEX" val="3"/>
</p:tagLst>
</file>

<file path=ppt/tags/tag612.xml><?xml version="1.0" encoding="utf-8"?>
<p:tagLst xmlns:p="http://schemas.openxmlformats.org/presentationml/2006/main">
  <p:tag name="KSO_WM_SLIDE_ID" val="custom20235208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8"/>
  <p:tag name="KSO_WM_SLIDE_TYPE" val="text"/>
  <p:tag name="KSO_WM_SLIDE_SUBTYPE" val="picTxt"/>
  <p:tag name="KSO_WM_SLIDE_SIZE" val="960*504"/>
  <p:tag name="KSO_WM_SLIDE_POSITION" val="0*0"/>
  <p:tag name="KSO_WM_SLIDE_LAYOUT" val="a_f"/>
  <p:tag name="KSO_WM_SLIDE_LAYOUT_CNT" val="1_1"/>
  <p:tag name="KSO_WM_SPECIAL_SOURCE" val="bdnull"/>
  <p:tag name="RESOURCE_RECORD_KEY" val="{&quot;10&quot;:[50040074,50015948,50024367,50034520],&quot;65&quot;:[3]}"/>
</p:tagLst>
</file>

<file path=ppt/tags/tag61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2964_1*a*1"/>
  <p:tag name="KSO_WM_TEMPLATE_CATEGORY" val="custom"/>
  <p:tag name="KSO_WM_TEMPLATE_INDEX" val="40492964"/>
  <p:tag name="KSO_WM_UNIT_LAYERLEVEL" val="1"/>
  <p:tag name="KSO_WM_TAG_VERSION" val="3.0"/>
  <p:tag name="KSO_WM_BEAUTIFY_FLAG" val="#wm#"/>
  <p:tag name="KSO_WM_UNIT_VALUE" val="30"/>
  <p:tag name="KSO_WM_UNIT_PRESET_TEXT" val="单击此处添加标题"/>
  <p:tag name="KSO_WM_UNIT_TEXT_TYPE" val="1"/>
</p:tagLst>
</file>

<file path=ppt/tags/tag61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40492964_1*f*1"/>
  <p:tag name="KSO_WM_TEMPLATE_CATEGORY" val="custom"/>
  <p:tag name="KSO_WM_TEMPLATE_INDEX" val="40492964"/>
  <p:tag name="KSO_WM_UNIT_LAYERLEVEL" val="1"/>
  <p:tag name="KSO_WM_TAG_VERSION" val="3.0"/>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
  <p:tag name="KSO_WM_UNIT_TEXT_TYPE" val="1"/>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40492964_1*i*1"/>
  <p:tag name="KSO_WM_TEMPLATE_CATEGORY" val="custom"/>
  <p:tag name="KSO_WM_TEMPLATE_INDEX" val="40492964"/>
  <p:tag name="KSO_WM_UNIT_LAYERLEVEL" val="1"/>
  <p:tag name="KSO_WM_TAG_VERSION" val="3.0"/>
  <p:tag name="KSO_WM_BEAUTIFY_FLAG" val="#wm#"/>
</p:tagLst>
</file>

<file path=ppt/tags/tag616.xml><?xml version="1.0" encoding="utf-8"?>
<p:tagLst xmlns:p="http://schemas.openxmlformats.org/presentationml/2006/main">
  <p:tag name="KSO_WM_SLIDE_ID" val="custom40492964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40492964"/>
  <p:tag name="KSO_WM_SLIDE_TYPE" val="text"/>
  <p:tag name="KSO_WM_SLIDE_SUBTYPE" val="picTxt"/>
  <p:tag name="KSO_WM_SLIDE_SIZE" val="784*420"/>
  <p:tag name="KSO_WM_SLIDE_POSITION" val="85*59"/>
  <p:tag name="KSO_WM_SLIDE_LAYOUT" val="a_f"/>
  <p:tag name="KSO_WM_SLIDE_LAYOUT_CNT" val="1_1"/>
  <p:tag name="KSO_WM_SPECIAL_SOURCE" val="bdnull"/>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1"/>
  <p:tag name="KSO_WM_TEMPLATE_CATEGORY" val="custom"/>
  <p:tag name="KSO_WM_TEMPLATE_INDEX" val="20235212"/>
  <p:tag name="KSO_WM_UNIT_LAYERLEVEL" val="1"/>
  <p:tag name="KSO_WM_TAG_VERSION" val="3.0"/>
  <p:tag name="KSO_WM_BEAUTIFY_FLAG" val="#wm#"/>
  <p:tag name="KSO_WM_UNIT_TYPE" val="i"/>
  <p:tag name="KSO_WM_UNIT_INDEX" val="1"/>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2"/>
  <p:tag name="KSO_WM_TEMPLATE_CATEGORY" val="custom"/>
  <p:tag name="KSO_WM_TEMPLATE_INDEX" val="20235212"/>
  <p:tag name="KSO_WM_UNIT_LAYERLEVEL" val="1"/>
  <p:tag name="KSO_WM_TAG_VERSION" val="3.0"/>
  <p:tag name="KSO_WM_BEAUTIFY_FLAG" val="#wm#"/>
  <p:tag name="KSO_WM_UNIT_TYPE" val="i"/>
  <p:tag name="KSO_WM_UNIT_INDEX" val="2"/>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3"/>
  <p:tag name="KSO_WM_TEMPLATE_CATEGORY" val="custom"/>
  <p:tag name="KSO_WM_TEMPLATE_INDEX" val="20235212"/>
  <p:tag name="KSO_WM_UNIT_LAYERLEVEL" val="1"/>
  <p:tag name="KSO_WM_TAG_VERSION" val="3.0"/>
  <p:tag name="KSO_WM_BEAUTIFY_FLAG" val="#wm#"/>
  <p:tag name="KSO_WM_UNIT_TYPE" val="i"/>
  <p:tag name="KSO_WM_UNIT_INDEX" val="3"/>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4"/>
  <p:tag name="KSO_WM_TEMPLATE_CATEGORY" val="custom"/>
  <p:tag name="KSO_WM_TEMPLATE_INDEX" val="20235212"/>
  <p:tag name="KSO_WM_UNIT_LAYERLEVEL" val="1"/>
  <p:tag name="KSO_WM_TAG_VERSION" val="3.0"/>
  <p:tag name="KSO_WM_BEAUTIFY_FLAG" val="#wm#"/>
  <p:tag name="KSO_WM_UNIT_TYPE" val="i"/>
  <p:tag name="KSO_WM_UNIT_INDEX" val="4"/>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5"/>
  <p:tag name="KSO_WM_TEMPLATE_CATEGORY" val="custom"/>
  <p:tag name="KSO_WM_TEMPLATE_INDEX" val="20235212"/>
  <p:tag name="KSO_WM_UNIT_LAYERLEVEL" val="1"/>
  <p:tag name="KSO_WM_TAG_VERSION" val="3.0"/>
  <p:tag name="KSO_WM_BEAUTIFY_FLAG" val="#wm#"/>
  <p:tag name="KSO_WM_UNIT_TYPE" val="i"/>
  <p:tag name="KSO_WM_UNIT_INDEX" val="5"/>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6"/>
  <p:tag name="KSO_WM_TEMPLATE_CATEGORY" val="custom"/>
  <p:tag name="KSO_WM_TEMPLATE_INDEX" val="20235212"/>
  <p:tag name="KSO_WM_UNIT_LAYERLEVEL" val="1"/>
  <p:tag name="KSO_WM_TAG_VERSION" val="3.0"/>
  <p:tag name="KSO_WM_BEAUTIFY_FLAG" val="#wm#"/>
  <p:tag name="KSO_WM_UNIT_TYPE" val="i"/>
  <p:tag name="KSO_WM_UNIT_INDEX" val="6"/>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7"/>
  <p:tag name="KSO_WM_TEMPLATE_CATEGORY" val="custom"/>
  <p:tag name="KSO_WM_TEMPLATE_INDEX" val="20235212"/>
  <p:tag name="KSO_WM_UNIT_LAYERLEVEL" val="1"/>
  <p:tag name="KSO_WM_TAG_VERSION" val="3.0"/>
  <p:tag name="KSO_WM_BEAUTIFY_FLAG" val="#wm#"/>
  <p:tag name="KSO_WM_UNIT_TYPE" val="i"/>
  <p:tag name="KSO_WM_UNIT_INDEX" val="7"/>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i*8"/>
  <p:tag name="KSO_WM_TEMPLATE_CATEGORY" val="custom"/>
  <p:tag name="KSO_WM_TEMPLATE_INDEX" val="20235212"/>
  <p:tag name="KSO_WM_UNIT_LAYERLEVEL" val="1"/>
  <p:tag name="KSO_WM_TAG_VERSION" val="3.0"/>
  <p:tag name="KSO_WM_BEAUTIFY_FLAG" val="#wm#"/>
  <p:tag name="KSO_WM_UNIT_TYPE" val="i"/>
  <p:tag name="KSO_WM_UNIT_INDEX" val="8"/>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a*1"/>
  <p:tag name="KSO_WM_TEMPLATE_CATEGORY" val="custom"/>
  <p:tag name="KSO_WM_TEMPLATE_INDEX" val="20235212"/>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PRESET_TEXT" val="添加标题"/>
  <p:tag name="KSO_WM_UNIT_TEXT_TYPE" val="1"/>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5212_1*f*1"/>
  <p:tag name="KSO_WM_TEMPLATE_CATEGORY" val="custom"/>
  <p:tag name="KSO_WM_TEMPLATE_INDEX" val="20235212"/>
  <p:tag name="KSO_WM_UNIT_LAYERLEVEL" val="1"/>
  <p:tag name="KSO_WM_TAG_VERSION" val="3.0"/>
  <p:tag name="KSO_WM_UNIT_SUBTYPE" val="a"/>
  <p:tag name="KSO_WM_UNIT_NOCLEAR" val="0"/>
  <p:tag name="KSO_WM_UNIT_VALUE" val="36"/>
  <p:tag name="KSO_WM_UNIT_TYPE" val="f"/>
  <p:tag name="KSO_WM_UNIT_INDEX" val="1"/>
  <p:tag name="KSO_WM_DIAGRAM_VERSION" val="3"/>
  <p:tag name="KSO_WM_DIAGRAM_COLOR_TRICK" val="1"/>
  <p:tag name="KSO_WM_DIAGRAM_COLOR_TEXT_CAN_REMOVE" val="n"/>
  <p:tag name="KSO_WM_DIAGRAM_MAX_ITEMCNT" val="4"/>
  <p:tag name="KSO_WM_DIAGRAM_MIN_ITEMCNT" val="1"/>
  <p:tag name="KSO_WM_DIAGRAM_VIRTUALLY_FRAME" val="{&quot;height&quot;:335.95001220703125,&quot;left&quot;:60.61255768062565,&quot;top&quot;:141.03208051065758,&quot;width&quot;:343.7749633789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
</p:tagLst>
</file>

<file path=ppt/tags/tag627.xml><?xml version="1.0" encoding="utf-8"?>
<p:tagLst xmlns:p="http://schemas.openxmlformats.org/presentationml/2006/main">
  <p:tag name="KSO_WM_SLIDE_ID" val="custom20235212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AG_VERSION" val="3.0"/>
  <p:tag name="KSO_WM_BEAUTIFY_FLAG" val="#wm#"/>
  <p:tag name="KSO_WM_TEMPLATE_CATEGORY" val="custom"/>
  <p:tag name="KSO_WM_TEMPLATE_INDEX" val="20235212"/>
  <p:tag name="KSO_WM_SLIDE_LAYOUT" val="a_f"/>
  <p:tag name="KSO_WM_SLIDE_LAYOUT_CNT" val="1_1"/>
  <p:tag name="KSO_WM_TEMPLATE_THUMBS_INDEX" val="1、4、7、12、13、14、15、16、17、18、20、24、25、28、33、36、40、43、44"/>
  <p:tag name="KSO_WM_SLIDE_SIZE" val="960*539"/>
  <p:tag name="KSO_WM_SLIDE_POSITION" val="0*0"/>
</p:tagLst>
</file>

<file path=ppt/tags/tag628.xml><?xml version="1.0" encoding="utf-8"?>
<p:tagLst xmlns:p="http://schemas.openxmlformats.org/presentationml/2006/main">
  <p:tag name="commondata" val="eyJoZGlkIjoiMjdiZDFkNTE0YTA0ZWE5ODJkZTc5M2M2Mzc1NzZiMmEifQ=="/>
  <p:tag name="resource_record_key" val="{&quot;29&quot;:[50000076],&quot;65&quot;:[20235919],&quot;70&quot;:[3317787,3317791,3314400,3312142,3315859,3325100,3318889,3405959,3428599,3321538,3312168,33270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2024.3.8【NO.09】-几何简约风主题模板">
      <a:dk1>
        <a:srgbClr val="333333"/>
      </a:dk1>
      <a:lt1>
        <a:sysClr val="window" lastClr="FFFFFF"/>
      </a:lt1>
      <a:dk2>
        <a:srgbClr val="001A3A"/>
      </a:dk2>
      <a:lt2>
        <a:srgbClr val="F7FAFF"/>
      </a:lt2>
      <a:accent1>
        <a:srgbClr val="016EFF"/>
      </a:accent1>
      <a:accent2>
        <a:srgbClr val="624AF0"/>
      </a:accent2>
      <a:accent3>
        <a:srgbClr val="9618F4"/>
      </a:accent3>
      <a:accent4>
        <a:srgbClr val="F7219B"/>
      </a:accent4>
      <a:accent5>
        <a:srgbClr val="F02836"/>
      </a:accent5>
      <a:accent6>
        <a:srgbClr val="EE672A"/>
      </a:accent6>
      <a:hlink>
        <a:srgbClr val="0026E5"/>
      </a:hlink>
      <a:folHlink>
        <a:srgbClr val="7E1FAD"/>
      </a:folHlink>
    </a:clrScheme>
    <a:fontScheme name="qmj">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lumMod val="40000"/>
                <a:lumOff val="60000"/>
              </a:schemeClr>
            </a:gs>
            <a:gs pos="93000">
              <a:schemeClr val="accent3"/>
            </a:gs>
            <a:gs pos="52000">
              <a:schemeClr val="accent1"/>
            </a:gs>
          </a:gsLst>
          <a:path path="circle">
            <a:fillToRect r="100000" b="100000"/>
          </a:path>
          <a:tileRect l="-100000" t="-100000"/>
        </a:gra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buClrTx/>
          <a:buSzTx/>
          <a:buFontTx/>
          <a:defRPr>
            <a:solidFill>
              <a:schemeClr val="lt1"/>
            </a:solidFill>
            <a:sym typeface="+mn-ea"/>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rmAutofit/>
      </a:bodyPr>
      <a:lstStyle>
        <a:defPPr algn="l">
          <a:lnSpc>
            <a:spcPct val="140000"/>
          </a:lnSpc>
          <a:defRPr sz="20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11121</Words>
  <Application>WPS 演示</Application>
  <PresentationFormat>宽屏</PresentationFormat>
  <Paragraphs>497</Paragraphs>
  <Slides>66</Slides>
  <Notes>0</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66</vt:i4>
      </vt:variant>
    </vt:vector>
  </HeadingPairs>
  <TitlesOfParts>
    <vt:vector size="78" baseType="lpstr">
      <vt:lpstr>Arial</vt:lpstr>
      <vt:lpstr>宋体</vt:lpstr>
      <vt:lpstr>Wingdings</vt:lpstr>
      <vt:lpstr>江城圆体 400W</vt:lpstr>
      <vt:lpstr>微软雅黑</vt:lpstr>
      <vt:lpstr>Arial Unicode MS</vt:lpstr>
      <vt:lpstr>Calibri</vt:lpstr>
      <vt:lpstr>Wingdings</vt:lpstr>
      <vt:lpstr>黑体</vt:lpstr>
      <vt:lpstr>Office 主题</vt:lpstr>
      <vt:lpstr>1_Office 主题</vt:lpstr>
      <vt:lpstr>Office 主题​​</vt:lpstr>
      <vt:lpstr>法理与宪法学</vt:lpstr>
      <vt:lpstr>基层群众自治制度的核心内容 </vt:lpstr>
      <vt:lpstr>第十四章  公民的基本权利和义务</vt:lpstr>
      <vt:lpstr>第一节  公民基本权利的一般原理</vt:lpstr>
      <vt:lpstr>一、人权</vt:lpstr>
      <vt:lpstr>（二）分类：  以权利主体为标准</vt:lpstr>
      <vt:lpstr>（三）人权的历史发展阶段</vt:lpstr>
      <vt:lpstr>（四）人权宪法化</vt:lpstr>
      <vt:lpstr>小练：关于人权的内涵与分类，下列表述中哪些是正确的？</vt:lpstr>
      <vt:lpstr>参考答案</vt:lpstr>
      <vt:lpstr>二、权利</vt:lpstr>
      <vt:lpstr>PowerPoint 演示文稿</vt:lpstr>
      <vt:lpstr>PowerPoint 演示文稿</vt:lpstr>
      <vt:lpstr>提问：下列关于公民权利分类的叙述中，存在学理上分类错误或逻辑不一致的是哪一选项？</vt:lpstr>
      <vt:lpstr>提问：下列关于公民权利分类的叙述中，存在学理上分类错误或逻辑不一致的是哪一选项？</vt:lpstr>
      <vt:lpstr>答案与解析1</vt:lpstr>
      <vt:lpstr>答案与解析2</vt:lpstr>
      <vt:lpstr>讨论：</vt:lpstr>
      <vt:lpstr>提示</vt:lpstr>
      <vt:lpstr>三、基本权利的概念</vt:lpstr>
      <vt:lpstr>（二）基本权利的分类：学理分类</vt:lpstr>
      <vt:lpstr>（二）基本权利的分类：法律分类</vt:lpstr>
      <vt:lpstr>      （三）基本权利的性质</vt:lpstr>
      <vt:lpstr>提问：关于基本权利的说法，下列哪一选项是错误的？</vt:lpstr>
      <vt:lpstr>答案提示</vt:lpstr>
      <vt:lpstr>讨论</vt:lpstr>
      <vt:lpstr>联系：基本权利源自人权，是人权的法定化。</vt:lpstr>
      <vt:lpstr>四、基本权利的主体：（一）一般主体</vt:lpstr>
      <vt:lpstr>讨论</vt:lpstr>
      <vt:lpstr>分析要点1</vt:lpstr>
      <vt:lpstr>分析要点2</vt:lpstr>
      <vt:lpstr>讨论</vt:lpstr>
      <vt:lpstr>罗伊诉韦德案</vt:lpstr>
      <vt:lpstr>丈夫拒签致孕妇死亡案</vt:lpstr>
      <vt:lpstr>肯定说</vt:lpstr>
      <vt:lpstr>否定说</vt:lpstr>
      <vt:lpstr>我国宪法对此无明确规定</vt:lpstr>
      <vt:lpstr>      胎儿、胚胎通常不被认定为宪法意义上的 “人”，一般不能成为基本权利的独立主体，但部分法律会对其利益给予特殊保护。</vt:lpstr>
      <vt:lpstr>四、基本权利的主体：（二）特殊主体</vt:lpstr>
      <vt:lpstr>思考</vt:lpstr>
      <vt:lpstr>推导思路</vt:lpstr>
      <vt:lpstr>法人主体资格的范围</vt:lpstr>
      <vt:lpstr>四、基本权利的主体：（三）特定主体</vt:lpstr>
      <vt:lpstr>宋某虐待失能老人案</vt:lpstr>
      <vt:lpstr>特定主体保护的法理逻辑与分析框架1</vt:lpstr>
      <vt:lpstr>特定主体保护的法理逻辑与分析框架2</vt:lpstr>
      <vt:lpstr>五、基本权利的效力</vt:lpstr>
      <vt:lpstr>（二）基本权利效力论发展脉络</vt:lpstr>
      <vt:lpstr>国家效力说的基本内容</vt:lpstr>
      <vt:lpstr>根据传统理论，基本权利不适用于私人关系。私人关系一般依据“私法自治”的理念，由以民法为核心的私法调整。20世纪之后，基本权利的效力适用于整个法律关系。</vt:lpstr>
      <vt:lpstr>（三）典型效力论展示</vt:lpstr>
      <vt:lpstr>2.第三人效力理论（德国）</vt:lpstr>
      <vt:lpstr>3.国家行为理论（美国）</vt:lpstr>
      <vt:lpstr>4.国家保护义务论</vt:lpstr>
      <vt:lpstr>（四）我国最高人民法院有关基本权利私人间效力的文件的变迁</vt:lpstr>
      <vt:lpstr>总结</vt:lpstr>
      <vt:lpstr>关于基本权利规范的效力范围，根据现代宪法学理论及相关实践，下列哪一说法是正确的？</vt:lpstr>
      <vt:lpstr>参考答案</vt:lpstr>
      <vt:lpstr>六、基本权利的保障和限制</vt:lpstr>
      <vt:lpstr>2.近代以来各国宪法对基本权利的保障一般有以下三种方式：</vt:lpstr>
      <vt:lpstr>（二）基本权利的限制</vt:lpstr>
      <vt:lpstr>PowerPoint 演示文稿</vt:lpstr>
      <vt:lpstr>PowerPoint 演示文稿</vt:lpstr>
      <vt:lpstr>作业</vt:lpstr>
      <vt:lpstr>提示：</vt:lpstr>
      <vt:lpstr>课后预习任务：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公安法制基础</dc:title>
  <dc:creator>user</dc:creator>
  <cp:lastModifiedBy>蓝色的”记忆</cp:lastModifiedBy>
  <cp:revision>233</cp:revision>
  <dcterms:created xsi:type="dcterms:W3CDTF">2018-10-23T01:46:00Z</dcterms:created>
  <dcterms:modified xsi:type="dcterms:W3CDTF">2025-12-11T01:28:49Z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105DD1DD5E7445848B7B358F5F439FD1_13</vt:lpwstr>
  </property>
  <property fmtid="{D5CDD505-2E9C-101B-9397-08002B2CF9AE}" pid="3" name="KSOProductBuildVer">
    <vt:lpwstr>2052-12.1.0.24034</vt:lpwstr>
  </property>
</Properties>
</file>