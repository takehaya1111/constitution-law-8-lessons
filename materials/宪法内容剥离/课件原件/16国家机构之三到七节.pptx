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9.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7"/>
  </p:notesMasterIdLst>
  <p:handoutMasterIdLst>
    <p:handoutMasterId r:id="rId37"/>
  </p:handoutMasterIdLst>
  <p:sldIdLst>
    <p:sldId id="772" r:id="rId5"/>
    <p:sldId id="781" r:id="rId6"/>
    <p:sldId id="773" r:id="rId8"/>
    <p:sldId id="776" r:id="rId9"/>
    <p:sldId id="778" r:id="rId10"/>
    <p:sldId id="780" r:id="rId11"/>
    <p:sldId id="782" r:id="rId12"/>
    <p:sldId id="784" r:id="rId13"/>
    <p:sldId id="788" r:id="rId14"/>
    <p:sldId id="792" r:id="rId15"/>
    <p:sldId id="793" r:id="rId16"/>
    <p:sldId id="796" r:id="rId17"/>
    <p:sldId id="795" r:id="rId18"/>
    <p:sldId id="797" r:id="rId19"/>
    <p:sldId id="798" r:id="rId20"/>
    <p:sldId id="800" r:id="rId21"/>
    <p:sldId id="804" r:id="rId22"/>
    <p:sldId id="806" r:id="rId23"/>
    <p:sldId id="813" r:id="rId24"/>
    <p:sldId id="810" r:id="rId25"/>
    <p:sldId id="811" r:id="rId26"/>
    <p:sldId id="814" r:id="rId27"/>
    <p:sldId id="816" r:id="rId28"/>
    <p:sldId id="817" r:id="rId29"/>
    <p:sldId id="818" r:id="rId30"/>
    <p:sldId id="822" r:id="rId31"/>
    <p:sldId id="823" r:id="rId32"/>
    <p:sldId id="824" r:id="rId33"/>
    <p:sldId id="825" r:id="rId34"/>
    <p:sldId id="807" r:id="rId35"/>
    <p:sldId id="808" r:id="rId36"/>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_1679281038" initials="W" lastIdx="0" clrIdx="0"/>
  <p:cmAuthor id="2" name="123" initials="1" lastIdx="0" clrIdx="1"/>
  <p:cmAuthor id="3" name="作者" initials="A" lastIdx="0" clrIdx="2"/>
  <p:cmAuthor id="4" name="幸全" initials="幸全" lastIdx="0" clrIdx="3"/>
  <p:cmAuthor id="5" name="熊仪_aYju7RJj" initials="熊" lastIdx="0" clrIdx="4"/>
  <p:cmAuthor id="6" name="yifei" initials="y" lastIdx="0" clrIdx="5"/>
  <p:cmAuthor id="7" name="ADMIN" initials="A" lastIdx="0" clrIdx="6"/>
  <p:cmAuthor id="8" name="zhouzean" initials="z" lastIdx="0" clrIdx="7"/>
  <p:cmAuthor id="9" name="李鹏飞_6bQfzI3a" initials="李" lastIdx="0" clrIdx="8"/>
  <p:cmAuthor id="10" name="李晓菲_MZFnUzi6" initials="李" lastIdx="0" clrIdx="9"/>
  <p:cmAuthor id="11" name="小珞_QjMfU7FR" initials="小" lastIdx="0" clrIdx="10"/>
  <p:cmAuthor id="12" name="骆倩怡_Znauj26B" initials="authorId_382814100" lastIdx="0" clrIdx="1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D41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82" d="100"/>
          <a:sy n="82" d="100"/>
        </p:scale>
        <p:origin x="79" y="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2" Type="http://schemas.openxmlformats.org/officeDocument/2006/relationships/tags" Target="tags/tag376.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Master" Target="slideMasters/slideMaster3.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C74111-FE09-45D0-92F5-E11C30BFC8B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8" Type="http://schemas.openxmlformats.org/officeDocument/2006/relationships/tags" Target="../tags/tag50.xml"/><Relationship Id="rId17" Type="http://schemas.openxmlformats.org/officeDocument/2006/relationships/tags" Target="../tags/tag49.xml"/><Relationship Id="rId16" Type="http://schemas.openxmlformats.org/officeDocument/2006/relationships/tags" Target="../tags/tag48.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33" name="矩形 32"/>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p:custDataLst>
              <p:tags r:id="rId3"/>
            </p:custDataLst>
          </p:nvPr>
        </p:nvSpPr>
        <p:spPr>
          <a:xfrm>
            <a:off x="6919595" y="0"/>
            <a:ext cx="5272405" cy="48736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p:custDataLst>
              <p:tags r:id="rId4"/>
            </p:custDataLst>
          </p:nvPr>
        </p:nvSpPr>
        <p:spPr>
          <a:xfrm>
            <a:off x="8441055" y="0"/>
            <a:ext cx="3750945" cy="36417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bg1">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5" name="直接连接符 14"/>
          <p:cNvCxnSpPr/>
          <p:nvPr>
            <p:custDataLst>
              <p:tags r:id="rId5"/>
            </p:custDataLst>
          </p:nvPr>
        </p:nvCxnSpPr>
        <p:spPr>
          <a:xfrm>
            <a:off x="1069698"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6"/>
            </p:custDataLst>
          </p:nvPr>
        </p:nvCxnSpPr>
        <p:spPr>
          <a:xfrm>
            <a:off x="1069698"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a:off x="1069698"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3" name="椭圆 22"/>
          <p:cNvSpPr/>
          <p:nvPr>
            <p:custDataLst>
              <p:tags r:id="rId8"/>
            </p:custDataLst>
          </p:nvPr>
        </p:nvSpPr>
        <p:spPr>
          <a:xfrm>
            <a:off x="6892945" y="969581"/>
            <a:ext cx="288925" cy="288925"/>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5" name="椭圆 24"/>
          <p:cNvSpPr/>
          <p:nvPr>
            <p:custDataLst>
              <p:tags r:id="rId9"/>
            </p:custDataLst>
          </p:nvPr>
        </p:nvSpPr>
        <p:spPr>
          <a:xfrm>
            <a:off x="9102739" y="4021926"/>
            <a:ext cx="808355" cy="808355"/>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6" name="任意多边形: 形状 25"/>
          <p:cNvSpPr/>
          <p:nvPr>
            <p:custDataLst>
              <p:tags r:id="rId10"/>
            </p:custDataLst>
          </p:nvPr>
        </p:nvSpPr>
        <p:spPr>
          <a:xfrm>
            <a:off x="9963150" y="0"/>
            <a:ext cx="2228850" cy="2164080"/>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60000"/>
              <a:lumOff val="40000"/>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图形 24"/>
          <p:cNvSpPr/>
          <p:nvPr>
            <p:custDataLst>
              <p:tags r:id="rId11"/>
            </p:custDataLst>
          </p:nvPr>
        </p:nvSpPr>
        <p:spPr>
          <a:xfrm>
            <a:off x="9963150" y="589915"/>
            <a:ext cx="2228850" cy="1643380"/>
          </a:xfrm>
          <a:custGeom>
            <a:avLst/>
            <a:gdLst>
              <a:gd name="connsiteX0" fmla="*/ 305151 w 1622268"/>
              <a:gd name="connsiteY0" fmla="*/ 689 h 1196098"/>
              <a:gd name="connsiteX1" fmla="*/ 532418 w 1622268"/>
              <a:gd name="connsiteY1" fmla="*/ 142707 h 1196098"/>
              <a:gd name="connsiteX2" fmla="*/ 1579882 w 1622268"/>
              <a:gd name="connsiteY2" fmla="*/ 601241 h 1196098"/>
              <a:gd name="connsiteX3" fmla="*/ 1622269 w 1622268"/>
              <a:gd name="connsiteY3" fmla="*/ 589430 h 1196098"/>
              <a:gd name="connsiteX4" fmla="*/ 1622269 w 1622268"/>
              <a:gd name="connsiteY4" fmla="*/ 1173217 h 1196098"/>
              <a:gd name="connsiteX5" fmla="*/ 1567976 w 1622268"/>
              <a:gd name="connsiteY5" fmla="*/ 1183123 h 1196098"/>
              <a:gd name="connsiteX6" fmla="*/ 970282 w 1622268"/>
              <a:gd name="connsiteY6" fmla="*/ 1143118 h 1196098"/>
              <a:gd name="connsiteX7" fmla="*/ 38261 w 1622268"/>
              <a:gd name="connsiteY7" fmla="*/ 427981 h 1196098"/>
              <a:gd name="connsiteX8" fmla="*/ 142655 w 1622268"/>
              <a:gd name="connsiteY8" fmla="*/ 38313 h 1196098"/>
              <a:gd name="connsiteX9" fmla="*/ 305151 w 1622268"/>
              <a:gd name="connsiteY9" fmla="*/ 689 h 1196098"/>
              <a:gd name="connsiteX10" fmla="*/ 305151 w 1622268"/>
              <a:gd name="connsiteY10" fmla="*/ 689 h 11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2268" h="1196098">
                <a:moveTo>
                  <a:pt x="305151" y="689"/>
                </a:moveTo>
                <a:cubicBezTo>
                  <a:pt x="396496" y="7166"/>
                  <a:pt x="483174" y="57363"/>
                  <a:pt x="532418" y="142707"/>
                </a:cubicBezTo>
                <a:cubicBezTo>
                  <a:pt x="748445" y="516849"/>
                  <a:pt x="1178975" y="691538"/>
                  <a:pt x="1579882" y="601241"/>
                </a:cubicBezTo>
                <a:lnTo>
                  <a:pt x="1622269" y="589430"/>
                </a:lnTo>
                <a:lnTo>
                  <a:pt x="1622269" y="1173217"/>
                </a:lnTo>
                <a:cubicBezTo>
                  <a:pt x="1622269" y="1173217"/>
                  <a:pt x="1567976" y="1183123"/>
                  <a:pt x="1567976" y="1183123"/>
                </a:cubicBezTo>
                <a:cubicBezTo>
                  <a:pt x="1370713" y="1209126"/>
                  <a:pt x="1168307" y="1196172"/>
                  <a:pt x="970282" y="1143118"/>
                </a:cubicBezTo>
                <a:cubicBezTo>
                  <a:pt x="574233" y="1037009"/>
                  <a:pt x="243239" y="783073"/>
                  <a:pt x="38261" y="427981"/>
                </a:cubicBezTo>
                <a:cubicBezTo>
                  <a:pt x="-40511" y="291583"/>
                  <a:pt x="6257" y="117085"/>
                  <a:pt x="142655" y="38313"/>
                </a:cubicBezTo>
                <a:cubicBezTo>
                  <a:pt x="193804" y="8786"/>
                  <a:pt x="250287" y="-3121"/>
                  <a:pt x="305151" y="689"/>
                </a:cubicBezTo>
                <a:lnTo>
                  <a:pt x="305151" y="68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29" name="图形 16"/>
          <p:cNvSpPr/>
          <p:nvPr>
            <p:custDataLst>
              <p:tags r:id="rId12"/>
            </p:custDataLst>
          </p:nvPr>
        </p:nvSpPr>
        <p:spPr>
          <a:xfrm>
            <a:off x="7713345" y="0"/>
            <a:ext cx="3648710" cy="3936365"/>
          </a:xfrm>
          <a:custGeom>
            <a:avLst/>
            <a:gdLst>
              <a:gd name="connsiteX0" fmla="*/ 4671 w 2738556"/>
              <a:gd name="connsiteY0" fmla="*/ 0 h 2954675"/>
              <a:gd name="connsiteX1" fmla="*/ 1087663 w 2738556"/>
              <a:gd name="connsiteY1" fmla="*/ 0 h 2954675"/>
              <a:gd name="connsiteX2" fmla="*/ 1079662 w 2738556"/>
              <a:gd name="connsiteY2" fmla="*/ 159068 h 2954675"/>
              <a:gd name="connsiteX3" fmla="*/ 2359727 w 2738556"/>
              <a:gd name="connsiteY3" fmla="*/ 1900523 h 2954675"/>
              <a:gd name="connsiteX4" fmla="*/ 2713962 w 2738556"/>
              <a:gd name="connsiteY4" fmla="*/ 2575846 h 2954675"/>
              <a:gd name="connsiteX5" fmla="*/ 2038639 w 2738556"/>
              <a:gd name="connsiteY5" fmla="*/ 2930081 h 2954675"/>
              <a:gd name="connsiteX6" fmla="*/ 333378 w 2738556"/>
              <a:gd name="connsiteY6" fmla="*/ 1507998 h 2954675"/>
              <a:gd name="connsiteX7" fmla="*/ 99 w 2738556"/>
              <a:gd name="connsiteY7" fmla="*/ 140399 h 2954675"/>
              <a:gd name="connsiteX8" fmla="*/ 4671 w 2738556"/>
              <a:gd name="connsiteY8" fmla="*/ 0 h 295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8556" h="2954675">
                <a:moveTo>
                  <a:pt x="4671" y="0"/>
                </a:moveTo>
                <a:lnTo>
                  <a:pt x="1087663" y="0"/>
                </a:lnTo>
                <a:cubicBezTo>
                  <a:pt x="1087663" y="0"/>
                  <a:pt x="1079662" y="159068"/>
                  <a:pt x="1079662" y="159068"/>
                </a:cubicBezTo>
                <a:cubicBezTo>
                  <a:pt x="1079472" y="935736"/>
                  <a:pt x="1580201" y="1657350"/>
                  <a:pt x="2359727" y="1900523"/>
                </a:cubicBezTo>
                <a:cubicBezTo>
                  <a:pt x="2643953" y="1989201"/>
                  <a:pt x="2802639" y="2291620"/>
                  <a:pt x="2713962" y="2575846"/>
                </a:cubicBezTo>
                <a:cubicBezTo>
                  <a:pt x="2625284" y="2860072"/>
                  <a:pt x="2322865" y="3018758"/>
                  <a:pt x="2038639" y="2930081"/>
                </a:cubicBezTo>
                <a:cubicBezTo>
                  <a:pt x="1298928" y="2699290"/>
                  <a:pt x="693328" y="2194274"/>
                  <a:pt x="333378" y="1507998"/>
                </a:cubicBezTo>
                <a:cubicBezTo>
                  <a:pt x="108398" y="1079087"/>
                  <a:pt x="-3807" y="611410"/>
                  <a:pt x="99" y="140399"/>
                </a:cubicBezTo>
                <a:lnTo>
                  <a:pt x="4671" y="0"/>
                </a:lnTo>
                <a:close/>
              </a:path>
            </a:pathLst>
          </a:cu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2" name="标题 1"/>
          <p:cNvSpPr>
            <a:spLocks noGrp="1"/>
          </p:cNvSpPr>
          <p:nvPr>
            <p:ph type="ctrTitle" hasCustomPrompt="1"/>
            <p:custDataLst>
              <p:tags r:id="rId13"/>
            </p:custDataLst>
          </p:nvPr>
        </p:nvSpPr>
        <p:spPr>
          <a:xfrm>
            <a:off x="1068110" y="1415134"/>
            <a:ext cx="6217877" cy="2610488"/>
          </a:xfrm>
          <a:noFill/>
        </p:spPr>
        <p:txBody>
          <a:bodyPr wrap="square" anchor="b" anchorCtr="0">
            <a:normAutofit/>
          </a:bodyPr>
          <a:lstStyle>
            <a:lvl1pPr>
              <a:defRPr lang="zh-CN" altLang="en-US" sz="6000" dirty="0">
                <a:solidFill>
                  <a:schemeClr val="tx2"/>
                </a:solidFill>
                <a:latin typeface="+mj-ea"/>
                <a:cs typeface="+mn-cs"/>
              </a:defRPr>
            </a:lvl1pPr>
          </a:lstStyle>
          <a:p>
            <a:pPr marL="0" lvl="0"/>
            <a:r>
              <a:rPr lang="zh-CN" altLang="en-US" dirty="0"/>
              <a:t>单击此处</a:t>
            </a:r>
            <a:br>
              <a:rPr lang="en-US" altLang="zh-CN" dirty="0"/>
            </a:br>
            <a:r>
              <a:rPr lang="zh-CN" altLang="en-US" dirty="0"/>
              <a:t>编辑母版标题样式</a:t>
            </a:r>
            <a:endParaRPr lang="zh-CN" altLang="en-US" dirty="0"/>
          </a:p>
        </p:txBody>
      </p:sp>
      <p:sp>
        <p:nvSpPr>
          <p:cNvPr id="10" name="公司名占位符 6"/>
          <p:cNvSpPr>
            <a:spLocks noGrp="1"/>
          </p:cNvSpPr>
          <p:nvPr>
            <p:ph type="body" sz="quarter" idx="13" hasCustomPrompt="1"/>
            <p:custDataLst>
              <p:tags r:id="rId14"/>
            </p:custDataLst>
          </p:nvPr>
        </p:nvSpPr>
        <p:spPr>
          <a:xfrm>
            <a:off x="1442126" y="523878"/>
            <a:ext cx="2880000" cy="504000"/>
          </a:xfrm>
        </p:spPr>
        <p:txBody>
          <a:bodyPr wrap="square" anchor="ctr">
            <a:normAutofit/>
          </a:bodyPr>
          <a:lstStyle>
            <a:lvl1pPr marL="0" indent="0">
              <a:lnSpc>
                <a:spcPct val="100000"/>
              </a:lnSpc>
              <a:buNone/>
              <a:defRPr sz="1800"/>
            </a:lvl1pPr>
          </a:lstStyle>
          <a:p>
            <a:pPr lvl="0"/>
            <a:r>
              <a:rPr lang="zh-CN" altLang="en-US" dirty="0"/>
              <a:t>公司名</a:t>
            </a:r>
            <a:endParaRPr lang="zh-CN" altLang="en-US" dirty="0"/>
          </a:p>
        </p:txBody>
      </p:sp>
      <p:sp>
        <p:nvSpPr>
          <p:cNvPr id="24" name="署名占位符 10"/>
          <p:cNvSpPr>
            <a:spLocks noGrp="1"/>
          </p:cNvSpPr>
          <p:nvPr>
            <p:ph type="body" sz="quarter" idx="17" hasCustomPrompt="1"/>
            <p:custDataLst>
              <p:tags r:id="rId15"/>
            </p:custDataLst>
          </p:nvPr>
        </p:nvSpPr>
        <p:spPr>
          <a:xfrm>
            <a:off x="1068109" y="4481316"/>
            <a:ext cx="2880000" cy="504000"/>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wrap="square" anchor="ctr">
            <a:normAutofit/>
          </a:bodyPr>
          <a:lstStyle>
            <a:lvl1pPr marL="0" indent="0" algn="ctr">
              <a:lnSpc>
                <a:spcPct val="100000"/>
              </a:lnSpc>
              <a:buNone/>
              <a:defRPr sz="1800" b="0">
                <a:solidFill>
                  <a:schemeClr val="tx2"/>
                </a:solidFill>
              </a:defRPr>
            </a:lvl1pPr>
          </a:lstStyle>
          <a:p>
            <a:pPr lvl="0"/>
            <a:r>
              <a:rPr lang="zh-CN" altLang="en-US" dirty="0"/>
              <a:t>署名</a:t>
            </a:r>
            <a:endParaRPr lang="zh-CN" altLang="en-US" dirty="0"/>
          </a:p>
        </p:txBody>
      </p:sp>
      <p:sp>
        <p:nvSpPr>
          <p:cNvPr id="4" name="日期占位符 3"/>
          <p:cNvSpPr>
            <a:spLocks noGrp="1"/>
          </p:cNvSpPr>
          <p:nvPr>
            <p:ph type="dt" sz="half" idx="10"/>
            <p:custDataLst>
              <p:tags r:id="rId1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7"/>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8"/>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lvl1pPr>
              <a:defRPr sz="2400"/>
            </a:lvl1pPr>
            <a:lvl2pPr>
              <a:defRPr sz="2000"/>
            </a:lvl2pPr>
            <a:lvl3pPr>
              <a:defRPr sz="1800"/>
            </a:lvl3pPr>
            <a:lvl4pPr>
              <a:defRPr sz="1600"/>
            </a:lvl4pPr>
            <a:lvl5pPr>
              <a:defRPr sz="14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21" name="矩形 20"/>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p:cNvSpPr/>
          <p:nvPr>
            <p:custDataLst>
              <p:tags r:id="rId3"/>
            </p:custDataLst>
          </p:nvPr>
        </p:nvSpPr>
        <p:spPr>
          <a:xfrm flipV="1">
            <a:off x="10654388" y="5436721"/>
            <a:ext cx="1537612" cy="1421279"/>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gradFill>
            <a:gsLst>
              <a:gs pos="14000">
                <a:schemeClr val="accent1">
                  <a:alpha val="15000"/>
                </a:schemeClr>
              </a:gs>
              <a:gs pos="100000">
                <a:schemeClr val="accent1">
                  <a:alpha val="0"/>
                </a:schemeClr>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2" name="任意多边形: 形状 11"/>
          <p:cNvSpPr/>
          <p:nvPr>
            <p:custDataLst>
              <p:tags r:id="rId4"/>
            </p:custDataLst>
          </p:nvPr>
        </p:nvSpPr>
        <p:spPr>
          <a:xfrm>
            <a:off x="11353800" y="1026561"/>
            <a:ext cx="70184" cy="305594"/>
          </a:xfrm>
          <a:custGeom>
            <a:avLst/>
            <a:gdLst>
              <a:gd name="connsiteX0" fmla="*/ 35092 w 70184"/>
              <a:gd name="connsiteY0" fmla="*/ 235410 h 305594"/>
              <a:gd name="connsiteX1" fmla="*/ 70184 w 70184"/>
              <a:gd name="connsiteY1" fmla="*/ 270502 h 305594"/>
              <a:gd name="connsiteX2" fmla="*/ 35092 w 70184"/>
              <a:gd name="connsiteY2" fmla="*/ 305594 h 305594"/>
              <a:gd name="connsiteX3" fmla="*/ 0 w 70184"/>
              <a:gd name="connsiteY3" fmla="*/ 270502 h 305594"/>
              <a:gd name="connsiteX4" fmla="*/ 35092 w 70184"/>
              <a:gd name="connsiteY4" fmla="*/ 235410 h 305594"/>
              <a:gd name="connsiteX5" fmla="*/ 35092 w 70184"/>
              <a:gd name="connsiteY5" fmla="*/ 117705 h 305594"/>
              <a:gd name="connsiteX6" fmla="*/ 70184 w 70184"/>
              <a:gd name="connsiteY6" fmla="*/ 152797 h 305594"/>
              <a:gd name="connsiteX7" fmla="*/ 35092 w 70184"/>
              <a:gd name="connsiteY7" fmla="*/ 187889 h 305594"/>
              <a:gd name="connsiteX8" fmla="*/ 0 w 70184"/>
              <a:gd name="connsiteY8" fmla="*/ 152797 h 305594"/>
              <a:gd name="connsiteX9" fmla="*/ 35092 w 70184"/>
              <a:gd name="connsiteY9" fmla="*/ 117705 h 305594"/>
              <a:gd name="connsiteX10" fmla="*/ 35092 w 70184"/>
              <a:gd name="connsiteY10" fmla="*/ 0 h 305594"/>
              <a:gd name="connsiteX11" fmla="*/ 70184 w 70184"/>
              <a:gd name="connsiteY11" fmla="*/ 35092 h 305594"/>
              <a:gd name="connsiteX12" fmla="*/ 35092 w 70184"/>
              <a:gd name="connsiteY12" fmla="*/ 70184 h 305594"/>
              <a:gd name="connsiteX13" fmla="*/ 0 w 70184"/>
              <a:gd name="connsiteY13" fmla="*/ 35092 h 305594"/>
              <a:gd name="connsiteX14" fmla="*/ 35092 w 70184"/>
              <a:gd name="connsiteY14" fmla="*/ 0 h 305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184" h="305594">
                <a:moveTo>
                  <a:pt x="35092" y="235410"/>
                </a:moveTo>
                <a:cubicBezTo>
                  <a:pt x="54473" y="235410"/>
                  <a:pt x="70184" y="251121"/>
                  <a:pt x="70184" y="270502"/>
                </a:cubicBezTo>
                <a:cubicBezTo>
                  <a:pt x="70184" y="289883"/>
                  <a:pt x="54473" y="305594"/>
                  <a:pt x="35092" y="305594"/>
                </a:cubicBezTo>
                <a:cubicBezTo>
                  <a:pt x="15711" y="305594"/>
                  <a:pt x="0" y="289883"/>
                  <a:pt x="0" y="270502"/>
                </a:cubicBezTo>
                <a:cubicBezTo>
                  <a:pt x="0" y="251121"/>
                  <a:pt x="15711" y="235410"/>
                  <a:pt x="35092" y="235410"/>
                </a:cubicBezTo>
                <a:close/>
                <a:moveTo>
                  <a:pt x="35092" y="117705"/>
                </a:moveTo>
                <a:cubicBezTo>
                  <a:pt x="54473" y="117705"/>
                  <a:pt x="70184" y="133416"/>
                  <a:pt x="70184" y="152797"/>
                </a:cubicBezTo>
                <a:cubicBezTo>
                  <a:pt x="70184" y="172178"/>
                  <a:pt x="54473" y="187889"/>
                  <a:pt x="35092" y="187889"/>
                </a:cubicBezTo>
                <a:cubicBezTo>
                  <a:pt x="15711" y="187889"/>
                  <a:pt x="0" y="172178"/>
                  <a:pt x="0" y="152797"/>
                </a:cubicBezTo>
                <a:cubicBezTo>
                  <a:pt x="0" y="133416"/>
                  <a:pt x="15711" y="117705"/>
                  <a:pt x="35092" y="117705"/>
                </a:cubicBezTo>
                <a:close/>
                <a:moveTo>
                  <a:pt x="35092" y="0"/>
                </a:moveTo>
                <a:cubicBezTo>
                  <a:pt x="54473" y="0"/>
                  <a:pt x="70184" y="15711"/>
                  <a:pt x="70184" y="35092"/>
                </a:cubicBezTo>
                <a:cubicBezTo>
                  <a:pt x="70184" y="54473"/>
                  <a:pt x="54473" y="70184"/>
                  <a:pt x="35092" y="70184"/>
                </a:cubicBezTo>
                <a:cubicBezTo>
                  <a:pt x="15711" y="70184"/>
                  <a:pt x="0" y="54473"/>
                  <a:pt x="0" y="35092"/>
                </a:cubicBezTo>
                <a:cubicBezTo>
                  <a:pt x="0" y="15711"/>
                  <a:pt x="15711" y="0"/>
                  <a:pt x="35092"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图形 12"/>
          <p:cNvSpPr/>
          <p:nvPr>
            <p:custDataLst>
              <p:tags r:id="rId5"/>
            </p:custDataLst>
          </p:nvPr>
        </p:nvSpPr>
        <p:spPr>
          <a:xfrm flipH="1">
            <a:off x="0" y="0"/>
            <a:ext cx="2095499" cy="2260811"/>
          </a:xfrm>
          <a:custGeom>
            <a:avLst/>
            <a:gdLst>
              <a:gd name="connsiteX0" fmla="*/ 2815 w 1616032"/>
              <a:gd name="connsiteY0" fmla="*/ 0 h 1743519"/>
              <a:gd name="connsiteX1" fmla="*/ 641847 w 1616032"/>
              <a:gd name="connsiteY1" fmla="*/ 0 h 1743519"/>
              <a:gd name="connsiteX2" fmla="*/ 637180 w 1616032"/>
              <a:gd name="connsiteY2" fmla="*/ 93917 h 1743519"/>
              <a:gd name="connsiteX3" fmla="*/ 1392513 w 1616032"/>
              <a:gd name="connsiteY3" fmla="*/ 1121474 h 1743519"/>
              <a:gd name="connsiteX4" fmla="*/ 1601491 w 1616032"/>
              <a:gd name="connsiteY4" fmla="*/ 1520000 h 1743519"/>
              <a:gd name="connsiteX5" fmla="*/ 1202965 w 1616032"/>
              <a:gd name="connsiteY5" fmla="*/ 1728978 h 1743519"/>
              <a:gd name="connsiteX6" fmla="*/ 196744 w 1616032"/>
              <a:gd name="connsiteY6" fmla="*/ 889826 h 1743519"/>
              <a:gd name="connsiteX7" fmla="*/ 53 w 1616032"/>
              <a:gd name="connsiteY7" fmla="*/ 82868 h 1743519"/>
              <a:gd name="connsiteX8" fmla="*/ 2815 w 1616032"/>
              <a:gd name="connsiteY8" fmla="*/ 0 h 1743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6032" h="1743519">
                <a:moveTo>
                  <a:pt x="2815" y="0"/>
                </a:moveTo>
                <a:lnTo>
                  <a:pt x="641847" y="0"/>
                </a:lnTo>
                <a:cubicBezTo>
                  <a:pt x="641847" y="0"/>
                  <a:pt x="637180" y="93917"/>
                  <a:pt x="637180" y="93917"/>
                </a:cubicBezTo>
                <a:cubicBezTo>
                  <a:pt x="637085" y="552164"/>
                  <a:pt x="932550" y="978027"/>
                  <a:pt x="1392513" y="1121474"/>
                </a:cubicBezTo>
                <a:cubicBezTo>
                  <a:pt x="1560248" y="1173766"/>
                  <a:pt x="1653879" y="1352264"/>
                  <a:pt x="1601491" y="1520000"/>
                </a:cubicBezTo>
                <a:cubicBezTo>
                  <a:pt x="1549199" y="1687735"/>
                  <a:pt x="1370700" y="1781366"/>
                  <a:pt x="1202965" y="1728978"/>
                </a:cubicBezTo>
                <a:cubicBezTo>
                  <a:pt x="766434" y="1592866"/>
                  <a:pt x="409151" y="1294829"/>
                  <a:pt x="196744" y="889826"/>
                </a:cubicBezTo>
                <a:cubicBezTo>
                  <a:pt x="63965" y="636746"/>
                  <a:pt x="-2138" y="360807"/>
                  <a:pt x="53" y="82868"/>
                </a:cubicBezTo>
                <a:lnTo>
                  <a:pt x="2815" y="0"/>
                </a:lnTo>
                <a:close/>
              </a:path>
            </a:pathLst>
          </a:custGeom>
          <a:gradFill flip="none" rotWithShape="1">
            <a:gsLst>
              <a:gs pos="1300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sym typeface="+mn-ea"/>
            </a:endParaRPr>
          </a:p>
        </p:txBody>
      </p:sp>
      <p:sp>
        <p:nvSpPr>
          <p:cNvPr id="14" name="任意多边形: 形状 3"/>
          <p:cNvSpPr/>
          <p:nvPr>
            <p:custDataLst>
              <p:tags r:id="rId6"/>
            </p:custDataLst>
          </p:nvPr>
        </p:nvSpPr>
        <p:spPr>
          <a:xfrm flipH="1">
            <a:off x="1" y="331978"/>
            <a:ext cx="767050" cy="815541"/>
          </a:xfrm>
          <a:custGeom>
            <a:avLst/>
            <a:gdLst>
              <a:gd name="connsiteX0" fmla="*/ 266085 w 960878"/>
              <a:gd name="connsiteY0" fmla="*/ 601 h 1021622"/>
              <a:gd name="connsiteX1" fmla="*/ 124392 w 960878"/>
              <a:gd name="connsiteY1" fmla="*/ 33408 h 1021622"/>
              <a:gd name="connsiteX2" fmla="*/ 33363 w 960878"/>
              <a:gd name="connsiteY2" fmla="*/ 373190 h 1021622"/>
              <a:gd name="connsiteX3" fmla="*/ 846063 w 960878"/>
              <a:gd name="connsiteY3" fmla="*/ 996773 h 1021622"/>
              <a:gd name="connsiteX4" fmla="*/ 960878 w 960878"/>
              <a:gd name="connsiteY4" fmla="*/ 1021622 h 1021622"/>
              <a:gd name="connsiteX5" fmla="*/ 960878 w 960878"/>
              <a:gd name="connsiteY5" fmla="*/ 510304 h 1021622"/>
              <a:gd name="connsiteX6" fmla="*/ 860484 w 960878"/>
              <a:gd name="connsiteY6" fmla="*/ 476220 h 1021622"/>
              <a:gd name="connsiteX7" fmla="*/ 464256 w 960878"/>
              <a:gd name="connsiteY7" fmla="*/ 124437 h 1021622"/>
              <a:gd name="connsiteX8" fmla="*/ 266085 w 960878"/>
              <a:gd name="connsiteY8" fmla="*/ 601 h 102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878" h="1021622">
                <a:moveTo>
                  <a:pt x="266085" y="601"/>
                </a:moveTo>
                <a:cubicBezTo>
                  <a:pt x="218244" y="-2721"/>
                  <a:pt x="168993" y="7661"/>
                  <a:pt x="124392" y="33408"/>
                </a:cubicBezTo>
                <a:cubicBezTo>
                  <a:pt x="5456" y="102096"/>
                  <a:pt x="-35325" y="254254"/>
                  <a:pt x="33363" y="373190"/>
                </a:cubicBezTo>
                <a:cubicBezTo>
                  <a:pt x="212099" y="682822"/>
                  <a:pt x="500718" y="904248"/>
                  <a:pt x="846063" y="996773"/>
                </a:cubicBezTo>
                <a:lnTo>
                  <a:pt x="960878" y="1021622"/>
                </a:lnTo>
                <a:lnTo>
                  <a:pt x="960878" y="510304"/>
                </a:lnTo>
                <a:lnTo>
                  <a:pt x="860484" y="476220"/>
                </a:lnTo>
                <a:cubicBezTo>
                  <a:pt x="699387" y="407201"/>
                  <a:pt x="558441" y="287559"/>
                  <a:pt x="464256" y="124437"/>
                </a:cubicBezTo>
                <a:cubicBezTo>
                  <a:pt x="421317" y="50019"/>
                  <a:pt x="345735" y="6249"/>
                  <a:pt x="266085" y="601"/>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15" name="椭圆 14"/>
          <p:cNvSpPr/>
          <p:nvPr>
            <p:custDataLst>
              <p:tags r:id="rId7"/>
            </p:custDataLst>
          </p:nvPr>
        </p:nvSpPr>
        <p:spPr>
          <a:xfrm>
            <a:off x="102870" y="140335"/>
            <a:ext cx="171450" cy="171450"/>
          </a:xfrm>
          <a:prstGeom prst="ellipse">
            <a:avLst/>
          </a:prstGeom>
          <a:gradFill flip="none" rotWithShape="1">
            <a:gsLst>
              <a:gs pos="76000">
                <a:schemeClr val="accent1"/>
              </a:gs>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1270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椭圆 15"/>
          <p:cNvSpPr/>
          <p:nvPr>
            <p:custDataLst>
              <p:tags r:id="rId8"/>
            </p:custDataLst>
          </p:nvPr>
        </p:nvSpPr>
        <p:spPr>
          <a:xfrm>
            <a:off x="1499843" y="1269396"/>
            <a:ext cx="546697" cy="546697"/>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日期占位符 3"/>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0"/>
            </p:custDataLst>
          </p:nvPr>
        </p:nvSpPr>
        <p:spPr/>
        <p:txBody>
          <a:bodyPr/>
          <a:lstStyle/>
          <a:p>
            <a:endParaRPr lang="zh-CN" altLang="en-US"/>
          </a:p>
        </p:txBody>
      </p:sp>
      <p:sp>
        <p:nvSpPr>
          <p:cNvPr id="9" name="灯片编号占位符 5"/>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hasCustomPrompt="1"/>
            <p:custDataLst>
              <p:tags r:id="rId12"/>
            </p:custDataLst>
          </p:nvPr>
        </p:nvSpPr>
        <p:spPr>
          <a:xfrm>
            <a:off x="9283700" y="547696"/>
            <a:ext cx="1814518" cy="1263324"/>
          </a:xfrm>
          <a:noFill/>
        </p:spPr>
        <p:txBody>
          <a:bodyPr vert="horz" wrap="square" rtlCol="0" anchor="ctr" anchorCtr="0">
            <a:normAutofit/>
          </a:bodyPr>
          <a:lstStyle>
            <a:lvl1pPr algn="ctr">
              <a:defRPr lang="zh-CN" altLang="en-US" sz="6000" dirty="0">
                <a:gradFill>
                  <a:gsLst>
                    <a:gs pos="0">
                      <a:schemeClr val="accent1">
                        <a:lumMod val="40000"/>
                        <a:lumOff val="60000"/>
                      </a:schemeClr>
                    </a:gs>
                    <a:gs pos="62000">
                      <a:schemeClr val="accent1"/>
                    </a:gs>
                  </a:gsLst>
                  <a:lin ang="2700000" scaled="1"/>
                </a:gradFill>
              </a:defRPr>
            </a:lvl1pPr>
          </a:lstStyle>
          <a:p>
            <a:pPr marL="0" lvl="0" algn="r"/>
            <a:r>
              <a:rPr lang="zh-CN" altLang="en-US" dirty="0"/>
              <a:t>标题</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6" name="矩形 25"/>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图形 23"/>
          <p:cNvSpPr/>
          <p:nvPr>
            <p:custDataLst>
              <p:tags r:id="rId3"/>
            </p:custDataLst>
          </p:nvPr>
        </p:nvSpPr>
        <p:spPr>
          <a:xfrm>
            <a:off x="1068515" y="803142"/>
            <a:ext cx="4202128" cy="4488048"/>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11" name="矩形 10"/>
          <p:cNvSpPr/>
          <p:nvPr>
            <p:custDataLst>
              <p:tags r:id="rId4"/>
            </p:custDataLst>
          </p:nvPr>
        </p:nvSpPr>
        <p:spPr>
          <a:xfrm>
            <a:off x="8469650" y="2639425"/>
            <a:ext cx="2477770" cy="334645"/>
          </a:xfrm>
          <a:prstGeom prst="rect">
            <a:avLst/>
          </a:prstGeom>
          <a:gradFill flip="none" rotWithShape="1">
            <a:gsLst>
              <a:gs pos="0">
                <a:schemeClr val="accent1">
                  <a:lumMod val="20000"/>
                  <a:lumOff val="80000"/>
                  <a:alpha val="0"/>
                </a:schemeClr>
              </a:gs>
              <a:gs pos="100000">
                <a:schemeClr val="accent1">
                  <a:lumMod val="20000"/>
                  <a:lumOff val="8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图形 13"/>
          <p:cNvSpPr/>
          <p:nvPr>
            <p:custDataLst>
              <p:tags r:id="rId5"/>
            </p:custDataLst>
          </p:nvPr>
        </p:nvSpPr>
        <p:spPr>
          <a:xfrm>
            <a:off x="1312042" y="1331347"/>
            <a:ext cx="3352258" cy="3352256"/>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cxnSp>
        <p:nvCxnSpPr>
          <p:cNvPr id="13" name="直接连接符 12"/>
          <p:cNvCxnSpPr/>
          <p:nvPr>
            <p:custDataLst>
              <p:tags r:id="rId6"/>
            </p:custDataLst>
          </p:nvPr>
        </p:nvCxnSpPr>
        <p:spPr>
          <a:xfrm>
            <a:off x="11778000" y="2356902"/>
            <a:ext cx="0" cy="2871449"/>
          </a:xfrm>
          <a:prstGeom prst="line">
            <a:avLst/>
          </a:prstGeom>
          <a:ln>
            <a:solidFill>
              <a:schemeClr val="accent1">
                <a:alpha val="18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p:custDataLst>
              <p:tags r:id="rId7"/>
            </p:custDataLst>
          </p:nvPr>
        </p:nvSpPr>
        <p:spPr>
          <a:xfrm>
            <a:off x="2620121" y="2639425"/>
            <a:ext cx="736100" cy="736100"/>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p:nvPr>
            <p:custDataLst>
              <p:tags r:id="rId8"/>
            </p:custDataLst>
          </p:nvPr>
        </p:nvSpPr>
        <p:spPr>
          <a:xfrm>
            <a:off x="4745253" y="3924161"/>
            <a:ext cx="444436" cy="444436"/>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任意多边形: 形状 15"/>
          <p:cNvSpPr/>
          <p:nvPr>
            <p:custDataLst>
              <p:tags r:id="rId9"/>
            </p:custDataLst>
          </p:nvPr>
        </p:nvSpPr>
        <p:spPr>
          <a:xfrm flipH="1" flipV="1">
            <a:off x="0" y="0"/>
            <a:ext cx="1259205" cy="833120"/>
          </a:xfrm>
          <a:custGeom>
            <a:avLst/>
            <a:gdLst>
              <a:gd name="connsiteX0" fmla="*/ 1259430 w 1259430"/>
              <a:gd name="connsiteY0" fmla="*/ 833045 h 833045"/>
              <a:gd name="connsiteX1" fmla="*/ 0 w 1259430"/>
              <a:gd name="connsiteY1" fmla="*/ 833045 h 833045"/>
              <a:gd name="connsiteX2" fmla="*/ 10126 w 1259430"/>
              <a:gd name="connsiteY2" fmla="*/ 819504 h 833045"/>
              <a:gd name="connsiteX3" fmla="*/ 1126137 w 1259430"/>
              <a:gd name="connsiteY3" fmla="*/ 38726 h 833045"/>
              <a:gd name="connsiteX4" fmla="*/ 1259430 w 1259430"/>
              <a:gd name="connsiteY4" fmla="*/ 0 h 833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9430" h="833045">
                <a:moveTo>
                  <a:pt x="1259430" y="833045"/>
                </a:moveTo>
                <a:lnTo>
                  <a:pt x="0" y="833045"/>
                </a:lnTo>
                <a:lnTo>
                  <a:pt x="10126" y="819504"/>
                </a:lnTo>
                <a:cubicBezTo>
                  <a:pt x="301323" y="466655"/>
                  <a:pt x="685952" y="193770"/>
                  <a:pt x="1126137" y="38726"/>
                </a:cubicBezTo>
                <a:lnTo>
                  <a:pt x="1259430" y="0"/>
                </a:lnTo>
                <a:close/>
              </a:path>
            </a:pathLst>
          </a:custGeom>
          <a:solidFill>
            <a:schemeClr val="accent1">
              <a:lumMod val="20000"/>
              <a:lumOff val="80000"/>
              <a:alpha val="3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椭圆 20"/>
          <p:cNvSpPr/>
          <p:nvPr>
            <p:custDataLst>
              <p:tags r:id="rId10"/>
            </p:custDataLst>
          </p:nvPr>
        </p:nvSpPr>
        <p:spPr>
          <a:xfrm>
            <a:off x="1482507" y="4643034"/>
            <a:ext cx="217666" cy="217664"/>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29" name="直接连接符 28"/>
          <p:cNvCxnSpPr/>
          <p:nvPr>
            <p:custDataLst>
              <p:tags r:id="rId11"/>
            </p:custDataLst>
          </p:nvPr>
        </p:nvCxnSpPr>
        <p:spPr>
          <a:xfrm>
            <a:off x="1069698"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custDataLst>
              <p:tags r:id="rId12"/>
            </p:custDataLst>
          </p:nvPr>
        </p:nvCxnSpPr>
        <p:spPr>
          <a:xfrm>
            <a:off x="1069698"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custDataLst>
              <p:tags r:id="rId13"/>
            </p:custDataLst>
          </p:nvPr>
        </p:nvCxnSpPr>
        <p:spPr>
          <a:xfrm>
            <a:off x="1069698"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4" name="日期占位符 4"/>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5"/>
            </p:custDataLst>
          </p:nvPr>
        </p:nvSpPr>
        <p:spPr/>
        <p:txBody>
          <a:bodyPr/>
          <a:lstStyle/>
          <a:p>
            <a:endParaRPr lang="zh-CN" altLang="en-US"/>
          </a:p>
        </p:txBody>
      </p:sp>
      <p:sp>
        <p:nvSpPr>
          <p:cNvPr id="6" name="灯片编号占位符 6"/>
          <p:cNvSpPr>
            <a:spLocks noGrp="1"/>
          </p:cNvSpPr>
          <p:nvPr>
            <p:ph type="sldNum" sz="quarter" idx="12"/>
            <p:custDataLst>
              <p:tags r:id="rId16"/>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p:custDataLst>
              <p:tags r:id="rId17"/>
            </p:custDataLst>
          </p:nvPr>
        </p:nvSpPr>
        <p:spPr>
          <a:xfrm>
            <a:off x="5514170" y="3048024"/>
            <a:ext cx="5412458" cy="1759920"/>
          </a:xfrm>
        </p:spPr>
        <p:txBody>
          <a:bodyPr wrap="square" anchor="b">
            <a:normAutofit/>
          </a:bodyPr>
          <a:lstStyle>
            <a:lvl1pPr algn="r">
              <a:defRPr sz="5400">
                <a:solidFill>
                  <a:schemeClr val="tx2"/>
                </a:solidFill>
              </a:defRPr>
            </a:lvl1pPr>
          </a:lstStyle>
          <a:p>
            <a:r>
              <a:rPr lang="zh-CN" altLang="en-US" dirty="0"/>
              <a:t>单击此处编辑母版标题样式</a:t>
            </a:r>
            <a:endParaRPr lang="zh-CN" altLang="en-US" dirty="0"/>
          </a:p>
        </p:txBody>
      </p:sp>
      <p:sp>
        <p:nvSpPr>
          <p:cNvPr id="8" name="节编号 3"/>
          <p:cNvSpPr>
            <a:spLocks noGrp="1"/>
          </p:cNvSpPr>
          <p:nvPr>
            <p:ph type="body" sz="quarter" idx="13" hasCustomPrompt="1"/>
            <p:custDataLst>
              <p:tags r:id="rId18"/>
            </p:custDataLst>
          </p:nvPr>
        </p:nvSpPr>
        <p:spPr>
          <a:xfrm>
            <a:off x="6575549" y="966615"/>
            <a:ext cx="4351080" cy="2062700"/>
          </a:xfrm>
        </p:spPr>
        <p:txBody>
          <a:bodyPr wrap="none" anchor="b" anchorCtr="0">
            <a:normAutofit/>
          </a:bodyPr>
          <a:lstStyle>
            <a:lvl1pPr marL="0" indent="0" algn="r">
              <a:buNone/>
              <a:defRPr sz="8000" b="1">
                <a:gradFill flip="none" rotWithShape="1">
                  <a:gsLst>
                    <a:gs pos="0">
                      <a:schemeClr val="accent1">
                        <a:lumMod val="60000"/>
                        <a:lumOff val="40000"/>
                      </a:schemeClr>
                    </a:gs>
                    <a:gs pos="40000">
                      <a:schemeClr val="accent1"/>
                    </a:gs>
                  </a:gsLst>
                  <a:lin ang="2700000" scaled="1"/>
                  <a:tileRect/>
                </a:gradFill>
              </a:defRPr>
            </a:lvl1pPr>
          </a:lstStyle>
          <a:p>
            <a:pPr lvl="0"/>
            <a:r>
              <a:rPr lang="zh-CN" altLang="en-US" dirty="0"/>
              <a:t>节编号</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8" name="标题 7"/>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dirty="0"/>
              <a:t>单击此处编辑母版标题样式</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6" name="矩形 25"/>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3"/>
            </p:custDataLst>
          </p:nvPr>
        </p:nvSpPr>
        <p:spPr>
          <a:xfrm flipV="1">
            <a:off x="10733104" y="5509481"/>
            <a:ext cx="1458895" cy="1348518"/>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gradFill flip="none" rotWithShape="1">
            <a:gsLst>
              <a:gs pos="0">
                <a:schemeClr val="accent1">
                  <a:lumMod val="20000"/>
                  <a:lumOff val="80000"/>
                  <a:alpha val="50000"/>
                </a:schemeClr>
              </a:gs>
              <a:gs pos="72000">
                <a:schemeClr val="accent1">
                  <a:lumMod val="20000"/>
                  <a:lumOff val="80000"/>
                  <a:alpha val="0"/>
                </a:schemeClr>
              </a:gs>
            </a:gsLst>
            <a:lin ang="189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7" name="任意多边形: 形状 6"/>
          <p:cNvSpPr/>
          <p:nvPr>
            <p:custDataLst>
              <p:tags r:id="rId4"/>
            </p:custDataLst>
          </p:nvPr>
        </p:nvSpPr>
        <p:spPr>
          <a:xfrm flipH="1">
            <a:off x="0" y="0"/>
            <a:ext cx="5272405" cy="48736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p:custDataLst>
              <p:tags r:id="rId5"/>
            </p:custDataLst>
          </p:nvPr>
        </p:nvSpPr>
        <p:spPr>
          <a:xfrm flipH="1">
            <a:off x="0" y="0"/>
            <a:ext cx="3750945" cy="36417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bg1">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椭圆 11"/>
          <p:cNvSpPr/>
          <p:nvPr>
            <p:custDataLst>
              <p:tags r:id="rId6"/>
            </p:custDataLst>
          </p:nvPr>
        </p:nvSpPr>
        <p:spPr>
          <a:xfrm flipH="1">
            <a:off x="4859423" y="917634"/>
            <a:ext cx="288925" cy="288925"/>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任意多边形: 形状 14"/>
          <p:cNvSpPr/>
          <p:nvPr>
            <p:custDataLst>
              <p:tags r:id="rId7"/>
            </p:custDataLst>
          </p:nvPr>
        </p:nvSpPr>
        <p:spPr>
          <a:xfrm flipH="1">
            <a:off x="0" y="0"/>
            <a:ext cx="2228850" cy="2164080"/>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60000"/>
              <a:lumOff val="40000"/>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6" name="图形 24"/>
          <p:cNvSpPr/>
          <p:nvPr>
            <p:custDataLst>
              <p:tags r:id="rId8"/>
            </p:custDataLst>
          </p:nvPr>
        </p:nvSpPr>
        <p:spPr>
          <a:xfrm flipH="1">
            <a:off x="0" y="589915"/>
            <a:ext cx="2228850" cy="1643380"/>
          </a:xfrm>
          <a:custGeom>
            <a:avLst/>
            <a:gdLst>
              <a:gd name="connsiteX0" fmla="*/ 305151 w 1622268"/>
              <a:gd name="connsiteY0" fmla="*/ 689 h 1196098"/>
              <a:gd name="connsiteX1" fmla="*/ 532418 w 1622268"/>
              <a:gd name="connsiteY1" fmla="*/ 142707 h 1196098"/>
              <a:gd name="connsiteX2" fmla="*/ 1579882 w 1622268"/>
              <a:gd name="connsiteY2" fmla="*/ 601241 h 1196098"/>
              <a:gd name="connsiteX3" fmla="*/ 1622269 w 1622268"/>
              <a:gd name="connsiteY3" fmla="*/ 589430 h 1196098"/>
              <a:gd name="connsiteX4" fmla="*/ 1622269 w 1622268"/>
              <a:gd name="connsiteY4" fmla="*/ 1173217 h 1196098"/>
              <a:gd name="connsiteX5" fmla="*/ 1567976 w 1622268"/>
              <a:gd name="connsiteY5" fmla="*/ 1183123 h 1196098"/>
              <a:gd name="connsiteX6" fmla="*/ 970282 w 1622268"/>
              <a:gd name="connsiteY6" fmla="*/ 1143118 h 1196098"/>
              <a:gd name="connsiteX7" fmla="*/ 38261 w 1622268"/>
              <a:gd name="connsiteY7" fmla="*/ 427981 h 1196098"/>
              <a:gd name="connsiteX8" fmla="*/ 142655 w 1622268"/>
              <a:gd name="connsiteY8" fmla="*/ 38313 h 1196098"/>
              <a:gd name="connsiteX9" fmla="*/ 305151 w 1622268"/>
              <a:gd name="connsiteY9" fmla="*/ 689 h 1196098"/>
              <a:gd name="connsiteX10" fmla="*/ 305151 w 1622268"/>
              <a:gd name="connsiteY10" fmla="*/ 689 h 11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2268" h="1196098">
                <a:moveTo>
                  <a:pt x="305151" y="689"/>
                </a:moveTo>
                <a:cubicBezTo>
                  <a:pt x="396496" y="7166"/>
                  <a:pt x="483174" y="57363"/>
                  <a:pt x="532418" y="142707"/>
                </a:cubicBezTo>
                <a:cubicBezTo>
                  <a:pt x="748445" y="516849"/>
                  <a:pt x="1178975" y="691538"/>
                  <a:pt x="1579882" y="601241"/>
                </a:cubicBezTo>
                <a:lnTo>
                  <a:pt x="1622269" y="589430"/>
                </a:lnTo>
                <a:lnTo>
                  <a:pt x="1622269" y="1173217"/>
                </a:lnTo>
                <a:cubicBezTo>
                  <a:pt x="1622269" y="1173217"/>
                  <a:pt x="1567976" y="1183123"/>
                  <a:pt x="1567976" y="1183123"/>
                </a:cubicBezTo>
                <a:cubicBezTo>
                  <a:pt x="1370713" y="1209126"/>
                  <a:pt x="1168307" y="1196172"/>
                  <a:pt x="970282" y="1143118"/>
                </a:cubicBezTo>
                <a:cubicBezTo>
                  <a:pt x="574233" y="1037009"/>
                  <a:pt x="243239" y="783073"/>
                  <a:pt x="38261" y="427981"/>
                </a:cubicBezTo>
                <a:cubicBezTo>
                  <a:pt x="-40511" y="291583"/>
                  <a:pt x="6257" y="117085"/>
                  <a:pt x="142655" y="38313"/>
                </a:cubicBezTo>
                <a:cubicBezTo>
                  <a:pt x="193804" y="8786"/>
                  <a:pt x="250287" y="-3121"/>
                  <a:pt x="305151" y="689"/>
                </a:cubicBezTo>
                <a:lnTo>
                  <a:pt x="305151" y="68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19" name="图形 16"/>
          <p:cNvSpPr/>
          <p:nvPr>
            <p:custDataLst>
              <p:tags r:id="rId9"/>
            </p:custDataLst>
          </p:nvPr>
        </p:nvSpPr>
        <p:spPr>
          <a:xfrm flipH="1">
            <a:off x="829945" y="0"/>
            <a:ext cx="3648710" cy="3936365"/>
          </a:xfrm>
          <a:custGeom>
            <a:avLst/>
            <a:gdLst>
              <a:gd name="connsiteX0" fmla="*/ 4671 w 2738556"/>
              <a:gd name="connsiteY0" fmla="*/ 0 h 2954675"/>
              <a:gd name="connsiteX1" fmla="*/ 1087663 w 2738556"/>
              <a:gd name="connsiteY1" fmla="*/ 0 h 2954675"/>
              <a:gd name="connsiteX2" fmla="*/ 1079662 w 2738556"/>
              <a:gd name="connsiteY2" fmla="*/ 159068 h 2954675"/>
              <a:gd name="connsiteX3" fmla="*/ 2359727 w 2738556"/>
              <a:gd name="connsiteY3" fmla="*/ 1900523 h 2954675"/>
              <a:gd name="connsiteX4" fmla="*/ 2713962 w 2738556"/>
              <a:gd name="connsiteY4" fmla="*/ 2575846 h 2954675"/>
              <a:gd name="connsiteX5" fmla="*/ 2038639 w 2738556"/>
              <a:gd name="connsiteY5" fmla="*/ 2930081 h 2954675"/>
              <a:gd name="connsiteX6" fmla="*/ 333378 w 2738556"/>
              <a:gd name="connsiteY6" fmla="*/ 1507998 h 2954675"/>
              <a:gd name="connsiteX7" fmla="*/ 99 w 2738556"/>
              <a:gd name="connsiteY7" fmla="*/ 140399 h 2954675"/>
              <a:gd name="connsiteX8" fmla="*/ 4671 w 2738556"/>
              <a:gd name="connsiteY8" fmla="*/ 0 h 295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8556" h="2954675">
                <a:moveTo>
                  <a:pt x="4671" y="0"/>
                </a:moveTo>
                <a:lnTo>
                  <a:pt x="1087663" y="0"/>
                </a:lnTo>
                <a:cubicBezTo>
                  <a:pt x="1087663" y="0"/>
                  <a:pt x="1079662" y="159068"/>
                  <a:pt x="1079662" y="159068"/>
                </a:cubicBezTo>
                <a:cubicBezTo>
                  <a:pt x="1079472" y="935736"/>
                  <a:pt x="1580201" y="1657350"/>
                  <a:pt x="2359727" y="1900523"/>
                </a:cubicBezTo>
                <a:cubicBezTo>
                  <a:pt x="2643953" y="1989201"/>
                  <a:pt x="2802639" y="2291620"/>
                  <a:pt x="2713962" y="2575846"/>
                </a:cubicBezTo>
                <a:cubicBezTo>
                  <a:pt x="2625284" y="2860072"/>
                  <a:pt x="2322865" y="3018758"/>
                  <a:pt x="2038639" y="2930081"/>
                </a:cubicBezTo>
                <a:cubicBezTo>
                  <a:pt x="1298928" y="2699290"/>
                  <a:pt x="693328" y="2194274"/>
                  <a:pt x="333378" y="1507998"/>
                </a:cubicBezTo>
                <a:cubicBezTo>
                  <a:pt x="108398" y="1079087"/>
                  <a:pt x="-3807" y="611410"/>
                  <a:pt x="99" y="140399"/>
                </a:cubicBezTo>
                <a:lnTo>
                  <a:pt x="4671" y="0"/>
                </a:lnTo>
                <a:close/>
              </a:path>
            </a:pathLst>
          </a:cu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cxnSp>
        <p:nvCxnSpPr>
          <p:cNvPr id="27" name="直接连接符 26"/>
          <p:cNvCxnSpPr/>
          <p:nvPr>
            <p:custDataLst>
              <p:tags r:id="rId10"/>
            </p:custDataLst>
          </p:nvPr>
        </p:nvCxnSpPr>
        <p:spPr>
          <a:xfrm>
            <a:off x="10930251"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11"/>
            </p:custDataLst>
          </p:nvPr>
        </p:nvCxnSpPr>
        <p:spPr>
          <a:xfrm>
            <a:off x="10930251"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custDataLst>
              <p:tags r:id="rId12"/>
            </p:custDataLst>
          </p:nvPr>
        </p:nvCxnSpPr>
        <p:spPr>
          <a:xfrm>
            <a:off x="10930251"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13"/>
            </p:custDataLst>
          </p:nvPr>
        </p:nvSpPr>
        <p:spPr>
          <a:xfrm flipH="1">
            <a:off x="1401445" y="4279089"/>
            <a:ext cx="808355" cy="808355"/>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4" name="日期占位符 3"/>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p:txBody>
          <a:bodyPr/>
          <a:lstStyle/>
          <a:p>
            <a:endParaRPr lang="zh-CN" altLang="en-US"/>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ctrTitle"/>
            <p:custDataLst>
              <p:tags r:id="rId17"/>
            </p:custDataLst>
          </p:nvPr>
        </p:nvSpPr>
        <p:spPr>
          <a:xfrm>
            <a:off x="2351686" y="2487519"/>
            <a:ext cx="8810024" cy="1222785"/>
          </a:xfrm>
        </p:spPr>
        <p:txBody>
          <a:bodyPr wrap="square" anchor="b" anchorCtr="0">
            <a:normAutofit/>
          </a:bodyPr>
          <a:lstStyle>
            <a:lvl1pPr algn="r">
              <a:lnSpc>
                <a:spcPct val="100000"/>
              </a:lnSpc>
              <a:defRPr sz="5400">
                <a:solidFill>
                  <a:schemeClr val="tx2"/>
                </a:solidFill>
              </a:defRPr>
            </a:lvl1pPr>
          </a:lstStyle>
          <a:p>
            <a:r>
              <a:rPr lang="zh-CN" altLang="en-US" dirty="0"/>
              <a:t>单击此处编辑母版标题样式</a:t>
            </a:r>
            <a:endParaRPr lang="zh-CN" altLang="en-US" dirty="0"/>
          </a:p>
        </p:txBody>
      </p:sp>
      <p:sp>
        <p:nvSpPr>
          <p:cNvPr id="10" name="公司名占位符 6"/>
          <p:cNvSpPr>
            <a:spLocks noGrp="1"/>
          </p:cNvSpPr>
          <p:nvPr>
            <p:ph type="body" sz="quarter" idx="13" hasCustomPrompt="1"/>
            <p:custDataLst>
              <p:tags r:id="rId18"/>
            </p:custDataLst>
          </p:nvPr>
        </p:nvSpPr>
        <p:spPr>
          <a:xfrm>
            <a:off x="7861296" y="504000"/>
            <a:ext cx="2880000" cy="504000"/>
          </a:xfrm>
        </p:spPr>
        <p:txBody>
          <a:bodyPr wrap="square" anchor="ctr">
            <a:normAutofit/>
          </a:bodyPr>
          <a:lstStyle>
            <a:lvl1pPr marL="0" indent="0" algn="r">
              <a:lnSpc>
                <a:spcPct val="100000"/>
              </a:lnSpc>
              <a:buNone/>
              <a:defRPr sz="1800"/>
            </a:lvl1pPr>
          </a:lstStyle>
          <a:p>
            <a:pPr lvl="0"/>
            <a:r>
              <a:rPr lang="zh-CN" altLang="en-US" dirty="0"/>
              <a:t>公司名</a:t>
            </a:r>
            <a:endParaRPr lang="zh-CN" altLang="en-US" dirty="0"/>
          </a:p>
        </p:txBody>
      </p:sp>
      <p:sp>
        <p:nvSpPr>
          <p:cNvPr id="20" name="署名占位符 10"/>
          <p:cNvSpPr>
            <a:spLocks noGrp="1"/>
          </p:cNvSpPr>
          <p:nvPr>
            <p:ph type="body" sz="quarter" idx="17" hasCustomPrompt="1"/>
            <p:custDataLst>
              <p:tags r:id="rId19"/>
            </p:custDataLst>
          </p:nvPr>
        </p:nvSpPr>
        <p:spPr>
          <a:xfrm>
            <a:off x="8284455" y="4085899"/>
            <a:ext cx="2880000" cy="504000"/>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wrap="square" anchor="ctr">
            <a:normAutofit/>
          </a:bodyPr>
          <a:lstStyle>
            <a:lvl1pPr marL="0" indent="0" algn="ctr">
              <a:lnSpc>
                <a:spcPct val="100000"/>
              </a:lnSpc>
              <a:buNone/>
              <a:defRPr sz="1800" b="0">
                <a:solidFill>
                  <a:schemeClr val="tx2"/>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4" Type="http://schemas.openxmlformats.org/officeDocument/2006/relationships/theme" Target="../theme/theme3.xml"/><Relationship Id="rId23" Type="http://schemas.openxmlformats.org/officeDocument/2006/relationships/tags" Target="../tags/tag110.xml"/><Relationship Id="rId22" Type="http://schemas.openxmlformats.org/officeDocument/2006/relationships/tags" Target="../tags/tag109.xml"/><Relationship Id="rId21" Type="http://schemas.openxmlformats.org/officeDocument/2006/relationships/tags" Target="../tags/tag108.xml"/><Relationship Id="rId20" Type="http://schemas.openxmlformats.org/officeDocument/2006/relationships/tags" Target="../tags/tag107.xml"/><Relationship Id="rId2" Type="http://schemas.openxmlformats.org/officeDocument/2006/relationships/slideLayout" Target="../slideLayouts/slideLayout24.xml"/><Relationship Id="rId19" Type="http://schemas.openxmlformats.org/officeDocument/2006/relationships/tags" Target="../tags/tag106.xml"/><Relationship Id="rId18" Type="http://schemas.openxmlformats.org/officeDocument/2006/relationships/tags" Target="../tags/tag105.xml"/><Relationship Id="rId17" Type="http://schemas.openxmlformats.org/officeDocument/2006/relationships/tags" Target="../tags/tag104.xml"/><Relationship Id="rId16" Type="http://schemas.openxmlformats.org/officeDocument/2006/relationships/tags" Target="../tags/tag103.xml"/><Relationship Id="rId15" Type="http://schemas.openxmlformats.org/officeDocument/2006/relationships/tags" Target="../tags/tag102.xml"/><Relationship Id="rId14" Type="http://schemas.openxmlformats.org/officeDocument/2006/relationships/tags" Target="../tags/tag101.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B7081-9B1B-4B88-BC45-5E46DD0B2F5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7AD08E-E2ED-4E93-AA42-BB36D906D7F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ts val="0"/>
        </a:spcBef>
        <a:spcAft>
          <a:spcPts val="0"/>
        </a:spcAft>
        <a:buNone/>
        <a:defRPr sz="4400" b="1" i="0" u="none" kern="1200">
          <a:solidFill>
            <a:srgbClr val="0766D4"/>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97790B-0AC9-4944-A8B1-6CA4A3F152B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DEBE8-17F1-4515-941E-7A753910306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ts val="0"/>
        </a:spcBef>
        <a:spcAft>
          <a:spcPts val="0"/>
        </a:spcAft>
        <a:buNone/>
        <a:defRPr sz="4400" b="1" i="0" u="none" kern="1200">
          <a:solidFill>
            <a:srgbClr val="2747BE"/>
          </a:solidFill>
          <a:latin typeface="+mj-lt"/>
          <a:ea typeface="+mj-ea"/>
          <a:cs typeface="+mj-cs"/>
        </a:defRPr>
      </a:lvl1pPr>
    </p:titleStyle>
    <p:bodyStyle>
      <a:lvl1pPr marL="228600" indent="-228600" algn="l" defTabSz="914400" rtl="0" eaLnBrk="1" latinLnBrk="0" hangingPunct="1">
        <a:lnSpc>
          <a:spcPct val="90000"/>
        </a:lnSpc>
        <a:spcBef>
          <a:spcPts val="1000"/>
        </a:spcBef>
        <a:spcAft>
          <a:spcPts val="0"/>
        </a:spcAft>
        <a:buFont typeface="Arial" panose="020B0604020202020204" pitchFamily="34" charset="0"/>
        <a:buChar char="•"/>
        <a:defRPr sz="3200" b="0" i="0" u="none"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p:custDataLst>
              <p:tags r:id="rId1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10287001" y="450850"/>
            <a:ext cx="1219200" cy="711200"/>
          </a:xfrm>
          <a:custGeom>
            <a:avLst/>
            <a:gdLst>
              <a:gd name="connsiteX0" fmla="*/ 0 w 1219200"/>
              <a:gd name="connsiteY0" fmla="*/ 0 h 711200"/>
              <a:gd name="connsiteX1" fmla="*/ 1219200 w 1219200"/>
              <a:gd name="connsiteY1" fmla="*/ 165100 h 711200"/>
              <a:gd name="connsiteX2" fmla="*/ 488950 w 1219200"/>
              <a:gd name="connsiteY2" fmla="*/ 711200 h 711200"/>
              <a:gd name="connsiteX3" fmla="*/ 0 w 1219200"/>
              <a:gd name="connsiteY3" fmla="*/ 0 h 711200"/>
            </a:gdLst>
            <a:ahLst/>
            <a:cxnLst>
              <a:cxn ang="0">
                <a:pos x="connsiteX0" y="connsiteY0"/>
              </a:cxn>
              <a:cxn ang="0">
                <a:pos x="connsiteX1" y="connsiteY1"/>
              </a:cxn>
              <a:cxn ang="0">
                <a:pos x="connsiteX2" y="connsiteY2"/>
              </a:cxn>
              <a:cxn ang="0">
                <a:pos x="connsiteX3" y="connsiteY3"/>
              </a:cxn>
            </a:cxnLst>
            <a:rect l="l" t="t" r="r" b="b"/>
            <a:pathLst>
              <a:path w="1219200" h="711200">
                <a:moveTo>
                  <a:pt x="0" y="0"/>
                </a:moveTo>
                <a:lnTo>
                  <a:pt x="1219200" y="165100"/>
                </a:lnTo>
                <a:lnTo>
                  <a:pt x="488950" y="711200"/>
                </a:lnTo>
                <a:lnTo>
                  <a:pt x="0" y="0"/>
                </a:lnTo>
                <a:close/>
              </a:path>
            </a:pathLst>
          </a:custGeom>
          <a:noFill/>
          <a:ln w="3175">
            <a:solidFill>
              <a:schemeClr val="accent1">
                <a:lumMod val="20000"/>
                <a:lumOff val="80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任意多边形: 形状 20"/>
          <p:cNvSpPr/>
          <p:nvPr>
            <p:custDataLst>
              <p:tags r:id="rId14"/>
            </p:custDataLst>
          </p:nvPr>
        </p:nvSpPr>
        <p:spPr>
          <a:xfrm>
            <a:off x="10718801" y="0"/>
            <a:ext cx="1473199" cy="1361739"/>
          </a:xfrm>
          <a:custGeom>
            <a:avLst/>
            <a:gdLst>
              <a:gd name="connsiteX0" fmla="*/ 0 w 3276599"/>
              <a:gd name="connsiteY0" fmla="*/ 0 h 3028696"/>
              <a:gd name="connsiteX1" fmla="*/ 945683 w 3276599"/>
              <a:gd name="connsiteY1" fmla="*/ 0 h 3028696"/>
              <a:gd name="connsiteX2" fmla="*/ 948498 w 3276599"/>
              <a:gd name="connsiteY2" fmla="*/ 108002 h 3028696"/>
              <a:gd name="connsiteX3" fmla="*/ 3166700 w 3276599"/>
              <a:gd name="connsiteY3" fmla="*/ 2260336 h 3028696"/>
              <a:gd name="connsiteX4" fmla="*/ 3276599 w 3276599"/>
              <a:gd name="connsiteY4" fmla="*/ 2263032 h 3028696"/>
              <a:gd name="connsiteX5" fmla="*/ 3276599 w 3276599"/>
              <a:gd name="connsiteY5" fmla="*/ 3028696 h 3028696"/>
              <a:gd name="connsiteX6" fmla="*/ 3122111 w 3276599"/>
              <a:gd name="connsiteY6" fmla="*/ 3025087 h 3028696"/>
              <a:gd name="connsiteX7" fmla="*/ 3956 w 3276599"/>
              <a:gd name="connsiteY7" fmla="*/ 144544 h 302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6599" h="3028696">
                <a:moveTo>
                  <a:pt x="0" y="0"/>
                </a:moveTo>
                <a:lnTo>
                  <a:pt x="945683" y="0"/>
                </a:lnTo>
                <a:lnTo>
                  <a:pt x="948498" y="108002"/>
                </a:lnTo>
                <a:cubicBezTo>
                  <a:pt x="1009194" y="1269845"/>
                  <a:pt x="1969300" y="2201442"/>
                  <a:pt x="3166700" y="2260336"/>
                </a:cubicBezTo>
                <a:lnTo>
                  <a:pt x="3276599" y="2263032"/>
                </a:lnTo>
                <a:lnTo>
                  <a:pt x="3276599" y="3028696"/>
                </a:lnTo>
                <a:lnTo>
                  <a:pt x="3122111" y="3025087"/>
                </a:lnTo>
                <a:cubicBezTo>
                  <a:pt x="1438911" y="2946268"/>
                  <a:pt x="89278" y="1699479"/>
                  <a:pt x="3956" y="144544"/>
                </a:cubicBezTo>
                <a:close/>
              </a:path>
            </a:pathLst>
          </a:custGeom>
          <a:solidFill>
            <a:schemeClr val="accent1">
              <a:lumMod val="40000"/>
              <a:lumOff val="6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椭圆 21"/>
          <p:cNvSpPr/>
          <p:nvPr>
            <p:custDataLst>
              <p:tags r:id="rId15"/>
            </p:custDataLst>
          </p:nvPr>
        </p:nvSpPr>
        <p:spPr>
          <a:xfrm>
            <a:off x="11238485" y="423882"/>
            <a:ext cx="532212" cy="532212"/>
          </a:xfrm>
          <a:prstGeom prst="ellipse">
            <a:avLst/>
          </a:prstGeom>
          <a:gradFill flip="none" rotWithShape="1">
            <a:gsLst>
              <a:gs pos="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3" name="椭圆 22"/>
          <p:cNvSpPr/>
          <p:nvPr>
            <p:custDataLst>
              <p:tags r:id="rId16"/>
            </p:custDataLst>
          </p:nvPr>
        </p:nvSpPr>
        <p:spPr>
          <a:xfrm>
            <a:off x="10321724" y="357339"/>
            <a:ext cx="222138" cy="222138"/>
          </a:xfrm>
          <a:prstGeom prst="ellipse">
            <a:avLst/>
          </a:prstGeom>
          <a:gradFill flip="none" rotWithShape="1">
            <a:gsLst>
              <a:gs pos="76000">
                <a:schemeClr val="accent1"/>
              </a:gs>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1270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4" name="椭圆 23"/>
          <p:cNvSpPr/>
          <p:nvPr>
            <p:custDataLst>
              <p:tags r:id="rId17"/>
            </p:custDataLst>
          </p:nvPr>
        </p:nvSpPr>
        <p:spPr>
          <a:xfrm>
            <a:off x="10856597" y="1110794"/>
            <a:ext cx="130033" cy="130033"/>
          </a:xfrm>
          <a:prstGeom prst="ellipse">
            <a:avLst/>
          </a:prstGeom>
          <a:gradFill flip="none" rotWithShape="1">
            <a:gsLst>
              <a:gs pos="13000">
                <a:schemeClr val="accent1">
                  <a:lumMod val="20000"/>
                  <a:lumOff val="80000"/>
                </a:schemeClr>
              </a:gs>
              <a:gs pos="75000">
                <a:schemeClr val="accent1"/>
              </a:gs>
            </a:gsLst>
            <a:path path="circle">
              <a:fillToRect r="100000" b="100000"/>
            </a:path>
            <a:tileRect l="-100000" t="-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日期占位符 3"/>
          <p:cNvSpPr>
            <a:spLocks noGrp="1"/>
          </p:cNvSpPr>
          <p:nvPr>
            <p:ph type="dt" sz="half" idx="2"/>
            <p:custDataLst>
              <p:tags r:id="rId1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2" name="标题占位符 1"/>
          <p:cNvSpPr>
            <a:spLocks noGrp="1"/>
          </p:cNvSpPr>
          <p:nvPr>
            <p:ph type="title"/>
            <p:custDataLst>
              <p:tags r:id="rId21"/>
            </p:custDataLst>
          </p:nvPr>
        </p:nvSpPr>
        <p:spPr>
          <a:xfrm>
            <a:off x="695960" y="360000"/>
            <a:ext cx="10800000" cy="720000"/>
          </a:xfrm>
          <a:prstGeom prst="rect">
            <a:avLst/>
          </a:prstGeom>
        </p:spPr>
        <p:txBody>
          <a:bodyPr vert="horz" wrap="square" lIns="0" tIns="0" rIns="0" bIns="0" rtlCol="0" anchor="b"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KSO_TEMPLATE" hidden="1"/>
          <p:cNvSpPr/>
          <p:nvPr>
            <p:custDataLst>
              <p:tags r:id="rId23"/>
            </p:custDataLst>
          </p:nvPr>
        </p:nvSpPr>
        <p:spPr>
          <a:xfrm>
            <a:off x="0" y="0"/>
            <a:ext cx="0" cy="0"/>
          </a:xfrm>
          <a:prstGeom prst="rect">
            <a:avLst/>
          </a:pr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Autofit/>
          </a:bodyPr>
          <a:p>
            <a:pPr algn="ctr">
              <a:buClrTx/>
              <a:buSzTx/>
              <a:buFontTx/>
            </a:pPr>
            <a:endParaRPr lang="zh-CN" altLang="en-US">
              <a:solidFill>
                <a:schemeClr val="lt1"/>
              </a:solidFill>
              <a:sym typeface="+mn-ea"/>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6" Type="http://schemas.openxmlformats.org/officeDocument/2006/relationships/slideLayout" Target="../slideLayouts/slideLayout27.xml"/><Relationship Id="rId15" Type="http://schemas.openxmlformats.org/officeDocument/2006/relationships/tags" Target="../tags/tag125.xml"/><Relationship Id="rId14" Type="http://schemas.openxmlformats.org/officeDocument/2006/relationships/tags" Target="../tags/tag124.xml"/><Relationship Id="rId13" Type="http://schemas.openxmlformats.org/officeDocument/2006/relationships/tags" Target="../tags/tag123.xml"/><Relationship Id="rId12" Type="http://schemas.openxmlformats.org/officeDocument/2006/relationships/tags" Target="../tags/tag122.xml"/><Relationship Id="rId11" Type="http://schemas.openxmlformats.org/officeDocument/2006/relationships/tags" Target="../tags/tag121.xml"/><Relationship Id="rId10" Type="http://schemas.openxmlformats.org/officeDocument/2006/relationships/tags" Target="../tags/tag120.xml"/><Relationship Id="rId1" Type="http://schemas.openxmlformats.org/officeDocument/2006/relationships/tags" Target="../tags/tag11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27.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4.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7" Type="http://schemas.openxmlformats.org/officeDocument/2006/relationships/slideLayout" Target="../slideLayouts/slideLayout27.xml"/><Relationship Id="rId16" Type="http://schemas.openxmlformats.org/officeDocument/2006/relationships/tags" Target="../tags/tag152.xml"/><Relationship Id="rId15" Type="http://schemas.openxmlformats.org/officeDocument/2006/relationships/tags" Target="../tags/tag151.xml"/><Relationship Id="rId14" Type="http://schemas.openxmlformats.org/officeDocument/2006/relationships/tags" Target="../tags/tag150.xml"/><Relationship Id="rId13" Type="http://schemas.openxmlformats.org/officeDocument/2006/relationships/tags" Target="../tags/tag149.xml"/><Relationship Id="rId12" Type="http://schemas.openxmlformats.org/officeDocument/2006/relationships/tags" Target="../tags/tag148.xml"/><Relationship Id="rId11" Type="http://schemas.openxmlformats.org/officeDocument/2006/relationships/tags" Target="../tags/tag147.xml"/><Relationship Id="rId10" Type="http://schemas.openxmlformats.org/officeDocument/2006/relationships/tags" Target="../tags/tag146.xml"/><Relationship Id="rId1" Type="http://schemas.openxmlformats.org/officeDocument/2006/relationships/tags" Target="../tags/tag137.xml"/></Relationships>
</file>

<file path=ppt/slides/_rels/slide5.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image" Target="../media/image2.svg"/><Relationship Id="rId7" Type="http://schemas.openxmlformats.org/officeDocument/2006/relationships/image" Target="../media/image1.png"/><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8" Type="http://schemas.openxmlformats.org/officeDocument/2006/relationships/slideLayout" Target="../slideLayouts/slideLayout27.xml"/><Relationship Id="rId17" Type="http://schemas.openxmlformats.org/officeDocument/2006/relationships/tags" Target="../tags/tag165.xml"/><Relationship Id="rId16" Type="http://schemas.openxmlformats.org/officeDocument/2006/relationships/tags" Target="../tags/tag164.xml"/><Relationship Id="rId15" Type="http://schemas.openxmlformats.org/officeDocument/2006/relationships/tags" Target="../tags/tag163.xml"/><Relationship Id="rId14" Type="http://schemas.openxmlformats.org/officeDocument/2006/relationships/tags" Target="../tags/tag162.xml"/><Relationship Id="rId13" Type="http://schemas.openxmlformats.org/officeDocument/2006/relationships/tags" Target="../tags/tag161.xml"/><Relationship Id="rId12" Type="http://schemas.openxmlformats.org/officeDocument/2006/relationships/tags" Target="../tags/tag160.xml"/><Relationship Id="rId11" Type="http://schemas.openxmlformats.org/officeDocument/2006/relationships/image" Target="../media/image4.svg"/><Relationship Id="rId10" Type="http://schemas.openxmlformats.org/officeDocument/2006/relationships/image" Target="../media/image3.png"/><Relationship Id="rId1" Type="http://schemas.openxmlformats.org/officeDocument/2006/relationships/tags" Target="../tags/tag153.xml"/></Relationships>
</file>

<file path=ppt/slides/_rels/slide6.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1" Type="http://schemas.openxmlformats.org/officeDocument/2006/relationships/slideLayout" Target="../slideLayouts/slideLayout27.xml"/><Relationship Id="rId10" Type="http://schemas.openxmlformats.org/officeDocument/2006/relationships/tags" Target="../tags/tag175.xml"/><Relationship Id="rId1" Type="http://schemas.openxmlformats.org/officeDocument/2006/relationships/tags" Target="../tags/tag166.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7.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s>
</file>

<file path=ppt/slides/_rels/slide8.xml.rels><?xml version="1.0" encoding="UTF-8" standalone="yes"?>
<Relationships xmlns="http://schemas.openxmlformats.org/package/2006/relationships"><Relationship Id="rId9" Type="http://schemas.openxmlformats.org/officeDocument/2006/relationships/tags" Target="../tags/tag189.xml"/><Relationship Id="rId8" Type="http://schemas.openxmlformats.org/officeDocument/2006/relationships/tags" Target="../tags/tag188.xml"/><Relationship Id="rId7" Type="http://schemas.openxmlformats.org/officeDocument/2006/relationships/tags" Target="../tags/tag187.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tags" Target="../tags/tag182.xml"/><Relationship Id="rId17" Type="http://schemas.openxmlformats.org/officeDocument/2006/relationships/notesSlide" Target="../notesSlides/notesSlide4.xml"/><Relationship Id="rId16" Type="http://schemas.openxmlformats.org/officeDocument/2006/relationships/slideLayout" Target="../slideLayouts/slideLayout27.xml"/><Relationship Id="rId15" Type="http://schemas.openxmlformats.org/officeDocument/2006/relationships/tags" Target="../tags/tag195.xml"/><Relationship Id="rId14" Type="http://schemas.openxmlformats.org/officeDocument/2006/relationships/tags" Target="../tags/tag194.xml"/><Relationship Id="rId13" Type="http://schemas.openxmlformats.org/officeDocument/2006/relationships/tags" Target="../tags/tag193.xml"/><Relationship Id="rId12" Type="http://schemas.openxmlformats.org/officeDocument/2006/relationships/tags" Target="../tags/tag192.xml"/><Relationship Id="rId11" Type="http://schemas.openxmlformats.org/officeDocument/2006/relationships/tags" Target="../tags/tag191.xml"/><Relationship Id="rId10" Type="http://schemas.openxmlformats.org/officeDocument/2006/relationships/tags" Target="../tags/tag190.xml"/><Relationship Id="rId1" Type="http://schemas.openxmlformats.org/officeDocument/2006/relationships/tags" Target="../tags/tag181.xml"/></Relationships>
</file>

<file path=ppt/slides/_rels/slide9.xml.rels><?xml version="1.0" encoding="UTF-8" standalone="yes"?>
<Relationships xmlns="http://schemas.openxmlformats.org/package/2006/relationships"><Relationship Id="rId9" Type="http://schemas.openxmlformats.org/officeDocument/2006/relationships/tags" Target="../tags/tag204.xml"/><Relationship Id="rId8" Type="http://schemas.openxmlformats.org/officeDocument/2006/relationships/tags" Target="../tags/tag203.xml"/><Relationship Id="rId7" Type="http://schemas.openxmlformats.org/officeDocument/2006/relationships/tags" Target="../tags/tag202.xml"/><Relationship Id="rId6" Type="http://schemas.openxmlformats.org/officeDocument/2006/relationships/tags" Target="../tags/tag201.xml"/><Relationship Id="rId5" Type="http://schemas.openxmlformats.org/officeDocument/2006/relationships/tags" Target="../tags/tag200.xml"/><Relationship Id="rId4" Type="http://schemas.openxmlformats.org/officeDocument/2006/relationships/tags" Target="../tags/tag199.xml"/><Relationship Id="rId3" Type="http://schemas.openxmlformats.org/officeDocument/2006/relationships/tags" Target="../tags/tag198.xml"/><Relationship Id="rId2" Type="http://schemas.openxmlformats.org/officeDocument/2006/relationships/tags" Target="../tags/tag197.xml"/><Relationship Id="rId11" Type="http://schemas.openxmlformats.org/officeDocument/2006/relationships/slideLayout" Target="../slideLayouts/slideLayout27.xml"/><Relationship Id="rId10" Type="http://schemas.openxmlformats.org/officeDocument/2006/relationships/tags" Target="../tags/tag205.xml"/><Relationship Id="rId1" Type="http://schemas.openxmlformats.org/officeDocument/2006/relationships/tags" Target="../tags/tag196.xml"/></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27.xml"/><Relationship Id="rId7" Type="http://schemas.openxmlformats.org/officeDocument/2006/relationships/tags" Target="../tags/tag212.xml"/><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tags" Target="../tags/tag209.xml"/><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tags" Target="../tags/tag206.xml"/></Relationships>
</file>

<file path=ppt/slides/_rels/slide11.xml.rels><?xml version="1.0" encoding="UTF-8" standalone="yes"?>
<Relationships xmlns="http://schemas.openxmlformats.org/package/2006/relationships"><Relationship Id="rId9" Type="http://schemas.openxmlformats.org/officeDocument/2006/relationships/tags" Target="../tags/tag221.xml"/><Relationship Id="rId8" Type="http://schemas.openxmlformats.org/officeDocument/2006/relationships/tags" Target="../tags/tag220.xml"/><Relationship Id="rId7" Type="http://schemas.openxmlformats.org/officeDocument/2006/relationships/tags" Target="../tags/tag219.xml"/><Relationship Id="rId6" Type="http://schemas.openxmlformats.org/officeDocument/2006/relationships/tags" Target="../tags/tag218.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0" Type="http://schemas.openxmlformats.org/officeDocument/2006/relationships/slideLayout" Target="../slideLayouts/slideLayout27.xml"/><Relationship Id="rId1" Type="http://schemas.openxmlformats.org/officeDocument/2006/relationships/tags" Target="../tags/tag213.xml"/></Relationships>
</file>

<file path=ppt/slides/_rels/slide12.xml.rels><?xml version="1.0" encoding="UTF-8" standalone="yes"?>
<Relationships xmlns="http://schemas.openxmlformats.org/package/2006/relationships"><Relationship Id="rId9" Type="http://schemas.openxmlformats.org/officeDocument/2006/relationships/tags" Target="../tags/tag230.xml"/><Relationship Id="rId8" Type="http://schemas.openxmlformats.org/officeDocument/2006/relationships/tags" Target="../tags/tag229.xml"/><Relationship Id="rId7" Type="http://schemas.openxmlformats.org/officeDocument/2006/relationships/tags" Target="../tags/tag228.xml"/><Relationship Id="rId6" Type="http://schemas.openxmlformats.org/officeDocument/2006/relationships/tags" Target="../tags/tag227.xml"/><Relationship Id="rId5" Type="http://schemas.openxmlformats.org/officeDocument/2006/relationships/tags" Target="../tags/tag226.xml"/><Relationship Id="rId4" Type="http://schemas.openxmlformats.org/officeDocument/2006/relationships/tags" Target="../tags/tag225.xml"/><Relationship Id="rId31" Type="http://schemas.openxmlformats.org/officeDocument/2006/relationships/slideLayout" Target="../slideLayouts/slideLayout27.xml"/><Relationship Id="rId30" Type="http://schemas.openxmlformats.org/officeDocument/2006/relationships/tags" Target="../tags/tag241.xml"/><Relationship Id="rId3" Type="http://schemas.openxmlformats.org/officeDocument/2006/relationships/tags" Target="../tags/tag224.xml"/><Relationship Id="rId29" Type="http://schemas.openxmlformats.org/officeDocument/2006/relationships/tags" Target="../tags/tag240.xml"/><Relationship Id="rId28" Type="http://schemas.openxmlformats.org/officeDocument/2006/relationships/tags" Target="../tags/tag239.xml"/><Relationship Id="rId27" Type="http://schemas.openxmlformats.org/officeDocument/2006/relationships/tags" Target="../tags/tag238.xml"/><Relationship Id="rId26" Type="http://schemas.openxmlformats.org/officeDocument/2006/relationships/tags" Target="../tags/tag237.xml"/><Relationship Id="rId25" Type="http://schemas.openxmlformats.org/officeDocument/2006/relationships/image" Target="../media/image14.svg"/><Relationship Id="rId24" Type="http://schemas.openxmlformats.org/officeDocument/2006/relationships/image" Target="../media/image13.png"/><Relationship Id="rId23" Type="http://schemas.openxmlformats.org/officeDocument/2006/relationships/tags" Target="../tags/tag236.xml"/><Relationship Id="rId22" Type="http://schemas.openxmlformats.org/officeDocument/2006/relationships/image" Target="../media/image12.svg"/><Relationship Id="rId21" Type="http://schemas.openxmlformats.org/officeDocument/2006/relationships/image" Target="../media/image11.png"/><Relationship Id="rId20" Type="http://schemas.openxmlformats.org/officeDocument/2006/relationships/tags" Target="../tags/tag235.xml"/><Relationship Id="rId2" Type="http://schemas.openxmlformats.org/officeDocument/2006/relationships/tags" Target="../tags/tag223.xml"/><Relationship Id="rId19" Type="http://schemas.openxmlformats.org/officeDocument/2006/relationships/image" Target="../media/image10.svg"/><Relationship Id="rId18" Type="http://schemas.openxmlformats.org/officeDocument/2006/relationships/image" Target="../media/image9.png"/><Relationship Id="rId17" Type="http://schemas.openxmlformats.org/officeDocument/2006/relationships/tags" Target="../tags/tag234.xml"/><Relationship Id="rId16" Type="http://schemas.openxmlformats.org/officeDocument/2006/relationships/image" Target="../media/image8.svg"/><Relationship Id="rId15" Type="http://schemas.openxmlformats.org/officeDocument/2006/relationships/image" Target="../media/image7.png"/><Relationship Id="rId14" Type="http://schemas.openxmlformats.org/officeDocument/2006/relationships/tags" Target="../tags/tag233.xml"/><Relationship Id="rId13" Type="http://schemas.openxmlformats.org/officeDocument/2006/relationships/tags" Target="../tags/tag232.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231.xml"/><Relationship Id="rId1" Type="http://schemas.openxmlformats.org/officeDocument/2006/relationships/tags" Target="../tags/tag222.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tags" Target="../tags/tag24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tags" Target="../tags/tag245.xml"/><Relationship Id="rId3" Type="http://schemas.openxmlformats.org/officeDocument/2006/relationships/tags" Target="../tags/tag244.xml"/><Relationship Id="rId2" Type="http://schemas.openxmlformats.org/officeDocument/2006/relationships/tags" Target="../tags/tag243.xml"/><Relationship Id="rId1" Type="http://schemas.openxmlformats.org/officeDocument/2006/relationships/tags" Target="../tags/tag24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image" Target="../media/image17.png"/><Relationship Id="rId1" Type="http://schemas.openxmlformats.org/officeDocument/2006/relationships/tags" Target="../tags/tag247.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7.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7.xml"/><Relationship Id="rId6" Type="http://schemas.openxmlformats.org/officeDocument/2006/relationships/tags" Target="../tags/tag258.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27.xml"/><Relationship Id="rId7" Type="http://schemas.openxmlformats.org/officeDocument/2006/relationships/tags" Target="../tags/tag265.xml"/><Relationship Id="rId6" Type="http://schemas.openxmlformats.org/officeDocument/2006/relationships/tags" Target="../tags/tag264.xml"/><Relationship Id="rId5" Type="http://schemas.openxmlformats.org/officeDocument/2006/relationships/tags" Target="../tags/tag263.xml"/><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7.xml"/><Relationship Id="rId5" Type="http://schemas.openxmlformats.org/officeDocument/2006/relationships/tags" Target="../tags/tag270.xml"/><Relationship Id="rId4" Type="http://schemas.openxmlformats.org/officeDocument/2006/relationships/tags" Target="../tags/tag269.xml"/><Relationship Id="rId3" Type="http://schemas.openxmlformats.org/officeDocument/2006/relationships/tags" Target="../tags/tag268.xml"/><Relationship Id="rId2" Type="http://schemas.openxmlformats.org/officeDocument/2006/relationships/tags" Target="../tags/tag267.xml"/><Relationship Id="rId1" Type="http://schemas.openxmlformats.org/officeDocument/2006/relationships/tags" Target="../tags/tag266.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7.xml"/><Relationship Id="rId5" Type="http://schemas.openxmlformats.org/officeDocument/2006/relationships/tags" Target="../tags/tag275.xml"/><Relationship Id="rId4" Type="http://schemas.openxmlformats.org/officeDocument/2006/relationships/tags" Target="../tags/tag274.xml"/><Relationship Id="rId3" Type="http://schemas.openxmlformats.org/officeDocument/2006/relationships/tags" Target="../tags/tag273.xml"/><Relationship Id="rId2" Type="http://schemas.openxmlformats.org/officeDocument/2006/relationships/tags" Target="../tags/tag272.xml"/><Relationship Id="rId1" Type="http://schemas.openxmlformats.org/officeDocument/2006/relationships/tags" Target="../tags/tag271.xml"/></Relationships>
</file>

<file path=ppt/slides/_rels/slide20.xml.rels><?xml version="1.0" encoding="UTF-8" standalone="yes"?>
<Relationships xmlns="http://schemas.openxmlformats.org/package/2006/relationships"><Relationship Id="rId9" Type="http://schemas.openxmlformats.org/officeDocument/2006/relationships/tags" Target="../tags/tag282.xml"/><Relationship Id="rId8" Type="http://schemas.openxmlformats.org/officeDocument/2006/relationships/image" Target="../media/image19.svg"/><Relationship Id="rId7" Type="http://schemas.openxmlformats.org/officeDocument/2006/relationships/image" Target="../media/image18.png"/><Relationship Id="rId6" Type="http://schemas.openxmlformats.org/officeDocument/2006/relationships/tags" Target="../tags/tag281.xml"/><Relationship Id="rId5" Type="http://schemas.openxmlformats.org/officeDocument/2006/relationships/tags" Target="../tags/tag280.xml"/><Relationship Id="rId4" Type="http://schemas.openxmlformats.org/officeDocument/2006/relationships/tags" Target="../tags/tag279.xml"/><Relationship Id="rId3" Type="http://schemas.openxmlformats.org/officeDocument/2006/relationships/tags" Target="../tags/tag278.xml"/><Relationship Id="rId2" Type="http://schemas.openxmlformats.org/officeDocument/2006/relationships/tags" Target="../tags/tag277.xml"/><Relationship Id="rId12" Type="http://schemas.openxmlformats.org/officeDocument/2006/relationships/notesSlide" Target="../notesSlides/notesSlide10.xml"/><Relationship Id="rId11" Type="http://schemas.openxmlformats.org/officeDocument/2006/relationships/slideLayout" Target="../slideLayouts/slideLayout27.xml"/><Relationship Id="rId10" Type="http://schemas.openxmlformats.org/officeDocument/2006/relationships/tags" Target="../tags/tag283.xml"/><Relationship Id="rId1" Type="http://schemas.openxmlformats.org/officeDocument/2006/relationships/tags" Target="../tags/tag276.xml"/></Relationships>
</file>

<file path=ppt/slides/_rels/slide21.xml.rels><?xml version="1.0" encoding="UTF-8" standalone="yes"?>
<Relationships xmlns="http://schemas.openxmlformats.org/package/2006/relationships"><Relationship Id="rId9" Type="http://schemas.openxmlformats.org/officeDocument/2006/relationships/tags" Target="../tags/tag290.xml"/><Relationship Id="rId8" Type="http://schemas.openxmlformats.org/officeDocument/2006/relationships/tags" Target="../tags/tag289.xml"/><Relationship Id="rId7" Type="http://schemas.openxmlformats.org/officeDocument/2006/relationships/image" Target="../media/image20.svg"/><Relationship Id="rId6" Type="http://schemas.openxmlformats.org/officeDocument/2006/relationships/image" Target="../media/image18.png"/><Relationship Id="rId5" Type="http://schemas.openxmlformats.org/officeDocument/2006/relationships/tags" Target="../tags/tag288.xml"/><Relationship Id="rId4" Type="http://schemas.openxmlformats.org/officeDocument/2006/relationships/tags" Target="../tags/tag287.xml"/><Relationship Id="rId3" Type="http://schemas.openxmlformats.org/officeDocument/2006/relationships/tags" Target="../tags/tag286.xml"/><Relationship Id="rId2" Type="http://schemas.openxmlformats.org/officeDocument/2006/relationships/tags" Target="../tags/tag285.xml"/><Relationship Id="rId11" Type="http://schemas.openxmlformats.org/officeDocument/2006/relationships/notesSlide" Target="../notesSlides/notesSlide11.xml"/><Relationship Id="rId10" Type="http://schemas.openxmlformats.org/officeDocument/2006/relationships/slideLayout" Target="../slideLayouts/slideLayout27.xml"/><Relationship Id="rId1" Type="http://schemas.openxmlformats.org/officeDocument/2006/relationships/tags" Target="../tags/tag284.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7.xml"/><Relationship Id="rId6" Type="http://schemas.openxmlformats.org/officeDocument/2006/relationships/tags" Target="../tags/tag296.xml"/><Relationship Id="rId5" Type="http://schemas.openxmlformats.org/officeDocument/2006/relationships/tags" Target="../tags/tag295.xml"/><Relationship Id="rId4" Type="http://schemas.openxmlformats.org/officeDocument/2006/relationships/tags" Target="../tags/tag294.xml"/><Relationship Id="rId3" Type="http://schemas.openxmlformats.org/officeDocument/2006/relationships/tags" Target="../tags/tag293.xml"/><Relationship Id="rId2" Type="http://schemas.openxmlformats.org/officeDocument/2006/relationships/tags" Target="../tags/tag292.xml"/><Relationship Id="rId1" Type="http://schemas.openxmlformats.org/officeDocument/2006/relationships/tags" Target="../tags/tag291.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7.xml"/><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tags" Target="../tags/tag297.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7.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tags" Target="../tags/tag303.xml"/><Relationship Id="rId2" Type="http://schemas.openxmlformats.org/officeDocument/2006/relationships/tags" Target="../tags/tag302.xml"/><Relationship Id="rId1" Type="http://schemas.openxmlformats.org/officeDocument/2006/relationships/tags" Target="../tags/tag301.xml"/></Relationships>
</file>

<file path=ppt/slides/_rels/slide25.xml.rels><?xml version="1.0" encoding="UTF-8" standalone="yes"?>
<Relationships xmlns="http://schemas.openxmlformats.org/package/2006/relationships"><Relationship Id="rId9" Type="http://schemas.openxmlformats.org/officeDocument/2006/relationships/tags" Target="../tags/tag314.xml"/><Relationship Id="rId8" Type="http://schemas.openxmlformats.org/officeDocument/2006/relationships/tags" Target="../tags/tag313.xml"/><Relationship Id="rId7" Type="http://schemas.openxmlformats.org/officeDocument/2006/relationships/tags" Target="../tags/tag312.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 Id="rId3" Type="http://schemas.openxmlformats.org/officeDocument/2006/relationships/tags" Target="../tags/tag308.xml"/><Relationship Id="rId29" Type="http://schemas.openxmlformats.org/officeDocument/2006/relationships/notesSlide" Target="../notesSlides/notesSlide15.xml"/><Relationship Id="rId28" Type="http://schemas.openxmlformats.org/officeDocument/2006/relationships/slideLayout" Target="../slideLayouts/slideLayout27.xml"/><Relationship Id="rId27" Type="http://schemas.openxmlformats.org/officeDocument/2006/relationships/tags" Target="../tags/tag328.xml"/><Relationship Id="rId26" Type="http://schemas.openxmlformats.org/officeDocument/2006/relationships/image" Target="../media/image24.svg"/><Relationship Id="rId25" Type="http://schemas.openxmlformats.org/officeDocument/2006/relationships/image" Target="../media/image23.png"/><Relationship Id="rId24" Type="http://schemas.openxmlformats.org/officeDocument/2006/relationships/tags" Target="../tags/tag327.xml"/><Relationship Id="rId23" Type="http://schemas.openxmlformats.org/officeDocument/2006/relationships/tags" Target="../tags/tag326.xml"/><Relationship Id="rId22" Type="http://schemas.openxmlformats.org/officeDocument/2006/relationships/image" Target="../media/image22.svg"/><Relationship Id="rId21" Type="http://schemas.openxmlformats.org/officeDocument/2006/relationships/image" Target="../media/image21.png"/><Relationship Id="rId20" Type="http://schemas.openxmlformats.org/officeDocument/2006/relationships/tags" Target="../tags/tag325.xml"/><Relationship Id="rId2" Type="http://schemas.openxmlformats.org/officeDocument/2006/relationships/tags" Target="../tags/tag307.xml"/><Relationship Id="rId19" Type="http://schemas.openxmlformats.org/officeDocument/2006/relationships/tags" Target="../tags/tag324.xml"/><Relationship Id="rId18" Type="http://schemas.openxmlformats.org/officeDocument/2006/relationships/tags" Target="../tags/tag323.xml"/><Relationship Id="rId17" Type="http://schemas.openxmlformats.org/officeDocument/2006/relationships/tags" Target="../tags/tag322.xml"/><Relationship Id="rId16" Type="http://schemas.openxmlformats.org/officeDocument/2006/relationships/tags" Target="../tags/tag321.xml"/><Relationship Id="rId15" Type="http://schemas.openxmlformats.org/officeDocument/2006/relationships/tags" Target="../tags/tag320.xml"/><Relationship Id="rId14" Type="http://schemas.openxmlformats.org/officeDocument/2006/relationships/tags" Target="../tags/tag319.xml"/><Relationship Id="rId13" Type="http://schemas.openxmlformats.org/officeDocument/2006/relationships/tags" Target="../tags/tag318.xml"/><Relationship Id="rId12" Type="http://schemas.openxmlformats.org/officeDocument/2006/relationships/tags" Target="../tags/tag317.xml"/><Relationship Id="rId11" Type="http://schemas.openxmlformats.org/officeDocument/2006/relationships/tags" Target="../tags/tag316.xml"/><Relationship Id="rId10" Type="http://schemas.openxmlformats.org/officeDocument/2006/relationships/tags" Target="../tags/tag315.xml"/><Relationship Id="rId1" Type="http://schemas.openxmlformats.org/officeDocument/2006/relationships/tags" Target="../tags/tag306.xml"/></Relationships>
</file>

<file path=ppt/slides/_rels/slide2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27.xml"/><Relationship Id="rId7" Type="http://schemas.openxmlformats.org/officeDocument/2006/relationships/tags" Target="../tags/tag335.xml"/><Relationship Id="rId6" Type="http://schemas.openxmlformats.org/officeDocument/2006/relationships/tags" Target="../tags/tag334.xml"/><Relationship Id="rId5" Type="http://schemas.openxmlformats.org/officeDocument/2006/relationships/tags" Target="../tags/tag333.xml"/><Relationship Id="rId4" Type="http://schemas.openxmlformats.org/officeDocument/2006/relationships/tags" Target="../tags/tag332.xml"/><Relationship Id="rId3" Type="http://schemas.openxmlformats.org/officeDocument/2006/relationships/tags" Target="../tags/tag331.xml"/><Relationship Id="rId2" Type="http://schemas.openxmlformats.org/officeDocument/2006/relationships/tags" Target="../tags/tag330.xml"/><Relationship Id="rId1" Type="http://schemas.openxmlformats.org/officeDocument/2006/relationships/tags" Target="../tags/tag329.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337.xml"/><Relationship Id="rId1" Type="http://schemas.openxmlformats.org/officeDocument/2006/relationships/tags" Target="../tags/tag336.xml"/></Relationships>
</file>

<file path=ppt/slides/_rels/slide28.xml.rels><?xml version="1.0" encoding="UTF-8" standalone="yes"?>
<Relationships xmlns="http://schemas.openxmlformats.org/package/2006/relationships"><Relationship Id="rId9" Type="http://schemas.openxmlformats.org/officeDocument/2006/relationships/tags" Target="../tags/tag346.xml"/><Relationship Id="rId8" Type="http://schemas.openxmlformats.org/officeDocument/2006/relationships/tags" Target="../tags/tag345.xml"/><Relationship Id="rId7" Type="http://schemas.openxmlformats.org/officeDocument/2006/relationships/tags" Target="../tags/tag344.xml"/><Relationship Id="rId6" Type="http://schemas.openxmlformats.org/officeDocument/2006/relationships/tags" Target="../tags/tag343.xml"/><Relationship Id="rId5" Type="http://schemas.openxmlformats.org/officeDocument/2006/relationships/tags" Target="../tags/tag342.xml"/><Relationship Id="rId4" Type="http://schemas.openxmlformats.org/officeDocument/2006/relationships/tags" Target="../tags/tag341.xml"/><Relationship Id="rId32" Type="http://schemas.openxmlformats.org/officeDocument/2006/relationships/slideLayout" Target="../slideLayouts/slideLayout27.xml"/><Relationship Id="rId31" Type="http://schemas.openxmlformats.org/officeDocument/2006/relationships/tags" Target="../tags/tag358.xml"/><Relationship Id="rId30" Type="http://schemas.openxmlformats.org/officeDocument/2006/relationships/tags" Target="../tags/tag357.xml"/><Relationship Id="rId3" Type="http://schemas.openxmlformats.org/officeDocument/2006/relationships/tags" Target="../tags/tag340.xml"/><Relationship Id="rId29" Type="http://schemas.openxmlformats.org/officeDocument/2006/relationships/tags" Target="../tags/tag356.xml"/><Relationship Id="rId28" Type="http://schemas.openxmlformats.org/officeDocument/2006/relationships/tags" Target="../tags/tag355.xml"/><Relationship Id="rId27" Type="http://schemas.openxmlformats.org/officeDocument/2006/relationships/tags" Target="../tags/tag354.xml"/><Relationship Id="rId26" Type="http://schemas.openxmlformats.org/officeDocument/2006/relationships/tags" Target="../tags/tag353.xml"/><Relationship Id="rId25" Type="http://schemas.openxmlformats.org/officeDocument/2006/relationships/image" Target="../media/image14.svg"/><Relationship Id="rId24" Type="http://schemas.openxmlformats.org/officeDocument/2006/relationships/image" Target="../media/image13.png"/><Relationship Id="rId23" Type="http://schemas.openxmlformats.org/officeDocument/2006/relationships/tags" Target="../tags/tag352.xml"/><Relationship Id="rId22" Type="http://schemas.openxmlformats.org/officeDocument/2006/relationships/image" Target="../media/image12.svg"/><Relationship Id="rId21" Type="http://schemas.openxmlformats.org/officeDocument/2006/relationships/image" Target="../media/image11.png"/><Relationship Id="rId20" Type="http://schemas.openxmlformats.org/officeDocument/2006/relationships/tags" Target="../tags/tag351.xml"/><Relationship Id="rId2" Type="http://schemas.openxmlformats.org/officeDocument/2006/relationships/tags" Target="../tags/tag339.xml"/><Relationship Id="rId19" Type="http://schemas.openxmlformats.org/officeDocument/2006/relationships/image" Target="../media/image10.svg"/><Relationship Id="rId18" Type="http://schemas.openxmlformats.org/officeDocument/2006/relationships/image" Target="../media/image9.png"/><Relationship Id="rId17" Type="http://schemas.openxmlformats.org/officeDocument/2006/relationships/tags" Target="../tags/tag350.xml"/><Relationship Id="rId16" Type="http://schemas.openxmlformats.org/officeDocument/2006/relationships/image" Target="../media/image8.svg"/><Relationship Id="rId15" Type="http://schemas.openxmlformats.org/officeDocument/2006/relationships/image" Target="../media/image7.png"/><Relationship Id="rId14" Type="http://schemas.openxmlformats.org/officeDocument/2006/relationships/tags" Target="../tags/tag349.xml"/><Relationship Id="rId13" Type="http://schemas.openxmlformats.org/officeDocument/2006/relationships/tags" Target="../tags/tag348.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347.xml"/><Relationship Id="rId1" Type="http://schemas.openxmlformats.org/officeDocument/2006/relationships/tags" Target="../tags/tag338.xm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7.xml"/><Relationship Id="rId5" Type="http://schemas.openxmlformats.org/officeDocument/2006/relationships/tags" Target="../tags/tag363.xml"/><Relationship Id="rId4" Type="http://schemas.openxmlformats.org/officeDocument/2006/relationships/tags" Target="../tags/tag362.xml"/><Relationship Id="rId3" Type="http://schemas.openxmlformats.org/officeDocument/2006/relationships/tags" Target="../tags/tag361.xml"/><Relationship Id="rId2" Type="http://schemas.openxmlformats.org/officeDocument/2006/relationships/tags" Target="../tags/tag360.xml"/><Relationship Id="rId1" Type="http://schemas.openxmlformats.org/officeDocument/2006/relationships/tags" Target="../tags/tag359.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27.xml"/><Relationship Id="rId5" Type="http://schemas.openxmlformats.org/officeDocument/2006/relationships/tags" Target="../tags/tag368.xml"/><Relationship Id="rId4" Type="http://schemas.openxmlformats.org/officeDocument/2006/relationships/tags" Target="../tags/tag367.xml"/><Relationship Id="rId3" Type="http://schemas.openxmlformats.org/officeDocument/2006/relationships/tags" Target="../tags/tag366.xml"/><Relationship Id="rId2" Type="http://schemas.openxmlformats.org/officeDocument/2006/relationships/tags" Target="../tags/tag365.xml"/><Relationship Id="rId1" Type="http://schemas.openxmlformats.org/officeDocument/2006/relationships/tags" Target="../tags/tag364.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tags" Target="../tags/tag375.xml"/><Relationship Id="rId6" Type="http://schemas.openxmlformats.org/officeDocument/2006/relationships/tags" Target="../tags/tag374.xml"/><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 Type="http://schemas.openxmlformats.org/officeDocument/2006/relationships/tags" Target="../tags/tag3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sz="4000">
                <a:latin typeface="+mn-ea"/>
                <a:ea typeface="+mn-ea"/>
                <a:cs typeface="+mn-ea"/>
              </a:rPr>
              <a:t>第三节</a:t>
            </a:r>
            <a:r>
              <a:rPr lang="en-US" altLang="zh-CN" sz="4000">
                <a:latin typeface="+mn-ea"/>
                <a:ea typeface="+mn-ea"/>
                <a:cs typeface="+mn-ea"/>
              </a:rPr>
              <a:t>   </a:t>
            </a:r>
            <a:r>
              <a:rPr lang="zh-CN" altLang="en-US" sz="4000">
                <a:latin typeface="+mn-ea"/>
                <a:ea typeface="+mn-ea"/>
                <a:cs typeface="+mn-ea"/>
              </a:rPr>
              <a:t>国家主席</a:t>
            </a:r>
            <a:endParaRPr lang="zh-CN" altLang="en-US" sz="4000">
              <a:latin typeface="+mn-ea"/>
              <a:ea typeface="+mn-ea"/>
              <a:cs typeface="+mn-ea"/>
            </a:endParaRPr>
          </a:p>
        </p:txBody>
      </p:sp>
      <p:sp>
        <p:nvSpPr>
          <p:cNvPr id="30" name="矩形 29"/>
          <p:cNvSpPr/>
          <p:nvPr>
            <p:custDataLst>
              <p:tags r:id="rId2"/>
            </p:custDataLst>
          </p:nvPr>
        </p:nvSpPr>
        <p:spPr>
          <a:xfrm>
            <a:off x="5398" y="2109788"/>
            <a:ext cx="12181840" cy="368808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3" name="矩形 2"/>
          <p:cNvSpPr/>
          <p:nvPr>
            <p:custDataLst>
              <p:tags r:id="rId3"/>
            </p:custDataLst>
          </p:nvPr>
        </p:nvSpPr>
        <p:spPr>
          <a:xfrm>
            <a:off x="318" y="2283778"/>
            <a:ext cx="12191365" cy="3339465"/>
          </a:xfrm>
          <a:prstGeom prst="rect">
            <a:avLst/>
          </a:prstGeom>
          <a:gradFill>
            <a:gsLst>
              <a:gs pos="13000">
                <a:schemeClr val="accent1">
                  <a:alpha val="100000"/>
                </a:schemeClr>
              </a:gs>
              <a:gs pos="100000">
                <a:schemeClr val="accent1">
                  <a:lumMod val="60000"/>
                  <a:lumOff val="40000"/>
                  <a:alpha val="100000"/>
                </a:schemeClr>
              </a:gs>
            </a:gsLst>
            <a:lin ang="135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cxnSp>
        <p:nvCxnSpPr>
          <p:cNvPr id="4" name="直接连接符 3"/>
          <p:cNvCxnSpPr/>
          <p:nvPr>
            <p:custDataLst>
              <p:tags r:id="rId4"/>
            </p:custDataLst>
          </p:nvPr>
        </p:nvCxnSpPr>
        <p:spPr>
          <a:xfrm>
            <a:off x="4040823" y="2518093"/>
            <a:ext cx="0" cy="2871470"/>
          </a:xfrm>
          <a:prstGeom prst="line">
            <a:avLst/>
          </a:prstGeom>
          <a:ln cap="rnd">
            <a:solidFill>
              <a:srgbClr val="FFFFFF">
                <a:alpha val="33000"/>
              </a:srgbClr>
            </a:solidFill>
            <a:round/>
          </a:ln>
        </p:spPr>
        <p:style>
          <a:lnRef idx="2">
            <a:schemeClr val="accent1"/>
          </a:lnRef>
          <a:fillRef idx="0">
            <a:srgbClr val="FFFFFF"/>
          </a:fillRef>
          <a:effectRef idx="0">
            <a:srgbClr val="FFFFFF"/>
          </a:effectRef>
          <a:fontRef idx="minor">
            <a:schemeClr val="tx1"/>
          </a:fontRef>
        </p:style>
      </p:cxnSp>
      <p:cxnSp>
        <p:nvCxnSpPr>
          <p:cNvPr id="7" name="直接连接符 6"/>
          <p:cNvCxnSpPr/>
          <p:nvPr>
            <p:custDataLst>
              <p:tags r:id="rId5"/>
            </p:custDataLst>
          </p:nvPr>
        </p:nvCxnSpPr>
        <p:spPr>
          <a:xfrm>
            <a:off x="8151812" y="2518093"/>
            <a:ext cx="0" cy="2871470"/>
          </a:xfrm>
          <a:prstGeom prst="line">
            <a:avLst/>
          </a:prstGeom>
          <a:ln cap="rnd">
            <a:solidFill>
              <a:srgbClr val="FFFFFF">
                <a:alpha val="33000"/>
              </a:srgbClr>
            </a:solidFill>
            <a:round/>
          </a:ln>
        </p:spPr>
        <p:style>
          <a:lnRef idx="2">
            <a:schemeClr val="accent1"/>
          </a:lnRef>
          <a:fillRef idx="0">
            <a:srgbClr val="FFFFFF"/>
          </a:fillRef>
          <a:effectRef idx="0">
            <a:srgbClr val="FFFFFF"/>
          </a:effectRef>
          <a:fontRef idx="minor">
            <a:schemeClr val="tx1"/>
          </a:fontRef>
        </p:style>
      </p:cxnSp>
      <p:sp>
        <p:nvSpPr>
          <p:cNvPr id="73" name="文本框 72"/>
          <p:cNvSpPr txBox="1"/>
          <p:nvPr>
            <p:custDataLst>
              <p:tags r:id="rId6"/>
            </p:custDataLst>
          </p:nvPr>
        </p:nvSpPr>
        <p:spPr>
          <a:xfrm>
            <a:off x="387985" y="3893185"/>
            <a:ext cx="3019425" cy="1584325"/>
          </a:xfrm>
          <a:prstGeom prst="rect">
            <a:avLst/>
          </a:prstGeom>
          <a:noFill/>
        </p:spPr>
        <p:txBody>
          <a:bodyPr wrap="square" lIns="0" tIns="0" rIns="0" bIns="0" rtlCol="0">
            <a:noAutofit/>
          </a:bodyPr>
          <a:p>
            <a:pPr indent="0" algn="ctr" fontAlgn="auto">
              <a:lnSpc>
                <a:spcPct val="140000"/>
              </a:lnSpc>
            </a:pPr>
            <a:r>
              <a:rPr lang="zh-CN" altLang="en-US" sz="3600" kern="0" dirty="0">
                <a:ln>
                  <a:noFill/>
                  <a:prstDash val="sysDot"/>
                </a:ln>
                <a:solidFill>
                  <a:srgbClr val="FFFFFF"/>
                </a:solidFill>
                <a:latin typeface="+mn-ea"/>
                <a:sym typeface="+mn-ea"/>
              </a:rPr>
              <a:t>国家主席制度的建立和发展</a:t>
            </a:r>
            <a:endParaRPr lang="zh-CN" altLang="en-US" sz="3600" kern="0" dirty="0">
              <a:ln>
                <a:noFill/>
                <a:prstDash val="sysDot"/>
              </a:ln>
              <a:solidFill>
                <a:srgbClr val="FFFFFF"/>
              </a:solidFill>
              <a:latin typeface="+mn-ea"/>
              <a:sym typeface="+mn-ea"/>
            </a:endParaRPr>
          </a:p>
        </p:txBody>
      </p:sp>
      <p:sp>
        <p:nvSpPr>
          <p:cNvPr id="43" name="序号"/>
          <p:cNvSpPr txBox="1"/>
          <p:nvPr>
            <p:custDataLst>
              <p:tags r:id="rId7"/>
            </p:custDataLst>
          </p:nvPr>
        </p:nvSpPr>
        <p:spPr>
          <a:xfrm>
            <a:off x="799148" y="2757488"/>
            <a:ext cx="2372995" cy="745490"/>
          </a:xfrm>
          <a:prstGeom prst="rect">
            <a:avLst/>
          </a:prstGeom>
          <a:noFill/>
        </p:spPr>
        <p:txBody>
          <a:bodyPr wrap="none" lIns="0" tIns="0" rIns="0" bIns="0" rtlCol="0" anchor="b" anchorCtr="0">
            <a:noAutofit/>
          </a:bodyPr>
          <a:p>
            <a:pPr algn="ctr"/>
            <a:r>
              <a:rPr lang="en-US" sz="4800" b="1">
                <a:solidFill>
                  <a:srgbClr val="FFFFFF"/>
                </a:solidFill>
                <a:latin typeface="+mj-ea"/>
                <a:ea typeface="+mj-ea"/>
                <a:cs typeface="+mn-lt"/>
              </a:rPr>
              <a:t>01</a:t>
            </a:r>
            <a:endParaRPr lang="en-US" sz="4800" b="1">
              <a:solidFill>
                <a:srgbClr val="FFFFFF"/>
              </a:solidFill>
              <a:latin typeface="+mj-ea"/>
              <a:ea typeface="+mj-ea"/>
              <a:cs typeface="+mn-lt"/>
            </a:endParaRPr>
          </a:p>
        </p:txBody>
      </p:sp>
      <p:cxnSp>
        <p:nvCxnSpPr>
          <p:cNvPr id="13" name="直接连接符 12"/>
          <p:cNvCxnSpPr/>
          <p:nvPr>
            <p:custDataLst>
              <p:tags r:id="rId8"/>
            </p:custDataLst>
          </p:nvPr>
        </p:nvCxnSpPr>
        <p:spPr>
          <a:xfrm>
            <a:off x="1731328" y="3667443"/>
            <a:ext cx="508000" cy="0"/>
          </a:xfrm>
          <a:prstGeom prst="line">
            <a:avLst/>
          </a:prstGeom>
          <a:ln w="38100" cap="rnd">
            <a:solidFill>
              <a:srgbClr val="FFFFFF"/>
            </a:solidFill>
            <a:round/>
          </a:ln>
        </p:spPr>
        <p:style>
          <a:lnRef idx="2">
            <a:schemeClr val="accent1"/>
          </a:lnRef>
          <a:fillRef idx="0">
            <a:srgbClr val="FFFFFF"/>
          </a:fillRef>
          <a:effectRef idx="0">
            <a:srgbClr val="FFFFFF"/>
          </a:effectRef>
          <a:fontRef idx="minor">
            <a:schemeClr val="tx1"/>
          </a:fontRef>
        </p:style>
      </p:cxnSp>
      <p:sp>
        <p:nvSpPr>
          <p:cNvPr id="17" name="文本框 16"/>
          <p:cNvSpPr txBox="1"/>
          <p:nvPr>
            <p:custDataLst>
              <p:tags r:id="rId9"/>
            </p:custDataLst>
          </p:nvPr>
        </p:nvSpPr>
        <p:spPr>
          <a:xfrm>
            <a:off x="4910455" y="3893185"/>
            <a:ext cx="2372995" cy="1562735"/>
          </a:xfrm>
          <a:prstGeom prst="rect">
            <a:avLst/>
          </a:prstGeom>
          <a:noFill/>
        </p:spPr>
        <p:txBody>
          <a:bodyPr wrap="square" lIns="0" tIns="0" rIns="0" bIns="0" rtlCol="0">
            <a:noAutofit/>
          </a:bodyPr>
          <a:p>
            <a:pPr indent="0" algn="ctr" fontAlgn="auto">
              <a:lnSpc>
                <a:spcPct val="140000"/>
              </a:lnSpc>
            </a:pPr>
            <a:r>
              <a:rPr lang="zh-CN" altLang="en-US" sz="3600" kern="0" dirty="0">
                <a:ln>
                  <a:noFill/>
                  <a:prstDash val="sysDot"/>
                </a:ln>
                <a:solidFill>
                  <a:srgbClr val="FFFFFF"/>
                </a:solidFill>
                <a:latin typeface="+mn-ea"/>
                <a:sym typeface="+mn-ea"/>
              </a:rPr>
              <a:t>国家主席的任期和产生</a:t>
            </a:r>
            <a:endParaRPr lang="zh-CN" altLang="en-US" sz="3600" kern="0" dirty="0">
              <a:ln>
                <a:noFill/>
                <a:prstDash val="sysDot"/>
              </a:ln>
              <a:solidFill>
                <a:srgbClr val="FFFFFF"/>
              </a:solidFill>
              <a:latin typeface="+mn-ea"/>
              <a:sym typeface="+mn-ea"/>
            </a:endParaRPr>
          </a:p>
        </p:txBody>
      </p:sp>
      <p:sp>
        <p:nvSpPr>
          <p:cNvPr id="18" name="序号"/>
          <p:cNvSpPr txBox="1"/>
          <p:nvPr>
            <p:custDataLst>
              <p:tags r:id="rId10"/>
            </p:custDataLst>
          </p:nvPr>
        </p:nvSpPr>
        <p:spPr>
          <a:xfrm>
            <a:off x="4910138" y="2757488"/>
            <a:ext cx="2372995" cy="745490"/>
          </a:xfrm>
          <a:prstGeom prst="rect">
            <a:avLst/>
          </a:prstGeom>
          <a:noFill/>
        </p:spPr>
        <p:txBody>
          <a:bodyPr wrap="none" lIns="0" tIns="0" rIns="0" bIns="0" rtlCol="0" anchor="b" anchorCtr="0">
            <a:noAutofit/>
          </a:bodyPr>
          <a:p>
            <a:pPr algn="ctr"/>
            <a:r>
              <a:rPr lang="en-US" sz="4800" b="1">
                <a:solidFill>
                  <a:srgbClr val="FFFFFF"/>
                </a:solidFill>
                <a:latin typeface="+mj-ea"/>
                <a:ea typeface="+mj-ea"/>
                <a:cs typeface="+mn-lt"/>
              </a:rPr>
              <a:t>02</a:t>
            </a:r>
            <a:endParaRPr lang="en-US" sz="4800" b="1">
              <a:solidFill>
                <a:srgbClr val="FFFFFF"/>
              </a:solidFill>
              <a:latin typeface="+mj-ea"/>
              <a:ea typeface="+mj-ea"/>
              <a:cs typeface="+mn-lt"/>
            </a:endParaRPr>
          </a:p>
        </p:txBody>
      </p:sp>
      <p:cxnSp>
        <p:nvCxnSpPr>
          <p:cNvPr id="19" name="直接连接符 18"/>
          <p:cNvCxnSpPr/>
          <p:nvPr>
            <p:custDataLst>
              <p:tags r:id="rId11"/>
            </p:custDataLst>
          </p:nvPr>
        </p:nvCxnSpPr>
        <p:spPr>
          <a:xfrm>
            <a:off x="5842953" y="3667443"/>
            <a:ext cx="508000" cy="0"/>
          </a:xfrm>
          <a:prstGeom prst="line">
            <a:avLst/>
          </a:prstGeom>
          <a:ln w="38100" cap="rnd">
            <a:solidFill>
              <a:srgbClr val="FFFFFF"/>
            </a:solidFill>
            <a:round/>
          </a:ln>
        </p:spPr>
        <p:style>
          <a:lnRef idx="2">
            <a:schemeClr val="accent1"/>
          </a:lnRef>
          <a:fillRef idx="0">
            <a:srgbClr val="FFFFFF"/>
          </a:fillRef>
          <a:effectRef idx="0">
            <a:srgbClr val="FFFFFF"/>
          </a:effectRef>
          <a:fontRef idx="minor">
            <a:schemeClr val="tx1"/>
          </a:fontRef>
        </p:style>
      </p:cxnSp>
      <p:sp>
        <p:nvSpPr>
          <p:cNvPr id="22" name="文本框 21"/>
          <p:cNvSpPr txBox="1"/>
          <p:nvPr>
            <p:custDataLst>
              <p:tags r:id="rId12"/>
            </p:custDataLst>
          </p:nvPr>
        </p:nvSpPr>
        <p:spPr>
          <a:xfrm>
            <a:off x="9020810" y="3893185"/>
            <a:ext cx="2372995" cy="1551940"/>
          </a:xfrm>
          <a:prstGeom prst="rect">
            <a:avLst/>
          </a:prstGeom>
          <a:noFill/>
        </p:spPr>
        <p:txBody>
          <a:bodyPr wrap="square" lIns="0" tIns="0" rIns="0" bIns="0" rtlCol="0">
            <a:noAutofit/>
          </a:bodyPr>
          <a:p>
            <a:pPr indent="0" algn="ctr" fontAlgn="auto">
              <a:lnSpc>
                <a:spcPct val="140000"/>
              </a:lnSpc>
            </a:pPr>
            <a:r>
              <a:rPr lang="zh-CN" altLang="en-US" sz="3600" kern="0" dirty="0">
                <a:ln>
                  <a:noFill/>
                  <a:prstDash val="sysDot"/>
                </a:ln>
                <a:solidFill>
                  <a:srgbClr val="FFFFFF"/>
                </a:solidFill>
                <a:latin typeface="+mn-ea"/>
                <a:sym typeface="+mn-ea"/>
              </a:rPr>
              <a:t>国家主席的职权</a:t>
            </a:r>
            <a:endParaRPr lang="zh-CN" altLang="en-US" sz="3600" kern="0" dirty="0">
              <a:ln>
                <a:noFill/>
                <a:prstDash val="sysDot"/>
              </a:ln>
              <a:solidFill>
                <a:srgbClr val="FFFFFF"/>
              </a:solidFill>
              <a:latin typeface="+mn-ea"/>
              <a:sym typeface="+mn-ea"/>
            </a:endParaRPr>
          </a:p>
        </p:txBody>
      </p:sp>
      <p:sp>
        <p:nvSpPr>
          <p:cNvPr id="23" name="序号"/>
          <p:cNvSpPr txBox="1"/>
          <p:nvPr>
            <p:custDataLst>
              <p:tags r:id="rId13"/>
            </p:custDataLst>
          </p:nvPr>
        </p:nvSpPr>
        <p:spPr>
          <a:xfrm>
            <a:off x="9021127" y="2757488"/>
            <a:ext cx="2372995" cy="745490"/>
          </a:xfrm>
          <a:prstGeom prst="rect">
            <a:avLst/>
          </a:prstGeom>
          <a:noFill/>
        </p:spPr>
        <p:txBody>
          <a:bodyPr wrap="none" lIns="0" tIns="0" rIns="0" bIns="0" rtlCol="0" anchor="b" anchorCtr="0">
            <a:noAutofit/>
          </a:bodyPr>
          <a:p>
            <a:pPr algn="ctr"/>
            <a:r>
              <a:rPr lang="en-US" sz="4800" b="1">
                <a:solidFill>
                  <a:srgbClr val="FFFFFF"/>
                </a:solidFill>
                <a:latin typeface="+mj-ea"/>
                <a:ea typeface="+mj-ea"/>
                <a:cs typeface="+mn-lt"/>
              </a:rPr>
              <a:t>03</a:t>
            </a:r>
            <a:endParaRPr lang="en-US" sz="4800" b="1">
              <a:solidFill>
                <a:srgbClr val="FFFFFF"/>
              </a:solidFill>
              <a:latin typeface="+mj-ea"/>
              <a:ea typeface="+mj-ea"/>
              <a:cs typeface="+mn-lt"/>
            </a:endParaRPr>
          </a:p>
        </p:txBody>
      </p:sp>
      <p:cxnSp>
        <p:nvCxnSpPr>
          <p:cNvPr id="24" name="直接连接符 23"/>
          <p:cNvCxnSpPr/>
          <p:nvPr>
            <p:custDataLst>
              <p:tags r:id="rId14"/>
            </p:custDataLst>
          </p:nvPr>
        </p:nvCxnSpPr>
        <p:spPr>
          <a:xfrm>
            <a:off x="9953307" y="3667443"/>
            <a:ext cx="508000" cy="0"/>
          </a:xfrm>
          <a:prstGeom prst="line">
            <a:avLst/>
          </a:prstGeom>
          <a:ln w="38100" cap="rnd">
            <a:solidFill>
              <a:srgbClr val="FFFFFF"/>
            </a:solidFill>
            <a:round/>
          </a:ln>
        </p:spPr>
        <p:style>
          <a:lnRef idx="2">
            <a:schemeClr val="accent1"/>
          </a:lnRef>
          <a:fillRef idx="0">
            <a:srgbClr val="FFFFFF"/>
          </a:fillRef>
          <a:effectRef idx="0">
            <a:srgbClr val="FFFFFF"/>
          </a:effectRef>
          <a:fontRef idx="minor">
            <a:schemeClr val="tx1"/>
          </a:fontRef>
        </p:style>
      </p:cxnSp>
    </p:spTree>
    <p:custDataLst>
      <p:tags r:id="rId1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custDataLst>
              <p:tags r:id="rId1"/>
            </p:custDataLst>
          </p:nvPr>
        </p:nvSpPr>
        <p:spPr>
          <a:xfrm>
            <a:off x="0" y="0"/>
            <a:ext cx="12192000" cy="5060315"/>
          </a:xfrm>
          <a:custGeom>
            <a:avLst/>
            <a:gdLst/>
            <a:ahLst/>
            <a:cxnLst>
              <a:cxn ang="3">
                <a:pos x="hc" y="t"/>
              </a:cxn>
              <a:cxn ang="cd2">
                <a:pos x="l" y="vc"/>
              </a:cxn>
              <a:cxn ang="cd4">
                <a:pos x="hc" y="b"/>
              </a:cxn>
              <a:cxn ang="0">
                <a:pos x="r" y="vc"/>
              </a:cxn>
            </a:cxnLst>
            <a:rect l="l" t="t" r="r" b="b"/>
            <a:pathLst>
              <a:path w="19220" h="7969">
                <a:moveTo>
                  <a:pt x="1" y="0"/>
                </a:moveTo>
                <a:lnTo>
                  <a:pt x="19220" y="0"/>
                </a:lnTo>
                <a:lnTo>
                  <a:pt x="19220" y="7245"/>
                </a:lnTo>
                <a:lnTo>
                  <a:pt x="12845" y="7229"/>
                </a:lnTo>
                <a:lnTo>
                  <a:pt x="11288" y="7969"/>
                </a:lnTo>
                <a:lnTo>
                  <a:pt x="11284" y="7243"/>
                </a:lnTo>
                <a:lnTo>
                  <a:pt x="0" y="7210"/>
                </a:lnTo>
                <a:lnTo>
                  <a:pt x="1" y="0"/>
                </a:lnTo>
                <a:close/>
              </a:path>
            </a:pathLst>
          </a:custGeom>
          <a:gradFill>
            <a:gsLst>
              <a:gs pos="0">
                <a:schemeClr val="accent1"/>
              </a:gs>
              <a:gs pos="38000">
                <a:schemeClr val="accent1">
                  <a:lumMod val="90000"/>
                </a:schemeClr>
              </a:gs>
            </a:gsLst>
            <a:lin ang="0"/>
          </a:gradFill>
          <a:ln w="38100" cap="rnd">
            <a:noFill/>
            <a:round/>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effectLst/>
              <a:latin typeface="+mn-ea"/>
              <a:sym typeface="+mn-ea"/>
            </a:endParaRPr>
          </a:p>
        </p:txBody>
      </p:sp>
      <p:sp>
        <p:nvSpPr>
          <p:cNvPr id="4" name="标题 3"/>
          <p:cNvSpPr>
            <a:spLocks noGrp="1"/>
          </p:cNvSpPr>
          <p:nvPr>
            <p:ph type="title"/>
            <p:custDataLst>
              <p:tags r:id="rId2"/>
            </p:custDataLst>
          </p:nvPr>
        </p:nvSpPr>
        <p:spPr>
          <a:xfrm>
            <a:off x="4349750" y="5191760"/>
            <a:ext cx="7008495" cy="1229995"/>
          </a:xfrm>
          <a:effectLst/>
        </p:spPr>
        <p:txBody>
          <a:bodyPr vert="horz" wrap="square" lIns="0" tIns="0" rIns="0" bIns="0" rtlCol="0" anchor="t" anchorCtr="0">
            <a:normAutofit/>
          </a:bodyPr>
          <a:lstStyle/>
          <a:p>
            <a:pPr lvl="0" algn="l">
              <a:lnSpc>
                <a:spcPct val="130000"/>
              </a:lnSpc>
              <a:buClrTx/>
              <a:buSzTx/>
              <a:buFontTx/>
            </a:pPr>
            <a:r>
              <a:rPr lang="zh-CN" altLang="en-US" sz="5000">
                <a:solidFill>
                  <a:schemeClr val="tx1">
                    <a:lumMod val="85000"/>
                    <a:lumOff val="15000"/>
                    <a:alpha val="80000"/>
                  </a:schemeClr>
                </a:solidFill>
                <a:effectLst/>
                <a:sym typeface="+mn-ea"/>
              </a:rPr>
              <a:t>本节思考</a:t>
            </a:r>
            <a:endParaRPr lang="zh-CN" altLang="en-US" sz="5000">
              <a:solidFill>
                <a:schemeClr val="tx1">
                  <a:lumMod val="85000"/>
                  <a:lumOff val="15000"/>
                  <a:alpha val="80000"/>
                </a:schemeClr>
              </a:solidFill>
              <a:effectLst/>
              <a:sym typeface="+mn-ea"/>
            </a:endParaRPr>
          </a:p>
        </p:txBody>
      </p:sp>
      <p:sp>
        <p:nvSpPr>
          <p:cNvPr id="11" name="文本框 10"/>
          <p:cNvSpPr txBox="1"/>
          <p:nvPr>
            <p:custDataLst>
              <p:tags r:id="rId3"/>
            </p:custDataLst>
          </p:nvPr>
        </p:nvSpPr>
        <p:spPr>
          <a:xfrm>
            <a:off x="1739265" y="1740535"/>
            <a:ext cx="9476740" cy="1688465"/>
          </a:xfrm>
          <a:prstGeom prst="rect">
            <a:avLst/>
          </a:prstGeom>
          <a:noFill/>
        </p:spPr>
        <p:txBody>
          <a:bodyPr wrap="square" tIns="36195" bIns="323850" rtlCol="0" anchor="t" anchorCtr="0">
            <a:normAutofit lnSpcReduction="20000"/>
          </a:bodyPr>
          <a:lstStyle/>
          <a:p>
            <a:pPr indent="0" algn="just" fontAlgn="auto">
              <a:lnSpc>
                <a:spcPct val="120000"/>
              </a:lnSpc>
              <a:spcBef>
                <a:spcPct val="0"/>
              </a:spcBef>
              <a:spcAft>
                <a:spcPct val="0"/>
              </a:spcAft>
              <a:buNone/>
            </a:pPr>
            <a:r>
              <a:rPr lang="zh-CN" altLang="en-US" sz="4000" spc="100">
                <a:ln>
                  <a:noFill/>
                  <a:prstDash val="sysDot"/>
                </a:ln>
                <a:solidFill>
                  <a:schemeClr val="lt1"/>
                </a:solidFill>
                <a:effectLst/>
                <a:uFillTx/>
                <a:latin typeface="+mn-ea"/>
                <a:cs typeface="+mn-ea"/>
                <a:sym typeface="+mn-ea"/>
              </a:rPr>
              <a:t>国家主席的性质是什么？</a:t>
            </a:r>
            <a:endParaRPr lang="zh-CN" altLang="en-US" sz="4000" spc="100">
              <a:ln>
                <a:noFill/>
                <a:prstDash val="sysDot"/>
              </a:ln>
              <a:solidFill>
                <a:schemeClr val="lt1"/>
              </a:solidFill>
              <a:effectLst/>
              <a:uFillTx/>
              <a:latin typeface="+mn-ea"/>
              <a:cs typeface="+mn-ea"/>
              <a:sym typeface="+mn-ea"/>
            </a:endParaRPr>
          </a:p>
        </p:txBody>
      </p:sp>
      <p:cxnSp>
        <p:nvCxnSpPr>
          <p:cNvPr id="3" name="直接连接符 2"/>
          <p:cNvCxnSpPr/>
          <p:nvPr>
            <p:custDataLst>
              <p:tags r:id="rId4"/>
            </p:custDataLst>
          </p:nvPr>
        </p:nvCxnSpPr>
        <p:spPr>
          <a:xfrm>
            <a:off x="1487805" y="947420"/>
            <a:ext cx="0" cy="972185"/>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5"/>
            </p:custDataLst>
          </p:nvPr>
        </p:nvCxnSpPr>
        <p:spPr>
          <a:xfrm>
            <a:off x="1322070" y="1137920"/>
            <a:ext cx="1283970" cy="0"/>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92710" y="2885440"/>
            <a:ext cx="4051935" cy="1013460"/>
          </a:xfrm>
        </p:spPr>
        <p:txBody>
          <a:bodyPr>
            <a:noAutofit/>
          </a:bodyPr>
          <a:lstStyle/>
          <a:p>
            <a:pPr algn="ctr"/>
            <a:r>
              <a:rPr lang="zh-CN" altLang="en-US">
                <a:solidFill>
                  <a:schemeClr val="bg2"/>
                </a:solidFill>
                <a:latin typeface="微软雅黑" panose="020B0503020204020204" charset="-122"/>
                <a:ea typeface="微软雅黑" panose="020B0503020204020204" charset="-122"/>
                <a:sym typeface="+mn-ea"/>
              </a:rPr>
              <a:t>一、国家主席制度的产生和发展</a:t>
            </a:r>
            <a:endParaRPr lang="zh-CN" altLang="en-US">
              <a:solidFill>
                <a:schemeClr val="bg2"/>
              </a:solidFill>
              <a:latin typeface="微软雅黑" panose="020B0503020204020204" charset="-122"/>
              <a:ea typeface="微软雅黑" panose="020B0503020204020204" charset="-122"/>
              <a:sym typeface="+mn-ea"/>
            </a:endParaRPr>
          </a:p>
        </p:txBody>
      </p:sp>
      <p:sp>
        <p:nvSpPr>
          <p:cNvPr id="9" name="文本框 8"/>
          <p:cNvSpPr txBox="1"/>
          <p:nvPr>
            <p:custDataLst>
              <p:tags r:id="rId4"/>
            </p:custDataLst>
          </p:nvPr>
        </p:nvSpPr>
        <p:spPr>
          <a:xfrm>
            <a:off x="4238625" y="605790"/>
            <a:ext cx="7952740" cy="5823585"/>
          </a:xfrm>
          <a:prstGeom prst="rect">
            <a:avLst/>
          </a:prstGeom>
          <a:noFill/>
        </p:spPr>
        <p:txBody>
          <a:bodyPr wrap="square" rtlCol="0" anchor="ctr" anchorCtr="0">
            <a:noAutofit/>
          </a:bodyPr>
          <a:lstStyle/>
          <a:p>
            <a:pPr indent="0" algn="just" fontAlgn="auto">
              <a:lnSpc>
                <a:spcPct val="150000"/>
              </a:lnSpc>
              <a:spcAft>
                <a:spcPts val="1200"/>
              </a:spcAft>
              <a:buClr>
                <a:srgbClr val="A6A6A6"/>
              </a:buClr>
              <a:buFont typeface="Wingdings" panose="05000000000000000000" charset="0"/>
              <a:buNone/>
            </a:pPr>
            <a:r>
              <a:rPr lang="en-US" altLang="zh-CN" sz="2400">
                <a:latin typeface="微软雅黑" panose="020B0503020204020204" charset="-122"/>
                <a:ea typeface="微软雅黑" panose="020B0503020204020204" charset="-122"/>
                <a:cs typeface="微软雅黑" panose="020B0503020204020204" charset="-122"/>
                <a:sym typeface="+mn-ea"/>
              </a:rPr>
              <a:t>       </a:t>
            </a:r>
            <a:r>
              <a:rPr lang="zh-CN" altLang="en-US" sz="2400" b="1">
                <a:latin typeface="微软雅黑" panose="020B0503020204020204" charset="-122"/>
                <a:ea typeface="微软雅黑" panose="020B0503020204020204" charset="-122"/>
                <a:cs typeface="微软雅黑" panose="020B0503020204020204" charset="-122"/>
                <a:sym typeface="+mn-ea"/>
              </a:rPr>
              <a:t>（一）制度建立（</a:t>
            </a:r>
            <a:r>
              <a:rPr lang="en-US" altLang="zh-CN" sz="2400" b="1">
                <a:latin typeface="微软雅黑" panose="020B0503020204020204" charset="-122"/>
                <a:ea typeface="微软雅黑" panose="020B0503020204020204" charset="-122"/>
                <a:cs typeface="微软雅黑" panose="020B0503020204020204" charset="-122"/>
                <a:sym typeface="+mn-ea"/>
              </a:rPr>
              <a:t>1954</a:t>
            </a:r>
            <a:r>
              <a:rPr lang="zh-CN" altLang="en-US" sz="2400" b="1">
                <a:latin typeface="微软雅黑" panose="020B0503020204020204" charset="-122"/>
                <a:ea typeface="微软雅黑" panose="020B0503020204020204" charset="-122"/>
                <a:cs typeface="微软雅黑" panose="020B0503020204020204" charset="-122"/>
                <a:sym typeface="+mn-ea"/>
              </a:rPr>
              <a:t>年宪法）：</a:t>
            </a:r>
            <a:r>
              <a:rPr lang="en-US" altLang="zh-CN" sz="2400">
                <a:latin typeface="微软雅黑" panose="020B0503020204020204" charset="-122"/>
                <a:ea typeface="微软雅黑" panose="020B0503020204020204" charset="-122"/>
                <a:cs typeface="微软雅黑" panose="020B0503020204020204" charset="-122"/>
                <a:sym typeface="+mn-ea"/>
              </a:rPr>
              <a:t>1954</a:t>
            </a:r>
            <a:r>
              <a:rPr lang="zh-CN" altLang="en-US" sz="2400">
                <a:latin typeface="微软雅黑" panose="020B0503020204020204" charset="-122"/>
                <a:ea typeface="微软雅黑" panose="020B0503020204020204" charset="-122"/>
                <a:cs typeface="微软雅黑" panose="020B0503020204020204" charset="-122"/>
                <a:sym typeface="+mn-ea"/>
              </a:rPr>
              <a:t>年宪法</a:t>
            </a:r>
            <a:r>
              <a:rPr lang="zh-CN" altLang="en-US" sz="2400">
                <a:solidFill>
                  <a:srgbClr val="FF0000"/>
                </a:solidFill>
                <a:latin typeface="微软雅黑" panose="020B0503020204020204" charset="-122"/>
                <a:ea typeface="微软雅黑" panose="020B0503020204020204" charset="-122"/>
                <a:cs typeface="微软雅黑" panose="020B0503020204020204" charset="-122"/>
                <a:sym typeface="+mn-ea"/>
              </a:rPr>
              <a:t>首次设立国家主席</a:t>
            </a:r>
            <a:r>
              <a:rPr lang="zh-CN" altLang="en-US" sz="2400">
                <a:latin typeface="微软雅黑" panose="020B0503020204020204" charset="-122"/>
                <a:ea typeface="微软雅黑" panose="020B0503020204020204" charset="-122"/>
                <a:cs typeface="微软雅黑" panose="020B0503020204020204" charset="-122"/>
                <a:sym typeface="+mn-ea"/>
              </a:rPr>
              <a:t>职位，对内对外职权。</a:t>
            </a:r>
            <a:endParaRPr lang="zh-CN" altLang="en-US" sz="2400">
              <a:latin typeface="微软雅黑" panose="020B0503020204020204" charset="-122"/>
              <a:ea typeface="微软雅黑" panose="020B0503020204020204" charset="-122"/>
              <a:cs typeface="微软雅黑" panose="020B0503020204020204" charset="-122"/>
              <a:sym typeface="+mn-ea"/>
            </a:endParaRPr>
          </a:p>
          <a:p>
            <a:pPr indent="0" algn="just" fontAlgn="auto">
              <a:lnSpc>
                <a:spcPct val="150000"/>
              </a:lnSpc>
              <a:spcAft>
                <a:spcPts val="1200"/>
              </a:spcAft>
              <a:buClr>
                <a:srgbClr val="A6A6A6"/>
              </a:buClr>
              <a:buFont typeface="Wingdings" panose="05000000000000000000" charset="0"/>
              <a:buNone/>
            </a:pPr>
            <a:r>
              <a:rPr lang="en-US" altLang="zh-CN" sz="2400">
                <a:latin typeface="微软雅黑" panose="020B0503020204020204" charset="-122"/>
                <a:ea typeface="微软雅黑" panose="020B0503020204020204" charset="-122"/>
                <a:cs typeface="微软雅黑" panose="020B0503020204020204" charset="-122"/>
                <a:sym typeface="+mn-ea"/>
              </a:rPr>
              <a:t> </a:t>
            </a:r>
            <a:r>
              <a:rPr lang="en-US" altLang="zh-CN" sz="2400" b="1">
                <a:latin typeface="微软雅黑" panose="020B0503020204020204" charset="-122"/>
                <a:ea typeface="微软雅黑" panose="020B0503020204020204" charset="-122"/>
                <a:cs typeface="微软雅黑" panose="020B0503020204020204" charset="-122"/>
                <a:sym typeface="+mn-ea"/>
              </a:rPr>
              <a:t>      </a:t>
            </a:r>
            <a:r>
              <a:rPr lang="zh-CN" altLang="en-US" sz="2400" b="1">
                <a:latin typeface="微软雅黑" panose="020B0503020204020204" charset="-122"/>
                <a:ea typeface="微软雅黑" panose="020B0503020204020204" charset="-122"/>
                <a:cs typeface="微软雅黑" panose="020B0503020204020204" charset="-122"/>
                <a:sym typeface="+mn-ea"/>
              </a:rPr>
              <a:t>（二）制度中断（</a:t>
            </a:r>
            <a:r>
              <a:rPr lang="en-US" altLang="zh-CN" sz="2400" b="1">
                <a:latin typeface="微软雅黑" panose="020B0503020204020204" charset="-122"/>
                <a:ea typeface="微软雅黑" panose="020B0503020204020204" charset="-122"/>
                <a:cs typeface="微软雅黑" panose="020B0503020204020204" charset="-122"/>
                <a:sym typeface="+mn-ea"/>
              </a:rPr>
              <a:t>1966-1978</a:t>
            </a:r>
            <a:r>
              <a:rPr lang="zh-CN" altLang="en-US" sz="2400" b="1">
                <a:latin typeface="微软雅黑" panose="020B0503020204020204" charset="-122"/>
                <a:ea typeface="微软雅黑" panose="020B0503020204020204" charset="-122"/>
                <a:cs typeface="微软雅黑" panose="020B0503020204020204" charset="-122"/>
                <a:sym typeface="+mn-ea"/>
              </a:rPr>
              <a:t>年）：</a:t>
            </a:r>
            <a:r>
              <a:rPr lang="en-US" altLang="zh-CN" sz="2400">
                <a:latin typeface="微软雅黑" panose="020B0503020204020204" charset="-122"/>
                <a:ea typeface="微软雅黑" panose="020B0503020204020204" charset="-122"/>
                <a:cs typeface="微软雅黑" panose="020B0503020204020204" charset="-122"/>
                <a:sym typeface="+mn-ea"/>
              </a:rPr>
              <a:t>1966</a:t>
            </a:r>
            <a:r>
              <a:rPr lang="zh-CN" altLang="en-US" sz="2400">
                <a:latin typeface="微软雅黑" panose="020B0503020204020204" charset="-122"/>
                <a:ea typeface="微软雅黑" panose="020B0503020204020204" charset="-122"/>
                <a:cs typeface="微软雅黑" panose="020B0503020204020204" charset="-122"/>
                <a:sym typeface="+mn-ea"/>
              </a:rPr>
              <a:t>年后国家主席</a:t>
            </a:r>
            <a:r>
              <a:rPr lang="zh-CN" altLang="en-US" sz="2400">
                <a:solidFill>
                  <a:srgbClr val="FF0000"/>
                </a:solidFill>
                <a:latin typeface="微软雅黑" panose="020B0503020204020204" charset="-122"/>
                <a:ea typeface="微软雅黑" panose="020B0503020204020204" charset="-122"/>
                <a:cs typeface="微软雅黑" panose="020B0503020204020204" charset="-122"/>
                <a:sym typeface="+mn-ea"/>
              </a:rPr>
              <a:t>长期空缺，职能实际停滞。</a:t>
            </a:r>
            <a:r>
              <a:rPr lang="en-US" altLang="zh-CN" sz="2400">
                <a:latin typeface="微软雅黑" panose="020B0503020204020204" charset="-122"/>
                <a:ea typeface="微软雅黑" panose="020B0503020204020204" charset="-122"/>
                <a:cs typeface="微软雅黑" panose="020B0503020204020204" charset="-122"/>
                <a:sym typeface="+mn-ea"/>
              </a:rPr>
              <a:t>1975</a:t>
            </a:r>
            <a:r>
              <a:rPr lang="zh-CN" altLang="en-US" sz="2400">
                <a:latin typeface="微软雅黑" panose="020B0503020204020204" charset="-122"/>
                <a:ea typeface="微软雅黑" panose="020B0503020204020204" charset="-122"/>
                <a:cs typeface="微软雅黑" panose="020B0503020204020204" charset="-122"/>
                <a:sym typeface="+mn-ea"/>
              </a:rPr>
              <a:t>年宪法正式取消国家主席设置，对外职权转归全国人大常委会，对内职权多数被取消。</a:t>
            </a:r>
            <a:r>
              <a:rPr lang="en-US" altLang="zh-CN" sz="2400">
                <a:latin typeface="微软雅黑" panose="020B0503020204020204" charset="-122"/>
                <a:ea typeface="微软雅黑" panose="020B0503020204020204" charset="-122"/>
                <a:cs typeface="微软雅黑" panose="020B0503020204020204" charset="-122"/>
                <a:sym typeface="+mn-ea"/>
              </a:rPr>
              <a:t>1978</a:t>
            </a:r>
            <a:r>
              <a:rPr lang="zh-CN" altLang="en-US" sz="2400">
                <a:latin typeface="微软雅黑" panose="020B0503020204020204" charset="-122"/>
                <a:ea typeface="微软雅黑" panose="020B0503020204020204" charset="-122"/>
                <a:cs typeface="微软雅黑" panose="020B0503020204020204" charset="-122"/>
                <a:sym typeface="+mn-ea"/>
              </a:rPr>
              <a:t>年宪法未恢复设置，但全国人大常委会委员长恢复了公布法律和授予荣誉的职权。</a:t>
            </a:r>
            <a:endParaRPr lang="zh-CN" altLang="en-US" sz="2400">
              <a:latin typeface="微软雅黑" panose="020B0503020204020204" charset="-122"/>
              <a:ea typeface="微软雅黑" panose="020B0503020204020204" charset="-122"/>
              <a:cs typeface="微软雅黑" panose="020B0503020204020204" charset="-122"/>
              <a:sym typeface="+mn-ea"/>
            </a:endParaRPr>
          </a:p>
          <a:p>
            <a:pPr indent="0" algn="just" fontAlgn="auto">
              <a:lnSpc>
                <a:spcPct val="150000"/>
              </a:lnSpc>
              <a:spcAft>
                <a:spcPts val="1200"/>
              </a:spcAft>
              <a:buClr>
                <a:srgbClr val="A6A6A6"/>
              </a:buClr>
              <a:buFont typeface="Wingdings" panose="05000000000000000000" charset="0"/>
              <a:buNone/>
            </a:pPr>
            <a:r>
              <a:rPr lang="en-US" altLang="zh-CN" sz="2400">
                <a:latin typeface="微软雅黑" panose="020B0503020204020204" charset="-122"/>
                <a:ea typeface="微软雅黑" panose="020B0503020204020204" charset="-122"/>
                <a:cs typeface="微软雅黑" panose="020B0503020204020204" charset="-122"/>
                <a:sym typeface="+mn-ea"/>
              </a:rPr>
              <a:t>       </a:t>
            </a:r>
            <a:r>
              <a:rPr lang="zh-CN" altLang="en-US" sz="2400" b="1">
                <a:latin typeface="微软雅黑" panose="020B0503020204020204" charset="-122"/>
                <a:ea typeface="微软雅黑" panose="020B0503020204020204" charset="-122"/>
                <a:cs typeface="微软雅黑" panose="020B0503020204020204" charset="-122"/>
                <a:sym typeface="+mn-ea"/>
              </a:rPr>
              <a:t>（三）</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制度恢复与发展（</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1982</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年宪法）：</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1982</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年宪法重新设立国家主席。较</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1954</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年宪法，</a:t>
            </a:r>
            <a:r>
              <a:rPr lang="zh-CN" altLang="en-US" sz="2400">
                <a:solidFill>
                  <a:srgbClr val="FF0000"/>
                </a:solidFill>
                <a:latin typeface="微软雅黑" panose="020B0503020204020204" charset="-122"/>
                <a:ea typeface="微软雅黑" panose="020B0503020204020204" charset="-122"/>
                <a:cs typeface="微软雅黑" panose="020B0503020204020204" charset="-122"/>
              </a:rPr>
              <a:t>国家主席职权有所缩减，更注重象征性与程序性职能，</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强化了集体领导体制。</a:t>
            </a:r>
            <a:endParaRPr lang="en-US" altLang="zh-CN" sz="2400" b="1">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二、国家主席的产生方式</a:t>
            </a:r>
            <a:endParaRPr lang="zh-CN" altLang="en-US"/>
          </a:p>
        </p:txBody>
      </p:sp>
      <p:sp useBgFill="1">
        <p:nvSpPr>
          <p:cNvPr id="26" name="矩形 25"/>
          <p:cNvSpPr/>
          <p:nvPr>
            <p:custDataLst>
              <p:tags r:id="rId2"/>
            </p:custDataLst>
          </p:nvPr>
        </p:nvSpPr>
        <p:spPr>
          <a:xfrm>
            <a:off x="6353454" y="1610023"/>
            <a:ext cx="5463262" cy="4722638"/>
          </a:xfrm>
          <a:prstGeom prst="rect">
            <a:avLst/>
          </a:prstGeom>
          <a:ln w="3175">
            <a:noFill/>
          </a:ln>
          <a:effectLst>
            <a:outerShdw blurRad="215900" dist="50800" dir="5400000" sx="102000" sy="102000" algn="ctr" rotWithShape="0">
              <a:schemeClr val="accent2">
                <a:alpha val="15000"/>
              </a:schemeClr>
            </a:outerShdw>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p:nvSpPr>
          <p:cNvPr id="27" name="矩形 26"/>
          <p:cNvSpPr/>
          <p:nvPr>
            <p:custDataLst>
              <p:tags r:id="rId3"/>
            </p:custDataLst>
          </p:nvPr>
        </p:nvSpPr>
        <p:spPr>
          <a:xfrm>
            <a:off x="6353454" y="1600749"/>
            <a:ext cx="5463262" cy="4722638"/>
          </a:xfrm>
          <a:prstGeom prst="rect">
            <a:avLst/>
          </a:prstGeom>
          <a:solidFill>
            <a:srgbClr val="FFFFFF">
              <a:alpha val="20000"/>
            </a:srgbClr>
          </a:solidFill>
          <a:ln w="3175">
            <a:noFill/>
          </a:ln>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useBgFill="1">
        <p:nvSpPr>
          <p:cNvPr id="4" name="矩形 3"/>
          <p:cNvSpPr/>
          <p:nvPr>
            <p:custDataLst>
              <p:tags r:id="rId4"/>
            </p:custDataLst>
          </p:nvPr>
        </p:nvSpPr>
        <p:spPr>
          <a:xfrm>
            <a:off x="554990" y="1610023"/>
            <a:ext cx="5463262" cy="4722638"/>
          </a:xfrm>
          <a:prstGeom prst="rect">
            <a:avLst/>
          </a:prstGeom>
          <a:ln w="3175">
            <a:noFill/>
          </a:ln>
          <a:effectLst>
            <a:outerShdw blurRad="215900" dist="50800" dir="5400000" sx="102000" sy="102000" algn="ctr" rotWithShape="0">
              <a:schemeClr val="accent1">
                <a:alpha val="15000"/>
              </a:schemeClr>
            </a:outerShdw>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p:nvSpPr>
          <p:cNvPr id="19" name="矩形 18"/>
          <p:cNvSpPr/>
          <p:nvPr>
            <p:custDataLst>
              <p:tags r:id="rId5"/>
            </p:custDataLst>
          </p:nvPr>
        </p:nvSpPr>
        <p:spPr>
          <a:xfrm>
            <a:off x="554990" y="1600749"/>
            <a:ext cx="5463262" cy="4722638"/>
          </a:xfrm>
          <a:prstGeom prst="rect">
            <a:avLst/>
          </a:prstGeom>
          <a:solidFill>
            <a:srgbClr val="FFFFFF">
              <a:alpha val="20000"/>
            </a:srgbClr>
          </a:solidFill>
          <a:ln w="3175">
            <a:noFill/>
          </a:ln>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p:nvSpPr>
          <p:cNvPr id="21" name="任意多边形 20"/>
          <p:cNvSpPr/>
          <p:nvPr>
            <p:custDataLst>
              <p:tags r:id="rId6"/>
            </p:custDataLst>
          </p:nvPr>
        </p:nvSpPr>
        <p:spPr>
          <a:xfrm>
            <a:off x="798111" y="1403337"/>
            <a:ext cx="1103649" cy="141699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113" h="1429">
                <a:moveTo>
                  <a:pt x="1113" y="201"/>
                </a:moveTo>
                <a:lnTo>
                  <a:pt x="996" y="201"/>
                </a:lnTo>
                <a:lnTo>
                  <a:pt x="1113" y="201"/>
                </a:lnTo>
                <a:close/>
                <a:moveTo>
                  <a:pt x="173" y="0"/>
                </a:moveTo>
                <a:lnTo>
                  <a:pt x="183" y="0"/>
                </a:lnTo>
                <a:lnTo>
                  <a:pt x="1113" y="0"/>
                </a:lnTo>
                <a:lnTo>
                  <a:pt x="1113" y="1"/>
                </a:lnTo>
                <a:lnTo>
                  <a:pt x="1108" y="1"/>
                </a:lnTo>
                <a:cubicBezTo>
                  <a:pt x="1045" y="6"/>
                  <a:pt x="995" y="82"/>
                  <a:pt x="995" y="174"/>
                </a:cubicBezTo>
                <a:cubicBezTo>
                  <a:pt x="995" y="183"/>
                  <a:pt x="995" y="192"/>
                  <a:pt x="996" y="200"/>
                </a:cubicBezTo>
                <a:lnTo>
                  <a:pt x="996" y="201"/>
                </a:lnTo>
                <a:lnTo>
                  <a:pt x="989" y="201"/>
                </a:lnTo>
                <a:lnTo>
                  <a:pt x="989" y="904"/>
                </a:lnTo>
                <a:lnTo>
                  <a:pt x="989" y="909"/>
                </a:lnTo>
                <a:cubicBezTo>
                  <a:pt x="990" y="917"/>
                  <a:pt x="990" y="925"/>
                  <a:pt x="990" y="934"/>
                </a:cubicBezTo>
                <a:cubicBezTo>
                  <a:pt x="990" y="943"/>
                  <a:pt x="990" y="951"/>
                  <a:pt x="989" y="959"/>
                </a:cubicBezTo>
                <a:lnTo>
                  <a:pt x="989" y="964"/>
                </a:lnTo>
                <a:lnTo>
                  <a:pt x="989" y="971"/>
                </a:lnTo>
                <a:lnTo>
                  <a:pt x="989" y="973"/>
                </a:lnTo>
                <a:cubicBezTo>
                  <a:pt x="988" y="999"/>
                  <a:pt x="984" y="1025"/>
                  <a:pt x="977" y="1050"/>
                </a:cubicBezTo>
                <a:lnTo>
                  <a:pt x="975" y="1055"/>
                </a:lnTo>
                <a:lnTo>
                  <a:pt x="974" y="1058"/>
                </a:lnTo>
                <a:cubicBezTo>
                  <a:pt x="919" y="1271"/>
                  <a:pt x="726" y="1429"/>
                  <a:pt x="495" y="1429"/>
                </a:cubicBezTo>
                <a:cubicBezTo>
                  <a:pt x="264" y="1429"/>
                  <a:pt x="71" y="1271"/>
                  <a:pt x="16" y="1058"/>
                </a:cubicBezTo>
                <a:lnTo>
                  <a:pt x="15" y="1055"/>
                </a:lnTo>
                <a:lnTo>
                  <a:pt x="13" y="1050"/>
                </a:lnTo>
                <a:cubicBezTo>
                  <a:pt x="6" y="1025"/>
                  <a:pt x="2" y="999"/>
                  <a:pt x="1" y="973"/>
                </a:cubicBezTo>
                <a:lnTo>
                  <a:pt x="1" y="971"/>
                </a:lnTo>
                <a:lnTo>
                  <a:pt x="1" y="964"/>
                </a:lnTo>
                <a:lnTo>
                  <a:pt x="1" y="959"/>
                </a:lnTo>
                <a:cubicBezTo>
                  <a:pt x="0" y="951"/>
                  <a:pt x="0" y="943"/>
                  <a:pt x="0" y="934"/>
                </a:cubicBezTo>
                <a:cubicBezTo>
                  <a:pt x="0" y="925"/>
                  <a:pt x="0" y="917"/>
                  <a:pt x="1" y="909"/>
                </a:cubicBezTo>
                <a:lnTo>
                  <a:pt x="1" y="904"/>
                </a:lnTo>
                <a:lnTo>
                  <a:pt x="1" y="185"/>
                </a:lnTo>
                <a:lnTo>
                  <a:pt x="1" y="185"/>
                </a:lnTo>
                <a:lnTo>
                  <a:pt x="1" y="183"/>
                </a:lnTo>
                <a:cubicBezTo>
                  <a:pt x="1" y="181"/>
                  <a:pt x="1" y="178"/>
                  <a:pt x="1" y="175"/>
                </a:cubicBezTo>
                <a:cubicBezTo>
                  <a:pt x="1" y="84"/>
                  <a:pt x="72" y="10"/>
                  <a:pt x="164" y="1"/>
                </a:cubicBezTo>
                <a:lnTo>
                  <a:pt x="164" y="1"/>
                </a:lnTo>
                <a:lnTo>
                  <a:pt x="167" y="0"/>
                </a:lnTo>
                <a:cubicBezTo>
                  <a:pt x="169" y="0"/>
                  <a:pt x="171" y="0"/>
                  <a:pt x="173" y="0"/>
                </a:cubicBezTo>
                <a:close/>
              </a:path>
            </a:pathLst>
          </a:custGeom>
          <a:gradFill>
            <a:gsLst>
              <a:gs pos="0">
                <a:schemeClr val="accent1">
                  <a:lumMod val="60000"/>
                  <a:lumOff val="40000"/>
                  <a:alpha val="100000"/>
                </a:schemeClr>
              </a:gs>
              <a:gs pos="71000">
                <a:schemeClr val="accent1">
                  <a:alpha val="100000"/>
                </a:schemeClr>
              </a:gs>
            </a:gsLst>
            <a:lin ang="2700000" scaled="0"/>
          </a:gradFill>
          <a:ln>
            <a:noFill/>
          </a:ln>
          <a:effectLst>
            <a:outerShdw blurRad="101600" dist="25400" dir="5400000" sx="103000" sy="103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rIns="17970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sz="2800" b="1">
                <a:solidFill>
                  <a:schemeClr val="lt1"/>
                </a:solidFill>
                <a:latin typeface="+mn-ea"/>
                <a:cs typeface="+mn-ea"/>
                <a:sym typeface="+mn-ea"/>
              </a:rPr>
              <a:t>01</a:t>
            </a:r>
            <a:endParaRPr lang="en-US" altLang="zh-CN" sz="2800" b="1">
              <a:solidFill>
                <a:schemeClr val="lt1"/>
              </a:solidFill>
              <a:latin typeface="+mn-ea"/>
              <a:cs typeface="+mn-ea"/>
              <a:sym typeface="+mn-ea"/>
            </a:endParaRPr>
          </a:p>
        </p:txBody>
      </p:sp>
      <p:sp>
        <p:nvSpPr>
          <p:cNvPr id="22" name="任意多边形 21"/>
          <p:cNvSpPr/>
          <p:nvPr>
            <p:custDataLst>
              <p:tags r:id="rId7"/>
            </p:custDataLst>
          </p:nvPr>
        </p:nvSpPr>
        <p:spPr>
          <a:xfrm>
            <a:off x="1771256" y="1402675"/>
            <a:ext cx="267631" cy="198074"/>
          </a:xfrm>
          <a:custGeom>
            <a:avLst/>
            <a:gdLst/>
            <a:ahLst/>
            <a:cxnLst>
              <a:cxn ang="3">
                <a:pos x="hc" y="t"/>
              </a:cxn>
              <a:cxn ang="cd2">
                <a:pos x="l" y="vc"/>
              </a:cxn>
              <a:cxn ang="cd4">
                <a:pos x="hc" y="b"/>
              </a:cxn>
              <a:cxn ang="0">
                <a:pos x="r" y="vc"/>
              </a:cxn>
            </a:cxnLst>
            <a:rect l="l" t="t" r="r" b="b"/>
            <a:pathLst>
              <a:path w="340" h="253">
                <a:moveTo>
                  <a:pt x="170" y="0"/>
                </a:moveTo>
                <a:cubicBezTo>
                  <a:pt x="264" y="0"/>
                  <a:pt x="340" y="98"/>
                  <a:pt x="340" y="220"/>
                </a:cubicBezTo>
                <a:cubicBezTo>
                  <a:pt x="340" y="231"/>
                  <a:pt x="339" y="242"/>
                  <a:pt x="338" y="253"/>
                </a:cubicBezTo>
                <a:lnTo>
                  <a:pt x="338" y="253"/>
                </a:lnTo>
                <a:lnTo>
                  <a:pt x="2" y="253"/>
                </a:lnTo>
                <a:lnTo>
                  <a:pt x="2" y="253"/>
                </a:lnTo>
                <a:cubicBezTo>
                  <a:pt x="1" y="242"/>
                  <a:pt x="0" y="231"/>
                  <a:pt x="0" y="220"/>
                </a:cubicBezTo>
                <a:cubicBezTo>
                  <a:pt x="0" y="98"/>
                  <a:pt x="76" y="0"/>
                  <a:pt x="170"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23" name="圆角矩形 22"/>
          <p:cNvSpPr/>
          <p:nvPr>
            <p:custDataLst>
              <p:tags r:id="rId8"/>
            </p:custDataLst>
          </p:nvPr>
        </p:nvSpPr>
        <p:spPr>
          <a:xfrm>
            <a:off x="1971980" y="6248529"/>
            <a:ext cx="2628953" cy="94069"/>
          </a:xfrm>
          <a:prstGeom prst="roundRect">
            <a:avLst/>
          </a:prstGeom>
          <a:gradFill>
            <a:gsLst>
              <a:gs pos="0">
                <a:schemeClr val="accent1">
                  <a:lumMod val="60000"/>
                  <a:lumOff val="40000"/>
                  <a:alpha val="100000"/>
                </a:schemeClr>
              </a:gs>
              <a:gs pos="71000">
                <a:schemeClr val="accent1">
                  <a:alpha val="10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sym typeface="+mn-ea"/>
            </a:endParaRPr>
          </a:p>
        </p:txBody>
      </p:sp>
      <p:sp>
        <p:nvSpPr>
          <p:cNvPr id="5" name="矩形 4"/>
          <p:cNvSpPr/>
          <p:nvPr>
            <p:custDataLst>
              <p:tags r:id="rId9"/>
            </p:custDataLst>
          </p:nvPr>
        </p:nvSpPr>
        <p:spPr>
          <a:xfrm>
            <a:off x="2039551" y="1888253"/>
            <a:ext cx="3483847" cy="931411"/>
          </a:xfrm>
          <a:prstGeom prst="rect">
            <a:avLst/>
          </a:prstGeom>
          <a:noFill/>
        </p:spPr>
        <p:txBody>
          <a:bodyPr wrap="square" lIns="0" tIns="0" rIns="0" bIns="0" rtlCol="0" anchor="t" anchorCtr="0">
            <a:noAutofit/>
          </a:bodyPr>
          <a:lstStyle/>
          <a:p>
            <a:pPr algn="l">
              <a:spcBef>
                <a:spcPct val="0"/>
              </a:spcBef>
              <a:spcAft>
                <a:spcPct val="0"/>
              </a:spcAft>
            </a:pPr>
            <a:r>
              <a:rPr lang="zh-CN" altLang="en-US" sz="2800" b="1">
                <a:solidFill>
                  <a:schemeClr val="accent1"/>
                </a:solidFill>
                <a:latin typeface="+mn-ea"/>
                <a:cs typeface="+mn-ea"/>
              </a:rPr>
              <a:t>常规方式</a:t>
            </a:r>
            <a:endParaRPr lang="zh-CN" altLang="en-US" sz="2800" b="1">
              <a:solidFill>
                <a:schemeClr val="accent1"/>
              </a:solidFill>
              <a:latin typeface="+mn-ea"/>
              <a:cs typeface="+mn-ea"/>
            </a:endParaRPr>
          </a:p>
        </p:txBody>
      </p:sp>
      <p:sp>
        <p:nvSpPr>
          <p:cNvPr id="9" name="矩形 8"/>
          <p:cNvSpPr/>
          <p:nvPr>
            <p:custDataLst>
              <p:tags r:id="rId10"/>
            </p:custDataLst>
          </p:nvPr>
        </p:nvSpPr>
        <p:spPr>
          <a:xfrm>
            <a:off x="555625" y="2514600"/>
            <a:ext cx="5356860" cy="3808730"/>
          </a:xfrm>
          <a:prstGeom prst="rect">
            <a:avLst/>
          </a:prstGeom>
          <a:noFill/>
        </p:spPr>
        <p:txBody>
          <a:bodyPr wrap="square" lIns="0" tIns="0" rIns="0" bIns="0" rtlCol="0" anchor="t" anchorCtr="0">
            <a:noAutofit/>
          </a:bodyPr>
          <a:lstStyle/>
          <a:p>
            <a:pPr indent="0" fontAlgn="auto">
              <a:lnSpc>
                <a:spcPct val="150000"/>
              </a:lnSpc>
              <a:spcBef>
                <a:spcPct val="0"/>
              </a:spcBef>
              <a:spcAft>
                <a:spcPct val="0"/>
              </a:spcAft>
            </a:pPr>
            <a:r>
              <a:rPr lang="en-US" altLang="zh-CN" sz="2400" b="1" dirty="0">
                <a:solidFill>
                  <a:schemeClr val="tx1">
                    <a:lumMod val="85000"/>
                    <a:lumOff val="15000"/>
                  </a:schemeClr>
                </a:solidFill>
                <a:latin typeface="+mn-ea"/>
                <a:cs typeface="+mn-ea"/>
              </a:rPr>
              <a:t>      </a:t>
            </a:r>
            <a:r>
              <a:rPr lang="zh-CN" altLang="en-US" sz="2400" b="1" dirty="0">
                <a:solidFill>
                  <a:schemeClr val="tx1">
                    <a:lumMod val="85000"/>
                    <a:lumOff val="15000"/>
                  </a:schemeClr>
                </a:solidFill>
                <a:latin typeface="+mn-ea"/>
                <a:cs typeface="+mn-ea"/>
              </a:rPr>
              <a:t>选举机关：</a:t>
            </a:r>
            <a:r>
              <a:rPr lang="zh-CN" altLang="en-US" sz="2400" dirty="0">
                <a:solidFill>
                  <a:schemeClr val="tx1">
                    <a:lumMod val="85000"/>
                    <a:lumOff val="15000"/>
                  </a:schemeClr>
                </a:solidFill>
                <a:latin typeface="+mn-ea"/>
                <a:cs typeface="+mn-ea"/>
              </a:rPr>
              <a:t>国家主席、副主席由全国人民代表大会选举产生。</a:t>
            </a:r>
            <a:endParaRPr lang="zh-CN" altLang="zh-CN" sz="2400" dirty="0">
              <a:solidFill>
                <a:schemeClr val="tx1">
                  <a:lumMod val="85000"/>
                  <a:lumOff val="15000"/>
                </a:schemeClr>
              </a:solidFill>
              <a:latin typeface="+mn-ea"/>
              <a:cs typeface="+mn-ea"/>
            </a:endParaRPr>
          </a:p>
          <a:p>
            <a:pPr indent="0" fontAlgn="auto">
              <a:lnSpc>
                <a:spcPct val="150000"/>
              </a:lnSpc>
              <a:spcBef>
                <a:spcPct val="0"/>
              </a:spcBef>
              <a:spcAft>
                <a:spcPct val="0"/>
              </a:spcAft>
            </a:pPr>
            <a:r>
              <a:rPr lang="en-US" altLang="zh-CN" sz="2400" dirty="0">
                <a:solidFill>
                  <a:schemeClr val="tx1">
                    <a:lumMod val="85000"/>
                    <a:lumOff val="15000"/>
                  </a:schemeClr>
                </a:solidFill>
                <a:latin typeface="+mn-ea"/>
                <a:cs typeface="+mn-ea"/>
              </a:rPr>
              <a:t>      </a:t>
            </a:r>
            <a:r>
              <a:rPr lang="zh-CN" altLang="zh-CN" sz="2400" b="1" dirty="0">
                <a:solidFill>
                  <a:schemeClr val="tx1">
                    <a:lumMod val="85000"/>
                    <a:lumOff val="15000"/>
                  </a:schemeClr>
                </a:solidFill>
                <a:latin typeface="+mn-ea"/>
                <a:cs typeface="+mn-ea"/>
              </a:rPr>
              <a:t>任职资格：</a:t>
            </a:r>
            <a:r>
              <a:rPr lang="zh-CN" altLang="zh-CN" sz="2400" dirty="0">
                <a:solidFill>
                  <a:schemeClr val="tx1">
                    <a:lumMod val="85000"/>
                    <a:lumOff val="15000"/>
                  </a:schemeClr>
                </a:solidFill>
                <a:latin typeface="+mn-ea"/>
                <a:cs typeface="+mn-ea"/>
              </a:rPr>
              <a:t>有选举权和被选举权的年满</a:t>
            </a:r>
            <a:r>
              <a:rPr lang="en-US" altLang="zh-CN" sz="2400" dirty="0">
                <a:solidFill>
                  <a:schemeClr val="tx1">
                    <a:lumMod val="85000"/>
                    <a:lumOff val="15000"/>
                  </a:schemeClr>
                </a:solidFill>
                <a:latin typeface="+mn-ea"/>
                <a:cs typeface="+mn-ea"/>
              </a:rPr>
              <a:t>45</a:t>
            </a:r>
            <a:r>
              <a:rPr lang="zh-CN" altLang="en-US" sz="2400" dirty="0">
                <a:solidFill>
                  <a:schemeClr val="tx1">
                    <a:lumMod val="85000"/>
                    <a:lumOff val="15000"/>
                  </a:schemeClr>
                </a:solidFill>
                <a:latin typeface="+mn-ea"/>
                <a:cs typeface="+mn-ea"/>
              </a:rPr>
              <a:t>周岁的中华人民共和国公民。</a:t>
            </a:r>
            <a:endParaRPr lang="en-US" altLang="zh-CN" sz="2400" dirty="0">
              <a:solidFill>
                <a:schemeClr val="tx1">
                  <a:lumMod val="85000"/>
                  <a:lumOff val="15000"/>
                </a:schemeClr>
              </a:solidFill>
              <a:latin typeface="+mn-ea"/>
              <a:cs typeface="+mn-ea"/>
            </a:endParaRPr>
          </a:p>
          <a:p>
            <a:pPr indent="0" fontAlgn="auto">
              <a:lnSpc>
                <a:spcPct val="150000"/>
              </a:lnSpc>
              <a:spcBef>
                <a:spcPct val="0"/>
              </a:spcBef>
              <a:spcAft>
                <a:spcPct val="0"/>
              </a:spcAft>
            </a:pPr>
            <a:r>
              <a:rPr lang="zh-CN" altLang="zh-CN" sz="2400" b="1" dirty="0">
                <a:solidFill>
                  <a:schemeClr val="tx1">
                    <a:lumMod val="85000"/>
                    <a:lumOff val="15000"/>
                  </a:schemeClr>
                </a:solidFill>
                <a:latin typeface="+mn-ea"/>
                <a:cs typeface="+mn-ea"/>
              </a:rPr>
              <a:t>就职与代理：</a:t>
            </a:r>
            <a:r>
              <a:rPr lang="zh-CN" altLang="zh-CN" sz="2400" dirty="0">
                <a:solidFill>
                  <a:schemeClr val="tx1">
                    <a:lumMod val="85000"/>
                    <a:lumOff val="15000"/>
                  </a:schemeClr>
                </a:solidFill>
                <a:latin typeface="+mn-ea"/>
                <a:cs typeface="+mn-ea"/>
              </a:rPr>
              <a:t>国家主席、副主席行使职权到下届全国人大选出的主席、副主席就职为止。</a:t>
            </a:r>
            <a:endParaRPr lang="zh-CN" altLang="zh-CN" sz="2400" dirty="0">
              <a:solidFill>
                <a:schemeClr val="tx1">
                  <a:lumMod val="85000"/>
                  <a:lumOff val="15000"/>
                </a:schemeClr>
              </a:solidFill>
              <a:latin typeface="+mn-ea"/>
              <a:cs typeface="+mn-ea"/>
            </a:endParaRPr>
          </a:p>
        </p:txBody>
      </p:sp>
      <p:sp>
        <p:nvSpPr>
          <p:cNvPr id="14" name="任意多边形 13"/>
          <p:cNvSpPr/>
          <p:nvPr>
            <p:custDataLst>
              <p:tags r:id="rId11"/>
            </p:custDataLst>
          </p:nvPr>
        </p:nvSpPr>
        <p:spPr>
          <a:xfrm>
            <a:off x="6596574" y="1403337"/>
            <a:ext cx="1103649" cy="141699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113" h="1429">
                <a:moveTo>
                  <a:pt x="1113" y="201"/>
                </a:moveTo>
                <a:lnTo>
                  <a:pt x="996" y="201"/>
                </a:lnTo>
                <a:lnTo>
                  <a:pt x="1113" y="201"/>
                </a:lnTo>
                <a:close/>
                <a:moveTo>
                  <a:pt x="173" y="0"/>
                </a:moveTo>
                <a:lnTo>
                  <a:pt x="183" y="0"/>
                </a:lnTo>
                <a:lnTo>
                  <a:pt x="1113" y="0"/>
                </a:lnTo>
                <a:lnTo>
                  <a:pt x="1113" y="1"/>
                </a:lnTo>
                <a:lnTo>
                  <a:pt x="1108" y="1"/>
                </a:lnTo>
                <a:cubicBezTo>
                  <a:pt x="1045" y="6"/>
                  <a:pt x="995" y="82"/>
                  <a:pt x="995" y="174"/>
                </a:cubicBezTo>
                <a:cubicBezTo>
                  <a:pt x="995" y="183"/>
                  <a:pt x="995" y="192"/>
                  <a:pt x="996" y="200"/>
                </a:cubicBezTo>
                <a:lnTo>
                  <a:pt x="996" y="201"/>
                </a:lnTo>
                <a:lnTo>
                  <a:pt x="989" y="201"/>
                </a:lnTo>
                <a:lnTo>
                  <a:pt x="989" y="904"/>
                </a:lnTo>
                <a:lnTo>
                  <a:pt x="989" y="909"/>
                </a:lnTo>
                <a:cubicBezTo>
                  <a:pt x="990" y="917"/>
                  <a:pt x="990" y="925"/>
                  <a:pt x="990" y="934"/>
                </a:cubicBezTo>
                <a:cubicBezTo>
                  <a:pt x="990" y="943"/>
                  <a:pt x="990" y="951"/>
                  <a:pt x="989" y="959"/>
                </a:cubicBezTo>
                <a:lnTo>
                  <a:pt x="989" y="964"/>
                </a:lnTo>
                <a:lnTo>
                  <a:pt x="989" y="971"/>
                </a:lnTo>
                <a:lnTo>
                  <a:pt x="989" y="973"/>
                </a:lnTo>
                <a:cubicBezTo>
                  <a:pt x="988" y="999"/>
                  <a:pt x="984" y="1025"/>
                  <a:pt x="977" y="1050"/>
                </a:cubicBezTo>
                <a:lnTo>
                  <a:pt x="975" y="1055"/>
                </a:lnTo>
                <a:lnTo>
                  <a:pt x="974" y="1058"/>
                </a:lnTo>
                <a:cubicBezTo>
                  <a:pt x="919" y="1271"/>
                  <a:pt x="726" y="1429"/>
                  <a:pt x="495" y="1429"/>
                </a:cubicBezTo>
                <a:cubicBezTo>
                  <a:pt x="264" y="1429"/>
                  <a:pt x="71" y="1271"/>
                  <a:pt x="16" y="1058"/>
                </a:cubicBezTo>
                <a:lnTo>
                  <a:pt x="15" y="1055"/>
                </a:lnTo>
                <a:lnTo>
                  <a:pt x="13" y="1050"/>
                </a:lnTo>
                <a:cubicBezTo>
                  <a:pt x="6" y="1025"/>
                  <a:pt x="2" y="999"/>
                  <a:pt x="1" y="973"/>
                </a:cubicBezTo>
                <a:lnTo>
                  <a:pt x="1" y="971"/>
                </a:lnTo>
                <a:lnTo>
                  <a:pt x="1" y="964"/>
                </a:lnTo>
                <a:lnTo>
                  <a:pt x="1" y="959"/>
                </a:lnTo>
                <a:cubicBezTo>
                  <a:pt x="0" y="951"/>
                  <a:pt x="0" y="943"/>
                  <a:pt x="0" y="934"/>
                </a:cubicBezTo>
                <a:cubicBezTo>
                  <a:pt x="0" y="925"/>
                  <a:pt x="0" y="917"/>
                  <a:pt x="1" y="909"/>
                </a:cubicBezTo>
                <a:lnTo>
                  <a:pt x="1" y="904"/>
                </a:lnTo>
                <a:lnTo>
                  <a:pt x="1" y="185"/>
                </a:lnTo>
                <a:lnTo>
                  <a:pt x="1" y="185"/>
                </a:lnTo>
                <a:lnTo>
                  <a:pt x="1" y="183"/>
                </a:lnTo>
                <a:cubicBezTo>
                  <a:pt x="1" y="181"/>
                  <a:pt x="1" y="178"/>
                  <a:pt x="1" y="175"/>
                </a:cubicBezTo>
                <a:cubicBezTo>
                  <a:pt x="1" y="84"/>
                  <a:pt x="72" y="10"/>
                  <a:pt x="164" y="1"/>
                </a:cubicBezTo>
                <a:lnTo>
                  <a:pt x="164" y="1"/>
                </a:lnTo>
                <a:lnTo>
                  <a:pt x="167" y="0"/>
                </a:lnTo>
                <a:cubicBezTo>
                  <a:pt x="169" y="0"/>
                  <a:pt x="171" y="0"/>
                  <a:pt x="173" y="0"/>
                </a:cubicBezTo>
                <a:close/>
              </a:path>
            </a:pathLst>
          </a:custGeom>
          <a:gradFill>
            <a:gsLst>
              <a:gs pos="0">
                <a:schemeClr val="accent2">
                  <a:lumMod val="60000"/>
                  <a:lumOff val="40000"/>
                  <a:alpha val="100000"/>
                </a:schemeClr>
              </a:gs>
              <a:gs pos="71000">
                <a:schemeClr val="accent2">
                  <a:alpha val="100000"/>
                </a:schemeClr>
              </a:gs>
            </a:gsLst>
            <a:lin ang="2700000" scaled="0"/>
          </a:gradFill>
          <a:ln>
            <a:noFill/>
          </a:ln>
          <a:effectLst>
            <a:outerShdw blurRad="101600" dist="25400" dir="5400000" sx="103000" sy="103000" algn="t"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rIns="17970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sz="2800" b="1">
                <a:solidFill>
                  <a:schemeClr val="lt1"/>
                </a:solidFill>
                <a:latin typeface="+mn-ea"/>
                <a:cs typeface="+mn-ea"/>
                <a:sym typeface="+mn-ea"/>
              </a:rPr>
              <a:t>02</a:t>
            </a:r>
            <a:endParaRPr lang="en-US" altLang="zh-CN" sz="2800" b="1">
              <a:solidFill>
                <a:schemeClr val="lt1"/>
              </a:solidFill>
              <a:latin typeface="+mn-ea"/>
              <a:cs typeface="+mn-ea"/>
              <a:sym typeface="+mn-ea"/>
            </a:endParaRPr>
          </a:p>
        </p:txBody>
      </p:sp>
      <p:sp>
        <p:nvSpPr>
          <p:cNvPr id="15" name="任意多边形 14"/>
          <p:cNvSpPr/>
          <p:nvPr>
            <p:custDataLst>
              <p:tags r:id="rId12"/>
            </p:custDataLst>
          </p:nvPr>
        </p:nvSpPr>
        <p:spPr>
          <a:xfrm>
            <a:off x="7569720" y="1402675"/>
            <a:ext cx="267631" cy="198074"/>
          </a:xfrm>
          <a:custGeom>
            <a:avLst/>
            <a:gdLst/>
            <a:ahLst/>
            <a:cxnLst>
              <a:cxn ang="3">
                <a:pos x="hc" y="t"/>
              </a:cxn>
              <a:cxn ang="cd2">
                <a:pos x="l" y="vc"/>
              </a:cxn>
              <a:cxn ang="cd4">
                <a:pos x="hc" y="b"/>
              </a:cxn>
              <a:cxn ang="0">
                <a:pos x="r" y="vc"/>
              </a:cxn>
            </a:cxnLst>
            <a:rect l="l" t="t" r="r" b="b"/>
            <a:pathLst>
              <a:path w="340" h="253">
                <a:moveTo>
                  <a:pt x="170" y="0"/>
                </a:moveTo>
                <a:cubicBezTo>
                  <a:pt x="264" y="0"/>
                  <a:pt x="340" y="98"/>
                  <a:pt x="340" y="220"/>
                </a:cubicBezTo>
                <a:cubicBezTo>
                  <a:pt x="340" y="231"/>
                  <a:pt x="339" y="242"/>
                  <a:pt x="338" y="253"/>
                </a:cubicBezTo>
                <a:lnTo>
                  <a:pt x="338" y="253"/>
                </a:lnTo>
                <a:lnTo>
                  <a:pt x="2" y="253"/>
                </a:lnTo>
                <a:lnTo>
                  <a:pt x="2" y="253"/>
                </a:lnTo>
                <a:cubicBezTo>
                  <a:pt x="1" y="242"/>
                  <a:pt x="0" y="231"/>
                  <a:pt x="0" y="220"/>
                </a:cubicBezTo>
                <a:cubicBezTo>
                  <a:pt x="0" y="98"/>
                  <a:pt x="76" y="0"/>
                  <a:pt x="170"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16" name="圆角矩形 15"/>
          <p:cNvSpPr/>
          <p:nvPr>
            <p:custDataLst>
              <p:tags r:id="rId13"/>
            </p:custDataLst>
          </p:nvPr>
        </p:nvSpPr>
        <p:spPr>
          <a:xfrm>
            <a:off x="7770443" y="6248529"/>
            <a:ext cx="2628953" cy="94069"/>
          </a:xfrm>
          <a:prstGeom prst="roundRect">
            <a:avLst/>
          </a:prstGeom>
          <a:gradFill>
            <a:gsLst>
              <a:gs pos="0">
                <a:schemeClr val="accent2">
                  <a:lumMod val="60000"/>
                  <a:lumOff val="40000"/>
                  <a:alpha val="100000"/>
                </a:schemeClr>
              </a:gs>
              <a:gs pos="71000">
                <a:schemeClr val="accent2">
                  <a:alpha val="10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sym typeface="+mn-ea"/>
            </a:endParaRPr>
          </a:p>
        </p:txBody>
      </p:sp>
      <p:sp>
        <p:nvSpPr>
          <p:cNvPr id="17" name="矩形 16"/>
          <p:cNvSpPr/>
          <p:nvPr>
            <p:custDataLst>
              <p:tags r:id="rId14"/>
            </p:custDataLst>
          </p:nvPr>
        </p:nvSpPr>
        <p:spPr>
          <a:xfrm>
            <a:off x="7838014" y="1888253"/>
            <a:ext cx="3483847" cy="931411"/>
          </a:xfrm>
          <a:prstGeom prst="rect">
            <a:avLst/>
          </a:prstGeom>
          <a:noFill/>
        </p:spPr>
        <p:txBody>
          <a:bodyPr wrap="square" lIns="0" tIns="0" rIns="0" bIns="0" rtlCol="0" anchor="t" anchorCtr="0">
            <a:noAutofit/>
          </a:bodyPr>
          <a:lstStyle/>
          <a:p>
            <a:pPr algn="l">
              <a:spcBef>
                <a:spcPct val="0"/>
              </a:spcBef>
              <a:spcAft>
                <a:spcPct val="0"/>
              </a:spcAft>
            </a:pPr>
            <a:r>
              <a:rPr lang="zh-CN" altLang="en-US" sz="2800" b="1">
                <a:solidFill>
                  <a:schemeClr val="accent2"/>
                </a:solidFill>
                <a:latin typeface="+mn-ea"/>
                <a:cs typeface="+mn-ea"/>
              </a:rPr>
              <a:t>缺位处理</a:t>
            </a:r>
            <a:endParaRPr lang="zh-CN" altLang="en-US" sz="2800" b="1">
              <a:solidFill>
                <a:schemeClr val="accent2"/>
              </a:solidFill>
              <a:latin typeface="+mn-ea"/>
              <a:cs typeface="+mn-ea"/>
            </a:endParaRPr>
          </a:p>
        </p:txBody>
      </p:sp>
      <p:sp>
        <p:nvSpPr>
          <p:cNvPr id="18" name="矩形 17"/>
          <p:cNvSpPr/>
          <p:nvPr>
            <p:custDataLst>
              <p:tags r:id="rId15"/>
            </p:custDataLst>
          </p:nvPr>
        </p:nvSpPr>
        <p:spPr>
          <a:xfrm>
            <a:off x="6440170" y="2820035"/>
            <a:ext cx="5375910" cy="3354705"/>
          </a:xfrm>
          <a:prstGeom prst="rect">
            <a:avLst/>
          </a:prstGeom>
          <a:noFill/>
        </p:spPr>
        <p:txBody>
          <a:bodyPr wrap="square" lIns="0" tIns="0" rIns="0" bIns="0" rtlCol="0" anchor="t" anchorCtr="0">
            <a:noAutofit/>
          </a:bodyPr>
          <a:lstStyle/>
          <a:p>
            <a:pPr indent="0" fontAlgn="auto">
              <a:lnSpc>
                <a:spcPct val="150000"/>
              </a:lnSpc>
              <a:spcBef>
                <a:spcPct val="0"/>
              </a:spcBef>
              <a:spcAft>
                <a:spcPct val="0"/>
              </a:spcAft>
            </a:pPr>
            <a:r>
              <a:rPr lang="zh-CN" altLang="en-US" sz="2400" b="1" dirty="0">
                <a:solidFill>
                  <a:schemeClr val="tx1">
                    <a:lumMod val="85000"/>
                    <a:lumOff val="15000"/>
                  </a:schemeClr>
                </a:solidFill>
                <a:latin typeface="+mn-ea"/>
                <a:cs typeface="+mn-ea"/>
              </a:rPr>
              <a:t>国家主席缺位时，</a:t>
            </a:r>
            <a:r>
              <a:rPr lang="zh-CN" altLang="en-US" sz="2400" dirty="0">
                <a:solidFill>
                  <a:schemeClr val="tx1">
                    <a:lumMod val="85000"/>
                    <a:lumOff val="15000"/>
                  </a:schemeClr>
                </a:solidFill>
                <a:latin typeface="+mn-ea"/>
                <a:cs typeface="+mn-ea"/>
              </a:rPr>
              <a:t>由副主席继任。</a:t>
            </a:r>
            <a:endParaRPr lang="en-US" altLang="zh-CN" sz="2400" dirty="0">
              <a:solidFill>
                <a:schemeClr val="tx1">
                  <a:lumMod val="85000"/>
                  <a:lumOff val="15000"/>
                </a:schemeClr>
              </a:solidFill>
              <a:latin typeface="+mn-ea"/>
              <a:cs typeface="+mn-ea"/>
            </a:endParaRPr>
          </a:p>
          <a:p>
            <a:pPr indent="0" fontAlgn="auto">
              <a:lnSpc>
                <a:spcPct val="150000"/>
              </a:lnSpc>
              <a:spcBef>
                <a:spcPct val="0"/>
              </a:spcBef>
              <a:spcAft>
                <a:spcPct val="0"/>
              </a:spcAft>
            </a:pPr>
            <a:r>
              <a:rPr lang="zh-CN" altLang="en-US" sz="2400" b="1" dirty="0">
                <a:solidFill>
                  <a:schemeClr val="tx1">
                    <a:lumMod val="85000"/>
                    <a:lumOff val="15000"/>
                  </a:schemeClr>
                </a:solidFill>
                <a:latin typeface="+mn-ea"/>
                <a:cs typeface="+mn-ea"/>
              </a:rPr>
              <a:t>国家副主席缺位时，</a:t>
            </a:r>
            <a:r>
              <a:rPr lang="zh-CN" altLang="en-US" sz="2400" dirty="0">
                <a:solidFill>
                  <a:schemeClr val="tx1">
                    <a:lumMod val="85000"/>
                    <a:lumOff val="15000"/>
                  </a:schemeClr>
                </a:solidFill>
                <a:latin typeface="+mn-ea"/>
                <a:cs typeface="+mn-ea"/>
              </a:rPr>
              <a:t>由全国人大补选。</a:t>
            </a:r>
            <a:endParaRPr lang="en-US" altLang="zh-CN" sz="2400" dirty="0">
              <a:solidFill>
                <a:schemeClr val="tx1">
                  <a:lumMod val="85000"/>
                  <a:lumOff val="15000"/>
                </a:schemeClr>
              </a:solidFill>
              <a:latin typeface="+mn-ea"/>
              <a:cs typeface="+mn-ea"/>
            </a:endParaRPr>
          </a:p>
          <a:p>
            <a:pPr indent="0" fontAlgn="auto">
              <a:lnSpc>
                <a:spcPct val="150000"/>
              </a:lnSpc>
              <a:spcBef>
                <a:spcPct val="0"/>
              </a:spcBef>
              <a:spcAft>
                <a:spcPct val="0"/>
              </a:spcAft>
            </a:pPr>
            <a:r>
              <a:rPr lang="zh-CN" altLang="en-US" sz="2400" b="1" dirty="0">
                <a:solidFill>
                  <a:schemeClr val="tx1">
                    <a:lumMod val="85000"/>
                    <a:lumOff val="15000"/>
                  </a:schemeClr>
                </a:solidFill>
                <a:latin typeface="+mn-ea"/>
                <a:cs typeface="+mn-ea"/>
              </a:rPr>
              <a:t>国家主席、副主席都缺位时，</a:t>
            </a:r>
            <a:r>
              <a:rPr lang="zh-CN" altLang="en-US" sz="2400" dirty="0">
                <a:solidFill>
                  <a:schemeClr val="tx1">
                    <a:lumMod val="85000"/>
                    <a:lumOff val="15000"/>
                  </a:schemeClr>
                </a:solidFill>
                <a:latin typeface="+mn-ea"/>
                <a:cs typeface="+mn-ea"/>
              </a:rPr>
              <a:t>由全国人大补选；在补选前，由全国人大常委会委员长暂时代理主席职位。</a:t>
            </a:r>
            <a:endParaRPr lang="zh-CN" altLang="en-US" sz="2400" dirty="0">
              <a:solidFill>
                <a:schemeClr val="tx1">
                  <a:lumMod val="85000"/>
                  <a:lumOff val="15000"/>
                </a:schemeClr>
              </a:solidFill>
              <a:latin typeface="+mn-ea"/>
              <a:cs typeface="+mn-ea"/>
            </a:endParaRPr>
          </a:p>
        </p:txBody>
      </p:sp>
    </p:spTree>
    <p:custDataLst>
      <p:tags r:id="rId16"/>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三、国家主席的任期规定</a:t>
            </a:r>
            <a:endParaRPr lang="zh-CN" altLang="en-US"/>
          </a:p>
        </p:txBody>
      </p:sp>
      <p:sp>
        <p:nvSpPr>
          <p:cNvPr id="87" name="任意多边形: 形状 42"/>
          <p:cNvSpPr/>
          <p:nvPr>
            <p:custDataLst>
              <p:tags r:id="rId2"/>
            </p:custDataLst>
          </p:nvPr>
        </p:nvSpPr>
        <p:spPr>
          <a:xfrm rot="16200000" flipV="1">
            <a:off x="6060057" y="1827270"/>
            <a:ext cx="1799394" cy="2464550"/>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solidFill>
            <a:schemeClr val="accent1">
              <a:lumMod val="40000"/>
              <a:lumOff val="60000"/>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88" name="任意多边形: 形状 42"/>
          <p:cNvSpPr/>
          <p:nvPr>
            <p:custDataLst>
              <p:tags r:id="rId3"/>
            </p:custDataLst>
          </p:nvPr>
        </p:nvSpPr>
        <p:spPr>
          <a:xfrm rot="16200000" flipV="1">
            <a:off x="6027792" y="1708138"/>
            <a:ext cx="1799394" cy="2464550"/>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gradFill>
            <a:gsLst>
              <a:gs pos="7000">
                <a:schemeClr val="accent1">
                  <a:alpha val="100000"/>
                </a:schemeClr>
              </a:gs>
              <a:gs pos="100000">
                <a:schemeClr val="accent1">
                  <a:alpha val="6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89" name="任意多边形: 形状 42"/>
          <p:cNvSpPr/>
          <p:nvPr>
            <p:custDataLst>
              <p:tags r:id="rId4"/>
            </p:custDataLst>
          </p:nvPr>
        </p:nvSpPr>
        <p:spPr>
          <a:xfrm rot="16200000">
            <a:off x="4257560" y="3320147"/>
            <a:ext cx="1800635" cy="2464550"/>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solidFill>
            <a:schemeClr val="accent2">
              <a:lumMod val="40000"/>
              <a:lumOff val="60000"/>
              <a:alpha val="15000"/>
            </a:schemeClr>
          </a:solidFill>
          <a:ln>
            <a:noFill/>
          </a:ln>
          <a:effectLst>
            <a:outerShdw blurRad="50800" dist="38100" dir="2700000" algn="tl" rotWithShape="0">
              <a:schemeClr val="accent2">
                <a:lumMod val="75000"/>
                <a:alpha val="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90" name="任意多边形: 形状 42"/>
          <p:cNvSpPr/>
          <p:nvPr>
            <p:custDataLst>
              <p:tags r:id="rId5"/>
            </p:custDataLst>
          </p:nvPr>
        </p:nvSpPr>
        <p:spPr>
          <a:xfrm rot="16200000">
            <a:off x="4332018" y="3235762"/>
            <a:ext cx="1800635" cy="2464550"/>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gradFill>
            <a:gsLst>
              <a:gs pos="7000">
                <a:schemeClr val="accent2">
                  <a:alpha val="100000"/>
                </a:schemeClr>
              </a:gs>
              <a:gs pos="100000">
                <a:schemeClr val="accent2">
                  <a:alpha val="6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pic>
        <p:nvPicPr>
          <p:cNvPr id="91" name="图片 90" descr="/data/temp/cdc9a322-1d10-49cc-80b7-dcde65620aa1/ce9eebba-bbed-11f0-87da-b680fe0d4ce4.svgce9eebba-bbed-11f0-87da-b680fe0d4ce4"/>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rcRect/>
          <a:stretch>
            <a:fillRect/>
          </a:stretch>
        </p:blipFill>
        <p:spPr>
          <a:xfrm>
            <a:off x="4851361" y="4272585"/>
            <a:ext cx="351813" cy="351813"/>
          </a:xfrm>
          <a:prstGeom prst="rect">
            <a:avLst/>
          </a:prstGeom>
        </p:spPr>
      </p:pic>
      <p:pic>
        <p:nvPicPr>
          <p:cNvPr id="92" name="图片 91" descr="/data/temp/cdc9a322-1d10-49cc-80b7-dcde65620aa1/ce9ee9e9-bbed-11f0-87da-b680fe0d4ce4.svgce9ee9e9-bbed-11f0-87da-b680fe0d4ce4"/>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rcRect t="12644" b="12644"/>
          <a:stretch>
            <a:fillRect/>
          </a:stretch>
        </p:blipFill>
        <p:spPr>
          <a:xfrm>
            <a:off x="6918803" y="2764196"/>
            <a:ext cx="351813" cy="351813"/>
          </a:xfrm>
          <a:prstGeom prst="rect">
            <a:avLst/>
          </a:prstGeom>
        </p:spPr>
      </p:pic>
      <p:sp>
        <p:nvSpPr>
          <p:cNvPr id="93" name="文本框 92"/>
          <p:cNvSpPr txBox="1"/>
          <p:nvPr>
            <p:custDataLst>
              <p:tags r:id="rId12"/>
            </p:custDataLst>
          </p:nvPr>
        </p:nvSpPr>
        <p:spPr>
          <a:xfrm>
            <a:off x="8627110" y="1825625"/>
            <a:ext cx="2793365" cy="793115"/>
          </a:xfrm>
          <a:prstGeom prst="rect">
            <a:avLst/>
          </a:prstGeom>
          <a:noFill/>
        </p:spPr>
        <p:txBody>
          <a:bodyPr wrap="square" lIns="0" tIns="0" rIns="0" bIns="0" rtlCol="0" anchor="b" anchorCtr="0">
            <a:noAutofit/>
          </a:bodyPr>
          <a:p>
            <a:pPr algn="l"/>
            <a:r>
              <a:rPr lang="en-US" altLang="en-US" sz="1400" b="1">
                <a:solidFill>
                  <a:schemeClr val="accent1"/>
                </a:solidFill>
              </a:rPr>
              <a:t>    </a:t>
            </a:r>
            <a:r>
              <a:rPr lang="en-US" altLang="en-US" sz="2400" b="1">
                <a:solidFill>
                  <a:schemeClr val="accent1"/>
                </a:solidFill>
                <a:latin typeface="+mj-ea"/>
                <a:ea typeface="+mj-ea"/>
                <a:cs typeface="+mj-ea"/>
              </a:rPr>
              <a:t>1982</a:t>
            </a:r>
            <a:r>
              <a:rPr lang="zh-CN" altLang="en-US" sz="2400" b="1">
                <a:solidFill>
                  <a:schemeClr val="accent1"/>
                </a:solidFill>
                <a:latin typeface="+mj-ea"/>
                <a:ea typeface="+mj-ea"/>
                <a:cs typeface="+mj-ea"/>
              </a:rPr>
              <a:t>年宪法最初规定：</a:t>
            </a:r>
            <a:endParaRPr lang="zh-CN" altLang="en-US" sz="2400" b="1">
              <a:solidFill>
                <a:schemeClr val="accent1"/>
              </a:solidFill>
              <a:latin typeface="+mj-ea"/>
              <a:ea typeface="+mj-ea"/>
              <a:cs typeface="+mj-ea"/>
            </a:endParaRPr>
          </a:p>
        </p:txBody>
      </p:sp>
      <p:sp>
        <p:nvSpPr>
          <p:cNvPr id="94" name="文本框 93"/>
          <p:cNvSpPr txBox="1"/>
          <p:nvPr>
            <p:custDataLst>
              <p:tags r:id="rId13"/>
            </p:custDataLst>
          </p:nvPr>
        </p:nvSpPr>
        <p:spPr>
          <a:xfrm>
            <a:off x="8191500" y="2666365"/>
            <a:ext cx="3226435" cy="3567430"/>
          </a:xfrm>
          <a:prstGeom prst="rect">
            <a:avLst/>
          </a:prstGeom>
          <a:noFill/>
        </p:spPr>
        <p:txBody>
          <a:bodyPr wrap="square" lIns="0" tIns="0" rIns="0" bIns="0" rtlCol="0">
            <a:noAutofit/>
          </a:bodyPr>
          <a:p>
            <a:pPr indent="0" algn="l" fontAlgn="auto">
              <a:lnSpc>
                <a:spcPct val="140000"/>
              </a:lnSpc>
            </a:pPr>
            <a:r>
              <a:rPr lang="en-US" altLang="en-US" sz="1100" kern="0" dirty="0">
                <a:ln>
                  <a:noFill/>
                  <a:prstDash val="sysDot"/>
                </a:ln>
                <a:solidFill>
                  <a:schemeClr val="tx1">
                    <a:lumMod val="85000"/>
                    <a:lumOff val="15000"/>
                  </a:schemeClr>
                </a:solidFill>
                <a:latin typeface="+mn-ea"/>
                <a:sym typeface="+mn-ea"/>
              </a:rPr>
              <a:t> </a:t>
            </a:r>
            <a:endParaRPr lang="en-US" altLang="en-US" sz="1100" kern="0" dirty="0">
              <a:ln>
                <a:noFill/>
                <a:prstDash val="sysDot"/>
              </a:ln>
              <a:solidFill>
                <a:schemeClr val="tx1">
                  <a:lumMod val="85000"/>
                  <a:lumOff val="15000"/>
                </a:schemeClr>
              </a:solidFill>
              <a:latin typeface="+mn-ea"/>
              <a:sym typeface="+mn-ea"/>
            </a:endParaRPr>
          </a:p>
          <a:p>
            <a:pPr indent="0" algn="l" fontAlgn="auto">
              <a:lnSpc>
                <a:spcPct val="140000"/>
              </a:lnSpc>
            </a:pPr>
            <a:endParaRPr lang="en-US" altLang="en-US" sz="1100" kern="0" dirty="0">
              <a:ln>
                <a:noFill/>
                <a:prstDash val="sysDot"/>
              </a:ln>
              <a:solidFill>
                <a:schemeClr val="tx1">
                  <a:lumMod val="85000"/>
                  <a:lumOff val="15000"/>
                </a:schemeClr>
              </a:solidFill>
              <a:latin typeface="+mn-ea"/>
              <a:sym typeface="+mn-ea"/>
            </a:endParaRPr>
          </a:p>
          <a:p>
            <a:pPr indent="0" algn="l" fontAlgn="auto">
              <a:lnSpc>
                <a:spcPct val="140000"/>
              </a:lnSpc>
            </a:pPr>
            <a:r>
              <a:rPr lang="en-US" altLang="zh-CN" sz="2400" kern="0" dirty="0">
                <a:ln>
                  <a:noFill/>
                  <a:prstDash val="sysDot"/>
                </a:ln>
                <a:solidFill>
                  <a:schemeClr val="tx1">
                    <a:lumMod val="85000"/>
                    <a:lumOff val="15000"/>
                  </a:schemeClr>
                </a:solidFill>
                <a:latin typeface="+mj-ea"/>
                <a:ea typeface="+mj-ea"/>
                <a:cs typeface="+mj-ea"/>
                <a:sym typeface="+mn-ea"/>
              </a:rPr>
              <a:t>      </a:t>
            </a:r>
            <a:r>
              <a:rPr lang="zh-CN" altLang="en-US" sz="2400" kern="0" dirty="0">
                <a:ln>
                  <a:noFill/>
                  <a:prstDash val="sysDot"/>
                </a:ln>
                <a:solidFill>
                  <a:schemeClr val="tx1">
                    <a:lumMod val="85000"/>
                    <a:lumOff val="15000"/>
                  </a:schemeClr>
                </a:solidFill>
                <a:latin typeface="+mj-ea"/>
                <a:ea typeface="+mj-ea"/>
                <a:cs typeface="+mj-ea"/>
                <a:sym typeface="+mn-ea"/>
              </a:rPr>
              <a:t>国家主席、副主席每届任期同全国人民代表大会每届任期相同（五年）。</a:t>
            </a:r>
            <a:endParaRPr lang="zh-CN" altLang="zh-CN" sz="2400" kern="0" dirty="0">
              <a:ln>
                <a:noFill/>
                <a:prstDash val="sysDot"/>
              </a:ln>
              <a:solidFill>
                <a:schemeClr val="tx1">
                  <a:lumMod val="85000"/>
                  <a:lumOff val="15000"/>
                </a:schemeClr>
              </a:solidFill>
              <a:latin typeface="+mj-ea"/>
              <a:ea typeface="+mj-ea"/>
              <a:cs typeface="+mj-ea"/>
              <a:sym typeface="+mn-ea"/>
            </a:endParaRPr>
          </a:p>
          <a:p>
            <a:pPr indent="0" algn="l" fontAlgn="auto">
              <a:lnSpc>
                <a:spcPct val="140000"/>
              </a:lnSpc>
            </a:pPr>
            <a:r>
              <a:rPr lang="en-US" altLang="zh-CN" sz="2400" kern="0" dirty="0">
                <a:ln>
                  <a:noFill/>
                  <a:prstDash val="sysDot"/>
                </a:ln>
                <a:solidFill>
                  <a:schemeClr val="tx1">
                    <a:lumMod val="85000"/>
                    <a:lumOff val="15000"/>
                  </a:schemeClr>
                </a:solidFill>
                <a:latin typeface="+mj-ea"/>
                <a:ea typeface="+mj-ea"/>
                <a:cs typeface="+mj-ea"/>
                <a:sym typeface="+mn-ea"/>
              </a:rPr>
              <a:t>     </a:t>
            </a:r>
            <a:r>
              <a:rPr lang="en-US" altLang="zh-CN" sz="2400" b="1" kern="0" dirty="0">
                <a:ln>
                  <a:noFill/>
                  <a:prstDash val="sysDot"/>
                </a:ln>
                <a:solidFill>
                  <a:schemeClr val="tx1">
                    <a:lumMod val="85000"/>
                    <a:lumOff val="15000"/>
                  </a:schemeClr>
                </a:solidFill>
                <a:latin typeface="+mj-ea"/>
                <a:ea typeface="+mj-ea"/>
                <a:cs typeface="+mj-ea"/>
                <a:sym typeface="+mn-ea"/>
              </a:rPr>
              <a:t> </a:t>
            </a:r>
            <a:r>
              <a:rPr lang="zh-CN" altLang="zh-CN" sz="2400" b="1" kern="0" dirty="0">
                <a:ln>
                  <a:noFill/>
                  <a:prstDash val="sysDot"/>
                </a:ln>
                <a:solidFill>
                  <a:schemeClr val="tx1">
                    <a:lumMod val="85000"/>
                    <a:lumOff val="15000"/>
                  </a:schemeClr>
                </a:solidFill>
                <a:latin typeface="+mj-ea"/>
                <a:ea typeface="+mj-ea"/>
                <a:cs typeface="+mj-ea"/>
                <a:sym typeface="+mn-ea"/>
              </a:rPr>
              <a:t>连续任职不得超过两届。</a:t>
            </a:r>
            <a:r>
              <a:rPr lang="en-US" altLang="zh-CN" sz="2400" kern="0" dirty="0">
                <a:ln>
                  <a:noFill/>
                  <a:prstDash val="sysDot"/>
                </a:ln>
                <a:solidFill>
                  <a:schemeClr val="tx1">
                    <a:lumMod val="85000"/>
                    <a:lumOff val="15000"/>
                  </a:schemeClr>
                </a:solidFill>
                <a:latin typeface="+mj-ea"/>
                <a:ea typeface="+mj-ea"/>
                <a:cs typeface="+mj-ea"/>
                <a:sym typeface="+mn-ea"/>
              </a:rPr>
              <a:t> </a:t>
            </a:r>
            <a:endParaRPr lang="en-US" altLang="zh-CN" sz="2400" kern="0" dirty="0">
              <a:ln>
                <a:noFill/>
                <a:prstDash val="sysDot"/>
              </a:ln>
              <a:solidFill>
                <a:schemeClr val="tx1">
                  <a:lumMod val="85000"/>
                  <a:lumOff val="15000"/>
                </a:schemeClr>
              </a:solidFill>
              <a:latin typeface="+mj-ea"/>
              <a:ea typeface="+mj-ea"/>
              <a:cs typeface="+mj-ea"/>
              <a:sym typeface="+mn-ea"/>
            </a:endParaRPr>
          </a:p>
        </p:txBody>
      </p:sp>
      <p:sp>
        <p:nvSpPr>
          <p:cNvPr id="95" name="文本框 94"/>
          <p:cNvSpPr txBox="1"/>
          <p:nvPr>
            <p:custDataLst>
              <p:tags r:id="rId14"/>
            </p:custDataLst>
          </p:nvPr>
        </p:nvSpPr>
        <p:spPr>
          <a:xfrm>
            <a:off x="358140" y="2741295"/>
            <a:ext cx="3568065" cy="910590"/>
          </a:xfrm>
          <a:prstGeom prst="rect">
            <a:avLst/>
          </a:prstGeom>
          <a:noFill/>
        </p:spPr>
        <p:txBody>
          <a:bodyPr wrap="square" lIns="0" tIns="0" rIns="0" bIns="0" rtlCol="0" anchor="b" anchorCtr="0">
            <a:noAutofit/>
          </a:bodyPr>
          <a:p>
            <a:pPr algn="just"/>
            <a:r>
              <a:rPr lang="en-US" altLang="en-US" sz="2400" b="1">
                <a:solidFill>
                  <a:schemeClr val="accent2"/>
                </a:solidFill>
                <a:latin typeface="+mj-ea"/>
                <a:ea typeface="+mj-ea"/>
                <a:cs typeface="+mj-ea"/>
              </a:rPr>
              <a:t>2018</a:t>
            </a:r>
            <a:r>
              <a:rPr lang="zh-CN" altLang="en-US" sz="2400" b="1">
                <a:solidFill>
                  <a:schemeClr val="accent2"/>
                </a:solidFill>
                <a:latin typeface="+mj-ea"/>
                <a:ea typeface="+mj-ea"/>
                <a:cs typeface="+mj-ea"/>
              </a:rPr>
              <a:t>年《宪法修正案》后的现行规定：</a:t>
            </a:r>
            <a:endParaRPr lang="zh-CN" altLang="en-US" sz="2400" b="1">
              <a:solidFill>
                <a:schemeClr val="accent2"/>
              </a:solidFill>
              <a:latin typeface="+mj-ea"/>
              <a:ea typeface="+mj-ea"/>
              <a:cs typeface="+mj-ea"/>
            </a:endParaRPr>
          </a:p>
        </p:txBody>
      </p:sp>
      <p:sp>
        <p:nvSpPr>
          <p:cNvPr id="96" name="文本框 95"/>
          <p:cNvSpPr txBox="1"/>
          <p:nvPr>
            <p:custDataLst>
              <p:tags r:id="rId15"/>
            </p:custDataLst>
          </p:nvPr>
        </p:nvSpPr>
        <p:spPr>
          <a:xfrm>
            <a:off x="226060" y="3737610"/>
            <a:ext cx="3774440" cy="2709545"/>
          </a:xfrm>
          <a:prstGeom prst="rect">
            <a:avLst/>
          </a:prstGeom>
          <a:noFill/>
        </p:spPr>
        <p:txBody>
          <a:bodyPr wrap="square" lIns="0" tIns="0" rIns="0" bIns="0" rtlCol="0">
            <a:noAutofit/>
          </a:bodyPr>
          <a:p>
            <a:pPr indent="0" algn="r" fontAlgn="auto">
              <a:lnSpc>
                <a:spcPct val="140000"/>
              </a:lnSpc>
            </a:pPr>
            <a:endParaRPr lang="en-US" altLang="en-US" sz="1100" kern="0" dirty="0">
              <a:ln>
                <a:noFill/>
                <a:prstDash val="sysDot"/>
              </a:ln>
              <a:solidFill>
                <a:schemeClr val="tx1">
                  <a:lumMod val="85000"/>
                  <a:lumOff val="15000"/>
                </a:schemeClr>
              </a:solidFill>
              <a:latin typeface="+mn-ea"/>
              <a:sym typeface="+mn-ea"/>
            </a:endParaRPr>
          </a:p>
          <a:p>
            <a:pPr indent="0" algn="just" fontAlgn="auto">
              <a:lnSpc>
                <a:spcPct val="140000"/>
              </a:lnSpc>
            </a:pPr>
            <a:r>
              <a:rPr lang="en-US" altLang="zh-CN" sz="2400" kern="0" dirty="0">
                <a:ln>
                  <a:noFill/>
                  <a:prstDash val="sysDot"/>
                </a:ln>
                <a:solidFill>
                  <a:schemeClr val="tx1">
                    <a:lumMod val="85000"/>
                    <a:lumOff val="15000"/>
                  </a:schemeClr>
                </a:solidFill>
                <a:latin typeface="+mn-ea"/>
                <a:sym typeface="+mn-ea"/>
              </a:rPr>
              <a:t>      </a:t>
            </a:r>
            <a:r>
              <a:rPr lang="zh-CN" altLang="en-US" sz="2400" kern="0" dirty="0">
                <a:ln>
                  <a:noFill/>
                  <a:prstDash val="sysDot"/>
                </a:ln>
                <a:solidFill>
                  <a:schemeClr val="tx1">
                    <a:lumMod val="85000"/>
                    <a:lumOff val="15000"/>
                  </a:schemeClr>
                </a:solidFill>
                <a:latin typeface="+mn-ea"/>
                <a:sym typeface="+mn-ea"/>
              </a:rPr>
              <a:t>国家主席、副主席每届任期同全国人民代表大会每届任期相同（五年）。</a:t>
            </a:r>
            <a:endParaRPr lang="en-US" altLang="zh-CN" sz="2400" kern="0" dirty="0">
              <a:ln>
                <a:noFill/>
                <a:prstDash val="sysDot"/>
              </a:ln>
              <a:solidFill>
                <a:schemeClr val="tx1">
                  <a:lumMod val="85000"/>
                  <a:lumOff val="15000"/>
                </a:schemeClr>
              </a:solidFill>
              <a:latin typeface="+mn-ea"/>
              <a:sym typeface="+mn-ea"/>
            </a:endParaRPr>
          </a:p>
          <a:p>
            <a:pPr indent="0" algn="just" fontAlgn="auto">
              <a:lnSpc>
                <a:spcPct val="140000"/>
              </a:lnSpc>
            </a:pPr>
            <a:r>
              <a:rPr lang="en-US" altLang="zh-CN" sz="2400" kern="0" dirty="0">
                <a:ln>
                  <a:noFill/>
                  <a:prstDash val="sysDot"/>
                </a:ln>
                <a:solidFill>
                  <a:schemeClr val="tx1">
                    <a:lumMod val="85000"/>
                    <a:lumOff val="15000"/>
                  </a:schemeClr>
                </a:solidFill>
                <a:latin typeface="+mn-ea"/>
                <a:sym typeface="+mn-ea"/>
              </a:rPr>
              <a:t>      </a:t>
            </a:r>
            <a:r>
              <a:rPr lang="zh-CN" altLang="zh-CN" sz="2400" b="1" kern="0" dirty="0">
                <a:ln>
                  <a:noFill/>
                  <a:prstDash val="sysDot"/>
                </a:ln>
                <a:solidFill>
                  <a:srgbClr val="FF0000"/>
                </a:solidFill>
                <a:latin typeface="+mn-ea"/>
                <a:sym typeface="+mn-ea"/>
              </a:rPr>
              <a:t>删除了“连续任职不得超过两届”的规定。</a:t>
            </a:r>
            <a:endParaRPr lang="zh-CN" altLang="zh-CN" sz="2400" b="1" kern="0" dirty="0">
              <a:ln>
                <a:noFill/>
                <a:prstDash val="sysDot"/>
              </a:ln>
              <a:solidFill>
                <a:srgbClr val="FF0000"/>
              </a:solidFill>
              <a:latin typeface="+mn-ea"/>
              <a:sym typeface="+mn-ea"/>
            </a:endParaRPr>
          </a:p>
        </p:txBody>
      </p:sp>
      <p:sp>
        <p:nvSpPr>
          <p:cNvPr id="97" name="文本框 96"/>
          <p:cNvSpPr txBox="1"/>
          <p:nvPr>
            <p:custDataLst>
              <p:tags r:id="rId16"/>
            </p:custDataLst>
          </p:nvPr>
        </p:nvSpPr>
        <p:spPr>
          <a:xfrm>
            <a:off x="485140" y="1080135"/>
            <a:ext cx="7790180" cy="1157605"/>
          </a:xfrm>
          <a:prstGeom prst="rect">
            <a:avLst/>
          </a:prstGeom>
          <a:noFill/>
        </p:spPr>
        <p:txBody>
          <a:bodyPr wrap="square" lIns="0" tIns="0" rIns="0" bIns="0" rtlCol="0" anchor="b" anchorCtr="0">
            <a:noAutofit/>
          </a:bodyPr>
          <a:p>
            <a:pPr algn="just"/>
            <a:r>
              <a:rPr lang="zh-CN" altLang="en-US" sz="2400" b="1">
                <a:solidFill>
                  <a:srgbClr val="FF0000"/>
                </a:solidFill>
                <a:latin typeface="+mj-ea"/>
                <a:ea typeface="+mj-ea"/>
                <a:cs typeface="+mj-ea"/>
              </a:rPr>
              <a:t>说明：党章和宪法对党的总书记、中央军委主席均无任期限制，对国家主席相关规定采取同样做法，使制度设计更加协调统一。</a:t>
            </a:r>
            <a:endParaRPr lang="zh-CN" altLang="en-US" sz="2400" b="1">
              <a:solidFill>
                <a:srgbClr val="FF0000"/>
              </a:solidFill>
              <a:latin typeface="+mj-ea"/>
              <a:ea typeface="+mj-ea"/>
              <a:cs typeface="+mj-ea"/>
            </a:endParaRPr>
          </a:p>
        </p:txBody>
      </p:sp>
    </p:spTree>
    <p:custDataLst>
      <p:tags r:id="rId17"/>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四、国家主席的职权</a:t>
            </a:r>
            <a:r>
              <a:rPr lang="zh-CN" altLang="en-US" sz="2400"/>
              <a:t>（根据全国人大及其常委会的决定）</a:t>
            </a:r>
            <a:endParaRPr lang="zh-CN" altLang="en-US" sz="2400"/>
          </a:p>
        </p:txBody>
      </p:sp>
      <p:sp>
        <p:nvSpPr>
          <p:cNvPr id="9" name="圆角矩形 14"/>
          <p:cNvSpPr/>
          <p:nvPr>
            <p:custDataLst>
              <p:tags r:id="rId2"/>
            </p:custDataLst>
          </p:nvPr>
        </p:nvSpPr>
        <p:spPr>
          <a:xfrm>
            <a:off x="695325" y="1485063"/>
            <a:ext cx="10795669" cy="1084653"/>
          </a:xfrm>
          <a:prstGeom prst="roundRect">
            <a:avLst>
              <a:gd name="adj" fmla="val 15982"/>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lIns="144145" tIns="0" rIns="144145" bIns="0" rtlCol="0" anchor="ctr">
            <a:noAutofit/>
          </a:bodyPr>
          <a:p>
            <a:pPr indent="0" algn="l" fontAlgn="auto">
              <a:lnSpc>
                <a:spcPct val="130000"/>
              </a:lnSpc>
            </a:pPr>
            <a:r>
              <a:rPr lang="zh-CN" sz="2400" b="1" kern="0">
                <a:ln>
                  <a:noFill/>
                  <a:prstDash val="sysDot"/>
                </a:ln>
                <a:solidFill>
                  <a:schemeClr val="tx1">
                    <a:lumMod val="85000"/>
                    <a:lumOff val="15000"/>
                  </a:schemeClr>
                </a:solidFill>
                <a:uFillTx/>
                <a:latin typeface="+mn-ea"/>
                <a:sym typeface="+mn-ea"/>
              </a:rPr>
              <a:t>（一）</a:t>
            </a:r>
            <a:r>
              <a:rPr lang="zh-CN" altLang="en-US" sz="2400" kern="0">
                <a:ln>
                  <a:noFill/>
                  <a:prstDash val="sysDot"/>
                </a:ln>
                <a:solidFill>
                  <a:schemeClr val="tx1">
                    <a:lumMod val="85000"/>
                    <a:lumOff val="15000"/>
                  </a:schemeClr>
                </a:solidFill>
                <a:uFillTx/>
                <a:latin typeface="+mn-ea"/>
                <a:sym typeface="+mn-ea"/>
              </a:rPr>
              <a:t>公布法律、发布命令（紧急状态、动员令）</a:t>
            </a:r>
            <a:endParaRPr lang="zh-CN" altLang="en-US" sz="2400" kern="0">
              <a:ln>
                <a:noFill/>
                <a:prstDash val="sysDot"/>
              </a:ln>
              <a:solidFill>
                <a:schemeClr val="tx1">
                  <a:lumMod val="85000"/>
                  <a:lumOff val="15000"/>
                </a:schemeClr>
              </a:solidFill>
              <a:uFillTx/>
              <a:latin typeface="+mn-ea"/>
              <a:sym typeface="+mn-ea"/>
            </a:endParaRPr>
          </a:p>
        </p:txBody>
      </p:sp>
      <p:sp>
        <p:nvSpPr>
          <p:cNvPr id="2" name="圆角矩形 9"/>
          <p:cNvSpPr/>
          <p:nvPr>
            <p:custDataLst>
              <p:tags r:id="rId3"/>
            </p:custDataLst>
          </p:nvPr>
        </p:nvSpPr>
        <p:spPr>
          <a:xfrm>
            <a:off x="926116" y="1425299"/>
            <a:ext cx="707632" cy="87739"/>
          </a:xfrm>
          <a:prstGeom prst="roundRect">
            <a:avLst>
              <a:gd name="adj" fmla="val 50000"/>
            </a:avLst>
          </a:prstGeom>
          <a:gradFill>
            <a:gsLst>
              <a:gs pos="100000">
                <a:schemeClr val="accent1">
                  <a:lumMod val="60000"/>
                  <a:lumOff val="40000"/>
                  <a:alpha val="71000"/>
                </a:schemeClr>
              </a:gs>
              <a:gs pos="0">
                <a:schemeClr val="accent1">
                  <a:alpha val="100000"/>
                </a:schemeClr>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5" name="圆角矩形 14"/>
          <p:cNvSpPr/>
          <p:nvPr>
            <p:custDataLst>
              <p:tags r:id="rId4"/>
            </p:custDataLst>
          </p:nvPr>
        </p:nvSpPr>
        <p:spPr>
          <a:xfrm>
            <a:off x="695325" y="2761724"/>
            <a:ext cx="10795669" cy="1084653"/>
          </a:xfrm>
          <a:prstGeom prst="roundRect">
            <a:avLst>
              <a:gd name="adj" fmla="val 15982"/>
            </a:avLst>
          </a:prstGeom>
          <a:solidFill>
            <a:schemeClr val="accent2">
              <a:lumMod val="60000"/>
              <a:lumOff val="40000"/>
              <a:alpha val="12000"/>
            </a:schemeClr>
          </a:solidFill>
          <a:ln w="9525">
            <a:gradFill>
              <a:gsLst>
                <a:gs pos="100000">
                  <a:schemeClr val="accent2">
                    <a:alpha val="15000"/>
                  </a:schemeClr>
                </a:gs>
                <a:gs pos="0">
                  <a:schemeClr val="accent2">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30000"/>
              </a:lnSpc>
              <a:buClrTx/>
              <a:buSzTx/>
              <a:buFontTx/>
            </a:pPr>
            <a:r>
              <a:rPr lang="zh-CN" sz="2400" b="1" kern="0">
                <a:ln>
                  <a:noFill/>
                  <a:prstDash val="sysDot"/>
                </a:ln>
                <a:solidFill>
                  <a:schemeClr val="tx1">
                    <a:lumMod val="85000"/>
                    <a:lumOff val="15000"/>
                  </a:schemeClr>
                </a:solidFill>
                <a:uFillTx/>
                <a:latin typeface="+mn-ea"/>
                <a:sym typeface="+mn-ea"/>
              </a:rPr>
              <a:t>（二）</a:t>
            </a:r>
            <a:r>
              <a:rPr lang="zh-CN" altLang="en-US" sz="2400" b="1" kern="0">
                <a:ln>
                  <a:noFill/>
                  <a:prstDash val="sysDot"/>
                </a:ln>
                <a:solidFill>
                  <a:schemeClr val="tx1">
                    <a:lumMod val="85000"/>
                    <a:lumOff val="15000"/>
                  </a:schemeClr>
                </a:solidFill>
                <a:uFillTx/>
                <a:latin typeface="+mn-ea"/>
                <a:sym typeface="+mn-ea"/>
              </a:rPr>
              <a:t>任免权，</a:t>
            </a:r>
            <a:r>
              <a:rPr lang="zh-CN" altLang="en-US" sz="2400" kern="0">
                <a:ln>
                  <a:noFill/>
                  <a:prstDash val="sysDot"/>
                </a:ln>
                <a:solidFill>
                  <a:schemeClr val="tx1">
                    <a:lumMod val="85000"/>
                    <a:lumOff val="15000"/>
                  </a:schemeClr>
                </a:solidFill>
                <a:uFillTx/>
                <a:latin typeface="+mn-ea"/>
                <a:sym typeface="+mn-ea"/>
              </a:rPr>
              <a:t>任免国务院总理、副总理、国务委员、各部部长、各委员会主任、审计长、秘书长。</a:t>
            </a:r>
            <a:endParaRPr lang="zh-CN" altLang="en-US" sz="2400" kern="0">
              <a:ln>
                <a:noFill/>
                <a:prstDash val="sysDot"/>
              </a:ln>
              <a:solidFill>
                <a:schemeClr val="tx1">
                  <a:lumMod val="85000"/>
                  <a:lumOff val="15000"/>
                </a:schemeClr>
              </a:solidFill>
              <a:uFillTx/>
              <a:latin typeface="+mn-ea"/>
              <a:sym typeface="+mn-ea"/>
            </a:endParaRPr>
          </a:p>
        </p:txBody>
      </p:sp>
      <p:sp>
        <p:nvSpPr>
          <p:cNvPr id="4" name="圆角矩形 10"/>
          <p:cNvSpPr/>
          <p:nvPr>
            <p:custDataLst>
              <p:tags r:id="rId5"/>
            </p:custDataLst>
          </p:nvPr>
        </p:nvSpPr>
        <p:spPr>
          <a:xfrm>
            <a:off x="926116" y="2692423"/>
            <a:ext cx="707632" cy="87739"/>
          </a:xfrm>
          <a:prstGeom prst="roundRect">
            <a:avLst>
              <a:gd name="adj" fmla="val 50000"/>
            </a:avLst>
          </a:prstGeom>
          <a:gradFill>
            <a:gsLst>
              <a:gs pos="100000">
                <a:schemeClr val="accent2">
                  <a:lumMod val="60000"/>
                  <a:lumOff val="40000"/>
                  <a:alpha val="71000"/>
                </a:schemeClr>
              </a:gs>
              <a:gs pos="0">
                <a:schemeClr val="accent2">
                  <a:alpha val="100000"/>
                </a:schemeClr>
              </a:gs>
            </a:gsLst>
            <a:lin ang="0"/>
          </a:gradFill>
          <a:ln>
            <a:noFill/>
          </a:ln>
          <a:effectLst>
            <a:outerShdw blurRad="508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0" name="圆角矩形 14"/>
          <p:cNvSpPr/>
          <p:nvPr>
            <p:custDataLst>
              <p:tags r:id="rId6"/>
            </p:custDataLst>
          </p:nvPr>
        </p:nvSpPr>
        <p:spPr>
          <a:xfrm>
            <a:off x="695325" y="4026940"/>
            <a:ext cx="10795669" cy="1084653"/>
          </a:xfrm>
          <a:prstGeom prst="roundRect">
            <a:avLst>
              <a:gd name="adj" fmla="val 15982"/>
            </a:avLst>
          </a:prstGeom>
          <a:solidFill>
            <a:schemeClr val="accent3">
              <a:lumMod val="60000"/>
              <a:lumOff val="40000"/>
              <a:alpha val="12000"/>
            </a:schemeClr>
          </a:solidFill>
          <a:ln w="9525">
            <a:gradFill>
              <a:gsLst>
                <a:gs pos="100000">
                  <a:schemeClr val="accent3">
                    <a:alpha val="15000"/>
                  </a:schemeClr>
                </a:gs>
                <a:gs pos="0">
                  <a:schemeClr val="accent3">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30000"/>
              </a:lnSpc>
              <a:buClrTx/>
              <a:buSzTx/>
              <a:buFontTx/>
            </a:pPr>
            <a:r>
              <a:rPr lang="zh-CN" sz="2400" b="1" kern="0">
                <a:ln>
                  <a:noFill/>
                  <a:prstDash val="sysDot"/>
                </a:ln>
                <a:solidFill>
                  <a:schemeClr val="tx1">
                    <a:lumMod val="85000"/>
                    <a:lumOff val="15000"/>
                  </a:schemeClr>
                </a:solidFill>
                <a:uFillTx/>
                <a:latin typeface="+mn-ea"/>
                <a:sym typeface="+mn-ea"/>
              </a:rPr>
              <a:t>（三）</a:t>
            </a:r>
            <a:r>
              <a:rPr lang="zh-CN" altLang="en-US" sz="2400" b="1" kern="0">
                <a:ln>
                  <a:noFill/>
                  <a:prstDash val="sysDot"/>
                </a:ln>
                <a:solidFill>
                  <a:schemeClr val="tx1">
                    <a:lumMod val="85000"/>
                    <a:lumOff val="15000"/>
                  </a:schemeClr>
                </a:solidFill>
                <a:uFillTx/>
                <a:latin typeface="+mn-ea"/>
                <a:sym typeface="+mn-ea"/>
              </a:rPr>
              <a:t>外事权，</a:t>
            </a:r>
            <a:r>
              <a:rPr lang="zh-CN" altLang="en-US" sz="2400" kern="0">
                <a:ln>
                  <a:noFill/>
                  <a:prstDash val="sysDot"/>
                </a:ln>
                <a:solidFill>
                  <a:schemeClr val="tx1">
                    <a:lumMod val="85000"/>
                    <a:lumOff val="15000"/>
                  </a:schemeClr>
                </a:solidFill>
                <a:uFillTx/>
                <a:latin typeface="+mn-ea"/>
                <a:sym typeface="+mn-ea"/>
              </a:rPr>
              <a:t>派遣和召回驻外全权代表，批准和废除同外国缔结的条约和重要协定。</a:t>
            </a:r>
            <a:endParaRPr lang="zh-CN" altLang="en-US" sz="2400" kern="0">
              <a:ln>
                <a:noFill/>
                <a:prstDash val="sysDot"/>
              </a:ln>
              <a:solidFill>
                <a:schemeClr val="tx1">
                  <a:lumMod val="85000"/>
                  <a:lumOff val="15000"/>
                </a:schemeClr>
              </a:solidFill>
              <a:uFillTx/>
              <a:latin typeface="+mn-ea"/>
              <a:sym typeface="+mn-ea"/>
            </a:endParaRPr>
          </a:p>
        </p:txBody>
      </p:sp>
      <p:sp>
        <p:nvSpPr>
          <p:cNvPr id="8" name="圆角矩形 11"/>
          <p:cNvSpPr/>
          <p:nvPr>
            <p:custDataLst>
              <p:tags r:id="rId7"/>
            </p:custDataLst>
          </p:nvPr>
        </p:nvSpPr>
        <p:spPr>
          <a:xfrm>
            <a:off x="926116" y="3969084"/>
            <a:ext cx="707632" cy="87739"/>
          </a:xfrm>
          <a:prstGeom prst="roundRect">
            <a:avLst>
              <a:gd name="adj" fmla="val 50000"/>
            </a:avLst>
          </a:prstGeom>
          <a:gradFill>
            <a:gsLst>
              <a:gs pos="100000">
                <a:schemeClr val="accent3">
                  <a:lumMod val="60000"/>
                  <a:lumOff val="40000"/>
                  <a:alpha val="71000"/>
                </a:schemeClr>
              </a:gs>
              <a:gs pos="0">
                <a:schemeClr val="accent3">
                  <a:alpha val="100000"/>
                </a:schemeClr>
              </a:gs>
            </a:gsLst>
            <a:lin ang="0"/>
          </a:gradFill>
          <a:ln>
            <a:noFill/>
          </a:ln>
          <a:effectLst>
            <a:outerShdw blurRad="50800" dist="38100" dir="2700000" algn="tl" rotWithShape="0">
              <a:schemeClr val="accent3">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3" name="圆角矩形 14"/>
          <p:cNvSpPr/>
          <p:nvPr>
            <p:custDataLst>
              <p:tags r:id="rId8"/>
            </p:custDataLst>
          </p:nvPr>
        </p:nvSpPr>
        <p:spPr>
          <a:xfrm>
            <a:off x="695360" y="5280915"/>
            <a:ext cx="10800680" cy="1366523"/>
          </a:xfrm>
          <a:prstGeom prst="roundRect">
            <a:avLst>
              <a:gd name="adj" fmla="val 15982"/>
            </a:avLst>
          </a:prstGeom>
          <a:solidFill>
            <a:schemeClr val="accent4">
              <a:lumMod val="60000"/>
              <a:lumOff val="40000"/>
              <a:alpha val="12000"/>
            </a:schemeClr>
          </a:solidFill>
          <a:ln w="9525">
            <a:gradFill>
              <a:gsLst>
                <a:gs pos="100000">
                  <a:schemeClr val="accent4">
                    <a:alpha val="15000"/>
                  </a:schemeClr>
                </a:gs>
                <a:gs pos="0">
                  <a:schemeClr val="accent4">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30000"/>
              </a:lnSpc>
              <a:buClrTx/>
              <a:buSzTx/>
              <a:buFontTx/>
            </a:pPr>
            <a:r>
              <a:rPr lang="zh-CN" altLang="en-US" sz="2400" b="1" kern="0">
                <a:ln>
                  <a:noFill/>
                  <a:prstDash val="sysDot"/>
                </a:ln>
                <a:solidFill>
                  <a:schemeClr val="tx1">
                    <a:lumMod val="85000"/>
                    <a:lumOff val="15000"/>
                  </a:schemeClr>
                </a:solidFill>
                <a:uFillTx/>
                <a:latin typeface="+mn-ea"/>
                <a:sym typeface="+mn-ea"/>
              </a:rPr>
              <a:t>（四）授予荣誉权，</a:t>
            </a:r>
            <a:r>
              <a:rPr lang="zh-CN" altLang="en-US" sz="2400" kern="0">
                <a:ln>
                  <a:noFill/>
                  <a:prstDash val="sysDot"/>
                </a:ln>
                <a:solidFill>
                  <a:schemeClr val="tx1">
                    <a:lumMod val="85000"/>
                    <a:lumOff val="15000"/>
                  </a:schemeClr>
                </a:solidFill>
                <a:uFillTx/>
                <a:latin typeface="+mn-ea"/>
                <a:sym typeface="+mn-ea"/>
              </a:rPr>
              <a:t>授予国家的勋章和荣誉称号。</a:t>
            </a:r>
            <a:endParaRPr lang="zh-CN" altLang="en-US" sz="2400" kern="0">
              <a:ln>
                <a:noFill/>
                <a:prstDash val="sysDot"/>
              </a:ln>
              <a:solidFill>
                <a:schemeClr val="tx1">
                  <a:lumMod val="85000"/>
                  <a:lumOff val="15000"/>
                </a:schemeClr>
              </a:solidFill>
              <a:uFillTx/>
              <a:latin typeface="+mn-ea"/>
              <a:sym typeface="+mn-ea"/>
            </a:endParaRPr>
          </a:p>
        </p:txBody>
      </p:sp>
      <p:sp>
        <p:nvSpPr>
          <p:cNvPr id="14" name="圆角矩形 12"/>
          <p:cNvSpPr/>
          <p:nvPr>
            <p:custDataLst>
              <p:tags r:id="rId9"/>
            </p:custDataLst>
          </p:nvPr>
        </p:nvSpPr>
        <p:spPr>
          <a:xfrm>
            <a:off x="926116" y="5234301"/>
            <a:ext cx="707632" cy="87739"/>
          </a:xfrm>
          <a:prstGeom prst="roundRect">
            <a:avLst>
              <a:gd name="adj" fmla="val 50000"/>
            </a:avLst>
          </a:prstGeom>
          <a:gradFill>
            <a:gsLst>
              <a:gs pos="100000">
                <a:schemeClr val="accent4">
                  <a:lumMod val="60000"/>
                  <a:lumOff val="40000"/>
                  <a:alpha val="71000"/>
                </a:schemeClr>
              </a:gs>
              <a:gs pos="0">
                <a:schemeClr val="accent4">
                  <a:alpha val="100000"/>
                </a:schemeClr>
              </a:gs>
            </a:gsLst>
            <a:lin ang="0"/>
          </a:gradFill>
          <a:ln>
            <a:noFill/>
          </a:ln>
          <a:effectLst>
            <a:outerShdw blurRad="50800" dist="38100" dir="2700000" algn="tl" rotWithShape="0">
              <a:schemeClr val="accent4">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10"/>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115570" y="2802890"/>
            <a:ext cx="4029075" cy="1096010"/>
          </a:xfrm>
        </p:spPr>
        <p:txBody>
          <a:bodyPr>
            <a:noAutofit/>
          </a:bodyPr>
          <a:lstStyle/>
          <a:p>
            <a:pPr algn="ctr"/>
            <a:r>
              <a:rPr lang="zh-CN" altLang="en-US" sz="4000">
                <a:latin typeface="+mn-ea"/>
                <a:ea typeface="+mn-ea"/>
                <a:cs typeface="+mn-ea"/>
                <a:sym typeface="+mn-ea"/>
              </a:rPr>
              <a:t>第四节</a:t>
            </a:r>
            <a:r>
              <a:rPr lang="en-US" altLang="zh-CN" sz="4000">
                <a:latin typeface="+mn-ea"/>
                <a:ea typeface="+mn-ea"/>
                <a:cs typeface="+mn-ea"/>
                <a:sym typeface="+mn-ea"/>
              </a:rPr>
              <a:t>   </a:t>
            </a:r>
            <a:r>
              <a:rPr lang="zh-CN" altLang="en-US" sz="4000">
                <a:latin typeface="+mn-ea"/>
                <a:ea typeface="+mn-ea"/>
                <a:cs typeface="+mn-ea"/>
                <a:sym typeface="+mn-ea"/>
              </a:rPr>
              <a:t>国务院</a:t>
            </a:r>
            <a:endParaRPr lang="zh-CN" altLang="en-US" sz="4000">
              <a:solidFill>
                <a:schemeClr val="bg2"/>
              </a:solidFill>
              <a:latin typeface="微软雅黑" panose="020B0503020204020204" charset="-122"/>
              <a:ea typeface="微软雅黑" panose="020B0503020204020204" charset="-122"/>
              <a:sym typeface="+mn-ea"/>
            </a:endParaRPr>
          </a:p>
        </p:txBody>
      </p:sp>
      <p:sp>
        <p:nvSpPr>
          <p:cNvPr id="9" name="文本框 8"/>
          <p:cNvSpPr txBox="1"/>
          <p:nvPr>
            <p:custDataLst>
              <p:tags r:id="rId4"/>
            </p:custDataLst>
          </p:nvPr>
        </p:nvSpPr>
        <p:spPr>
          <a:xfrm>
            <a:off x="4237990" y="718185"/>
            <a:ext cx="7954010" cy="5422265"/>
          </a:xfrm>
          <a:prstGeom prst="rect">
            <a:avLst/>
          </a:prstGeom>
          <a:noFill/>
        </p:spPr>
        <p:txBody>
          <a:bodyPr wrap="square" rtlCol="0" anchor="ctr" anchorCtr="0">
            <a:normAutofit fontScale="25000"/>
          </a:bodyPr>
          <a:lstStyle/>
          <a:p>
            <a:pPr indent="0" algn="just" fontAlgn="auto">
              <a:lnSpc>
                <a:spcPct val="150000"/>
              </a:lnSpc>
              <a:spcAft>
                <a:spcPts val="1200"/>
              </a:spcAft>
              <a:buClr>
                <a:srgbClr val="A6A6A6"/>
              </a:buClr>
              <a:buFont typeface="Wingdings" panose="05000000000000000000" charset="0"/>
              <a:buNone/>
            </a:pPr>
            <a:r>
              <a:rPr lang="zh-CN" altLang="en-US" sz="12800" b="1">
                <a:solidFill>
                  <a:schemeClr val="tx1"/>
                </a:solidFill>
                <a:latin typeface="微软雅黑" panose="020B0503020204020204" charset="-122"/>
                <a:ea typeface="微软雅黑" panose="020B0503020204020204" charset="-122"/>
                <a:cs typeface="微软雅黑" panose="020B0503020204020204" charset="-122"/>
              </a:rPr>
              <a:t>一、国务院的性质和地位</a:t>
            </a:r>
            <a:endParaRPr lang="zh-CN" altLang="en-US" sz="12800" b="1">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96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9600" b="1">
                <a:solidFill>
                  <a:schemeClr val="tx1"/>
                </a:solidFill>
                <a:latin typeface="微软雅黑" panose="020B0503020204020204" charset="-122"/>
                <a:ea typeface="微软雅黑" panose="020B0503020204020204" charset="-122"/>
                <a:cs typeface="微软雅黑" panose="020B0503020204020204" charset="-122"/>
              </a:rPr>
              <a:t>1. </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国务院即中央人民政府。</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从国内政权组织体系看，地方各级人民政府都要服从中央人民政府的领导。在我国的对外事务中，国务院就是中华人民共和国政府。</a:t>
            </a:r>
            <a:endParaRPr lang="zh-CN" altLang="en-US" sz="96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9600" b="1">
                <a:solidFill>
                  <a:schemeClr val="tx1"/>
                </a:solidFill>
                <a:latin typeface="微软雅黑" panose="020B0503020204020204" charset="-122"/>
                <a:ea typeface="微软雅黑" panose="020B0503020204020204" charset="-122"/>
                <a:cs typeface="微软雅黑" panose="020B0503020204020204" charset="-122"/>
              </a:rPr>
              <a:t>    2. </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国务院是最高家权力机关的执行机关。</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它负责执行全国人大及其常委会制定的法律、通过的决议或者决定。</a:t>
            </a:r>
            <a:endParaRPr lang="zh-CN" altLang="en-US" sz="96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96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9600" b="1">
                <a:solidFill>
                  <a:schemeClr val="tx1"/>
                </a:solidFill>
                <a:latin typeface="微软雅黑" panose="020B0503020204020204" charset="-122"/>
                <a:ea typeface="微软雅黑" panose="020B0503020204020204" charset="-122"/>
                <a:cs typeface="微软雅黑" panose="020B0503020204020204" charset="-122"/>
              </a:rPr>
              <a:t>3. </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国务院是最高国家行政机关。</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国务院行使行政权，统一领导国务院各部委、地方各级人民政府的工作。</a:t>
            </a:r>
            <a:endParaRPr lang="zh-CN" altLang="en-US" sz="96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lstStyle/>
          <a:p>
            <a:r>
              <a:rPr lang="zh-CN"/>
              <a:t>二、</a:t>
            </a:r>
            <a:r>
              <a:rPr lang="zh-CN" altLang="en-US"/>
              <a:t>国务院的组成和任期、领导体制、会议制度</a:t>
            </a:r>
            <a:endParaRPr lang="zh-CN" altLang="en-US"/>
          </a:p>
        </p:txBody>
      </p:sp>
      <p:sp>
        <p:nvSpPr>
          <p:cNvPr id="5" name="图形 4"/>
          <p:cNvSpPr>
            <a:spLocks noChangeAspect="1"/>
          </p:cNvSpPr>
          <p:nvPr>
            <p:custDataLst>
              <p:tags r:id="rId2"/>
            </p:custDataLst>
          </p:nvPr>
        </p:nvSpPr>
        <p:spPr>
          <a:xfrm>
            <a:off x="684962" y="3015566"/>
            <a:ext cx="10811510" cy="3149785"/>
          </a:xfrm>
          <a:custGeom>
            <a:avLst/>
            <a:gdLst>
              <a:gd name="connsiteX0" fmla="*/ 0 w 17025"/>
              <a:gd name="connsiteY0" fmla="*/ 0 h 4960"/>
              <a:gd name="connsiteX1" fmla="*/ 15786 w 17025"/>
              <a:gd name="connsiteY1" fmla="*/ 0 h 4960"/>
              <a:gd name="connsiteX2" fmla="*/ 17025 w 17025"/>
              <a:gd name="connsiteY2" fmla="*/ 1239 h 4960"/>
              <a:gd name="connsiteX3" fmla="*/ 17025 w 17025"/>
              <a:gd name="connsiteY3" fmla="*/ 1239 h 4960"/>
              <a:gd name="connsiteX4" fmla="*/ 15786 w 17025"/>
              <a:gd name="connsiteY4" fmla="*/ 2479 h 4960"/>
              <a:gd name="connsiteX5" fmla="*/ 1239 w 17025"/>
              <a:gd name="connsiteY5" fmla="*/ 2479 h 4960"/>
              <a:gd name="connsiteX6" fmla="*/ 0 w 17025"/>
              <a:gd name="connsiteY6" fmla="*/ 3718 h 4960"/>
              <a:gd name="connsiteX7" fmla="*/ 0 w 17025"/>
              <a:gd name="connsiteY7" fmla="*/ 3718 h 4960"/>
              <a:gd name="connsiteX8" fmla="*/ 1239 w 17025"/>
              <a:gd name="connsiteY8" fmla="*/ 4957 h 4960"/>
              <a:gd name="connsiteX9" fmla="*/ 16907 w 17025"/>
              <a:gd name="connsiteY9" fmla="*/ 4960 h 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25" h="4960">
                <a:moveTo>
                  <a:pt x="0" y="0"/>
                </a:moveTo>
                <a:lnTo>
                  <a:pt x="15786" y="0"/>
                </a:lnTo>
                <a:cubicBezTo>
                  <a:pt x="16470" y="0"/>
                  <a:pt x="17025" y="555"/>
                  <a:pt x="17025" y="1239"/>
                </a:cubicBezTo>
                <a:lnTo>
                  <a:pt x="17025" y="1239"/>
                </a:lnTo>
                <a:cubicBezTo>
                  <a:pt x="17025" y="1924"/>
                  <a:pt x="16470" y="2479"/>
                  <a:pt x="15786" y="2479"/>
                </a:cubicBezTo>
                <a:lnTo>
                  <a:pt x="1239" y="2479"/>
                </a:lnTo>
                <a:cubicBezTo>
                  <a:pt x="555" y="2479"/>
                  <a:pt x="0" y="3034"/>
                  <a:pt x="0" y="3718"/>
                </a:cubicBezTo>
                <a:lnTo>
                  <a:pt x="0" y="3718"/>
                </a:lnTo>
                <a:cubicBezTo>
                  <a:pt x="0" y="4403"/>
                  <a:pt x="555" y="4957"/>
                  <a:pt x="1239" y="4957"/>
                </a:cubicBezTo>
                <a:lnTo>
                  <a:pt x="16907" y="4960"/>
                </a:lnTo>
              </a:path>
            </a:pathLst>
          </a:custGeom>
          <a:noFill/>
          <a:ln w="9525" cap="flat">
            <a:solidFill>
              <a:schemeClr val="accent1">
                <a:alpha val="60000"/>
              </a:schemeClr>
            </a:solidFill>
            <a:prstDash val="solid"/>
            <a:miter/>
            <a:tailEnd type="triangle" w="med" len="lg"/>
          </a:ln>
        </p:spPr>
        <p:txBody>
          <a:bodyPr rot="0" spcFirstLastPara="0" vertOverflow="overflow" horzOverflow="overflow" vert="mongolianVert" wrap="square" lIns="36195"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8" name="文本框 8"/>
          <p:cNvSpPr txBox="1"/>
          <p:nvPr>
            <p:custDataLst>
              <p:tags r:id="rId3"/>
            </p:custDataLst>
          </p:nvPr>
        </p:nvSpPr>
        <p:spPr>
          <a:xfrm>
            <a:off x="1236174" y="3013661"/>
            <a:ext cx="607096" cy="1569177"/>
          </a:xfrm>
          <a:prstGeom prst="rect">
            <a:avLst/>
          </a:prstGeom>
          <a:noFill/>
        </p:spPr>
        <p:txBody>
          <a:bodyPr wrap="none" lIns="0" tIns="0" rIns="0" bIns="71755" rtlCol="0" anchor="ctr" anchorCtr="0">
            <a:normAutofit/>
          </a:bodyPr>
          <a:lstStyle/>
          <a:p>
            <a:pPr lvl="0" algn="ctr">
              <a:lnSpc>
                <a:spcPct val="130000"/>
              </a:lnSpc>
              <a:spcAft>
                <a:spcPts val="0"/>
              </a:spcAft>
              <a:buClrTx/>
              <a:buSzTx/>
              <a:buFontTx/>
            </a:pPr>
            <a:r>
              <a:rPr lang="en-US" altLang="zh-CN" sz="3500" b="1" dirty="0">
                <a:gradFill>
                  <a:gsLst>
                    <a:gs pos="0">
                      <a:schemeClr val="accent2">
                        <a:alpha val="100000"/>
                      </a:schemeClr>
                    </a:gs>
                    <a:gs pos="100000">
                      <a:schemeClr val="accent2">
                        <a:alpha val="46000"/>
                      </a:schemeClr>
                    </a:gs>
                  </a:gsLst>
                  <a:lin ang="5400000" scaled="0"/>
                </a:gradFill>
                <a:latin typeface="微软雅黑" panose="020B0503020204020204" charset="-122"/>
                <a:ea typeface="微软雅黑" panose="020B0503020204020204" charset="-122"/>
                <a:sym typeface="+mn-ea"/>
              </a:rPr>
              <a:t>02</a:t>
            </a:r>
            <a:endParaRPr lang="en-US" altLang="zh-CN" sz="3500" b="1" dirty="0">
              <a:gradFill>
                <a:gsLst>
                  <a:gs pos="0">
                    <a:schemeClr val="accent2">
                      <a:alpha val="100000"/>
                    </a:schemeClr>
                  </a:gs>
                  <a:gs pos="100000">
                    <a:schemeClr val="accent2">
                      <a:alpha val="46000"/>
                    </a:schemeClr>
                  </a:gs>
                </a:gsLst>
                <a:lin ang="5400000" scaled="0"/>
              </a:gradFill>
              <a:latin typeface="微软雅黑" panose="020B0503020204020204" charset="-122"/>
              <a:ea typeface="微软雅黑" panose="020B0503020204020204" charset="-122"/>
              <a:sym typeface="+mn-ea"/>
            </a:endParaRPr>
          </a:p>
        </p:txBody>
      </p:sp>
      <p:sp>
        <p:nvSpPr>
          <p:cNvPr id="17" name="文本框 9"/>
          <p:cNvSpPr txBox="1"/>
          <p:nvPr>
            <p:custDataLst>
              <p:tags r:id="rId4"/>
            </p:custDataLst>
          </p:nvPr>
        </p:nvSpPr>
        <p:spPr>
          <a:xfrm>
            <a:off x="2153803" y="1446389"/>
            <a:ext cx="8613646" cy="1569177"/>
          </a:xfrm>
          <a:prstGeom prst="rect">
            <a:avLst/>
          </a:prstGeom>
          <a:noFill/>
        </p:spPr>
        <p:txBody>
          <a:bodyPr wrap="square" lIns="0" tIns="0" rIns="0" bIns="71755" rtlCol="0" anchor="ctr" anchorCtr="0">
            <a:noAutofit/>
          </a:bodyPr>
          <a:lstStyle/>
          <a:p>
            <a:pPr indent="0" algn="l" fontAlgn="auto">
              <a:lnSpc>
                <a:spcPct val="130000"/>
              </a:lnSpc>
              <a:spcAft>
                <a:spcPts val="0"/>
              </a:spcAft>
            </a:pPr>
            <a:r>
              <a:rPr lang="zh-CN" altLang="en-US" sz="2800" b="1" dirty="0">
                <a:solidFill>
                  <a:schemeClr val="tx1">
                    <a:lumMod val="85000"/>
                    <a:lumOff val="15000"/>
                  </a:schemeClr>
                </a:solidFill>
                <a:sym typeface="+mn-ea"/>
              </a:rPr>
              <a:t>组成和任期：</a:t>
            </a:r>
            <a:r>
              <a:rPr lang="zh-CN" altLang="en-US" sz="2400" dirty="0">
                <a:solidFill>
                  <a:schemeClr val="tx1">
                    <a:lumMod val="85000"/>
                    <a:lumOff val="15000"/>
                  </a:schemeClr>
                </a:solidFill>
                <a:sym typeface="+mn-ea"/>
              </a:rPr>
              <a:t>国务院由总理、副总理、国务委员、各部部长、各委员会主任、审计长、秘书长组成。总理、副总理、国务委员</a:t>
            </a:r>
            <a:r>
              <a:rPr lang="zh-CN" altLang="en-US" sz="2400" b="1" dirty="0">
                <a:solidFill>
                  <a:schemeClr val="tx1">
                    <a:lumMod val="85000"/>
                    <a:lumOff val="15000"/>
                  </a:schemeClr>
                </a:solidFill>
                <a:sym typeface="+mn-ea"/>
              </a:rPr>
              <a:t>连续任职不得超过两届。</a:t>
            </a:r>
            <a:endParaRPr lang="zh-CN" altLang="en-US" sz="2400" b="1" dirty="0">
              <a:solidFill>
                <a:schemeClr val="tx1">
                  <a:lumMod val="85000"/>
                  <a:lumOff val="15000"/>
                </a:schemeClr>
              </a:solidFill>
              <a:sym typeface="+mn-ea"/>
            </a:endParaRPr>
          </a:p>
        </p:txBody>
      </p:sp>
      <p:sp>
        <p:nvSpPr>
          <p:cNvPr id="21" name="文本框 10"/>
          <p:cNvSpPr txBox="1"/>
          <p:nvPr>
            <p:custDataLst>
              <p:tags r:id="rId5"/>
            </p:custDataLst>
          </p:nvPr>
        </p:nvSpPr>
        <p:spPr>
          <a:xfrm>
            <a:off x="1236174" y="1444484"/>
            <a:ext cx="607096" cy="1569177"/>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5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rPr>
              <a:t>01</a:t>
            </a:r>
            <a:endParaRPr lang="en-US" altLang="zh-CN" sz="35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endParaRPr>
          </a:p>
        </p:txBody>
      </p:sp>
      <p:sp>
        <p:nvSpPr>
          <p:cNvPr id="22" name="文本框 18"/>
          <p:cNvSpPr txBox="1"/>
          <p:nvPr>
            <p:custDataLst>
              <p:tags r:id="rId6"/>
            </p:custDataLst>
          </p:nvPr>
        </p:nvSpPr>
        <p:spPr>
          <a:xfrm>
            <a:off x="1236174" y="4582838"/>
            <a:ext cx="607096" cy="1569177"/>
          </a:xfrm>
          <a:prstGeom prst="rect">
            <a:avLst/>
          </a:prstGeom>
          <a:noFill/>
        </p:spPr>
        <p:txBody>
          <a:bodyPr wrap="none" lIns="0" tIns="0" rIns="0" bIns="71755" rtlCol="0" anchor="ctr" anchorCtr="0">
            <a:normAutofit/>
          </a:bodyPr>
          <a:lstStyle/>
          <a:p>
            <a:pPr lvl="0" algn="ctr">
              <a:lnSpc>
                <a:spcPct val="130000"/>
              </a:lnSpc>
              <a:spcAft>
                <a:spcPts val="0"/>
              </a:spcAft>
              <a:buClrTx/>
              <a:buSzTx/>
              <a:buFontTx/>
            </a:pPr>
            <a:r>
              <a:rPr lang="en-US" altLang="zh-CN" sz="3500" b="1" dirty="0">
                <a:gradFill>
                  <a:gsLst>
                    <a:gs pos="0">
                      <a:schemeClr val="accent3">
                        <a:alpha val="100000"/>
                      </a:schemeClr>
                    </a:gs>
                    <a:gs pos="100000">
                      <a:schemeClr val="accent3">
                        <a:alpha val="46000"/>
                      </a:schemeClr>
                    </a:gs>
                  </a:gsLst>
                  <a:lin ang="5400000" scaled="0"/>
                </a:gradFill>
                <a:latin typeface="微软雅黑" panose="020B0503020204020204" charset="-122"/>
                <a:ea typeface="微软雅黑" panose="020B0503020204020204" charset="-122"/>
                <a:sym typeface="+mn-ea"/>
              </a:rPr>
              <a:t>03</a:t>
            </a:r>
            <a:endParaRPr lang="en-US" altLang="zh-CN" sz="3500" b="1" dirty="0">
              <a:gradFill>
                <a:gsLst>
                  <a:gs pos="0">
                    <a:schemeClr val="accent3">
                      <a:alpha val="100000"/>
                    </a:schemeClr>
                  </a:gs>
                  <a:gs pos="100000">
                    <a:schemeClr val="accent3">
                      <a:alpha val="46000"/>
                    </a:schemeClr>
                  </a:gs>
                </a:gsLst>
                <a:lin ang="5400000" scaled="0"/>
              </a:gradFill>
              <a:latin typeface="微软雅黑" panose="020B0503020204020204" charset="-122"/>
              <a:ea typeface="微软雅黑" panose="020B0503020204020204" charset="-122"/>
              <a:sym typeface="+mn-ea"/>
            </a:endParaRPr>
          </a:p>
        </p:txBody>
      </p:sp>
      <p:sp useBgFill="1">
        <p:nvSpPr>
          <p:cNvPr id="23" name="椭圆 19"/>
          <p:cNvSpPr>
            <a:spLocks noChangeAspect="1"/>
          </p:cNvSpPr>
          <p:nvPr>
            <p:custDataLst>
              <p:tags r:id="rId7"/>
            </p:custDataLst>
          </p:nvPr>
        </p:nvSpPr>
        <p:spPr>
          <a:xfrm>
            <a:off x="1397474" y="2903799"/>
            <a:ext cx="215913" cy="215913"/>
          </a:xfrm>
          <a:prstGeom prst="ellipse">
            <a:avLst/>
          </a:prstGeom>
          <a:ln w="63500" cap="flat">
            <a:noFill/>
            <a:prstDash val="solid"/>
            <a:miter/>
            <a:tailEnd type="none" w="med" len="lg"/>
          </a:ln>
        </p:spPr>
        <p:txBody>
          <a:bodyPr rtlCol="0" anchor="ctr"/>
          <a:lstStyle/>
          <a:p>
            <a:pPr algn="ctr"/>
            <a:endParaRPr lang="zh-CN" altLang="en-US">
              <a:solidFill>
                <a:schemeClr val="tx1"/>
              </a:solidFill>
            </a:endParaRPr>
          </a:p>
        </p:txBody>
      </p:sp>
      <p:sp>
        <p:nvSpPr>
          <p:cNvPr id="24" name="椭圆 31"/>
          <p:cNvSpPr>
            <a:spLocks noChangeAspect="1"/>
          </p:cNvSpPr>
          <p:nvPr>
            <p:custDataLst>
              <p:tags r:id="rId8"/>
            </p:custDataLst>
          </p:nvPr>
        </p:nvSpPr>
        <p:spPr>
          <a:xfrm>
            <a:off x="1451452" y="2957777"/>
            <a:ext cx="107956" cy="107956"/>
          </a:xfrm>
          <a:prstGeom prst="ellipse">
            <a:avLst/>
          </a:prstGeom>
          <a:gradFill>
            <a:gsLst>
              <a:gs pos="0">
                <a:schemeClr val="accent1">
                  <a:alpha val="30000"/>
                </a:schemeClr>
              </a:gs>
              <a:gs pos="100000">
                <a:schemeClr val="accent1">
                  <a:alpha val="70000"/>
                </a:schemeClr>
              </a:gs>
            </a:gsLst>
            <a:lin ang="5400000" scaled="0"/>
          </a:gradFill>
          <a:ln w="63500" cap="flat">
            <a:noFill/>
            <a:prstDash val="solid"/>
            <a:miter/>
            <a:tailEnd type="none" w="med" len="lg"/>
          </a:ln>
        </p:spPr>
        <p:txBody>
          <a:bodyPr rtlCol="0" anchor="ctr"/>
          <a:lstStyle/>
          <a:p>
            <a:pPr algn="ctr"/>
            <a:endParaRPr lang="zh-CN" altLang="en-US">
              <a:solidFill>
                <a:schemeClr val="tx1"/>
              </a:solidFill>
            </a:endParaRPr>
          </a:p>
        </p:txBody>
      </p:sp>
      <p:sp useBgFill="1">
        <p:nvSpPr>
          <p:cNvPr id="25" name="椭圆 38"/>
          <p:cNvSpPr>
            <a:spLocks noChangeAspect="1"/>
          </p:cNvSpPr>
          <p:nvPr>
            <p:custDataLst>
              <p:tags r:id="rId9"/>
            </p:custDataLst>
          </p:nvPr>
        </p:nvSpPr>
        <p:spPr>
          <a:xfrm>
            <a:off x="1397474" y="4473612"/>
            <a:ext cx="215913" cy="215913"/>
          </a:xfrm>
          <a:prstGeom prst="ellipse">
            <a:avLst/>
          </a:prstGeom>
          <a:ln w="63500" cap="flat">
            <a:noFill/>
            <a:prstDash val="solid"/>
            <a:miter/>
            <a:tailEnd type="none" w="med" len="lg"/>
          </a:ln>
        </p:spPr>
        <p:txBody>
          <a:bodyPr rtlCol="0" anchor="ctr"/>
          <a:lstStyle/>
          <a:p>
            <a:pPr algn="ctr"/>
            <a:endParaRPr lang="zh-CN" altLang="en-US">
              <a:solidFill>
                <a:schemeClr val="tx1"/>
              </a:solidFill>
            </a:endParaRPr>
          </a:p>
        </p:txBody>
      </p:sp>
      <p:sp>
        <p:nvSpPr>
          <p:cNvPr id="26" name="椭圆 39"/>
          <p:cNvSpPr>
            <a:spLocks noChangeAspect="1"/>
          </p:cNvSpPr>
          <p:nvPr>
            <p:custDataLst>
              <p:tags r:id="rId10"/>
            </p:custDataLst>
          </p:nvPr>
        </p:nvSpPr>
        <p:spPr>
          <a:xfrm>
            <a:off x="1451452" y="4527590"/>
            <a:ext cx="107956" cy="107956"/>
          </a:xfrm>
          <a:prstGeom prst="ellipse">
            <a:avLst/>
          </a:prstGeom>
          <a:gradFill>
            <a:gsLst>
              <a:gs pos="0">
                <a:schemeClr val="accent2">
                  <a:alpha val="30000"/>
                </a:schemeClr>
              </a:gs>
              <a:gs pos="100000">
                <a:schemeClr val="accent2">
                  <a:alpha val="70000"/>
                </a:schemeClr>
              </a:gs>
            </a:gsLst>
            <a:lin ang="5400000" scaled="0"/>
          </a:gradFill>
          <a:ln w="63500" cap="flat">
            <a:noFill/>
            <a:prstDash val="solid"/>
            <a:miter/>
            <a:tailEnd type="none" w="med" len="lg"/>
          </a:ln>
        </p:spPr>
        <p:txBody>
          <a:bodyPr rtlCol="0" anchor="ctr"/>
          <a:lstStyle/>
          <a:p>
            <a:pPr algn="ctr"/>
            <a:endParaRPr lang="zh-CN" altLang="en-US">
              <a:solidFill>
                <a:schemeClr val="tx1"/>
              </a:solidFill>
            </a:endParaRPr>
          </a:p>
        </p:txBody>
      </p:sp>
      <p:sp useBgFill="1">
        <p:nvSpPr>
          <p:cNvPr id="27" name="椭圆 44"/>
          <p:cNvSpPr>
            <a:spLocks noChangeAspect="1"/>
          </p:cNvSpPr>
          <p:nvPr>
            <p:custDataLst>
              <p:tags r:id="rId11"/>
            </p:custDataLst>
          </p:nvPr>
        </p:nvSpPr>
        <p:spPr>
          <a:xfrm>
            <a:off x="1397474" y="6043424"/>
            <a:ext cx="215913" cy="215913"/>
          </a:xfrm>
          <a:prstGeom prst="ellipse">
            <a:avLst/>
          </a:prstGeom>
          <a:ln w="63500" cap="flat">
            <a:noFill/>
            <a:prstDash val="solid"/>
            <a:miter/>
            <a:tailEnd type="none" w="med" len="lg"/>
          </a:ln>
        </p:spPr>
        <p:txBody>
          <a:bodyPr rtlCol="0" anchor="ctr"/>
          <a:lstStyle/>
          <a:p>
            <a:pPr algn="ctr"/>
            <a:endParaRPr lang="zh-CN" altLang="en-US">
              <a:solidFill>
                <a:schemeClr val="tx1"/>
              </a:solidFill>
            </a:endParaRPr>
          </a:p>
        </p:txBody>
      </p:sp>
      <p:sp>
        <p:nvSpPr>
          <p:cNvPr id="28" name="椭圆 45"/>
          <p:cNvSpPr>
            <a:spLocks noChangeAspect="1"/>
          </p:cNvSpPr>
          <p:nvPr>
            <p:custDataLst>
              <p:tags r:id="rId12"/>
            </p:custDataLst>
          </p:nvPr>
        </p:nvSpPr>
        <p:spPr>
          <a:xfrm>
            <a:off x="1451452" y="6097402"/>
            <a:ext cx="107956" cy="107956"/>
          </a:xfrm>
          <a:prstGeom prst="ellipse">
            <a:avLst/>
          </a:prstGeom>
          <a:gradFill>
            <a:gsLst>
              <a:gs pos="0">
                <a:schemeClr val="accent3">
                  <a:alpha val="30000"/>
                </a:schemeClr>
              </a:gs>
              <a:gs pos="100000">
                <a:schemeClr val="accent3">
                  <a:alpha val="70000"/>
                </a:schemeClr>
              </a:gs>
            </a:gsLst>
            <a:lin ang="5400000" scaled="0"/>
          </a:gradFill>
          <a:ln w="63500" cap="flat">
            <a:noFill/>
            <a:prstDash val="solid"/>
            <a:miter/>
            <a:tailEnd type="none" w="med" len="lg"/>
          </a:ln>
        </p:spPr>
        <p:txBody>
          <a:bodyPr rtlCol="0" anchor="ctr"/>
          <a:lstStyle/>
          <a:p>
            <a:pPr algn="ctr"/>
            <a:endParaRPr lang="zh-CN" altLang="en-US">
              <a:solidFill>
                <a:schemeClr val="tx1"/>
              </a:solidFill>
            </a:endParaRPr>
          </a:p>
        </p:txBody>
      </p:sp>
      <p:sp>
        <p:nvSpPr>
          <p:cNvPr id="29" name="文本框 4"/>
          <p:cNvSpPr txBox="1"/>
          <p:nvPr>
            <p:custDataLst>
              <p:tags r:id="rId13"/>
            </p:custDataLst>
          </p:nvPr>
        </p:nvSpPr>
        <p:spPr>
          <a:xfrm>
            <a:off x="2153803" y="3013661"/>
            <a:ext cx="8613646" cy="1569177"/>
          </a:xfrm>
          <a:prstGeom prst="rect">
            <a:avLst/>
          </a:prstGeom>
          <a:noFill/>
        </p:spPr>
        <p:txBody>
          <a:bodyPr wrap="square" lIns="0" tIns="0" rIns="0" bIns="71755" rtlCol="0" anchor="ctr" anchorCtr="0">
            <a:noAutofit/>
          </a:bodyPr>
          <a:lstStyle/>
          <a:p>
            <a:pPr lvl="0" algn="l">
              <a:lnSpc>
                <a:spcPct val="130000"/>
              </a:lnSpc>
              <a:spcAft>
                <a:spcPts val="0"/>
              </a:spcAft>
              <a:buClrTx/>
              <a:buSzTx/>
              <a:buFontTx/>
            </a:pPr>
            <a:r>
              <a:rPr lang="zh-CN" altLang="en-US" sz="2800" b="1" dirty="0">
                <a:solidFill>
                  <a:schemeClr val="tx1">
                    <a:lumMod val="85000"/>
                    <a:lumOff val="15000"/>
                  </a:schemeClr>
                </a:solidFill>
                <a:sym typeface="+mn-ea"/>
              </a:rPr>
              <a:t>领导体制：</a:t>
            </a:r>
            <a:r>
              <a:rPr lang="zh-CN" altLang="en-US" sz="2400" dirty="0">
                <a:solidFill>
                  <a:schemeClr val="tx1">
                    <a:lumMod val="85000"/>
                    <a:lumOff val="15000"/>
                  </a:schemeClr>
                </a:solidFill>
                <a:sym typeface="+mn-ea"/>
              </a:rPr>
              <a:t>国务院实行</a:t>
            </a:r>
            <a:r>
              <a:rPr lang="zh-CN" altLang="en-US" sz="2400" b="1" dirty="0">
                <a:solidFill>
                  <a:schemeClr val="tx1">
                    <a:lumMod val="85000"/>
                    <a:lumOff val="15000"/>
                  </a:schemeClr>
                </a:solidFill>
                <a:sym typeface="+mn-ea"/>
              </a:rPr>
              <a:t>总理负责制</a:t>
            </a:r>
            <a:r>
              <a:rPr lang="zh-CN" altLang="en-US" sz="2400" dirty="0">
                <a:solidFill>
                  <a:schemeClr val="tx1">
                    <a:lumMod val="85000"/>
                    <a:lumOff val="15000"/>
                  </a:schemeClr>
                </a:solidFill>
                <a:sym typeface="+mn-ea"/>
              </a:rPr>
              <a:t>，各部、各委员会实行</a:t>
            </a:r>
            <a:r>
              <a:rPr lang="zh-CN" altLang="en-US" sz="2400" b="1" dirty="0">
                <a:solidFill>
                  <a:schemeClr val="tx1">
                    <a:lumMod val="85000"/>
                    <a:lumOff val="15000"/>
                  </a:schemeClr>
                </a:solidFill>
                <a:sym typeface="+mn-ea"/>
              </a:rPr>
              <a:t>部长、主任负责制</a:t>
            </a:r>
            <a:r>
              <a:rPr lang="zh-CN" altLang="en-US" sz="2400" dirty="0">
                <a:solidFill>
                  <a:schemeClr val="tx1">
                    <a:lumMod val="85000"/>
                    <a:lumOff val="15000"/>
                  </a:schemeClr>
                </a:solidFill>
                <a:sym typeface="+mn-ea"/>
              </a:rPr>
              <a:t>。</a:t>
            </a:r>
            <a:endParaRPr lang="zh-CN" altLang="en-US" sz="2400" dirty="0">
              <a:solidFill>
                <a:schemeClr val="tx1">
                  <a:lumMod val="85000"/>
                  <a:lumOff val="15000"/>
                </a:schemeClr>
              </a:solidFill>
              <a:sym typeface="+mn-ea"/>
            </a:endParaRPr>
          </a:p>
        </p:txBody>
      </p:sp>
      <p:sp>
        <p:nvSpPr>
          <p:cNvPr id="30" name="文本框 7"/>
          <p:cNvSpPr txBox="1"/>
          <p:nvPr>
            <p:custDataLst>
              <p:tags r:id="rId14"/>
            </p:custDataLst>
          </p:nvPr>
        </p:nvSpPr>
        <p:spPr>
          <a:xfrm>
            <a:off x="2153803" y="4596174"/>
            <a:ext cx="8613646" cy="1569177"/>
          </a:xfrm>
          <a:prstGeom prst="rect">
            <a:avLst/>
          </a:prstGeom>
          <a:noFill/>
        </p:spPr>
        <p:txBody>
          <a:bodyPr wrap="square" lIns="0" tIns="0" rIns="0" bIns="71755" rtlCol="0" anchor="ctr" anchorCtr="0">
            <a:noAutofit/>
          </a:bodyPr>
          <a:lstStyle/>
          <a:p>
            <a:pPr lvl="0" algn="l">
              <a:lnSpc>
                <a:spcPct val="130000"/>
              </a:lnSpc>
              <a:spcAft>
                <a:spcPts val="0"/>
              </a:spcAft>
              <a:buClrTx/>
              <a:buSzTx/>
              <a:buFontTx/>
            </a:pPr>
            <a:r>
              <a:rPr lang="zh-CN" altLang="en-US" sz="2800" b="1" dirty="0">
                <a:solidFill>
                  <a:schemeClr val="tx1">
                    <a:lumMod val="85000"/>
                    <a:lumOff val="15000"/>
                  </a:schemeClr>
                </a:solidFill>
                <a:sym typeface="+mn-ea"/>
              </a:rPr>
              <a:t>会议制度：</a:t>
            </a:r>
            <a:r>
              <a:rPr lang="zh-CN" altLang="en-US" sz="2400" dirty="0">
                <a:solidFill>
                  <a:schemeClr val="tx1">
                    <a:lumMod val="85000"/>
                    <a:lumOff val="15000"/>
                  </a:schemeClr>
                </a:solidFill>
                <a:sym typeface="+mn-ea"/>
              </a:rPr>
              <a:t>国务院会议主要有国务院全体会议、国务院常务会议、总理办公会。</a:t>
            </a:r>
            <a:endParaRPr lang="zh-CN" altLang="en-US" sz="2400" dirty="0">
              <a:solidFill>
                <a:schemeClr val="tx1">
                  <a:lumMod val="85000"/>
                  <a:lumOff val="15000"/>
                </a:schemeClr>
              </a:solidFill>
              <a:sym typeface="+mn-ea"/>
            </a:endParaRPr>
          </a:p>
        </p:txBody>
      </p:sp>
    </p:spTree>
    <p:custDataLst>
      <p:tags r:id="rId1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三、国务院的职权</a:t>
            </a:r>
            <a:endParaRPr lang="zh-CN" altLang="en-US"/>
          </a:p>
        </p:txBody>
      </p:sp>
      <p:sp>
        <p:nvSpPr>
          <p:cNvPr id="165" name="任意多边形 164"/>
          <p:cNvSpPr/>
          <p:nvPr>
            <p:custDataLst>
              <p:tags r:id="rId2"/>
            </p:custDataLst>
          </p:nvPr>
        </p:nvSpPr>
        <p:spPr>
          <a:xfrm rot="5400000" flipH="1">
            <a:off x="6222516" y="1183921"/>
            <a:ext cx="4737075" cy="5626681"/>
          </a:xfrm>
          <a:custGeom>
            <a:avLst/>
            <a:gdLst>
              <a:gd name="adj1" fmla="val 4467"/>
              <a:gd name="adj2" fmla="val 0"/>
              <a:gd name="a1" fmla="pin 0 adj1 50000"/>
              <a:gd name="a2" fmla="pin 0 adj2 50000"/>
              <a:gd name="tx1" fmla="*/ ss a1 100000"/>
              <a:gd name="tx2" fmla="+- r 0 tx1"/>
              <a:gd name="bx1" fmla="*/ ss a2 100000"/>
              <a:gd name="bx2" fmla="+- r 0 bx1"/>
              <a:gd name="by1" fmla="+- b 0 bx1"/>
              <a:gd name="d" fmla="+- tx1 0 bx1"/>
              <a:gd name="tdx" fmla="*/ tx1 29289 100000"/>
              <a:gd name="bdx" fmla="*/ bx1 29289 100000"/>
              <a:gd name="il" fmla="?: d tdx bdx"/>
              <a:gd name="ir" fmla="+- r 0 il"/>
              <a:gd name="ib" fmla="+- b 0 bdx"/>
            </a:gdLst>
            <a:ahLst/>
            <a:cxnLst>
              <a:cxn ang="0">
                <a:pos x="r" y="vc"/>
              </a:cxn>
              <a:cxn ang="cd4">
                <a:pos x="hc" y="b"/>
              </a:cxn>
              <a:cxn ang="cd2">
                <a:pos x="l" y="vc"/>
              </a:cxn>
              <a:cxn ang="3">
                <a:pos x="hc" y="t"/>
              </a:cxn>
            </a:cxnLst>
            <a:rect l="l" t="t" r="r" b="b"/>
            <a:pathLst>
              <a:path w="7375" h="8760">
                <a:moveTo>
                  <a:pt x="329" y="0"/>
                </a:moveTo>
                <a:lnTo>
                  <a:pt x="7046" y="0"/>
                </a:lnTo>
                <a:cubicBezTo>
                  <a:pt x="7228" y="0"/>
                  <a:pt x="7375" y="147"/>
                  <a:pt x="7375" y="329"/>
                </a:cubicBezTo>
                <a:lnTo>
                  <a:pt x="7375" y="8264"/>
                </a:lnTo>
                <a:lnTo>
                  <a:pt x="456" y="8264"/>
                </a:lnTo>
                <a:lnTo>
                  <a:pt x="456" y="8760"/>
                </a:lnTo>
                <a:lnTo>
                  <a:pt x="0" y="8760"/>
                </a:lnTo>
                <a:lnTo>
                  <a:pt x="0" y="329"/>
                </a:lnTo>
                <a:cubicBezTo>
                  <a:pt x="0" y="147"/>
                  <a:pt x="147" y="0"/>
                  <a:pt x="329" y="0"/>
                </a:cubicBezTo>
                <a:close/>
              </a:path>
            </a:pathLst>
          </a:custGeom>
          <a:solidFill>
            <a:schemeClr val="accent1">
              <a:lumMod val="40000"/>
              <a:lumOff val="60000"/>
              <a:alpha val="10000"/>
            </a:schemeClr>
          </a:solidFill>
          <a:ln>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75945" tIns="0" rIns="107950" numCol="1" spcCol="0" rtlCol="0" fromWordArt="0" anchor="ctr" anchorCtr="0" forceAA="0" compatLnSpc="1">
            <a:noAutofit/>
          </a:bodyPr>
          <a:p>
            <a:pPr lvl="0" algn="l">
              <a:lnSpc>
                <a:spcPct val="130000"/>
              </a:lnSpc>
              <a:spcAft>
                <a:spcPts val="0"/>
              </a:spcAft>
              <a:buClrTx/>
              <a:buSzTx/>
              <a:buFontTx/>
            </a:pPr>
            <a:r>
              <a:rPr lang="en-US" altLang="zh-CN" sz="1400" dirty="0">
                <a:solidFill>
                  <a:schemeClr val="tx1">
                    <a:lumMod val="85000"/>
                    <a:lumOff val="15000"/>
                  </a:schemeClr>
                </a:solidFill>
                <a:sym typeface="+mn-ea"/>
              </a:rPr>
              <a:t>   </a:t>
            </a:r>
            <a:endParaRPr lang="en-US" altLang="zh-CN" sz="1400" dirty="0">
              <a:solidFill>
                <a:schemeClr val="tx1">
                  <a:lumMod val="85000"/>
                  <a:lumOff val="15000"/>
                </a:schemeClr>
              </a:solidFill>
              <a:sym typeface="+mn-ea"/>
            </a:endParaRPr>
          </a:p>
        </p:txBody>
      </p:sp>
      <p:sp>
        <p:nvSpPr>
          <p:cNvPr id="166" name="任意多边形 165"/>
          <p:cNvSpPr/>
          <p:nvPr>
            <p:custDataLst>
              <p:tags r:id="rId3"/>
            </p:custDataLst>
          </p:nvPr>
        </p:nvSpPr>
        <p:spPr>
          <a:xfrm>
            <a:off x="5778035" y="1628402"/>
            <a:ext cx="509356" cy="4737097"/>
          </a:xfrm>
          <a:custGeom>
            <a:avLst/>
            <a:gdLst/>
            <a:ahLst/>
            <a:cxnLst>
              <a:cxn ang="3">
                <a:pos x="hc" y="t"/>
              </a:cxn>
              <a:cxn ang="cd2">
                <a:pos x="l" y="vc"/>
              </a:cxn>
              <a:cxn ang="cd4">
                <a:pos x="hc" y="b"/>
              </a:cxn>
              <a:cxn ang="0">
                <a:pos x="r" y="vc"/>
              </a:cxn>
            </a:cxnLst>
            <a:rect l="l" t="t" r="r" b="b"/>
            <a:pathLst>
              <a:path w="793" h="7410">
                <a:moveTo>
                  <a:pt x="494" y="0"/>
                </a:moveTo>
                <a:lnTo>
                  <a:pt x="793" y="0"/>
                </a:lnTo>
                <a:lnTo>
                  <a:pt x="793" y="7410"/>
                </a:lnTo>
                <a:lnTo>
                  <a:pt x="0" y="7410"/>
                </a:lnTo>
                <a:lnTo>
                  <a:pt x="0" y="6949"/>
                </a:lnTo>
                <a:lnTo>
                  <a:pt x="494" y="6949"/>
                </a:lnTo>
                <a:lnTo>
                  <a:pt x="494" y="0"/>
                </a:lnTo>
                <a:close/>
              </a:path>
            </a:pathLst>
          </a:custGeom>
          <a:gradFill>
            <a:gsLst>
              <a:gs pos="0">
                <a:schemeClr val="accent1">
                  <a:lumMod val="50000"/>
                  <a:alpha val="32000"/>
                </a:schemeClr>
              </a:gs>
              <a:gs pos="83000">
                <a:schemeClr val="accent1">
                  <a:lumMod val="5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solidFill>
                <a:schemeClr val="lt1"/>
              </a:solidFill>
            </a:endParaRPr>
          </a:p>
        </p:txBody>
      </p:sp>
      <p:sp>
        <p:nvSpPr>
          <p:cNvPr id="167" name="直角三角形 166"/>
          <p:cNvSpPr/>
          <p:nvPr>
            <p:custDataLst>
              <p:tags r:id="rId4"/>
            </p:custDataLst>
          </p:nvPr>
        </p:nvSpPr>
        <p:spPr>
          <a:xfrm flipV="1">
            <a:off x="5780603" y="6071296"/>
            <a:ext cx="326938" cy="294180"/>
          </a:xfrm>
          <a:prstGeom prst="rtTriangle">
            <a:avLst/>
          </a:prstGeom>
          <a:solidFill>
            <a:schemeClr val="accent1">
              <a:alpha val="5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168" name="任意多边形 167"/>
          <p:cNvSpPr/>
          <p:nvPr>
            <p:custDataLst>
              <p:tags r:id="rId5"/>
            </p:custDataLst>
          </p:nvPr>
        </p:nvSpPr>
        <p:spPr>
          <a:xfrm rot="16200000">
            <a:off x="939473" y="909009"/>
            <a:ext cx="4702389" cy="5626681"/>
          </a:xfrm>
          <a:custGeom>
            <a:avLst/>
            <a:gdLst>
              <a:gd name="connsiteX0" fmla="*/ 0 w 7321"/>
              <a:gd name="connsiteY0" fmla="*/ 8760 h 8760"/>
              <a:gd name="connsiteX1" fmla="*/ 0 w 7321"/>
              <a:gd name="connsiteY1" fmla="*/ 329 h 8760"/>
              <a:gd name="connsiteX2" fmla="*/ 326 w 7321"/>
              <a:gd name="connsiteY2" fmla="*/ 0 h 8760"/>
              <a:gd name="connsiteX3" fmla="*/ 6980 w 7321"/>
              <a:gd name="connsiteY3" fmla="*/ 0 h 8760"/>
              <a:gd name="connsiteX4" fmla="*/ 7306 w 7321"/>
              <a:gd name="connsiteY4" fmla="*/ 329 h 8760"/>
              <a:gd name="connsiteX5" fmla="*/ 7321 w 7321"/>
              <a:gd name="connsiteY5" fmla="*/ 8745 h 8760"/>
              <a:gd name="connsiteX6" fmla="*/ 6916 w 7321"/>
              <a:gd name="connsiteY6" fmla="*/ 8747 h 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1" h="8760">
                <a:moveTo>
                  <a:pt x="0" y="8760"/>
                </a:moveTo>
                <a:lnTo>
                  <a:pt x="0" y="329"/>
                </a:lnTo>
                <a:cubicBezTo>
                  <a:pt x="0" y="147"/>
                  <a:pt x="146" y="0"/>
                  <a:pt x="326" y="0"/>
                </a:cubicBezTo>
                <a:lnTo>
                  <a:pt x="6980" y="0"/>
                </a:lnTo>
                <a:cubicBezTo>
                  <a:pt x="7160" y="0"/>
                  <a:pt x="7306" y="147"/>
                  <a:pt x="7306" y="329"/>
                </a:cubicBezTo>
                <a:lnTo>
                  <a:pt x="7321" y="8745"/>
                </a:lnTo>
                <a:cubicBezTo>
                  <a:pt x="7186" y="8745"/>
                  <a:pt x="7055" y="8750"/>
                  <a:pt x="6916" y="8747"/>
                </a:cubicBezTo>
              </a:path>
            </a:pathLst>
          </a:custGeom>
          <a:solidFill>
            <a:schemeClr val="accent1">
              <a:lumMod val="40000"/>
              <a:lumOff val="60000"/>
              <a:alpha val="10000"/>
            </a:schemeClr>
          </a:solidFill>
          <a:ln>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75945" tIns="0" rIns="107950" numCol="1" spcCol="0" rtlCol="0" fromWordArt="0" anchor="ctr" anchorCtr="0" forceAA="0" compatLnSpc="1">
            <a:noAutofit/>
          </a:bodyPr>
          <a:p>
            <a:pPr lvl="0" algn="l">
              <a:lnSpc>
                <a:spcPct val="130000"/>
              </a:lnSpc>
              <a:spcAft>
                <a:spcPts val="0"/>
              </a:spcAft>
              <a:buClrTx/>
              <a:buSzTx/>
              <a:buFontTx/>
            </a:pPr>
            <a:endParaRPr lang="en-US" altLang="zh-CN" sz="1400" dirty="0">
              <a:solidFill>
                <a:schemeClr val="tx1">
                  <a:lumMod val="85000"/>
                  <a:lumOff val="15000"/>
                </a:schemeClr>
              </a:solidFill>
              <a:sym typeface="+mn-ea"/>
            </a:endParaRPr>
          </a:p>
        </p:txBody>
      </p:sp>
      <p:sp>
        <p:nvSpPr>
          <p:cNvPr id="169" name="文本框 168"/>
          <p:cNvSpPr txBox="1"/>
          <p:nvPr>
            <p:custDataLst>
              <p:tags r:id="rId6"/>
            </p:custDataLst>
          </p:nvPr>
        </p:nvSpPr>
        <p:spPr>
          <a:xfrm>
            <a:off x="1637116" y="1370965"/>
            <a:ext cx="4386182" cy="4599170"/>
          </a:xfrm>
          <a:prstGeom prst="rect">
            <a:avLst/>
          </a:prstGeom>
          <a:noFill/>
        </p:spPr>
        <p:txBody>
          <a:bodyPr wrap="square" lIns="0" tIns="0" rIns="0" bIns="0" rtlCol="0" anchor="ctr" anchorCtr="0">
            <a:noAutofit/>
          </a:bodyPr>
          <a:p>
            <a:pPr indent="0" algn="l" fontAlgn="ctr">
              <a:lnSpc>
                <a:spcPct val="150000"/>
              </a:lnSpc>
              <a:spcAft>
                <a:spcPts val="0"/>
              </a:spcAft>
            </a:pPr>
            <a:r>
              <a:rPr lang="zh-CN" altLang="en-US" sz="2800" b="1" kern="1300" dirty="0">
                <a:solidFill>
                  <a:schemeClr val="tx1">
                    <a:lumMod val="85000"/>
                    <a:lumOff val="15000"/>
                  </a:schemeClr>
                </a:solidFill>
                <a:uFillTx/>
                <a:latin typeface="+mn-ea"/>
                <a:cs typeface="+mn-ea"/>
                <a:sym typeface="+mn-ea"/>
              </a:rPr>
              <a:t>立法性权力。</a:t>
            </a:r>
            <a:r>
              <a:rPr lang="zh-CN" altLang="en-US" sz="2400" kern="1300" dirty="0">
                <a:solidFill>
                  <a:schemeClr val="tx1">
                    <a:lumMod val="85000"/>
                    <a:lumOff val="15000"/>
                  </a:schemeClr>
                </a:solidFill>
                <a:uFillTx/>
                <a:latin typeface="+mn-ea"/>
                <a:cs typeface="+mn-ea"/>
                <a:sym typeface="+mn-ea"/>
              </a:rPr>
              <a:t>国务院”根据宪法和法律”制定行政法规。</a:t>
            </a:r>
            <a:r>
              <a:rPr lang="en-US" altLang="zh-CN" sz="2400" kern="1300" dirty="0">
                <a:solidFill>
                  <a:schemeClr val="tx1">
                    <a:lumMod val="85000"/>
                    <a:lumOff val="15000"/>
                  </a:schemeClr>
                </a:solidFill>
                <a:uFillTx/>
                <a:latin typeface="+mn-ea"/>
                <a:cs typeface="+mn-ea"/>
                <a:sym typeface="+mn-ea"/>
              </a:rPr>
              <a:t> </a:t>
            </a:r>
            <a:r>
              <a:rPr lang="zh-CN" altLang="en-US" sz="2400" kern="1300" dirty="0">
                <a:solidFill>
                  <a:schemeClr val="tx1">
                    <a:lumMod val="85000"/>
                    <a:lumOff val="15000"/>
                  </a:schemeClr>
                </a:solidFill>
                <a:uFillTx/>
                <a:latin typeface="+mn-ea"/>
                <a:cs typeface="+mn-ea"/>
                <a:sym typeface="+mn-ea"/>
              </a:rPr>
              <a:t>此外，国务院有权向全国人大及其常委会提出议案（绝大多数都是法律议案，参与法律制定的重要方式）。</a:t>
            </a:r>
            <a:endParaRPr lang="zh-CN" altLang="en-US" sz="2400" kern="1300" dirty="0">
              <a:solidFill>
                <a:schemeClr val="tx1">
                  <a:lumMod val="85000"/>
                  <a:lumOff val="15000"/>
                </a:schemeClr>
              </a:solidFill>
              <a:uFillTx/>
              <a:latin typeface="+mn-ea"/>
              <a:cs typeface="+mn-ea"/>
              <a:sym typeface="+mn-ea"/>
            </a:endParaRPr>
          </a:p>
        </p:txBody>
      </p:sp>
      <p:sp>
        <p:nvSpPr>
          <p:cNvPr id="170" name="文本框 169"/>
          <p:cNvSpPr txBox="1"/>
          <p:nvPr>
            <p:custDataLst>
              <p:tags r:id="rId7"/>
            </p:custDataLst>
          </p:nvPr>
        </p:nvSpPr>
        <p:spPr>
          <a:xfrm>
            <a:off x="730078" y="3346596"/>
            <a:ext cx="801609" cy="751509"/>
          </a:xfrm>
          <a:prstGeom prst="rect">
            <a:avLst/>
          </a:prstGeom>
          <a:noFill/>
        </p:spPr>
        <p:txBody>
          <a:bodyPr wrap="none" lIns="0" tIns="36195" rIns="0" bIns="0" rtlCol="0" anchor="ctr" anchorCtr="0">
            <a:noAutofit/>
          </a:bodyPr>
          <a:p>
            <a:pPr algn="ctr" fontAlgn="ctr"/>
            <a:r>
              <a:rPr lang="en-US" altLang="zh-CN" sz="3600" b="1" dirty="0">
                <a:gradFill>
                  <a:gsLst>
                    <a:gs pos="0">
                      <a:schemeClr val="accent1">
                        <a:alpha val="50000"/>
                      </a:schemeClr>
                    </a:gs>
                    <a:gs pos="94000">
                      <a:schemeClr val="accent1">
                        <a:alpha val="50000"/>
                      </a:schemeClr>
                    </a:gs>
                  </a:gsLst>
                  <a:lin ang="5400000" scaled="0"/>
                </a:gradFill>
                <a:latin typeface="+mj-ea"/>
                <a:ea typeface="+mj-ea"/>
                <a:sym typeface="+mn-ea"/>
              </a:rPr>
              <a:t>01</a:t>
            </a:r>
            <a:endParaRPr lang="en-US" altLang="zh-CN" sz="3600" b="1" dirty="0">
              <a:gradFill>
                <a:gsLst>
                  <a:gs pos="0">
                    <a:schemeClr val="accent1">
                      <a:alpha val="50000"/>
                    </a:schemeClr>
                  </a:gs>
                  <a:gs pos="94000">
                    <a:schemeClr val="accent1">
                      <a:alpha val="50000"/>
                    </a:schemeClr>
                  </a:gs>
                </a:gsLst>
                <a:lin ang="5400000" scaled="0"/>
              </a:gradFill>
              <a:latin typeface="+mj-ea"/>
              <a:ea typeface="+mj-ea"/>
              <a:sym typeface="+mn-ea"/>
            </a:endParaRPr>
          </a:p>
        </p:txBody>
      </p:sp>
      <p:sp>
        <p:nvSpPr>
          <p:cNvPr id="171" name="文本框 170"/>
          <p:cNvSpPr txBox="1"/>
          <p:nvPr>
            <p:custDataLst>
              <p:tags r:id="rId8"/>
            </p:custDataLst>
          </p:nvPr>
        </p:nvSpPr>
        <p:spPr>
          <a:xfrm>
            <a:off x="7049770" y="1755140"/>
            <a:ext cx="4285615" cy="4318635"/>
          </a:xfrm>
          <a:prstGeom prst="rect">
            <a:avLst/>
          </a:prstGeom>
          <a:noFill/>
        </p:spPr>
        <p:txBody>
          <a:bodyPr wrap="square" lIns="0" tIns="0" rIns="0" bIns="0" rtlCol="0" anchor="ctr" anchorCtr="0">
            <a:noAutofit/>
          </a:bodyPr>
          <a:p>
            <a:pPr lvl="0" indent="0" algn="l" fontAlgn="ctr">
              <a:lnSpc>
                <a:spcPct val="150000"/>
              </a:lnSpc>
              <a:buClrTx/>
              <a:buSzTx/>
              <a:buFontTx/>
            </a:pPr>
            <a:r>
              <a:rPr lang="zh-CN" altLang="en-US" sz="2800" b="1" kern="1300" dirty="0">
                <a:solidFill>
                  <a:schemeClr val="tx1">
                    <a:lumMod val="85000"/>
                    <a:lumOff val="15000"/>
                  </a:schemeClr>
                </a:solidFill>
                <a:uFillTx/>
                <a:sym typeface="+mn-ea"/>
              </a:rPr>
              <a:t>对行政工作的领导与监督权。</a:t>
            </a:r>
            <a:r>
              <a:rPr lang="zh-CN" altLang="en-US" sz="2400" kern="1300" dirty="0">
                <a:solidFill>
                  <a:schemeClr val="tx1">
                    <a:lumMod val="85000"/>
                    <a:lumOff val="15000"/>
                  </a:schemeClr>
                </a:solidFill>
                <a:uFillTx/>
                <a:sym typeface="+mn-ea"/>
              </a:rPr>
              <a:t>国务院领导全国性的行政工作，统一领导各部、各委员会以及全国地方各级国家行政机关的工作；国务院有权改变或者撤销各部、各委员会不适当的命令、指示和规章以及地方各级国家行政机关不适当的决定和命令。</a:t>
            </a:r>
            <a:endParaRPr lang="zh-CN" altLang="en-US" sz="2400" kern="1300" dirty="0">
              <a:solidFill>
                <a:schemeClr val="tx1">
                  <a:lumMod val="85000"/>
                  <a:lumOff val="15000"/>
                </a:schemeClr>
              </a:solidFill>
              <a:uFillTx/>
              <a:sym typeface="+mn-ea"/>
            </a:endParaRPr>
          </a:p>
        </p:txBody>
      </p:sp>
      <p:sp>
        <p:nvSpPr>
          <p:cNvPr id="172" name="文本框 171"/>
          <p:cNvSpPr txBox="1"/>
          <p:nvPr>
            <p:custDataLst>
              <p:tags r:id="rId9"/>
            </p:custDataLst>
          </p:nvPr>
        </p:nvSpPr>
        <p:spPr>
          <a:xfrm>
            <a:off x="6135804" y="3654907"/>
            <a:ext cx="801609" cy="751509"/>
          </a:xfrm>
          <a:prstGeom prst="rect">
            <a:avLst/>
          </a:prstGeom>
          <a:noFill/>
        </p:spPr>
        <p:txBody>
          <a:bodyPr wrap="none" lIns="0" tIns="36195" rIns="0" bIns="0" rtlCol="0" anchor="ctr" anchorCtr="0">
            <a:noAutofit/>
          </a:bodyPr>
          <a:p>
            <a:pPr lvl="0" algn="ctr" fontAlgn="ctr">
              <a:buClrTx/>
              <a:buSzTx/>
              <a:buFontTx/>
            </a:pPr>
            <a:r>
              <a:rPr lang="en-US" altLang="zh-CN" sz="3600" b="1" dirty="0">
                <a:gradFill>
                  <a:gsLst>
                    <a:gs pos="0">
                      <a:schemeClr val="accent2">
                        <a:alpha val="50000"/>
                      </a:schemeClr>
                    </a:gs>
                    <a:gs pos="94000">
                      <a:schemeClr val="accent2">
                        <a:alpha val="50000"/>
                      </a:schemeClr>
                    </a:gs>
                  </a:gsLst>
                  <a:lin ang="5400000" scaled="0"/>
                </a:gradFill>
                <a:latin typeface="+mj-ea"/>
                <a:ea typeface="+mj-ea"/>
                <a:sym typeface="+mn-ea"/>
              </a:rPr>
              <a:t>02</a:t>
            </a:r>
            <a:endParaRPr lang="en-US" altLang="zh-CN" sz="3600" b="1" dirty="0">
              <a:gradFill>
                <a:gsLst>
                  <a:gs pos="0">
                    <a:schemeClr val="accent2">
                      <a:alpha val="50000"/>
                    </a:schemeClr>
                  </a:gs>
                  <a:gs pos="94000">
                    <a:schemeClr val="accent2">
                      <a:alpha val="50000"/>
                    </a:schemeClr>
                  </a:gs>
                </a:gsLst>
                <a:lin ang="5400000" scaled="0"/>
              </a:gradFill>
              <a:latin typeface="+mj-ea"/>
              <a:ea typeface="+mj-ea"/>
              <a:sym typeface="+mn-ea"/>
            </a:endParaRPr>
          </a:p>
        </p:txBody>
      </p:sp>
    </p:spTree>
    <p:custDataLst>
      <p:tags r:id="rId10"/>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矩形 13"/>
          <p:cNvSpPr/>
          <p:nvPr>
            <p:custDataLst>
              <p:tags r:id="rId1"/>
            </p:custDataLst>
          </p:nvPr>
        </p:nvSpPr>
        <p:spPr>
          <a:xfrm>
            <a:off x="582613" y="848995"/>
            <a:ext cx="11048365" cy="5523865"/>
          </a:xfrm>
          <a:prstGeom prst="rect">
            <a:avLst/>
          </a:prstGeom>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custDataLst>
              <p:tags r:id="rId2"/>
            </p:custDataLst>
          </p:nvPr>
        </p:nvSpPr>
        <p:spPr>
          <a:xfrm>
            <a:off x="582613" y="848995"/>
            <a:ext cx="11048365" cy="5523865"/>
          </a:xfrm>
          <a:prstGeom prst="rect">
            <a:avLst/>
          </a:prstGeom>
          <a:solidFill>
            <a:srgbClr val="FFFFFF">
              <a:alpha val="15000"/>
            </a:srgbClr>
          </a:solidFill>
          <a:ln w="349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2" name="矩形 1"/>
          <p:cNvSpPr/>
          <p:nvPr>
            <p:custDataLst>
              <p:tags r:id="rId3"/>
            </p:custDataLst>
          </p:nvPr>
        </p:nvSpPr>
        <p:spPr>
          <a:xfrm>
            <a:off x="41211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5" name="矩形 4"/>
          <p:cNvSpPr/>
          <p:nvPr>
            <p:custDataLst>
              <p:tags r:id="rId4"/>
            </p:custDataLst>
          </p:nvPr>
        </p:nvSpPr>
        <p:spPr>
          <a:xfrm>
            <a:off x="1145349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custDataLst>
              <p:tags r:id="rId5"/>
            </p:custDataLst>
          </p:nvPr>
        </p:nvSpPr>
        <p:spPr>
          <a:xfrm>
            <a:off x="1089025" y="1490980"/>
            <a:ext cx="10013950" cy="4571365"/>
          </a:xfrm>
          <a:prstGeom prst="rect">
            <a:avLst/>
          </a:prstGeom>
          <a:noFill/>
        </p:spPr>
        <p:txBody>
          <a:bodyPr wrap="square" rtlCol="0" anchor="ctr" anchorCtr="0">
            <a:normAutofit/>
          </a:bodyPr>
          <a:lstStyle/>
          <a:p>
            <a:pPr marL="0" lvl="0" indent="0" algn="just" fontAlgn="auto">
              <a:lnSpc>
                <a:spcPct val="150000"/>
              </a:lnSpc>
              <a:spcAft>
                <a:spcPts val="1200"/>
              </a:spcAft>
            </a:pPr>
            <a:r>
              <a:rPr lang="en-US" altLang="zh-CN" sz="2400">
                <a:solidFill>
                  <a:schemeClr val="tx1"/>
                </a:solidFill>
              </a:rPr>
              <a:t>       </a:t>
            </a:r>
            <a:r>
              <a:rPr lang="zh-CN" altLang="en-US" sz="2400">
                <a:solidFill>
                  <a:schemeClr val="tx1"/>
                </a:solidFill>
              </a:rPr>
              <a:t>国务院编制和执行国民经济和社会发展计划和国家预算；领导和管理经济工作和城乡建设；领导和管理教育、科学、文化、卫生、体育、计划生育、民政、公安、司法行政工作；管理对外事务，同外国缔结条约和协定；领导和管理国防建设事业、民族事务；保障少数民族的平等权利和民族自治地方的自治权利，保护华侨、归侨和侨眷的合法的权利和利益；决定省、自治区、直辖市的范围内部分地区进入紧急状态。</a:t>
            </a:r>
            <a:endParaRPr lang="zh-CN" altLang="en-US" sz="2400">
              <a:solidFill>
                <a:schemeClr val="tx1"/>
              </a:solidFill>
            </a:endParaRPr>
          </a:p>
        </p:txBody>
      </p:sp>
      <p:sp>
        <p:nvSpPr>
          <p:cNvPr id="9" name="标题 8"/>
          <p:cNvSpPr>
            <a:spLocks noGrp="1"/>
          </p:cNvSpPr>
          <p:nvPr>
            <p:ph type="title"/>
            <p:custDataLst>
              <p:tags r:id="rId6"/>
            </p:custDataLst>
          </p:nvPr>
        </p:nvSpPr>
        <p:spPr>
          <a:xfrm>
            <a:off x="2146300" y="493395"/>
            <a:ext cx="7920355" cy="763270"/>
          </a:xfrm>
          <a:solidFill>
            <a:schemeClr val="accent1"/>
          </a:solidFill>
        </p:spPr>
        <p:txBody>
          <a:bodyPr/>
          <a:lstStyle/>
          <a:p>
            <a:pPr algn="ctr"/>
            <a:r>
              <a:rPr lang="en-US" altLang="zh-CN" sz="3600" b="0">
                <a:solidFill>
                  <a:srgbClr val="FFFFFF"/>
                </a:solidFill>
                <a:latin typeface="+mj-ea"/>
                <a:cs typeface="+mj-ea"/>
              </a:rPr>
              <a:t>03</a:t>
            </a:r>
            <a:r>
              <a:rPr lang="zh-CN" altLang="en-US" sz="3600" b="0">
                <a:solidFill>
                  <a:srgbClr val="FFFFFF"/>
                </a:solidFill>
                <a:latin typeface="+mj-ea"/>
                <a:cs typeface="+mj-ea"/>
              </a:rPr>
              <a:t>行政管理权</a:t>
            </a:r>
            <a:endParaRPr lang="zh-CN" altLang="en-US" sz="3600" b="0">
              <a:solidFill>
                <a:srgbClr val="FFFFFF"/>
              </a:solidFill>
              <a:latin typeface="+mj-ea"/>
              <a:cs typeface="+mj-ea"/>
            </a:endParaRPr>
          </a:p>
        </p:txBody>
      </p:sp>
    </p:spTree>
    <p:custDataLst>
      <p:tags r:id="rId7"/>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任意多边形 164"/>
          <p:cNvSpPr/>
          <p:nvPr>
            <p:custDataLst>
              <p:tags r:id="rId1"/>
            </p:custDataLst>
          </p:nvPr>
        </p:nvSpPr>
        <p:spPr>
          <a:xfrm rot="5400000" flipH="1">
            <a:off x="6222516" y="1183921"/>
            <a:ext cx="4737075" cy="5626681"/>
          </a:xfrm>
          <a:custGeom>
            <a:avLst/>
            <a:gdLst>
              <a:gd name="adj1" fmla="val 4467"/>
              <a:gd name="adj2" fmla="val 0"/>
              <a:gd name="a1" fmla="pin 0 adj1 50000"/>
              <a:gd name="a2" fmla="pin 0 adj2 50000"/>
              <a:gd name="tx1" fmla="*/ ss a1 100000"/>
              <a:gd name="tx2" fmla="+- r 0 tx1"/>
              <a:gd name="bx1" fmla="*/ ss a2 100000"/>
              <a:gd name="bx2" fmla="+- r 0 bx1"/>
              <a:gd name="by1" fmla="+- b 0 bx1"/>
              <a:gd name="d" fmla="+- tx1 0 bx1"/>
              <a:gd name="tdx" fmla="*/ tx1 29289 100000"/>
              <a:gd name="bdx" fmla="*/ bx1 29289 100000"/>
              <a:gd name="il" fmla="?: d tdx bdx"/>
              <a:gd name="ir" fmla="+- r 0 il"/>
              <a:gd name="ib" fmla="+- b 0 bdx"/>
            </a:gdLst>
            <a:ahLst/>
            <a:cxnLst>
              <a:cxn ang="0">
                <a:pos x="r" y="vc"/>
              </a:cxn>
              <a:cxn ang="cd4">
                <a:pos x="hc" y="b"/>
              </a:cxn>
              <a:cxn ang="cd2">
                <a:pos x="l" y="vc"/>
              </a:cxn>
              <a:cxn ang="3">
                <a:pos x="hc" y="t"/>
              </a:cxn>
            </a:cxnLst>
            <a:rect l="l" t="t" r="r" b="b"/>
            <a:pathLst>
              <a:path w="7375" h="8760">
                <a:moveTo>
                  <a:pt x="329" y="0"/>
                </a:moveTo>
                <a:lnTo>
                  <a:pt x="7046" y="0"/>
                </a:lnTo>
                <a:cubicBezTo>
                  <a:pt x="7228" y="0"/>
                  <a:pt x="7375" y="147"/>
                  <a:pt x="7375" y="329"/>
                </a:cubicBezTo>
                <a:lnTo>
                  <a:pt x="7375" y="8264"/>
                </a:lnTo>
                <a:lnTo>
                  <a:pt x="456" y="8264"/>
                </a:lnTo>
                <a:lnTo>
                  <a:pt x="456" y="8760"/>
                </a:lnTo>
                <a:lnTo>
                  <a:pt x="0" y="8760"/>
                </a:lnTo>
                <a:lnTo>
                  <a:pt x="0" y="329"/>
                </a:lnTo>
                <a:cubicBezTo>
                  <a:pt x="0" y="147"/>
                  <a:pt x="147" y="0"/>
                  <a:pt x="329" y="0"/>
                </a:cubicBezTo>
                <a:close/>
              </a:path>
            </a:pathLst>
          </a:custGeom>
          <a:solidFill>
            <a:schemeClr val="accent1">
              <a:lumMod val="40000"/>
              <a:lumOff val="60000"/>
              <a:alpha val="10000"/>
            </a:schemeClr>
          </a:solidFill>
          <a:ln>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75945" tIns="0" rIns="107950" numCol="1" spcCol="0" rtlCol="0" fromWordArt="0" anchor="ctr" anchorCtr="0" forceAA="0" compatLnSpc="1">
            <a:noAutofit/>
          </a:bodyPr>
          <a:p>
            <a:pPr lvl="0" algn="l">
              <a:lnSpc>
                <a:spcPct val="130000"/>
              </a:lnSpc>
              <a:spcAft>
                <a:spcPts val="0"/>
              </a:spcAft>
              <a:buClrTx/>
              <a:buSzTx/>
              <a:buFontTx/>
            </a:pPr>
            <a:r>
              <a:rPr lang="en-US" altLang="zh-CN" sz="1400" dirty="0">
                <a:solidFill>
                  <a:schemeClr val="tx1">
                    <a:lumMod val="85000"/>
                    <a:lumOff val="15000"/>
                  </a:schemeClr>
                </a:solidFill>
                <a:sym typeface="+mn-ea"/>
              </a:rPr>
              <a:t>   </a:t>
            </a:r>
            <a:endParaRPr lang="en-US" altLang="zh-CN" sz="1400" dirty="0">
              <a:solidFill>
                <a:schemeClr val="tx1">
                  <a:lumMod val="85000"/>
                  <a:lumOff val="15000"/>
                </a:schemeClr>
              </a:solidFill>
              <a:sym typeface="+mn-ea"/>
            </a:endParaRPr>
          </a:p>
        </p:txBody>
      </p:sp>
      <p:sp>
        <p:nvSpPr>
          <p:cNvPr id="166" name="任意多边形 165"/>
          <p:cNvSpPr/>
          <p:nvPr>
            <p:custDataLst>
              <p:tags r:id="rId2"/>
            </p:custDataLst>
          </p:nvPr>
        </p:nvSpPr>
        <p:spPr>
          <a:xfrm>
            <a:off x="5778035" y="1628402"/>
            <a:ext cx="509356" cy="4737097"/>
          </a:xfrm>
          <a:custGeom>
            <a:avLst/>
            <a:gdLst/>
            <a:ahLst/>
            <a:cxnLst>
              <a:cxn ang="3">
                <a:pos x="hc" y="t"/>
              </a:cxn>
              <a:cxn ang="cd2">
                <a:pos x="l" y="vc"/>
              </a:cxn>
              <a:cxn ang="cd4">
                <a:pos x="hc" y="b"/>
              </a:cxn>
              <a:cxn ang="0">
                <a:pos x="r" y="vc"/>
              </a:cxn>
            </a:cxnLst>
            <a:rect l="l" t="t" r="r" b="b"/>
            <a:pathLst>
              <a:path w="793" h="7410">
                <a:moveTo>
                  <a:pt x="494" y="0"/>
                </a:moveTo>
                <a:lnTo>
                  <a:pt x="793" y="0"/>
                </a:lnTo>
                <a:lnTo>
                  <a:pt x="793" y="7410"/>
                </a:lnTo>
                <a:lnTo>
                  <a:pt x="0" y="7410"/>
                </a:lnTo>
                <a:lnTo>
                  <a:pt x="0" y="6949"/>
                </a:lnTo>
                <a:lnTo>
                  <a:pt x="494" y="6949"/>
                </a:lnTo>
                <a:lnTo>
                  <a:pt x="494" y="0"/>
                </a:lnTo>
                <a:close/>
              </a:path>
            </a:pathLst>
          </a:custGeom>
          <a:gradFill>
            <a:gsLst>
              <a:gs pos="0">
                <a:schemeClr val="accent1">
                  <a:lumMod val="50000"/>
                  <a:alpha val="32000"/>
                </a:schemeClr>
              </a:gs>
              <a:gs pos="83000">
                <a:schemeClr val="accent1">
                  <a:lumMod val="5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solidFill>
                <a:schemeClr val="lt1"/>
              </a:solidFill>
            </a:endParaRPr>
          </a:p>
        </p:txBody>
      </p:sp>
      <p:sp>
        <p:nvSpPr>
          <p:cNvPr id="167" name="直角三角形 166"/>
          <p:cNvSpPr/>
          <p:nvPr>
            <p:custDataLst>
              <p:tags r:id="rId3"/>
            </p:custDataLst>
          </p:nvPr>
        </p:nvSpPr>
        <p:spPr>
          <a:xfrm flipV="1">
            <a:off x="5780603" y="6071296"/>
            <a:ext cx="326938" cy="294180"/>
          </a:xfrm>
          <a:prstGeom prst="rtTriangle">
            <a:avLst/>
          </a:prstGeom>
          <a:solidFill>
            <a:schemeClr val="accent1">
              <a:alpha val="5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168" name="任意多边形 167"/>
          <p:cNvSpPr/>
          <p:nvPr>
            <p:custDataLst>
              <p:tags r:id="rId4"/>
            </p:custDataLst>
          </p:nvPr>
        </p:nvSpPr>
        <p:spPr>
          <a:xfrm rot="16200000">
            <a:off x="939473" y="909009"/>
            <a:ext cx="4702389" cy="5626681"/>
          </a:xfrm>
          <a:custGeom>
            <a:avLst/>
            <a:gdLst>
              <a:gd name="connsiteX0" fmla="*/ 0 w 7321"/>
              <a:gd name="connsiteY0" fmla="*/ 8760 h 8760"/>
              <a:gd name="connsiteX1" fmla="*/ 0 w 7321"/>
              <a:gd name="connsiteY1" fmla="*/ 329 h 8760"/>
              <a:gd name="connsiteX2" fmla="*/ 326 w 7321"/>
              <a:gd name="connsiteY2" fmla="*/ 0 h 8760"/>
              <a:gd name="connsiteX3" fmla="*/ 6980 w 7321"/>
              <a:gd name="connsiteY3" fmla="*/ 0 h 8760"/>
              <a:gd name="connsiteX4" fmla="*/ 7306 w 7321"/>
              <a:gd name="connsiteY4" fmla="*/ 329 h 8760"/>
              <a:gd name="connsiteX5" fmla="*/ 7321 w 7321"/>
              <a:gd name="connsiteY5" fmla="*/ 8745 h 8760"/>
              <a:gd name="connsiteX6" fmla="*/ 6916 w 7321"/>
              <a:gd name="connsiteY6" fmla="*/ 8747 h 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1" h="8760">
                <a:moveTo>
                  <a:pt x="0" y="8760"/>
                </a:moveTo>
                <a:lnTo>
                  <a:pt x="0" y="329"/>
                </a:lnTo>
                <a:cubicBezTo>
                  <a:pt x="0" y="147"/>
                  <a:pt x="146" y="0"/>
                  <a:pt x="326" y="0"/>
                </a:cubicBezTo>
                <a:lnTo>
                  <a:pt x="6980" y="0"/>
                </a:lnTo>
                <a:cubicBezTo>
                  <a:pt x="7160" y="0"/>
                  <a:pt x="7306" y="147"/>
                  <a:pt x="7306" y="329"/>
                </a:cubicBezTo>
                <a:lnTo>
                  <a:pt x="7321" y="8745"/>
                </a:lnTo>
                <a:cubicBezTo>
                  <a:pt x="7186" y="8745"/>
                  <a:pt x="7055" y="8750"/>
                  <a:pt x="6916" y="8747"/>
                </a:cubicBezTo>
              </a:path>
            </a:pathLst>
          </a:custGeom>
          <a:solidFill>
            <a:schemeClr val="accent1">
              <a:lumMod val="40000"/>
              <a:lumOff val="60000"/>
              <a:alpha val="10000"/>
            </a:schemeClr>
          </a:solidFill>
          <a:ln>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75945" tIns="0" rIns="107950" numCol="1" spcCol="0" rtlCol="0" fromWordArt="0" anchor="ctr" anchorCtr="0" forceAA="0" compatLnSpc="1">
            <a:noAutofit/>
          </a:bodyPr>
          <a:p>
            <a:pPr lvl="0" algn="l">
              <a:lnSpc>
                <a:spcPct val="130000"/>
              </a:lnSpc>
              <a:spcAft>
                <a:spcPts val="0"/>
              </a:spcAft>
              <a:buClrTx/>
              <a:buSzTx/>
              <a:buFontTx/>
            </a:pPr>
            <a:endParaRPr lang="en-US" altLang="zh-CN" sz="1400" dirty="0">
              <a:solidFill>
                <a:schemeClr val="tx1">
                  <a:lumMod val="85000"/>
                  <a:lumOff val="15000"/>
                </a:schemeClr>
              </a:solidFill>
              <a:sym typeface="+mn-ea"/>
            </a:endParaRPr>
          </a:p>
        </p:txBody>
      </p:sp>
      <p:sp>
        <p:nvSpPr>
          <p:cNvPr id="169" name="文本框 168"/>
          <p:cNvSpPr txBox="1"/>
          <p:nvPr>
            <p:custDataLst>
              <p:tags r:id="rId5"/>
            </p:custDataLst>
          </p:nvPr>
        </p:nvSpPr>
        <p:spPr>
          <a:xfrm>
            <a:off x="1637116" y="1370965"/>
            <a:ext cx="4386182" cy="4599170"/>
          </a:xfrm>
          <a:prstGeom prst="rect">
            <a:avLst/>
          </a:prstGeom>
          <a:noFill/>
        </p:spPr>
        <p:txBody>
          <a:bodyPr wrap="square" lIns="0" tIns="0" rIns="0" bIns="0" rtlCol="0" anchor="ctr" anchorCtr="0">
            <a:noAutofit/>
          </a:bodyPr>
          <a:p>
            <a:pPr indent="0" algn="l" fontAlgn="ctr">
              <a:lnSpc>
                <a:spcPct val="150000"/>
              </a:lnSpc>
              <a:spcAft>
                <a:spcPts val="0"/>
              </a:spcAft>
            </a:pPr>
            <a:r>
              <a:rPr lang="zh-CN" altLang="en-US" sz="2800" b="1" kern="1300" dirty="0">
                <a:solidFill>
                  <a:schemeClr val="tx1">
                    <a:lumMod val="85000"/>
                    <a:lumOff val="15000"/>
                  </a:schemeClr>
                </a:solidFill>
                <a:uFillTx/>
                <a:latin typeface="+mn-ea"/>
                <a:cs typeface="+mn-ea"/>
                <a:sym typeface="+mn-ea"/>
              </a:rPr>
              <a:t>行政组织权。</a:t>
            </a:r>
            <a:r>
              <a:rPr lang="zh-CN" altLang="en-US" sz="2400" kern="1300" dirty="0">
                <a:solidFill>
                  <a:schemeClr val="tx1">
                    <a:lumMod val="85000"/>
                    <a:lumOff val="15000"/>
                  </a:schemeClr>
                </a:solidFill>
                <a:uFillTx/>
                <a:latin typeface="+mn-ea"/>
                <a:cs typeface="+mn-ea"/>
                <a:sym typeface="+mn-ea"/>
              </a:rPr>
              <a:t>国务院规定各部和各委员会的任务和职责；规定中央和省、自治区、直辖市的国家行政机关的职权的具体划分；审定行政机构的编制，依照法律规定任免、培训、考核和奖惩行政人员。</a:t>
            </a:r>
            <a:endParaRPr lang="zh-CN" altLang="en-US" sz="2400" kern="1300" dirty="0">
              <a:solidFill>
                <a:schemeClr val="tx1">
                  <a:lumMod val="85000"/>
                  <a:lumOff val="15000"/>
                </a:schemeClr>
              </a:solidFill>
              <a:uFillTx/>
              <a:latin typeface="+mn-ea"/>
              <a:cs typeface="+mn-ea"/>
              <a:sym typeface="+mn-ea"/>
            </a:endParaRPr>
          </a:p>
        </p:txBody>
      </p:sp>
      <p:sp>
        <p:nvSpPr>
          <p:cNvPr id="170" name="文本框 169"/>
          <p:cNvSpPr txBox="1"/>
          <p:nvPr>
            <p:custDataLst>
              <p:tags r:id="rId6"/>
            </p:custDataLst>
          </p:nvPr>
        </p:nvSpPr>
        <p:spPr>
          <a:xfrm>
            <a:off x="730078" y="3346596"/>
            <a:ext cx="801609" cy="751509"/>
          </a:xfrm>
          <a:prstGeom prst="rect">
            <a:avLst/>
          </a:prstGeom>
          <a:noFill/>
        </p:spPr>
        <p:txBody>
          <a:bodyPr wrap="none" lIns="0" tIns="36195" rIns="0" bIns="0" rtlCol="0" anchor="ctr" anchorCtr="0">
            <a:noAutofit/>
          </a:bodyPr>
          <a:p>
            <a:pPr algn="ctr" fontAlgn="ctr"/>
            <a:r>
              <a:rPr lang="en-US" altLang="zh-CN" sz="3600" b="1" dirty="0">
                <a:gradFill>
                  <a:gsLst>
                    <a:gs pos="0">
                      <a:schemeClr val="accent1">
                        <a:alpha val="50000"/>
                      </a:schemeClr>
                    </a:gs>
                    <a:gs pos="94000">
                      <a:schemeClr val="accent1">
                        <a:alpha val="50000"/>
                      </a:schemeClr>
                    </a:gs>
                  </a:gsLst>
                  <a:lin ang="5400000" scaled="0"/>
                </a:gradFill>
                <a:latin typeface="+mj-ea"/>
                <a:ea typeface="+mj-ea"/>
                <a:sym typeface="+mn-ea"/>
              </a:rPr>
              <a:t>04</a:t>
            </a:r>
            <a:endParaRPr lang="en-US" altLang="zh-CN" sz="3600" b="1" dirty="0">
              <a:gradFill>
                <a:gsLst>
                  <a:gs pos="0">
                    <a:schemeClr val="accent1">
                      <a:alpha val="50000"/>
                    </a:schemeClr>
                  </a:gs>
                  <a:gs pos="94000">
                    <a:schemeClr val="accent1">
                      <a:alpha val="50000"/>
                    </a:schemeClr>
                  </a:gs>
                </a:gsLst>
                <a:lin ang="5400000" scaled="0"/>
              </a:gradFill>
              <a:latin typeface="+mj-ea"/>
              <a:ea typeface="+mj-ea"/>
              <a:sym typeface="+mn-ea"/>
            </a:endParaRPr>
          </a:p>
        </p:txBody>
      </p:sp>
      <p:sp>
        <p:nvSpPr>
          <p:cNvPr id="171" name="文本框 170"/>
          <p:cNvSpPr txBox="1"/>
          <p:nvPr>
            <p:custDataLst>
              <p:tags r:id="rId7"/>
            </p:custDataLst>
          </p:nvPr>
        </p:nvSpPr>
        <p:spPr>
          <a:xfrm>
            <a:off x="7049770" y="1755140"/>
            <a:ext cx="4285615" cy="4318635"/>
          </a:xfrm>
          <a:prstGeom prst="rect">
            <a:avLst/>
          </a:prstGeom>
          <a:noFill/>
        </p:spPr>
        <p:txBody>
          <a:bodyPr wrap="square" lIns="0" tIns="0" rIns="0" bIns="0" rtlCol="0" anchor="ctr" anchorCtr="0">
            <a:noAutofit/>
          </a:bodyPr>
          <a:p>
            <a:pPr lvl="0" indent="0" algn="l" fontAlgn="ctr">
              <a:lnSpc>
                <a:spcPct val="150000"/>
              </a:lnSpc>
              <a:buClrTx/>
              <a:buSzTx/>
              <a:buFontTx/>
            </a:pPr>
            <a:r>
              <a:rPr lang="zh-CN" altLang="en-US" sz="2400" b="1" kern="1300" dirty="0">
                <a:solidFill>
                  <a:schemeClr val="tx1">
                    <a:lumMod val="85000"/>
                    <a:lumOff val="15000"/>
                  </a:schemeClr>
                </a:solidFill>
                <a:uFillTx/>
                <a:sym typeface="+mn-ea"/>
              </a:rPr>
              <a:t>全国人大及其常委会授予的其他职权。</a:t>
            </a:r>
            <a:endParaRPr lang="zh-CN" altLang="en-US" sz="2400" b="1" kern="1300" dirty="0">
              <a:solidFill>
                <a:schemeClr val="tx1">
                  <a:lumMod val="85000"/>
                  <a:lumOff val="15000"/>
                </a:schemeClr>
              </a:solidFill>
              <a:uFillTx/>
              <a:sym typeface="+mn-ea"/>
            </a:endParaRPr>
          </a:p>
        </p:txBody>
      </p:sp>
      <p:sp>
        <p:nvSpPr>
          <p:cNvPr id="172" name="文本框 171"/>
          <p:cNvSpPr txBox="1"/>
          <p:nvPr>
            <p:custDataLst>
              <p:tags r:id="rId8"/>
            </p:custDataLst>
          </p:nvPr>
        </p:nvSpPr>
        <p:spPr>
          <a:xfrm>
            <a:off x="6135804" y="3654907"/>
            <a:ext cx="801609" cy="751509"/>
          </a:xfrm>
          <a:prstGeom prst="rect">
            <a:avLst/>
          </a:prstGeom>
          <a:noFill/>
        </p:spPr>
        <p:txBody>
          <a:bodyPr wrap="none" lIns="0" tIns="36195" rIns="0" bIns="0" rtlCol="0" anchor="ctr" anchorCtr="0">
            <a:noAutofit/>
          </a:bodyPr>
          <a:p>
            <a:pPr lvl="0" algn="ctr" fontAlgn="ctr">
              <a:buClrTx/>
              <a:buSzTx/>
              <a:buFontTx/>
            </a:pPr>
            <a:r>
              <a:rPr lang="en-US" altLang="zh-CN" sz="3600" b="1" dirty="0">
                <a:gradFill>
                  <a:gsLst>
                    <a:gs pos="0">
                      <a:schemeClr val="accent2">
                        <a:alpha val="50000"/>
                      </a:schemeClr>
                    </a:gs>
                    <a:gs pos="94000">
                      <a:schemeClr val="accent2">
                        <a:alpha val="50000"/>
                      </a:schemeClr>
                    </a:gs>
                  </a:gsLst>
                  <a:lin ang="5400000" scaled="0"/>
                </a:gradFill>
                <a:latin typeface="+mj-ea"/>
                <a:ea typeface="+mj-ea"/>
                <a:sym typeface="+mn-ea"/>
              </a:rPr>
              <a:t>05</a:t>
            </a:r>
            <a:endParaRPr lang="en-US" altLang="zh-CN" sz="3600" b="1" dirty="0">
              <a:gradFill>
                <a:gsLst>
                  <a:gs pos="0">
                    <a:schemeClr val="accent2">
                      <a:alpha val="50000"/>
                    </a:schemeClr>
                  </a:gs>
                  <a:gs pos="94000">
                    <a:schemeClr val="accent2">
                      <a:alpha val="50000"/>
                    </a:schemeClr>
                  </a:gs>
                </a:gsLst>
                <a:lin ang="5400000" scaled="0"/>
              </a:gradFill>
              <a:latin typeface="+mj-ea"/>
              <a:ea typeface="+mj-ea"/>
              <a:sym typeface="+mn-ea"/>
            </a:endParaRPr>
          </a:p>
        </p:txBody>
      </p:sp>
    </p:spTree>
    <p:custDataLst>
      <p:tags r:id="rId9"/>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normAutofit fontScale="90000"/>
          </a:bodyPr>
          <a:lstStyle/>
          <a:p>
            <a:r>
              <a:rPr lang="zh-CN" altLang="en-US"/>
              <a:t>小练：根据我国现行宪法规定，下列选项中属于国务院职权的是？</a:t>
            </a:r>
            <a:endParaRPr lang="zh-CN" altLang="en-US"/>
          </a:p>
        </p:txBody>
      </p:sp>
      <p:sp>
        <p:nvSpPr>
          <p:cNvPr id="2" name="图片 56" descr="未标题-1"/>
          <p:cNvSpPr/>
          <p:nvPr>
            <p:custDataLst>
              <p:tags r:id="rId2"/>
            </p:custDataLst>
          </p:nvPr>
        </p:nvSpPr>
        <p:spPr>
          <a:xfrm>
            <a:off x="635" y="2247031"/>
            <a:ext cx="10632445" cy="2761009"/>
          </a:xfrm>
          <a:custGeom>
            <a:avLst/>
            <a:gdLst>
              <a:gd name="connsiteX0" fmla="*/ 0 w 16893"/>
              <a:gd name="connsiteY0" fmla="*/ 2499 h 4386"/>
              <a:gd name="connsiteX1" fmla="*/ 622 w 16893"/>
              <a:gd name="connsiteY1" fmla="*/ 1965 h 4386"/>
              <a:gd name="connsiteX2" fmla="*/ 2358 w 16893"/>
              <a:gd name="connsiteY2" fmla="*/ 1262 h 4386"/>
              <a:gd name="connsiteX3" fmla="*/ 6286 w 16893"/>
              <a:gd name="connsiteY3" fmla="*/ 2564 h 4386"/>
              <a:gd name="connsiteX4" fmla="*/ 6952 w 16893"/>
              <a:gd name="connsiteY4" fmla="*/ 3155 h 4386"/>
              <a:gd name="connsiteX5" fmla="*/ 8609 w 16893"/>
              <a:gd name="connsiteY5" fmla="*/ 4168 h 4386"/>
              <a:gd name="connsiteX6" fmla="*/ 10854 w 16893"/>
              <a:gd name="connsiteY6" fmla="*/ 4318 h 4386"/>
              <a:gd name="connsiteX7" fmla="*/ 14538 w 16893"/>
              <a:gd name="connsiteY7" fmla="*/ 2343 h 4386"/>
              <a:gd name="connsiteX8" fmla="*/ 16476 w 16893"/>
              <a:gd name="connsiteY8" fmla="*/ 417 h 4386"/>
              <a:gd name="connsiteX9" fmla="*/ 16893 w 16893"/>
              <a:gd name="connsiteY9" fmla="*/ 0 h 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93" h="4387">
                <a:moveTo>
                  <a:pt x="0" y="2499"/>
                </a:moveTo>
                <a:cubicBezTo>
                  <a:pt x="179" y="2304"/>
                  <a:pt x="388" y="2124"/>
                  <a:pt x="622" y="1965"/>
                </a:cubicBezTo>
                <a:cubicBezTo>
                  <a:pt x="1110" y="1625"/>
                  <a:pt x="1703" y="1361"/>
                  <a:pt x="2358" y="1262"/>
                </a:cubicBezTo>
                <a:cubicBezTo>
                  <a:pt x="3886" y="1030"/>
                  <a:pt x="5287" y="1770"/>
                  <a:pt x="6286" y="2564"/>
                </a:cubicBezTo>
                <a:cubicBezTo>
                  <a:pt x="6525" y="2753"/>
                  <a:pt x="6738" y="2951"/>
                  <a:pt x="6952" y="3155"/>
                </a:cubicBezTo>
                <a:cubicBezTo>
                  <a:pt x="7504" y="3593"/>
                  <a:pt x="7896" y="3931"/>
                  <a:pt x="8609" y="4168"/>
                </a:cubicBezTo>
                <a:cubicBezTo>
                  <a:pt x="9295" y="4393"/>
                  <a:pt x="10126" y="4447"/>
                  <a:pt x="10854" y="4318"/>
                </a:cubicBezTo>
                <a:cubicBezTo>
                  <a:pt x="12385" y="3972"/>
                  <a:pt x="13581" y="3246"/>
                  <a:pt x="14538" y="2343"/>
                </a:cubicBezTo>
                <a:cubicBezTo>
                  <a:pt x="15205" y="1715"/>
                  <a:pt x="15833" y="1061"/>
                  <a:pt x="16476" y="417"/>
                </a:cubicBezTo>
                <a:lnTo>
                  <a:pt x="16893" y="0"/>
                </a:lnTo>
              </a:path>
            </a:pathLst>
          </a:custGeom>
          <a:noFill/>
          <a:ln w="19055" cap="flat">
            <a:solidFill>
              <a:schemeClr val="accent1">
                <a:alpha val="35000"/>
              </a:schemeClr>
            </a:solidFill>
            <a:custDash>
              <a:ds d="300000" sp="225000"/>
            </a:custDash>
            <a:miter/>
          </a:ln>
        </p:spPr>
        <p:txBody>
          <a:bodyPr rtlCol="0" anchor="ctr"/>
          <a:p>
            <a:endParaRPr lang="zh-CN" altLang="en-US">
              <a:solidFill>
                <a:schemeClr val="tx1"/>
              </a:solidFill>
            </a:endParaRPr>
          </a:p>
        </p:txBody>
      </p:sp>
      <p:sp>
        <p:nvSpPr>
          <p:cNvPr id="15" name="椭圆 6"/>
          <p:cNvSpPr/>
          <p:nvPr>
            <p:custDataLst>
              <p:tags r:id="rId3"/>
            </p:custDataLst>
          </p:nvPr>
        </p:nvSpPr>
        <p:spPr>
          <a:xfrm>
            <a:off x="1691831" y="2801532"/>
            <a:ext cx="469532" cy="470162"/>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0" name="椭圆 7"/>
          <p:cNvSpPr/>
          <p:nvPr>
            <p:custDataLst>
              <p:tags r:id="rId4"/>
            </p:custDataLst>
          </p:nvPr>
        </p:nvSpPr>
        <p:spPr>
          <a:xfrm>
            <a:off x="3642341" y="3598352"/>
            <a:ext cx="469532" cy="470162"/>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1" name="椭圆 9"/>
          <p:cNvSpPr/>
          <p:nvPr>
            <p:custDataLst>
              <p:tags r:id="rId5"/>
            </p:custDataLst>
          </p:nvPr>
        </p:nvSpPr>
        <p:spPr>
          <a:xfrm>
            <a:off x="7577976" y="4393284"/>
            <a:ext cx="469532" cy="470162"/>
          </a:xfrm>
          <a:prstGeom prst="ellipse">
            <a:avLst/>
          </a:prstGeom>
          <a:solidFill>
            <a:schemeClr val="accent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2" name="椭圆 11"/>
          <p:cNvSpPr/>
          <p:nvPr>
            <p:custDataLst>
              <p:tags r:id="rId6"/>
            </p:custDataLst>
          </p:nvPr>
        </p:nvSpPr>
        <p:spPr>
          <a:xfrm>
            <a:off x="9346588" y="3029375"/>
            <a:ext cx="469532" cy="470162"/>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3" name="椭圆 54"/>
          <p:cNvSpPr/>
          <p:nvPr>
            <p:custDataLst>
              <p:tags r:id="rId7"/>
            </p:custDataLst>
          </p:nvPr>
        </p:nvSpPr>
        <p:spPr>
          <a:xfrm>
            <a:off x="5302696" y="4666443"/>
            <a:ext cx="469532" cy="470162"/>
          </a:xfrm>
          <a:prstGeom prst="ellipse">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4" name="任意多边形: 形状 3"/>
          <p:cNvSpPr/>
          <p:nvPr>
            <p:custDataLst>
              <p:tags r:id="rId8"/>
            </p:custDataLst>
          </p:nvPr>
        </p:nvSpPr>
        <p:spPr>
          <a:xfrm rot="21120000">
            <a:off x="10624269" y="1482311"/>
            <a:ext cx="694108" cy="694674"/>
          </a:xfrm>
          <a:custGeom>
            <a:avLst/>
            <a:gdLst>
              <a:gd name="connsiteX0" fmla="*/ 700097 w 700284"/>
              <a:gd name="connsiteY0" fmla="*/ 857 h 700855"/>
              <a:gd name="connsiteX1" fmla="*/ 697850 w 700284"/>
              <a:gd name="connsiteY1" fmla="*/ 40730 h 700855"/>
              <a:gd name="connsiteX2" fmla="*/ 668129 w 700284"/>
              <a:gd name="connsiteY2" fmla="*/ 171739 h 700855"/>
              <a:gd name="connsiteX3" fmla="*/ 567848 w 700284"/>
              <a:gd name="connsiteY3" fmla="*/ 326540 h 700855"/>
              <a:gd name="connsiteX4" fmla="*/ 370811 w 700284"/>
              <a:gd name="connsiteY4" fmla="*/ 497034 h 700855"/>
              <a:gd name="connsiteX5" fmla="*/ 365386 w 700284"/>
              <a:gd name="connsiteY5" fmla="*/ 508348 h 700855"/>
              <a:gd name="connsiteX6" fmla="*/ 366975 w 700284"/>
              <a:gd name="connsiteY6" fmla="*/ 621107 h 700855"/>
              <a:gd name="connsiteX7" fmla="*/ 359613 w 700284"/>
              <a:gd name="connsiteY7" fmla="*/ 636219 h 700855"/>
              <a:gd name="connsiteX8" fmla="*/ 281379 w 700284"/>
              <a:gd name="connsiteY8" fmla="*/ 697171 h 700855"/>
              <a:gd name="connsiteX9" fmla="*/ 270878 w 700284"/>
              <a:gd name="connsiteY9" fmla="*/ 693296 h 700855"/>
              <a:gd name="connsiteX10" fmla="*/ 249683 w 700284"/>
              <a:gd name="connsiteY10" fmla="*/ 594642 h 700855"/>
              <a:gd name="connsiteX11" fmla="*/ 222287 w 700284"/>
              <a:gd name="connsiteY11" fmla="*/ 596385 h 700855"/>
              <a:gd name="connsiteX12" fmla="*/ 199038 w 700284"/>
              <a:gd name="connsiteY12" fmla="*/ 606925 h 700855"/>
              <a:gd name="connsiteX13" fmla="*/ 176913 w 700284"/>
              <a:gd name="connsiteY13" fmla="*/ 606034 h 700855"/>
              <a:gd name="connsiteX14" fmla="*/ 132584 w 700284"/>
              <a:gd name="connsiteY14" fmla="*/ 570462 h 700855"/>
              <a:gd name="connsiteX15" fmla="*/ 93835 w 700284"/>
              <a:gd name="connsiteY15" fmla="*/ 523267 h 700855"/>
              <a:gd name="connsiteX16" fmla="*/ 92789 w 700284"/>
              <a:gd name="connsiteY16" fmla="*/ 500017 h 700855"/>
              <a:gd name="connsiteX17" fmla="*/ 104995 w 700284"/>
              <a:gd name="connsiteY17" fmla="*/ 472700 h 700855"/>
              <a:gd name="connsiteX18" fmla="*/ 106855 w 700284"/>
              <a:gd name="connsiteY18" fmla="*/ 457200 h 700855"/>
              <a:gd name="connsiteX19" fmla="*/ 98563 w 700284"/>
              <a:gd name="connsiteY19" fmla="*/ 448869 h 700855"/>
              <a:gd name="connsiteX20" fmla="*/ 7930 w 700284"/>
              <a:gd name="connsiteY20" fmla="*/ 429689 h 700855"/>
              <a:gd name="connsiteX21" fmla="*/ 3667 w 700284"/>
              <a:gd name="connsiteY21" fmla="*/ 418413 h 700855"/>
              <a:gd name="connsiteX22" fmla="*/ 62798 w 700284"/>
              <a:gd name="connsiteY22" fmla="*/ 342349 h 700855"/>
              <a:gd name="connsiteX23" fmla="*/ 80855 w 700284"/>
              <a:gd name="connsiteY23" fmla="*/ 333631 h 700855"/>
              <a:gd name="connsiteX24" fmla="*/ 190785 w 700284"/>
              <a:gd name="connsiteY24" fmla="*/ 335297 h 700855"/>
              <a:gd name="connsiteX25" fmla="*/ 201441 w 700284"/>
              <a:gd name="connsiteY25" fmla="*/ 329795 h 700855"/>
              <a:gd name="connsiteX26" fmla="*/ 367401 w 700284"/>
              <a:gd name="connsiteY26" fmla="*/ 137407 h 700855"/>
              <a:gd name="connsiteX27" fmla="*/ 517707 w 700284"/>
              <a:gd name="connsiteY27" fmla="*/ 35305 h 700855"/>
              <a:gd name="connsiteX28" fmla="*/ 691495 w 700284"/>
              <a:gd name="connsiteY28" fmla="*/ 43 h 700855"/>
              <a:gd name="connsiteX29" fmla="*/ 697888 w 700284"/>
              <a:gd name="connsiteY29" fmla="*/ 43 h 700855"/>
              <a:gd name="connsiteX30" fmla="*/ 700097 w 700284"/>
              <a:gd name="connsiteY30" fmla="*/ 857 h 700855"/>
              <a:gd name="connsiteX31" fmla="*/ 480857 w 700284"/>
              <a:gd name="connsiteY31" fmla="*/ 276554 h 700855"/>
              <a:gd name="connsiteX32" fmla="*/ 538356 w 700284"/>
              <a:gd name="connsiteY32" fmla="*/ 218404 h 700855"/>
              <a:gd name="connsiteX33" fmla="*/ 480183 w 700284"/>
              <a:gd name="connsiteY33" fmla="*/ 160932 h 700855"/>
              <a:gd name="connsiteX34" fmla="*/ 422734 w 700284"/>
              <a:gd name="connsiteY34" fmla="*/ 219128 h 700855"/>
              <a:gd name="connsiteX35" fmla="*/ 480857 w 700284"/>
              <a:gd name="connsiteY35" fmla="*/ 276399 h 700855"/>
              <a:gd name="connsiteX36" fmla="*/ 480857 w 700284"/>
              <a:gd name="connsiteY36" fmla="*/ 276554 h 70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00284" h="700855">
                <a:moveTo>
                  <a:pt x="700097" y="857"/>
                </a:moveTo>
                <a:cubicBezTo>
                  <a:pt x="699400" y="13838"/>
                  <a:pt x="699283" y="27323"/>
                  <a:pt x="697850" y="40730"/>
                </a:cubicBezTo>
                <a:cubicBezTo>
                  <a:pt x="693498" y="85476"/>
                  <a:pt x="683513" y="129495"/>
                  <a:pt x="668129" y="171739"/>
                </a:cubicBezTo>
                <a:cubicBezTo>
                  <a:pt x="646159" y="230753"/>
                  <a:pt x="613881" y="282947"/>
                  <a:pt x="567848" y="326540"/>
                </a:cubicBezTo>
                <a:cubicBezTo>
                  <a:pt x="504804" y="386406"/>
                  <a:pt x="437846" y="441701"/>
                  <a:pt x="370811" y="497034"/>
                </a:cubicBezTo>
                <a:cubicBezTo>
                  <a:pt x="367149" y="499599"/>
                  <a:pt x="365092" y="503888"/>
                  <a:pt x="365386" y="508348"/>
                </a:cubicBezTo>
                <a:cubicBezTo>
                  <a:pt x="366045" y="545935"/>
                  <a:pt x="366277" y="583521"/>
                  <a:pt x="366975" y="621107"/>
                </a:cubicBezTo>
                <a:cubicBezTo>
                  <a:pt x="367370" y="627094"/>
                  <a:pt x="364568" y="632840"/>
                  <a:pt x="359613" y="636219"/>
                </a:cubicBezTo>
                <a:cubicBezTo>
                  <a:pt x="333418" y="656368"/>
                  <a:pt x="307457" y="676828"/>
                  <a:pt x="281379" y="697171"/>
                </a:cubicBezTo>
                <a:cubicBezTo>
                  <a:pt x="274404" y="702595"/>
                  <a:pt x="272777" y="702092"/>
                  <a:pt x="270878" y="693296"/>
                </a:cubicBezTo>
                <a:cubicBezTo>
                  <a:pt x="263748" y="660359"/>
                  <a:pt x="256735" y="627423"/>
                  <a:pt x="249683" y="594642"/>
                </a:cubicBezTo>
                <a:cubicBezTo>
                  <a:pt x="240809" y="590744"/>
                  <a:pt x="230595" y="591394"/>
                  <a:pt x="222287" y="596385"/>
                </a:cubicBezTo>
                <a:cubicBezTo>
                  <a:pt x="214809" y="600454"/>
                  <a:pt x="206439" y="602895"/>
                  <a:pt x="199038" y="606925"/>
                </a:cubicBezTo>
                <a:cubicBezTo>
                  <a:pt x="192203" y="611288"/>
                  <a:pt x="183376" y="610932"/>
                  <a:pt x="176913" y="606034"/>
                </a:cubicBezTo>
                <a:cubicBezTo>
                  <a:pt x="161684" y="594719"/>
                  <a:pt x="145914" y="583792"/>
                  <a:pt x="132584" y="570462"/>
                </a:cubicBezTo>
                <a:cubicBezTo>
                  <a:pt x="118666" y="555579"/>
                  <a:pt x="105724" y="539816"/>
                  <a:pt x="93835" y="523267"/>
                </a:cubicBezTo>
                <a:cubicBezTo>
                  <a:pt x="88628" y="516509"/>
                  <a:pt x="88209" y="507213"/>
                  <a:pt x="92789" y="500017"/>
                </a:cubicBezTo>
                <a:cubicBezTo>
                  <a:pt x="97517" y="491260"/>
                  <a:pt x="100539" y="481689"/>
                  <a:pt x="104995" y="472700"/>
                </a:cubicBezTo>
                <a:cubicBezTo>
                  <a:pt x="107413" y="467910"/>
                  <a:pt x="108068" y="462423"/>
                  <a:pt x="106855" y="457200"/>
                </a:cubicBezTo>
                <a:cubicBezTo>
                  <a:pt x="106541" y="452752"/>
                  <a:pt x="103011" y="449202"/>
                  <a:pt x="98563" y="448869"/>
                </a:cubicBezTo>
                <a:cubicBezTo>
                  <a:pt x="68339" y="442708"/>
                  <a:pt x="38154" y="436121"/>
                  <a:pt x="7930" y="429689"/>
                </a:cubicBezTo>
                <a:cubicBezTo>
                  <a:pt x="-1680" y="427635"/>
                  <a:pt x="-2300" y="426046"/>
                  <a:pt x="3667" y="418413"/>
                </a:cubicBezTo>
                <a:cubicBezTo>
                  <a:pt x="23429" y="393071"/>
                  <a:pt x="43346" y="368039"/>
                  <a:pt x="62798" y="342349"/>
                </a:cubicBezTo>
                <a:cubicBezTo>
                  <a:pt x="66808" y="336405"/>
                  <a:pt x="73706" y="333073"/>
                  <a:pt x="80855" y="333631"/>
                </a:cubicBezTo>
                <a:cubicBezTo>
                  <a:pt x="117511" y="334483"/>
                  <a:pt x="154167" y="334638"/>
                  <a:pt x="190785" y="335297"/>
                </a:cubicBezTo>
                <a:cubicBezTo>
                  <a:pt x="195055" y="335448"/>
                  <a:pt x="199092" y="333363"/>
                  <a:pt x="201441" y="329795"/>
                </a:cubicBezTo>
                <a:cubicBezTo>
                  <a:pt x="255224" y="264348"/>
                  <a:pt x="309549" y="199367"/>
                  <a:pt x="367401" y="137407"/>
                </a:cubicBezTo>
                <a:cubicBezTo>
                  <a:pt x="409164" y="92478"/>
                  <a:pt x="460549" y="57574"/>
                  <a:pt x="517707" y="35305"/>
                </a:cubicBezTo>
                <a:cubicBezTo>
                  <a:pt x="573129" y="13485"/>
                  <a:pt x="631950" y="1551"/>
                  <a:pt x="691495" y="43"/>
                </a:cubicBezTo>
                <a:cubicBezTo>
                  <a:pt x="693626" y="43"/>
                  <a:pt x="695757" y="43"/>
                  <a:pt x="697888" y="43"/>
                </a:cubicBezTo>
                <a:cubicBezTo>
                  <a:pt x="698160" y="-422"/>
                  <a:pt x="698547" y="-73"/>
                  <a:pt x="700097" y="857"/>
                </a:cubicBezTo>
                <a:moveTo>
                  <a:pt x="480857" y="276554"/>
                </a:moveTo>
                <a:cubicBezTo>
                  <a:pt x="512798" y="276383"/>
                  <a:pt x="538542" y="250344"/>
                  <a:pt x="538356" y="218404"/>
                </a:cubicBezTo>
                <a:cubicBezTo>
                  <a:pt x="538170" y="186467"/>
                  <a:pt x="512123" y="160730"/>
                  <a:pt x="480183" y="160932"/>
                </a:cubicBezTo>
                <a:cubicBezTo>
                  <a:pt x="448246" y="161129"/>
                  <a:pt x="422521" y="187192"/>
                  <a:pt x="422734" y="219128"/>
                </a:cubicBezTo>
                <a:cubicBezTo>
                  <a:pt x="423404" y="250809"/>
                  <a:pt x="449172" y="276197"/>
                  <a:pt x="480857" y="276399"/>
                </a:cubicBezTo>
                <a:lnTo>
                  <a:pt x="480857" y="276554"/>
                </a:lnTo>
              </a:path>
            </a:pathLst>
          </a:custGeom>
          <a:solidFill>
            <a:schemeClr val="accent1"/>
          </a:solidFill>
          <a:ln w="3841" cap="flat">
            <a:noFill/>
            <a:prstDash val="solid"/>
            <a:miter/>
          </a:ln>
        </p:spPr>
        <p:txBody>
          <a:bodyPr rtlCol="0" anchor="ctr"/>
          <a:p>
            <a:endParaRPr lang="zh-CN" altLang="en-US">
              <a:solidFill>
                <a:schemeClr val="tx1"/>
              </a:solidFill>
            </a:endParaRPr>
          </a:p>
        </p:txBody>
      </p:sp>
      <p:sp>
        <p:nvSpPr>
          <p:cNvPr id="26" name="任意多边形: 形状 8"/>
          <p:cNvSpPr/>
          <p:nvPr>
            <p:custDataLst>
              <p:tags r:id="rId9"/>
            </p:custDataLst>
          </p:nvPr>
        </p:nvSpPr>
        <p:spPr>
          <a:xfrm rot="21120000">
            <a:off x="10643151" y="2036182"/>
            <a:ext cx="196213" cy="196490"/>
          </a:xfrm>
          <a:custGeom>
            <a:avLst/>
            <a:gdLst>
              <a:gd name="connsiteX0" fmla="*/ 197772 w 197959"/>
              <a:gd name="connsiteY0" fmla="*/ 122284 h 198238"/>
              <a:gd name="connsiteX1" fmla="*/ 154 w 197959"/>
              <a:gd name="connsiteY1" fmla="*/ 198077 h 198238"/>
              <a:gd name="connsiteX2" fmla="*/ 19179 w 197959"/>
              <a:gd name="connsiteY2" fmla="*/ 74081 h 198238"/>
              <a:gd name="connsiteX3" fmla="*/ 75946 w 197959"/>
              <a:gd name="connsiteY3" fmla="*/ -162 h 198238"/>
              <a:gd name="connsiteX4" fmla="*/ 81410 w 197959"/>
              <a:gd name="connsiteY4" fmla="*/ 9216 h 198238"/>
              <a:gd name="connsiteX5" fmla="*/ 81138 w 197959"/>
              <a:gd name="connsiteY5" fmla="*/ 15415 h 198238"/>
              <a:gd name="connsiteX6" fmla="*/ 47543 w 197959"/>
              <a:gd name="connsiteY6" fmla="*/ 142937 h 198238"/>
              <a:gd name="connsiteX7" fmla="*/ 52813 w 197959"/>
              <a:gd name="connsiteY7" fmla="*/ 150067 h 198238"/>
              <a:gd name="connsiteX8" fmla="*/ 173476 w 197959"/>
              <a:gd name="connsiteY8" fmla="*/ 122168 h 198238"/>
              <a:gd name="connsiteX9" fmla="*/ 175879 w 197959"/>
              <a:gd name="connsiteY9" fmla="*/ 120657 h 198238"/>
              <a:gd name="connsiteX10" fmla="*/ 197772 w 197959"/>
              <a:gd name="connsiteY10" fmla="*/ 122284 h 198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959" h="198238">
                <a:moveTo>
                  <a:pt x="197772" y="122284"/>
                </a:moveTo>
                <a:cubicBezTo>
                  <a:pt x="146507" y="186026"/>
                  <a:pt x="76217" y="197883"/>
                  <a:pt x="154" y="198077"/>
                </a:cubicBezTo>
                <a:cubicBezTo>
                  <a:pt x="-1629" y="154601"/>
                  <a:pt x="3409" y="113488"/>
                  <a:pt x="19179" y="74081"/>
                </a:cubicBezTo>
                <a:cubicBezTo>
                  <a:pt x="30684" y="44454"/>
                  <a:pt x="50368" y="18705"/>
                  <a:pt x="75946" y="-162"/>
                </a:cubicBezTo>
                <a:cubicBezTo>
                  <a:pt x="78007" y="2818"/>
                  <a:pt x="79836" y="5953"/>
                  <a:pt x="81410" y="9216"/>
                </a:cubicBezTo>
                <a:cubicBezTo>
                  <a:pt x="82188" y="11230"/>
                  <a:pt x="82088" y="13478"/>
                  <a:pt x="81138" y="15415"/>
                </a:cubicBezTo>
                <a:cubicBezTo>
                  <a:pt x="54712" y="53931"/>
                  <a:pt x="47621" y="97485"/>
                  <a:pt x="47543" y="142937"/>
                </a:cubicBezTo>
                <a:cubicBezTo>
                  <a:pt x="47543" y="146618"/>
                  <a:pt x="47311" y="150028"/>
                  <a:pt x="52813" y="150067"/>
                </a:cubicBezTo>
                <a:cubicBezTo>
                  <a:pt x="95437" y="150377"/>
                  <a:pt x="136161" y="144022"/>
                  <a:pt x="173476" y="122168"/>
                </a:cubicBezTo>
                <a:cubicBezTo>
                  <a:pt x="174290" y="121703"/>
                  <a:pt x="175104" y="121160"/>
                  <a:pt x="175879" y="120657"/>
                </a:cubicBezTo>
                <a:cubicBezTo>
                  <a:pt x="186380" y="113721"/>
                  <a:pt x="186341" y="113721"/>
                  <a:pt x="197772" y="122284"/>
                </a:cubicBezTo>
                <a:close/>
              </a:path>
            </a:pathLst>
          </a:custGeom>
          <a:solidFill>
            <a:schemeClr val="accent1"/>
          </a:solidFill>
          <a:ln w="3841" cap="flat">
            <a:noFill/>
            <a:prstDash val="solid"/>
            <a:miter/>
          </a:ln>
        </p:spPr>
        <p:txBody>
          <a:bodyPr rtlCol="0" anchor="ctr"/>
          <a:p>
            <a:endParaRPr lang="zh-CN" altLang="en-US">
              <a:solidFill>
                <a:schemeClr val="tx1"/>
              </a:solidFill>
            </a:endParaRPr>
          </a:p>
        </p:txBody>
      </p:sp>
      <p:pic>
        <p:nvPicPr>
          <p:cNvPr id="27" name="图形 21" descr="333438303937363b333438313037303bb6a8cebbb2fac6b7"/>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801976" y="2911677"/>
            <a:ext cx="249777" cy="249777"/>
          </a:xfrm>
          <a:prstGeom prst="rect">
            <a:avLst/>
          </a:prstGeom>
        </p:spPr>
      </p:pic>
      <p:sp>
        <p:nvSpPr>
          <p:cNvPr id="32" name="椭圆 5"/>
          <p:cNvSpPr/>
          <p:nvPr>
            <p:custDataLst>
              <p:tags r:id="rId13"/>
            </p:custDataLst>
          </p:nvPr>
        </p:nvSpPr>
        <p:spPr>
          <a:xfrm>
            <a:off x="11023309" y="1618261"/>
            <a:ext cx="122104" cy="122104"/>
          </a:xfrm>
          <a:prstGeom prst="ellipse">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34" name="图形 24" descr="333438303937363b333438313039323bcfeec4bfbcc6bbae"/>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5430464" y="4794211"/>
            <a:ext cx="214095" cy="214095"/>
          </a:xfrm>
          <a:prstGeom prst="rect">
            <a:avLst/>
          </a:prstGeom>
        </p:spPr>
      </p:pic>
      <p:pic>
        <p:nvPicPr>
          <p:cNvPr id="35" name="图形 25" descr="333438303937363b333438313035353bb2fac6b7c4a3d0cd"/>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3770109" y="3726120"/>
            <a:ext cx="214095" cy="214095"/>
          </a:xfrm>
          <a:prstGeom prst="rect">
            <a:avLst/>
          </a:prstGeom>
        </p:spPr>
      </p:pic>
      <p:pic>
        <p:nvPicPr>
          <p:cNvPr id="36" name="图形 27" descr="333438303937363b333438313038383bcfeec4bfd0a7c2ca"/>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7669868" y="4485805"/>
            <a:ext cx="285460" cy="285460"/>
          </a:xfrm>
          <a:prstGeom prst="rect">
            <a:avLst/>
          </a:prstGeom>
        </p:spPr>
      </p:pic>
      <p:pic>
        <p:nvPicPr>
          <p:cNvPr id="37" name="图形 28" descr="333438303937363b333438313038303bd7e9d6afbcdcb9b9"/>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9474356" y="3157143"/>
            <a:ext cx="214095" cy="214095"/>
          </a:xfrm>
          <a:prstGeom prst="rect">
            <a:avLst/>
          </a:prstGeom>
        </p:spPr>
      </p:pic>
      <p:sp>
        <p:nvSpPr>
          <p:cNvPr id="39" name="矩形 4"/>
          <p:cNvSpPr/>
          <p:nvPr>
            <p:custDataLst>
              <p:tags r:id="rId26"/>
            </p:custDataLst>
          </p:nvPr>
        </p:nvSpPr>
        <p:spPr>
          <a:xfrm>
            <a:off x="3770630" y="2600325"/>
            <a:ext cx="2930525" cy="673735"/>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B.</a:t>
            </a:r>
            <a:r>
              <a:rPr lang="zh-CN" altLang="en-US" sz="2400">
                <a:ln>
                  <a:noFill/>
                  <a:prstDash val="sysDot"/>
                </a:ln>
                <a:solidFill>
                  <a:schemeClr val="tx1">
                    <a:lumMod val="85000"/>
                    <a:lumOff val="15000"/>
                  </a:schemeClr>
                </a:solidFill>
                <a:latin typeface="+mn-ea"/>
                <a:cs typeface="+mn-ea"/>
              </a:rPr>
              <a:t>批准直辖市的建置</a:t>
            </a:r>
            <a:r>
              <a:rPr lang="en-US" altLang="zh-CN" sz="2400">
                <a:ln>
                  <a:noFill/>
                  <a:prstDash val="sysDot"/>
                </a:ln>
                <a:solidFill>
                  <a:schemeClr val="tx1">
                    <a:lumMod val="85000"/>
                    <a:lumOff val="15000"/>
                  </a:schemeClr>
                </a:solidFill>
                <a:latin typeface="+mn-ea"/>
                <a:cs typeface="+mn-ea"/>
              </a:rPr>
              <a:t> </a:t>
            </a:r>
            <a:endParaRPr lang="en-US" altLang="zh-CN" sz="2400">
              <a:ln>
                <a:noFill/>
                <a:prstDash val="sysDot"/>
              </a:ln>
              <a:solidFill>
                <a:schemeClr val="tx1">
                  <a:lumMod val="85000"/>
                  <a:lumOff val="15000"/>
                </a:schemeClr>
              </a:solidFill>
              <a:latin typeface="+mn-ea"/>
              <a:cs typeface="+mn-ea"/>
            </a:endParaRPr>
          </a:p>
        </p:txBody>
      </p:sp>
      <p:sp>
        <p:nvSpPr>
          <p:cNvPr id="40" name="矩形 10"/>
          <p:cNvSpPr/>
          <p:nvPr>
            <p:custDataLst>
              <p:tags r:id="rId27"/>
            </p:custDataLst>
          </p:nvPr>
        </p:nvSpPr>
        <p:spPr>
          <a:xfrm>
            <a:off x="840740" y="3544570"/>
            <a:ext cx="2332990" cy="848995"/>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A.</a:t>
            </a:r>
            <a:r>
              <a:rPr lang="zh-CN" altLang="en-US" sz="2400">
                <a:ln>
                  <a:noFill/>
                  <a:prstDash val="sysDot"/>
                </a:ln>
                <a:solidFill>
                  <a:schemeClr val="tx1">
                    <a:lumMod val="85000"/>
                    <a:lumOff val="15000"/>
                  </a:schemeClr>
                </a:solidFill>
                <a:latin typeface="+mn-ea"/>
                <a:cs typeface="+mn-ea"/>
              </a:rPr>
              <a:t>决定特赦</a:t>
            </a:r>
            <a:r>
              <a:rPr lang="en-US" altLang="zh-CN" sz="2400">
                <a:ln>
                  <a:noFill/>
                  <a:prstDash val="sysDot"/>
                </a:ln>
                <a:solidFill>
                  <a:schemeClr val="tx1">
                    <a:lumMod val="85000"/>
                    <a:lumOff val="15000"/>
                  </a:schemeClr>
                </a:solidFill>
                <a:latin typeface="+mn-ea"/>
                <a:cs typeface="+mn-ea"/>
              </a:rPr>
              <a:t>         </a:t>
            </a:r>
            <a:endParaRPr lang="zh-CN" altLang="en-US" sz="2400">
              <a:ln>
                <a:noFill/>
                <a:prstDash val="sysDot"/>
              </a:ln>
              <a:solidFill>
                <a:schemeClr val="tx1">
                  <a:lumMod val="85000"/>
                  <a:lumOff val="15000"/>
                </a:schemeClr>
              </a:solidFill>
              <a:latin typeface="+mn-ea"/>
              <a:cs typeface="+mn-ea"/>
            </a:endParaRPr>
          </a:p>
        </p:txBody>
      </p:sp>
      <p:sp>
        <p:nvSpPr>
          <p:cNvPr id="41" name="矩形 12"/>
          <p:cNvSpPr/>
          <p:nvPr>
            <p:custDataLst>
              <p:tags r:id="rId28"/>
            </p:custDataLst>
          </p:nvPr>
        </p:nvSpPr>
        <p:spPr>
          <a:xfrm>
            <a:off x="5302885" y="5343525"/>
            <a:ext cx="2241550" cy="580390"/>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C.</a:t>
            </a:r>
            <a:r>
              <a:rPr lang="zh-CN" altLang="en-US" sz="2400">
                <a:ln>
                  <a:noFill/>
                  <a:prstDash val="sysDot"/>
                </a:ln>
                <a:solidFill>
                  <a:schemeClr val="tx1">
                    <a:lumMod val="85000"/>
                    <a:lumOff val="15000"/>
                  </a:schemeClr>
                </a:solidFill>
                <a:latin typeface="+mn-ea"/>
                <a:cs typeface="+mn-ea"/>
              </a:rPr>
              <a:t>制定行政法规</a:t>
            </a:r>
            <a:r>
              <a:rPr lang="en-US" altLang="zh-CN" sz="2400">
                <a:ln>
                  <a:noFill/>
                  <a:prstDash val="sysDot"/>
                </a:ln>
                <a:solidFill>
                  <a:schemeClr val="tx1">
                    <a:lumMod val="85000"/>
                    <a:lumOff val="15000"/>
                  </a:schemeClr>
                </a:solidFill>
                <a:latin typeface="+mn-ea"/>
                <a:cs typeface="+mn-ea"/>
              </a:rPr>
              <a:t>  </a:t>
            </a:r>
            <a:endParaRPr lang="en-US" altLang="zh-CN" sz="2400">
              <a:ln>
                <a:noFill/>
                <a:prstDash val="sysDot"/>
              </a:ln>
              <a:solidFill>
                <a:schemeClr val="tx1">
                  <a:lumMod val="85000"/>
                  <a:lumOff val="15000"/>
                </a:schemeClr>
              </a:solidFill>
              <a:latin typeface="+mn-ea"/>
              <a:cs typeface="+mn-ea"/>
            </a:endParaRPr>
          </a:p>
        </p:txBody>
      </p:sp>
      <p:sp>
        <p:nvSpPr>
          <p:cNvPr id="42" name="矩形 13"/>
          <p:cNvSpPr/>
          <p:nvPr>
            <p:custDataLst>
              <p:tags r:id="rId29"/>
            </p:custDataLst>
          </p:nvPr>
        </p:nvSpPr>
        <p:spPr>
          <a:xfrm>
            <a:off x="9022715" y="3829050"/>
            <a:ext cx="3016885" cy="1179195"/>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D.</a:t>
            </a:r>
            <a:r>
              <a:rPr lang="zh-CN" altLang="en-US" sz="2400">
                <a:ln>
                  <a:noFill/>
                  <a:prstDash val="sysDot"/>
                </a:ln>
                <a:solidFill>
                  <a:schemeClr val="tx1">
                    <a:lumMod val="85000"/>
                    <a:lumOff val="15000"/>
                  </a:schemeClr>
                </a:solidFill>
                <a:latin typeface="+mn-ea"/>
                <a:cs typeface="+mn-ea"/>
              </a:rPr>
              <a:t>宣布全国进入紧急状态</a:t>
            </a:r>
            <a:endParaRPr lang="zh-CN" altLang="en-US" sz="2400">
              <a:ln>
                <a:noFill/>
                <a:prstDash val="sysDot"/>
              </a:ln>
              <a:solidFill>
                <a:schemeClr val="tx1">
                  <a:lumMod val="85000"/>
                  <a:lumOff val="15000"/>
                </a:schemeClr>
              </a:solidFill>
              <a:latin typeface="+mn-ea"/>
              <a:cs typeface="+mn-ea"/>
            </a:endParaRPr>
          </a:p>
        </p:txBody>
      </p:sp>
    </p:spTree>
    <p:custDataLst>
      <p:tags r:id="rId30"/>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0" y="2513330"/>
            <a:ext cx="3483610" cy="1489075"/>
          </a:xfrm>
        </p:spPr>
        <p:txBody>
          <a:bodyPr>
            <a:normAutofit/>
          </a:bodyPr>
          <a:lstStyle/>
          <a:p>
            <a:r>
              <a:rPr lang="zh-CN" altLang="en-US" dirty="0"/>
              <a:t>四、国务院的机构设置</a:t>
            </a:r>
            <a:endParaRPr lang="zh-CN" altLang="en-US" dirty="0"/>
          </a:p>
        </p:txBody>
      </p:sp>
      <p:sp>
        <p:nvSpPr>
          <p:cNvPr id="79" name="矩形 78"/>
          <p:cNvSpPr/>
          <p:nvPr>
            <p:custDataLst>
              <p:tags r:id="rId2"/>
            </p:custDataLst>
          </p:nvPr>
        </p:nvSpPr>
        <p:spPr>
          <a:xfrm>
            <a:off x="0" y="5180965"/>
            <a:ext cx="12192635" cy="1155065"/>
          </a:xfrm>
          <a:prstGeom prst="rect">
            <a:avLst/>
          </a:pr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8" name="任意多边形 10"/>
          <p:cNvSpPr>
            <a:spLocks noChangeAspect="1"/>
          </p:cNvSpPr>
          <p:nvPr>
            <p:custDataLst>
              <p:tags r:id="rId3"/>
            </p:custDataLst>
          </p:nvPr>
        </p:nvSpPr>
        <p:spPr>
          <a:xfrm flipH="1" flipV="1">
            <a:off x="491828" y="1677415"/>
            <a:ext cx="720000" cy="536902"/>
          </a:xfrm>
          <a:custGeom>
            <a:avLst/>
            <a:gdLst/>
            <a:ahLst/>
            <a:cxnLst>
              <a:cxn ang="3">
                <a:pos x="hc" y="t"/>
              </a:cxn>
              <a:cxn ang="cd2">
                <a:pos x="l" y="vc"/>
              </a:cxn>
              <a:cxn ang="cd4">
                <a:pos x="hc" y="b"/>
              </a:cxn>
              <a:cxn ang="0">
                <a:pos x="r" y="vc"/>
              </a:cxn>
            </a:cxnLst>
            <a:rect l="l" t="t" r="r" b="b"/>
            <a:pathLst>
              <a:path w="1528" h="1413">
                <a:moveTo>
                  <a:pt x="485" y="0"/>
                </a:moveTo>
                <a:lnTo>
                  <a:pt x="615" y="206"/>
                </a:lnTo>
                <a:cubicBezTo>
                  <a:pt x="507" y="251"/>
                  <a:pt x="428" y="318"/>
                  <a:pt x="377" y="408"/>
                </a:cubicBezTo>
                <a:cubicBezTo>
                  <a:pt x="326" y="497"/>
                  <a:pt x="297" y="627"/>
                  <a:pt x="291" y="798"/>
                </a:cubicBezTo>
                <a:lnTo>
                  <a:pt x="568" y="798"/>
                </a:lnTo>
                <a:lnTo>
                  <a:pt x="568" y="1413"/>
                </a:lnTo>
                <a:lnTo>
                  <a:pt x="0" y="1413"/>
                </a:lnTo>
                <a:lnTo>
                  <a:pt x="0" y="927"/>
                </a:lnTo>
                <a:cubicBezTo>
                  <a:pt x="0" y="664"/>
                  <a:pt x="31" y="474"/>
                  <a:pt x="94" y="356"/>
                </a:cubicBezTo>
                <a:cubicBezTo>
                  <a:pt x="177" y="199"/>
                  <a:pt x="307" y="80"/>
                  <a:pt x="485" y="0"/>
                </a:cubicBezTo>
                <a:close/>
                <a:moveTo>
                  <a:pt x="1398" y="0"/>
                </a:moveTo>
                <a:lnTo>
                  <a:pt x="1528" y="206"/>
                </a:lnTo>
                <a:cubicBezTo>
                  <a:pt x="1420" y="251"/>
                  <a:pt x="1340" y="318"/>
                  <a:pt x="1290" y="408"/>
                </a:cubicBezTo>
                <a:cubicBezTo>
                  <a:pt x="1239" y="497"/>
                  <a:pt x="1210" y="627"/>
                  <a:pt x="1204" y="798"/>
                </a:cubicBezTo>
                <a:lnTo>
                  <a:pt x="1481" y="798"/>
                </a:lnTo>
                <a:lnTo>
                  <a:pt x="1481" y="1413"/>
                </a:lnTo>
                <a:lnTo>
                  <a:pt x="912" y="1413"/>
                </a:lnTo>
                <a:lnTo>
                  <a:pt x="912" y="927"/>
                </a:lnTo>
                <a:cubicBezTo>
                  <a:pt x="912" y="664"/>
                  <a:pt x="944" y="474"/>
                  <a:pt x="1006" y="356"/>
                </a:cubicBezTo>
                <a:cubicBezTo>
                  <a:pt x="1089" y="199"/>
                  <a:pt x="1220" y="80"/>
                  <a:pt x="1398" y="0"/>
                </a:cubicBezTo>
                <a:close/>
              </a:path>
            </a:pathLst>
          </a:custGeom>
          <a:solidFill>
            <a:schemeClr val="accent1">
              <a:lumMod val="40000"/>
              <a:lumOff val="60000"/>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noFill/>
            </a:endParaRPr>
          </a:p>
        </p:txBody>
      </p:sp>
      <p:pic>
        <p:nvPicPr>
          <p:cNvPr id="3" name="图片 2" descr="border"/>
          <p:cNvPicPr>
            <a:picLocks noChangeAspect="1"/>
          </p:cNvPicPr>
          <p:nvPr>
            <p:custDataLst>
              <p:tags r:id="rId4"/>
            </p:custDataLst>
          </p:nvPr>
        </p:nvPicPr>
        <p:blipFill>
          <a:blip r:embed="rId5"/>
          <a:srcRect b="3079"/>
          <a:stretch>
            <a:fillRect/>
          </a:stretch>
        </p:blipFill>
        <p:spPr>
          <a:xfrm>
            <a:off x="3484245" y="141605"/>
            <a:ext cx="8466455" cy="6789420"/>
          </a:xfrm>
          <a:prstGeom prst="rect">
            <a:avLst/>
          </a:prstGeom>
        </p:spPr>
      </p:pic>
      <p:pic>
        <p:nvPicPr>
          <p:cNvPr id="4" name="图片 3" descr="kappframework-mfmwYa(1)(1)"/>
          <p:cNvPicPr>
            <a:picLocks noChangeAspect="1"/>
          </p:cNvPicPr>
          <p:nvPr/>
        </p:nvPicPr>
        <p:blipFill>
          <a:blip r:embed="rId6"/>
          <a:stretch>
            <a:fillRect/>
          </a:stretch>
        </p:blipFill>
        <p:spPr>
          <a:xfrm>
            <a:off x="3769360" y="362585"/>
            <a:ext cx="7936865" cy="4568825"/>
          </a:xfrm>
          <a:prstGeom prst="rect">
            <a:avLst/>
          </a:prstGeom>
        </p:spPr>
      </p:pic>
    </p:spTree>
    <p:custDataLst>
      <p:tags r:id="rId7"/>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custDataLst>
              <p:tags r:id="rId1"/>
            </p:custDataLst>
          </p:nvPr>
        </p:nvSpPr>
        <p:spPr>
          <a:xfrm>
            <a:off x="532765" y="302895"/>
            <a:ext cx="5379085" cy="720090"/>
          </a:xfrm>
          <a:prstGeom prst="rect">
            <a:avLst/>
          </a:prstGeom>
        </p:spPr>
        <p:txBody>
          <a:bodyPr vert="horz" wrap="square" lIns="0" tIns="0" rIns="0" bIns="0" rtlCol="0" anchor="b" anchorCtr="0">
            <a:no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r>
              <a:rPr lang="zh-CN" altLang="en-US" sz="4000">
                <a:latin typeface="+mj-ea"/>
                <a:cs typeface="+mj-ea"/>
              </a:rPr>
              <a:t>第五节</a:t>
            </a:r>
            <a:r>
              <a:rPr lang="en-US" altLang="zh-CN" sz="4000">
                <a:latin typeface="+mj-ea"/>
                <a:cs typeface="+mj-ea"/>
              </a:rPr>
              <a:t> </a:t>
            </a:r>
            <a:r>
              <a:rPr lang="zh-CN" altLang="en-US" sz="4000">
                <a:latin typeface="+mj-ea"/>
                <a:cs typeface="+mj-ea"/>
              </a:rPr>
              <a:t>中央军事委员会</a:t>
            </a:r>
            <a:endParaRPr lang="zh-CN" altLang="en-US" sz="4000">
              <a:latin typeface="+mj-ea"/>
              <a:cs typeface="+mj-ea"/>
            </a:endParaRPr>
          </a:p>
        </p:txBody>
      </p:sp>
      <p:pic>
        <p:nvPicPr>
          <p:cNvPr id="3" name="图片 2"/>
          <p:cNvPicPr>
            <a:picLocks noChangeAspect="1"/>
          </p:cNvPicPr>
          <p:nvPr/>
        </p:nvPicPr>
        <p:blipFill>
          <a:blip r:embed="rId2"/>
          <a:stretch>
            <a:fillRect/>
          </a:stretch>
        </p:blipFill>
        <p:spPr>
          <a:xfrm>
            <a:off x="1083310" y="1377950"/>
            <a:ext cx="9659620" cy="51282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92710" y="2657475"/>
            <a:ext cx="4145915" cy="1042035"/>
          </a:xfrm>
        </p:spPr>
        <p:txBody>
          <a:bodyPr>
            <a:noAutofit/>
          </a:bodyPr>
          <a:lstStyle/>
          <a:p>
            <a:br>
              <a:rPr lang="zh-CN" altLang="en-US">
                <a:solidFill>
                  <a:srgbClr val="FFFFFF"/>
                </a:solidFill>
              </a:rPr>
            </a:br>
            <a:br>
              <a:rPr lang="zh-CN" altLang="en-US">
                <a:solidFill>
                  <a:srgbClr val="FFFFFF"/>
                </a:solidFill>
              </a:rPr>
            </a:br>
            <a:br>
              <a:rPr lang="zh-CN" altLang="en-US">
                <a:solidFill>
                  <a:srgbClr val="FFFFFF"/>
                </a:solidFill>
              </a:rPr>
            </a:br>
            <a:br>
              <a:rPr lang="zh-CN" altLang="en-US">
                <a:solidFill>
                  <a:srgbClr val="FFFFFF"/>
                </a:solidFill>
              </a:rPr>
            </a:br>
            <a:br>
              <a:rPr lang="zh-CN" altLang="en-US">
                <a:solidFill>
                  <a:srgbClr val="FFFFFF"/>
                </a:solidFill>
              </a:rPr>
            </a:br>
            <a:br>
              <a:rPr lang="zh-CN" altLang="en-US">
                <a:solidFill>
                  <a:srgbClr val="FFFFFF"/>
                </a:solidFill>
              </a:rPr>
            </a:br>
            <a:r>
              <a:rPr lang="zh-CN" altLang="en-US">
                <a:solidFill>
                  <a:srgbClr val="FFFFFF"/>
                </a:solidFill>
              </a:rPr>
              <a:t>一、中央军事委员会的性质和地位</a:t>
            </a:r>
            <a:endParaRPr lang="zh-CN" altLang="en-US">
              <a:solidFill>
                <a:srgbClr val="FFFFFF"/>
              </a:solidFill>
            </a:endParaRPr>
          </a:p>
        </p:txBody>
      </p:sp>
      <p:sp>
        <p:nvSpPr>
          <p:cNvPr id="9" name="文本框 8"/>
          <p:cNvSpPr txBox="1"/>
          <p:nvPr>
            <p:custDataLst>
              <p:tags r:id="rId4"/>
            </p:custDataLst>
          </p:nvPr>
        </p:nvSpPr>
        <p:spPr>
          <a:xfrm>
            <a:off x="4732655" y="1042035"/>
            <a:ext cx="7134860" cy="4773930"/>
          </a:xfrm>
          <a:prstGeom prst="rect">
            <a:avLst/>
          </a:prstGeom>
          <a:noFill/>
        </p:spPr>
        <p:txBody>
          <a:bodyPr wrap="square" rtlCol="0" anchor="ctr" anchorCtr="0">
            <a:noAutofit/>
          </a:bodyPr>
          <a:lstStyle/>
          <a:p>
            <a:pPr marL="342900" indent="-342900" algn="just" fontAlgn="auto">
              <a:lnSpc>
                <a:spcPct val="150000"/>
              </a:lnSpc>
              <a:spcAft>
                <a:spcPts val="1200"/>
              </a:spcAft>
              <a:buClr>
                <a:srgbClr val="A6A6A6"/>
              </a:buClr>
              <a:buFont typeface="Wingdings" panose="05000000000000000000" charset="0"/>
              <a:buChar char="l"/>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我国《宪法》第</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93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条第</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1</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款规定：</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中华人民共和国中央军事委员会领导全国武装力量。</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lgn="just" fontAlgn="auto">
              <a:lnSpc>
                <a:spcPct val="150000"/>
              </a:lnSpc>
              <a:spcAft>
                <a:spcPts val="1200"/>
              </a:spcAft>
              <a:buClr>
                <a:srgbClr val="A6A6A6"/>
              </a:buClr>
              <a:buFont typeface="Wingdings" panose="05000000000000000000" charset="0"/>
              <a:buChar char="l"/>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这一规定表明</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中央军事委员会是国家的最高军事领导机关，中央军委领导的我国武装力量</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由中国人民解放军现役部队和预备役部队、中国人民武装警察部队、民兵组成。</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lgn="just" fontAlgn="auto">
              <a:lnSpc>
                <a:spcPct val="150000"/>
              </a:lnSpc>
              <a:spcAft>
                <a:spcPts val="1200"/>
              </a:spcAft>
              <a:buClr>
                <a:srgbClr val="A6A6A6"/>
              </a:buClr>
              <a:buFont typeface="Wingdings" panose="05000000000000000000" charset="0"/>
              <a:buChar char="l"/>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中央军事委员会是</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我国国家机构</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的重要组成部分。</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二、中央军事委员会的组成和任期</a:t>
            </a:r>
            <a:endParaRPr lang="zh-CN" altLang="en-US"/>
          </a:p>
        </p:txBody>
      </p:sp>
      <p:sp>
        <p:nvSpPr>
          <p:cNvPr id="2" name="圆角矩形 5"/>
          <p:cNvSpPr/>
          <p:nvPr>
            <p:custDataLst>
              <p:tags r:id="rId2"/>
            </p:custDataLst>
          </p:nvPr>
        </p:nvSpPr>
        <p:spPr>
          <a:xfrm>
            <a:off x="606425" y="5457190"/>
            <a:ext cx="11148695" cy="1169035"/>
          </a:xfrm>
          <a:prstGeom prst="roundRect">
            <a:avLst>
              <a:gd name="adj" fmla="val 10446"/>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en-US" altLang="en-US" sz="2400" b="1" kern="0" dirty="0">
                <a:ln>
                  <a:noFill/>
                  <a:prstDash val="sysDot"/>
                </a:ln>
                <a:solidFill>
                  <a:schemeClr val="tx1">
                    <a:lumMod val="85000"/>
                    <a:lumOff val="15000"/>
                  </a:schemeClr>
                </a:solidFill>
                <a:uFillTx/>
                <a:latin typeface="+mn-ea"/>
                <a:sym typeface="+mn-ea"/>
              </a:rPr>
              <a:t>2. </a:t>
            </a:r>
            <a:r>
              <a:rPr lang="zh-CN" altLang="en-US" sz="2400" b="1" kern="0" dirty="0">
                <a:ln>
                  <a:noFill/>
                  <a:prstDash val="sysDot"/>
                </a:ln>
                <a:solidFill>
                  <a:schemeClr val="tx1">
                    <a:lumMod val="85000"/>
                    <a:lumOff val="15000"/>
                  </a:schemeClr>
                </a:solidFill>
                <a:uFillTx/>
                <a:latin typeface="+mn-ea"/>
                <a:sym typeface="+mn-ea"/>
              </a:rPr>
              <a:t>任期：</a:t>
            </a:r>
            <a:r>
              <a:rPr lang="zh-CN" altLang="en-US" sz="2400" kern="0" dirty="0">
                <a:ln>
                  <a:noFill/>
                  <a:prstDash val="sysDot"/>
                </a:ln>
                <a:solidFill>
                  <a:schemeClr val="tx1">
                    <a:lumMod val="85000"/>
                    <a:lumOff val="15000"/>
                  </a:schemeClr>
                </a:solidFill>
                <a:uFillTx/>
                <a:latin typeface="+mn-ea"/>
                <a:sym typeface="+mn-ea"/>
              </a:rPr>
              <a:t>中央军委任期与全国人大每届任期相同，即</a:t>
            </a:r>
            <a:r>
              <a:rPr lang="en-US" altLang="zh-CN" sz="2400" b="1" kern="0" dirty="0">
                <a:ln>
                  <a:noFill/>
                  <a:prstDash val="sysDot"/>
                </a:ln>
                <a:solidFill>
                  <a:schemeClr val="tx1">
                    <a:lumMod val="85000"/>
                    <a:lumOff val="15000"/>
                  </a:schemeClr>
                </a:solidFill>
                <a:uFillTx/>
                <a:latin typeface="+mn-ea"/>
                <a:sym typeface="+mn-ea"/>
              </a:rPr>
              <a:t> 5 </a:t>
            </a:r>
            <a:r>
              <a:rPr lang="zh-CN" altLang="en-US" sz="2400" b="1" kern="0" dirty="0">
                <a:ln>
                  <a:noFill/>
                  <a:prstDash val="sysDot"/>
                </a:ln>
                <a:solidFill>
                  <a:schemeClr val="tx1">
                    <a:lumMod val="85000"/>
                    <a:lumOff val="15000"/>
                  </a:schemeClr>
                </a:solidFill>
                <a:uFillTx/>
                <a:latin typeface="+mn-ea"/>
                <a:sym typeface="+mn-ea"/>
              </a:rPr>
              <a:t>年，但没有届数限制。</a:t>
            </a:r>
            <a:endParaRPr lang="zh-CN" altLang="zh-CN" sz="2400" b="1" kern="0" dirty="0">
              <a:ln>
                <a:noFill/>
                <a:prstDash val="sysDot"/>
              </a:ln>
              <a:solidFill>
                <a:schemeClr val="tx1">
                  <a:lumMod val="85000"/>
                  <a:lumOff val="15000"/>
                </a:schemeClr>
              </a:solidFill>
              <a:uFillTx/>
              <a:latin typeface="+mn-ea"/>
              <a:sym typeface="+mn-ea"/>
            </a:endParaRPr>
          </a:p>
        </p:txBody>
      </p:sp>
      <p:sp>
        <p:nvSpPr>
          <p:cNvPr id="4" name="圆角矩形 6"/>
          <p:cNvSpPr/>
          <p:nvPr>
            <p:custDataLst>
              <p:tags r:id="rId3"/>
            </p:custDataLst>
          </p:nvPr>
        </p:nvSpPr>
        <p:spPr>
          <a:xfrm>
            <a:off x="605790" y="1475740"/>
            <a:ext cx="11149965" cy="3390900"/>
          </a:xfrm>
          <a:prstGeom prst="roundRect">
            <a:avLst>
              <a:gd name="adj" fmla="val 10446"/>
            </a:avLst>
          </a:prstGeom>
          <a:solidFill>
            <a:schemeClr val="accent2">
              <a:lumMod val="60000"/>
              <a:lumOff val="40000"/>
              <a:alpha val="12000"/>
            </a:schemeClr>
          </a:solidFill>
          <a:ln w="9525">
            <a:gradFill>
              <a:gsLst>
                <a:gs pos="100000">
                  <a:schemeClr val="accent2">
                    <a:alpha val="15000"/>
                  </a:schemeClr>
                </a:gs>
                <a:gs pos="0">
                  <a:schemeClr val="accent2">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en-US" altLang="en-US" sz="2400" b="1" kern="0" dirty="0">
                <a:ln>
                  <a:noFill/>
                  <a:prstDash val="sysDot"/>
                </a:ln>
                <a:solidFill>
                  <a:schemeClr val="tx1">
                    <a:lumMod val="85000"/>
                    <a:lumOff val="15000"/>
                  </a:schemeClr>
                </a:solidFill>
                <a:uFillTx/>
                <a:latin typeface="+mn-ea"/>
                <a:sym typeface="+mn-ea"/>
              </a:rPr>
              <a:t>1. </a:t>
            </a:r>
            <a:r>
              <a:rPr lang="zh-CN" altLang="en-US" sz="2400" b="1" kern="0" dirty="0">
                <a:ln>
                  <a:noFill/>
                  <a:prstDash val="sysDot"/>
                </a:ln>
                <a:solidFill>
                  <a:schemeClr val="tx1">
                    <a:lumMod val="85000"/>
                    <a:lumOff val="15000"/>
                  </a:schemeClr>
                </a:solidFill>
                <a:uFillTx/>
                <a:latin typeface="+mn-ea"/>
                <a:sym typeface="+mn-ea"/>
              </a:rPr>
              <a:t>组成：中央军委由主席、副主席若干人、委员若干人组成。</a:t>
            </a:r>
            <a:endParaRPr lang="en-US" altLang="zh-CN" sz="2400" b="1" kern="0" dirty="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zh-CN" sz="2400" kern="0" dirty="0">
                <a:ln>
                  <a:noFill/>
                  <a:prstDash val="sysDot"/>
                </a:ln>
                <a:solidFill>
                  <a:schemeClr val="tx1">
                    <a:lumMod val="85000"/>
                    <a:lumOff val="15000"/>
                  </a:schemeClr>
                </a:solidFill>
                <a:uFillTx/>
                <a:latin typeface="+mn-ea"/>
                <a:sym typeface="+mn-ea"/>
              </a:rPr>
              <a:t>（</a:t>
            </a:r>
            <a:r>
              <a:rPr lang="en-US" altLang="zh-CN" sz="2400" kern="0" dirty="0">
                <a:ln>
                  <a:noFill/>
                  <a:prstDash val="sysDot"/>
                </a:ln>
                <a:solidFill>
                  <a:schemeClr val="tx1">
                    <a:lumMod val="85000"/>
                    <a:lumOff val="15000"/>
                  </a:schemeClr>
                </a:solidFill>
                <a:uFillTx/>
                <a:latin typeface="+mn-ea"/>
                <a:sym typeface="+mn-ea"/>
              </a:rPr>
              <a:t>1</a:t>
            </a:r>
            <a:r>
              <a:rPr lang="zh-CN" altLang="en-US" sz="2400" kern="0" dirty="0">
                <a:ln>
                  <a:noFill/>
                  <a:prstDash val="sysDot"/>
                </a:ln>
                <a:solidFill>
                  <a:schemeClr val="tx1">
                    <a:lumMod val="85000"/>
                    <a:lumOff val="15000"/>
                  </a:schemeClr>
                </a:solidFill>
                <a:uFillTx/>
                <a:latin typeface="+mn-ea"/>
                <a:sym typeface="+mn-ea"/>
              </a:rPr>
              <a:t>）中央军委主席由</a:t>
            </a:r>
            <a:r>
              <a:rPr lang="zh-CN" altLang="en-US" sz="2400" b="1" kern="0" dirty="0">
                <a:ln>
                  <a:noFill/>
                  <a:prstDash val="sysDot"/>
                </a:ln>
                <a:solidFill>
                  <a:schemeClr val="tx1">
                    <a:lumMod val="85000"/>
                    <a:lumOff val="15000"/>
                  </a:schemeClr>
                </a:solidFill>
                <a:uFillTx/>
                <a:latin typeface="+mn-ea"/>
                <a:sym typeface="+mn-ea"/>
              </a:rPr>
              <a:t>全国人大选举</a:t>
            </a:r>
            <a:r>
              <a:rPr lang="zh-CN" altLang="en-US" sz="2400" kern="0" dirty="0">
                <a:ln>
                  <a:noFill/>
                  <a:prstDash val="sysDot"/>
                </a:ln>
                <a:solidFill>
                  <a:schemeClr val="tx1">
                    <a:lumMod val="85000"/>
                    <a:lumOff val="15000"/>
                  </a:schemeClr>
                </a:solidFill>
                <a:uFillTx/>
                <a:latin typeface="+mn-ea"/>
                <a:sym typeface="+mn-ea"/>
              </a:rPr>
              <a:t>产生；</a:t>
            </a:r>
            <a:endParaRPr lang="en-US" altLang="zh-CN" sz="2400" kern="0" dirty="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zh-CN" sz="2400" kern="0" dirty="0">
                <a:ln>
                  <a:noFill/>
                  <a:prstDash val="sysDot"/>
                </a:ln>
                <a:solidFill>
                  <a:schemeClr val="tx1">
                    <a:lumMod val="85000"/>
                    <a:lumOff val="15000"/>
                  </a:schemeClr>
                </a:solidFill>
                <a:uFillTx/>
                <a:latin typeface="+mn-ea"/>
                <a:sym typeface="+mn-ea"/>
              </a:rPr>
              <a:t>（</a:t>
            </a:r>
            <a:r>
              <a:rPr lang="en-US" altLang="zh-CN" sz="2400" kern="0" dirty="0">
                <a:ln>
                  <a:noFill/>
                  <a:prstDash val="sysDot"/>
                </a:ln>
                <a:solidFill>
                  <a:schemeClr val="tx1">
                    <a:lumMod val="85000"/>
                    <a:lumOff val="15000"/>
                  </a:schemeClr>
                </a:solidFill>
                <a:uFillTx/>
                <a:latin typeface="+mn-ea"/>
                <a:sym typeface="+mn-ea"/>
              </a:rPr>
              <a:t>2</a:t>
            </a:r>
            <a:r>
              <a:rPr lang="zh-CN" altLang="en-US" sz="2400" kern="0" dirty="0">
                <a:ln>
                  <a:noFill/>
                  <a:prstDash val="sysDot"/>
                </a:ln>
                <a:solidFill>
                  <a:schemeClr val="tx1">
                    <a:lumMod val="85000"/>
                    <a:lumOff val="15000"/>
                  </a:schemeClr>
                </a:solidFill>
                <a:uFillTx/>
                <a:latin typeface="+mn-ea"/>
                <a:sym typeface="+mn-ea"/>
              </a:rPr>
              <a:t>）根据中央军委主席的提名，全国人大决定其他组成人员的人选。</a:t>
            </a:r>
            <a:endParaRPr lang="en-US" altLang="zh-CN" sz="2400" kern="0" dirty="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zh-CN" sz="2400" kern="0" dirty="0">
                <a:ln>
                  <a:noFill/>
                  <a:prstDash val="sysDot"/>
                </a:ln>
                <a:solidFill>
                  <a:schemeClr val="tx1">
                    <a:lumMod val="85000"/>
                    <a:lumOff val="15000"/>
                  </a:schemeClr>
                </a:solidFill>
                <a:uFillTx/>
                <a:latin typeface="+mn-ea"/>
                <a:sym typeface="+mn-ea"/>
              </a:rPr>
              <a:t>（</a:t>
            </a:r>
            <a:r>
              <a:rPr lang="en-US" altLang="zh-CN" sz="2400" kern="0" dirty="0">
                <a:ln>
                  <a:noFill/>
                  <a:prstDash val="sysDot"/>
                </a:ln>
                <a:solidFill>
                  <a:schemeClr val="tx1">
                    <a:lumMod val="85000"/>
                    <a:lumOff val="15000"/>
                  </a:schemeClr>
                </a:solidFill>
                <a:uFillTx/>
                <a:latin typeface="+mn-ea"/>
                <a:sym typeface="+mn-ea"/>
              </a:rPr>
              <a:t>3</a:t>
            </a:r>
            <a:r>
              <a:rPr lang="zh-CN" altLang="en-US" sz="2400" kern="0" dirty="0">
                <a:ln>
                  <a:noFill/>
                  <a:prstDash val="sysDot"/>
                </a:ln>
                <a:solidFill>
                  <a:schemeClr val="tx1">
                    <a:lumMod val="85000"/>
                    <a:lumOff val="15000"/>
                  </a:schemeClr>
                </a:solidFill>
                <a:uFillTx/>
                <a:latin typeface="+mn-ea"/>
                <a:sym typeface="+mn-ea"/>
              </a:rPr>
              <a:t>）全国人大有权罢免主席和其他组成人员。</a:t>
            </a:r>
            <a:endParaRPr lang="en-US" altLang="zh-CN" sz="2400" kern="0" dirty="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zh-CN" sz="2400" kern="0" dirty="0">
                <a:ln>
                  <a:noFill/>
                  <a:prstDash val="sysDot"/>
                </a:ln>
                <a:solidFill>
                  <a:schemeClr val="tx1">
                    <a:lumMod val="85000"/>
                    <a:lumOff val="15000"/>
                  </a:schemeClr>
                </a:solidFill>
                <a:uFillTx/>
                <a:latin typeface="+mn-ea"/>
                <a:sym typeface="+mn-ea"/>
              </a:rPr>
              <a:t>（</a:t>
            </a:r>
            <a:r>
              <a:rPr lang="en-US" altLang="zh-CN" sz="2400" kern="0" dirty="0">
                <a:ln>
                  <a:noFill/>
                  <a:prstDash val="sysDot"/>
                </a:ln>
                <a:solidFill>
                  <a:schemeClr val="tx1">
                    <a:lumMod val="85000"/>
                    <a:lumOff val="15000"/>
                  </a:schemeClr>
                </a:solidFill>
                <a:uFillTx/>
                <a:latin typeface="+mn-ea"/>
                <a:sym typeface="+mn-ea"/>
              </a:rPr>
              <a:t>4</a:t>
            </a:r>
            <a:r>
              <a:rPr lang="zh-CN" altLang="en-US" sz="2400" kern="0" dirty="0">
                <a:ln>
                  <a:noFill/>
                  <a:prstDash val="sysDot"/>
                </a:ln>
                <a:solidFill>
                  <a:schemeClr val="tx1">
                    <a:lumMod val="85000"/>
                    <a:lumOff val="15000"/>
                  </a:schemeClr>
                </a:solidFill>
                <a:uFillTx/>
                <a:latin typeface="+mn-ea"/>
                <a:sym typeface="+mn-ea"/>
              </a:rPr>
              <a:t>）在全国人大闭会期间，全国人大常委会根据主席的提名，决定其他组成人员的人选。</a:t>
            </a:r>
            <a:endParaRPr lang="zh-CN" altLang="en-US" sz="2400" kern="0" dirty="0">
              <a:ln>
                <a:noFill/>
                <a:prstDash val="sysDot"/>
              </a:ln>
              <a:solidFill>
                <a:schemeClr val="tx1">
                  <a:lumMod val="85000"/>
                  <a:lumOff val="15000"/>
                </a:schemeClr>
              </a:solidFill>
              <a:uFillTx/>
              <a:latin typeface="+mn-ea"/>
              <a:sym typeface="+mn-ea"/>
            </a:endParaRPr>
          </a:p>
        </p:txBody>
      </p:sp>
      <p:sp>
        <p:nvSpPr>
          <p:cNvPr id="5" name="圆角矩形 10"/>
          <p:cNvSpPr/>
          <p:nvPr>
            <p:custDataLst>
              <p:tags r:id="rId4"/>
            </p:custDataLst>
          </p:nvPr>
        </p:nvSpPr>
        <p:spPr>
          <a:xfrm>
            <a:off x="606674" y="5153000"/>
            <a:ext cx="749217" cy="92673"/>
          </a:xfrm>
          <a:prstGeom prst="roundRect">
            <a:avLst>
              <a:gd name="adj" fmla="val 50000"/>
            </a:avLst>
          </a:prstGeom>
          <a:gradFill>
            <a:gsLst>
              <a:gs pos="100000">
                <a:schemeClr val="accent1">
                  <a:lumMod val="60000"/>
                  <a:lumOff val="40000"/>
                  <a:alpha val="71000"/>
                </a:schemeClr>
              </a:gs>
              <a:gs pos="0">
                <a:schemeClr val="accent1">
                  <a:alpha val="100000"/>
                </a:schemeClr>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8" name="圆角矩形 11"/>
          <p:cNvSpPr/>
          <p:nvPr>
            <p:custDataLst>
              <p:tags r:id="rId5"/>
            </p:custDataLst>
          </p:nvPr>
        </p:nvSpPr>
        <p:spPr>
          <a:xfrm>
            <a:off x="606674" y="1183972"/>
            <a:ext cx="749217" cy="92673"/>
          </a:xfrm>
          <a:prstGeom prst="roundRect">
            <a:avLst>
              <a:gd name="adj" fmla="val 50000"/>
            </a:avLst>
          </a:prstGeom>
          <a:gradFill>
            <a:gsLst>
              <a:gs pos="100000">
                <a:schemeClr val="accent2">
                  <a:lumMod val="60000"/>
                  <a:lumOff val="40000"/>
                  <a:alpha val="71000"/>
                </a:schemeClr>
              </a:gs>
              <a:gs pos="0">
                <a:schemeClr val="accent2">
                  <a:alpha val="100000"/>
                </a:schemeClr>
              </a:gs>
            </a:gsLst>
            <a:lin ang="0"/>
          </a:gradFill>
          <a:ln>
            <a:noFill/>
          </a:ln>
          <a:effectLst>
            <a:outerShdw blurRad="508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6"/>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normAutofit/>
          </a:bodyPr>
          <a:lstStyle/>
          <a:p>
            <a:r>
              <a:rPr lang="zh-CN" altLang="en-US"/>
              <a:t>三、中央军事委员会的领导体制</a:t>
            </a:r>
            <a:endParaRPr lang="zh-CN" altLang="en-US"/>
          </a:p>
        </p:txBody>
      </p:sp>
      <p:sp>
        <p:nvSpPr>
          <p:cNvPr id="13" name="圆角矩形 12"/>
          <p:cNvSpPr/>
          <p:nvPr>
            <p:custDataLst>
              <p:tags r:id="rId2"/>
            </p:custDataLst>
          </p:nvPr>
        </p:nvSpPr>
        <p:spPr>
          <a:xfrm>
            <a:off x="385445" y="1330325"/>
            <a:ext cx="11583035" cy="3200400"/>
          </a:xfrm>
          <a:prstGeom prst="roundRect">
            <a:avLst>
              <a:gd name="adj" fmla="val 50000"/>
            </a:avLst>
          </a:prstGeom>
          <a:solidFill>
            <a:schemeClr val="accent1">
              <a:lumMod val="20000"/>
              <a:lumOff val="80000"/>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algn="ctr"/>
            <a:endParaRPr lang="zh-CN" altLang="en-US" sz="1600">
              <a:solidFill>
                <a:schemeClr val="lt1"/>
              </a:solidFill>
              <a:sym typeface="+mn-ea"/>
            </a:endParaRPr>
          </a:p>
        </p:txBody>
      </p:sp>
      <p:sp>
        <p:nvSpPr>
          <p:cNvPr id="14" name="圆角矩形 13"/>
          <p:cNvSpPr/>
          <p:nvPr>
            <p:custDataLst>
              <p:tags r:id="rId3"/>
            </p:custDataLst>
          </p:nvPr>
        </p:nvSpPr>
        <p:spPr>
          <a:xfrm>
            <a:off x="386080" y="1994715"/>
            <a:ext cx="3443982" cy="1179379"/>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zh-CN" altLang="en-US" sz="2400" b="1">
                <a:solidFill>
                  <a:schemeClr val="lt1">
                    <a:lumMod val="100000"/>
                  </a:schemeClr>
                </a:solidFill>
                <a:latin typeface="+mn-ea"/>
                <a:cs typeface="+mn-ea"/>
                <a:sym typeface="+mn-ea"/>
              </a:rPr>
              <a:t>中央军委实行主席负责制</a:t>
            </a:r>
            <a:endParaRPr lang="zh-CN" altLang="en-US" sz="2400" b="1">
              <a:solidFill>
                <a:schemeClr val="lt1">
                  <a:lumMod val="100000"/>
                </a:schemeClr>
              </a:solidFill>
              <a:latin typeface="+mn-ea"/>
              <a:cs typeface="+mn-ea"/>
              <a:sym typeface="+mn-ea"/>
            </a:endParaRPr>
          </a:p>
        </p:txBody>
      </p:sp>
      <p:sp>
        <p:nvSpPr>
          <p:cNvPr id="18" name="矩形 17"/>
          <p:cNvSpPr/>
          <p:nvPr>
            <p:custDataLst>
              <p:tags r:id="rId4"/>
            </p:custDataLst>
          </p:nvPr>
        </p:nvSpPr>
        <p:spPr>
          <a:xfrm>
            <a:off x="3829685" y="1330325"/>
            <a:ext cx="8006080" cy="2955290"/>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400" b="1">
                <a:solidFill>
                  <a:schemeClr val="tx1">
                    <a:lumMod val="85000"/>
                    <a:lumOff val="15000"/>
                  </a:schemeClr>
                </a:solidFill>
                <a:latin typeface="+mn-ea"/>
                <a:cs typeface="+mn-ea"/>
                <a:sym typeface="+mn-ea"/>
              </a:rPr>
              <a:t>（</a:t>
            </a:r>
            <a:r>
              <a:rPr lang="zh-CN" altLang="zh-CN" sz="2400" b="1">
                <a:solidFill>
                  <a:schemeClr val="tx1">
                    <a:lumMod val="85000"/>
                    <a:lumOff val="15000"/>
                  </a:schemeClr>
                </a:solidFill>
                <a:latin typeface="+mn-ea"/>
                <a:cs typeface="+mn-ea"/>
                <a:sym typeface="+mn-ea"/>
              </a:rPr>
              <a:t>1）中央军委主席对全国人大和全国人大常委会负责，</a:t>
            </a:r>
            <a:r>
              <a:rPr lang="zh-CN" altLang="zh-CN" sz="2400">
                <a:solidFill>
                  <a:schemeClr val="tx1">
                    <a:lumMod val="85000"/>
                    <a:lumOff val="15000"/>
                  </a:schemeClr>
                </a:solidFill>
                <a:latin typeface="+mn-ea"/>
                <a:cs typeface="+mn-ea"/>
                <a:sym typeface="+mn-ea"/>
              </a:rPr>
              <a:t>从而确认中央军委在中央国家机关体系中从属于最高国家权力机关的法律地位；（</a:t>
            </a:r>
            <a:r>
              <a:rPr lang="en-US" altLang="zh-CN" sz="2400">
                <a:solidFill>
                  <a:schemeClr val="tx1">
                    <a:lumMod val="85000"/>
                    <a:lumOff val="15000"/>
                  </a:schemeClr>
                </a:solidFill>
                <a:latin typeface="+mn-ea"/>
                <a:cs typeface="+mn-ea"/>
                <a:sym typeface="+mn-ea"/>
              </a:rPr>
              <a:t>2</a:t>
            </a:r>
            <a:r>
              <a:rPr lang="zh-CN" altLang="en-US" sz="2400">
                <a:solidFill>
                  <a:schemeClr val="tx1">
                    <a:lumMod val="85000"/>
                    <a:lumOff val="15000"/>
                  </a:schemeClr>
                </a:solidFill>
                <a:latin typeface="+mn-ea"/>
                <a:cs typeface="+mn-ea"/>
                <a:sym typeface="+mn-ea"/>
              </a:rPr>
              <a:t>）中央军委副主席和委员均由</a:t>
            </a:r>
            <a:r>
              <a:rPr lang="zh-CN" altLang="en-US" sz="2400" b="1">
                <a:solidFill>
                  <a:schemeClr val="tx1">
                    <a:lumMod val="85000"/>
                    <a:lumOff val="15000"/>
                  </a:schemeClr>
                </a:solidFill>
                <a:latin typeface="+mn-ea"/>
                <a:cs typeface="+mn-ea"/>
                <a:sym typeface="+mn-ea"/>
              </a:rPr>
              <a:t>中央军委主席提名；</a:t>
            </a:r>
            <a:r>
              <a:rPr lang="zh-CN" altLang="zh-CN" sz="2400">
                <a:solidFill>
                  <a:schemeClr val="tx1">
                    <a:lumMod val="85000"/>
                    <a:lumOff val="15000"/>
                  </a:schemeClr>
                </a:solidFill>
                <a:latin typeface="+mn-ea"/>
                <a:cs typeface="+mn-ea"/>
                <a:sym typeface="+mn-ea"/>
              </a:rPr>
              <a:t>（</a:t>
            </a:r>
            <a:r>
              <a:rPr lang="en-US" altLang="zh-CN" sz="2400">
                <a:solidFill>
                  <a:schemeClr val="tx1">
                    <a:lumMod val="85000"/>
                    <a:lumOff val="15000"/>
                  </a:schemeClr>
                </a:solidFill>
                <a:latin typeface="+mn-ea"/>
                <a:cs typeface="+mn-ea"/>
                <a:sym typeface="+mn-ea"/>
              </a:rPr>
              <a:t>3</a:t>
            </a:r>
            <a:r>
              <a:rPr lang="zh-CN" altLang="en-US" sz="2400">
                <a:solidFill>
                  <a:schemeClr val="tx1">
                    <a:lumMod val="85000"/>
                    <a:lumOff val="15000"/>
                  </a:schemeClr>
                </a:solidFill>
                <a:latin typeface="+mn-ea"/>
                <a:cs typeface="+mn-ea"/>
                <a:sym typeface="+mn-ea"/>
              </a:rPr>
              <a:t>）中央军委的有关重大问题要</a:t>
            </a:r>
            <a:r>
              <a:rPr lang="zh-CN" altLang="en-US" sz="2400" b="1">
                <a:solidFill>
                  <a:schemeClr val="tx1">
                    <a:lumMod val="85000"/>
                    <a:lumOff val="15000"/>
                  </a:schemeClr>
                </a:solidFill>
                <a:latin typeface="+mn-ea"/>
                <a:cs typeface="+mn-ea"/>
                <a:sym typeface="+mn-ea"/>
              </a:rPr>
              <a:t>经委员会集体讨论，</a:t>
            </a:r>
            <a:r>
              <a:rPr lang="zh-CN" altLang="en-US" sz="2400">
                <a:solidFill>
                  <a:schemeClr val="tx1">
                    <a:lumMod val="85000"/>
                    <a:lumOff val="15000"/>
                  </a:schemeClr>
                </a:solidFill>
                <a:latin typeface="+mn-ea"/>
                <a:cs typeface="+mn-ea"/>
                <a:sym typeface="+mn-ea"/>
              </a:rPr>
              <a:t>但是中央军委主席有决定权。</a:t>
            </a:r>
            <a:endParaRPr lang="zh-CN" altLang="en-US" sz="2400">
              <a:solidFill>
                <a:schemeClr val="tx1">
                  <a:lumMod val="85000"/>
                  <a:lumOff val="15000"/>
                </a:schemeClr>
              </a:solidFill>
              <a:latin typeface="+mn-ea"/>
              <a:cs typeface="+mn-ea"/>
              <a:sym typeface="+mn-ea"/>
            </a:endParaRPr>
          </a:p>
        </p:txBody>
      </p:sp>
      <p:sp>
        <p:nvSpPr>
          <p:cNvPr id="19" name="圆角矩形 18"/>
          <p:cNvSpPr/>
          <p:nvPr>
            <p:custDataLst>
              <p:tags r:id="rId5"/>
            </p:custDataLst>
          </p:nvPr>
        </p:nvSpPr>
        <p:spPr>
          <a:xfrm>
            <a:off x="937895" y="4667885"/>
            <a:ext cx="11030585" cy="1951990"/>
          </a:xfrm>
          <a:prstGeom prst="roundRect">
            <a:avLst>
              <a:gd name="adj" fmla="val 50000"/>
            </a:avLst>
          </a:prstGeom>
          <a:solidFill>
            <a:schemeClr val="accent2">
              <a:lumMod val="20000"/>
              <a:lumOff val="80000"/>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a:solidFill>
                <a:schemeClr val="lt1"/>
              </a:solidFill>
              <a:sym typeface="+mn-ea"/>
            </a:endParaRPr>
          </a:p>
        </p:txBody>
      </p:sp>
      <p:sp>
        <p:nvSpPr>
          <p:cNvPr id="21" name="矩形 20"/>
          <p:cNvSpPr/>
          <p:nvPr>
            <p:custDataLst>
              <p:tags r:id="rId6"/>
            </p:custDataLst>
          </p:nvPr>
        </p:nvSpPr>
        <p:spPr>
          <a:xfrm>
            <a:off x="1840865" y="5034280"/>
            <a:ext cx="9995535" cy="1329055"/>
          </a:xfrm>
          <a:prstGeom prst="rect">
            <a:avLst/>
          </a:prstGeom>
          <a:noFill/>
        </p:spPr>
        <p:txBody>
          <a:bodyPr wrap="square" lIns="0" tIns="0" rIns="0" bIns="0" rtlCol="0" anchor="ctr" anchorCtr="0">
            <a:noAutofit/>
          </a:bodyPr>
          <a:p>
            <a:pPr>
              <a:lnSpc>
                <a:spcPct val="150000"/>
              </a:lnSpc>
              <a:spcBef>
                <a:spcPct val="0"/>
              </a:spcBef>
              <a:spcAft>
                <a:spcPct val="0"/>
              </a:spcAft>
            </a:pPr>
            <a:r>
              <a:rPr lang="en-US" altLang="zh-CN" sz="2400">
                <a:solidFill>
                  <a:schemeClr val="tx1">
                    <a:lumMod val="85000"/>
                    <a:lumOff val="15000"/>
                  </a:schemeClr>
                </a:solidFill>
                <a:latin typeface="+mn-ea"/>
                <a:cs typeface="+mn-ea"/>
                <a:sym typeface="+mn-ea"/>
              </a:rPr>
              <a:t>      </a:t>
            </a:r>
            <a:r>
              <a:rPr lang="zh-CN" altLang="zh-CN" sz="2400">
                <a:solidFill>
                  <a:schemeClr val="tx1">
                    <a:lumMod val="85000"/>
                    <a:lumOff val="15000"/>
                  </a:schemeClr>
                </a:solidFill>
                <a:latin typeface="+mn-ea"/>
                <a:cs typeface="+mn-ea"/>
                <a:sym typeface="+mn-ea"/>
              </a:rPr>
              <a:t>中央军委其他组成人员</a:t>
            </a:r>
            <a:r>
              <a:rPr lang="zh-CN" altLang="zh-CN" sz="2400" b="1">
                <a:solidFill>
                  <a:schemeClr val="tx1">
                    <a:lumMod val="85000"/>
                    <a:lumOff val="15000"/>
                  </a:schemeClr>
                </a:solidFill>
                <a:latin typeface="+mn-ea"/>
                <a:cs typeface="+mn-ea"/>
                <a:sym typeface="+mn-ea"/>
              </a:rPr>
              <a:t>必须接受中央军委主席的领导，</a:t>
            </a:r>
            <a:r>
              <a:rPr lang="zh-CN" altLang="zh-CN" sz="2400">
                <a:solidFill>
                  <a:schemeClr val="tx1">
                    <a:lumMod val="85000"/>
                    <a:lumOff val="15000"/>
                  </a:schemeClr>
                </a:solidFill>
                <a:latin typeface="+mn-ea"/>
                <a:cs typeface="+mn-ea"/>
                <a:sym typeface="+mn-ea"/>
              </a:rPr>
              <a:t>中央军委发布的军令等须由中央军委主席签署方有法律效力。</a:t>
            </a:r>
            <a:endParaRPr lang="zh-CN" altLang="zh-CN" sz="2400">
              <a:solidFill>
                <a:schemeClr val="tx1">
                  <a:lumMod val="85000"/>
                  <a:lumOff val="15000"/>
                </a:schemeClr>
              </a:solidFill>
              <a:latin typeface="+mn-ea"/>
              <a:cs typeface="+mn-ea"/>
              <a:sym typeface="+mn-ea"/>
            </a:endParaRPr>
          </a:p>
          <a:p>
            <a:pPr>
              <a:lnSpc>
                <a:spcPct val="150000"/>
              </a:lnSpc>
              <a:spcBef>
                <a:spcPct val="0"/>
              </a:spcBef>
              <a:spcAft>
                <a:spcPct val="0"/>
              </a:spcAft>
            </a:pPr>
            <a:endParaRPr lang="zh-CN" altLang="en-US">
              <a:solidFill>
                <a:schemeClr val="tx1">
                  <a:lumMod val="85000"/>
                  <a:lumOff val="15000"/>
                </a:schemeClr>
              </a:solidFill>
              <a:latin typeface="+mn-ea"/>
              <a:cs typeface="+mn-ea"/>
              <a:sym typeface="+mn-ea"/>
            </a:endParaRPr>
          </a:p>
        </p:txBody>
      </p:sp>
    </p:spTree>
    <p:custDataLst>
      <p:tags r:id="rId7"/>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54940" y="2036445"/>
            <a:ext cx="2487930" cy="2195830"/>
          </a:xfrm>
        </p:spPr>
        <p:txBody>
          <a:bodyPr anchor="b" anchorCtr="0">
            <a:normAutofit/>
          </a:bodyPr>
          <a:lstStyle/>
          <a:p>
            <a:pPr algn="ctr"/>
            <a:r>
              <a:rPr lang="zh-CN" altLang="en-US"/>
              <a:t>四、中央军事委员会的职权</a:t>
            </a:r>
            <a:endParaRPr lang="zh-CN" altLang="en-US"/>
          </a:p>
        </p:txBody>
      </p:sp>
      <p:sp>
        <p:nvSpPr>
          <p:cNvPr id="3" name="矩形 2"/>
          <p:cNvSpPr/>
          <p:nvPr>
            <p:custDataLst>
              <p:tags r:id="rId2"/>
            </p:custDataLst>
          </p:nvPr>
        </p:nvSpPr>
        <p:spPr>
          <a:xfrm>
            <a:off x="4114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2567940" y="177800"/>
            <a:ext cx="9350375" cy="6448425"/>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2879090" y="259080"/>
            <a:ext cx="8778240" cy="6248400"/>
          </a:xfrm>
          <a:prstGeom prst="rect">
            <a:avLst/>
          </a:prstGeom>
          <a:noFill/>
        </p:spPr>
        <p:txBody>
          <a:bodyPr wrap="square" rtlCol="0" anchor="ctr" anchorCtr="0">
            <a:noAutofit/>
          </a:bodyPr>
          <a:lstStyle/>
          <a:p>
            <a:pPr marL="0" lvl="0" indent="0" algn="just" fontAlgn="auto">
              <a:lnSpc>
                <a:spcPct val="150000"/>
              </a:lnSpc>
            </a:pPr>
            <a:r>
              <a:rPr lang="en-US" altLang="zh-CN" sz="2800" b="1">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2800" b="1">
              <a:solidFill>
                <a:schemeClr val="tx1"/>
              </a:solidFill>
              <a:latin typeface="微软雅黑" panose="020B0503020204020204" charset="-122"/>
              <a:ea typeface="微软雅黑" panose="020B0503020204020204" charset="-122"/>
              <a:cs typeface="微软雅黑" panose="020B0503020204020204" charset="-122"/>
            </a:endParaRPr>
          </a:p>
          <a:p>
            <a:pPr marL="0" lvl="0" indent="0" algn="l" fontAlgn="auto">
              <a:lnSpc>
                <a:spcPct val="150000"/>
              </a:lnSpc>
            </a:pPr>
            <a:r>
              <a:rPr lang="zh-CN" altLang="en-US" sz="2800" b="1">
                <a:solidFill>
                  <a:schemeClr val="tx1"/>
                </a:solidFill>
                <a:latin typeface="微软雅黑" panose="020B0503020204020204" charset="-122"/>
                <a:ea typeface="微软雅黑" panose="020B0503020204020204" charset="-122"/>
                <a:cs typeface="微软雅黑" panose="020B0503020204020204" charset="-122"/>
              </a:rPr>
              <a:t>《国防法》第</a:t>
            </a:r>
            <a:r>
              <a:rPr lang="en-US" altLang="zh-CN" sz="2800" b="1">
                <a:solidFill>
                  <a:schemeClr val="tx1"/>
                </a:solidFill>
                <a:latin typeface="微软雅黑" panose="020B0503020204020204" charset="-122"/>
                <a:ea typeface="微软雅黑" panose="020B0503020204020204" charset="-122"/>
                <a:cs typeface="微软雅黑" panose="020B0503020204020204" charset="-122"/>
              </a:rPr>
              <a:t>13</a:t>
            </a:r>
            <a:r>
              <a:rPr lang="zh-CN" altLang="en-US" sz="2800" b="1">
                <a:solidFill>
                  <a:schemeClr val="tx1"/>
                </a:solidFill>
                <a:latin typeface="微软雅黑" panose="020B0503020204020204" charset="-122"/>
                <a:ea typeface="微软雅黑" panose="020B0503020204020204" charset="-122"/>
                <a:cs typeface="微软雅黑" panose="020B0503020204020204" charset="-122"/>
              </a:rPr>
              <a:t>条规定了中央军事委员会职权：</a:t>
            </a:r>
            <a:br>
              <a:rPr lang="en-US" altLang="zh-CN" sz="2000">
                <a:solidFill>
                  <a:schemeClr val="tx1"/>
                </a:solidFill>
                <a:latin typeface="微软雅黑" panose="020B0503020204020204" charset="-122"/>
                <a:ea typeface="微软雅黑" panose="020B0503020204020204" charset="-122"/>
                <a:cs typeface="微软雅黑" panose="020B0503020204020204" charset="-122"/>
              </a:rPr>
            </a:br>
            <a:r>
              <a:rPr lang="en-US" altLang="zh-CN" sz="2000">
                <a:solidFill>
                  <a:schemeClr val="tx1"/>
                </a:solidFill>
                <a:latin typeface="微软雅黑" panose="020B0503020204020204" charset="-122"/>
                <a:ea typeface="微软雅黑" panose="020B0503020204020204" charset="-122"/>
                <a:cs typeface="微软雅黑" panose="020B0503020204020204" charset="-122"/>
              </a:rPr>
              <a:t>        1.</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统一指挥全国武装力量；</a:t>
            </a:r>
            <a:endParaRPr lang="zh-CN" altLang="en-US" sz="2000">
              <a:solidFill>
                <a:schemeClr val="tx1"/>
              </a:solidFill>
              <a:latin typeface="微软雅黑" panose="020B0503020204020204" charset="-122"/>
              <a:ea typeface="微软雅黑" panose="020B0503020204020204" charset="-122"/>
              <a:cs typeface="微软雅黑" panose="020B0503020204020204" charset="-122"/>
            </a:endParaRPr>
          </a:p>
          <a:p>
            <a:pPr marL="0" lvl="0" indent="0" algn="just" fontAlgn="auto">
              <a:lnSpc>
                <a:spcPct val="150000"/>
              </a:lnSpc>
            </a:pPr>
            <a:r>
              <a:rPr lang="en-US" altLang="zh-CN" sz="2000">
                <a:solidFill>
                  <a:schemeClr val="tx1"/>
                </a:solidFill>
                <a:latin typeface="微软雅黑" panose="020B0503020204020204" charset="-122"/>
                <a:ea typeface="微软雅黑" panose="020B0503020204020204" charset="-122"/>
                <a:cs typeface="微软雅黑" panose="020B0503020204020204" charset="-122"/>
              </a:rPr>
              <a:t>        2.</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决定军事战略和武装力量的作战方针；</a:t>
            </a:r>
            <a:endParaRPr lang="zh-CN" altLang="en-US" sz="2000">
              <a:solidFill>
                <a:schemeClr val="tx1"/>
              </a:solidFill>
              <a:latin typeface="微软雅黑" panose="020B0503020204020204" charset="-122"/>
              <a:ea typeface="微软雅黑" panose="020B0503020204020204" charset="-122"/>
              <a:cs typeface="微软雅黑" panose="020B0503020204020204" charset="-122"/>
            </a:endParaRPr>
          </a:p>
          <a:p>
            <a:pPr marL="0" lvl="0" indent="0" algn="just" fontAlgn="auto">
              <a:lnSpc>
                <a:spcPct val="150000"/>
              </a:lnSpc>
            </a:pPr>
            <a:r>
              <a:rPr lang="en-US" altLang="zh-CN" sz="2000">
                <a:solidFill>
                  <a:schemeClr val="tx1"/>
                </a:solidFill>
                <a:latin typeface="微软雅黑" panose="020B0503020204020204" charset="-122"/>
                <a:ea typeface="微软雅黑" panose="020B0503020204020204" charset="-122"/>
                <a:cs typeface="微软雅黑" panose="020B0503020204020204" charset="-122"/>
              </a:rPr>
              <a:t>        3.</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领导和管理中国人民解放军的建设，制定规划、计划并组织实施；</a:t>
            </a:r>
            <a:endParaRPr lang="zh-CN" altLang="en-US" sz="2000">
              <a:solidFill>
                <a:schemeClr val="tx1"/>
              </a:solidFill>
              <a:latin typeface="微软雅黑" panose="020B0503020204020204" charset="-122"/>
              <a:ea typeface="微软雅黑" panose="020B0503020204020204" charset="-122"/>
              <a:cs typeface="微软雅黑" panose="020B0503020204020204" charset="-122"/>
            </a:endParaRPr>
          </a:p>
          <a:p>
            <a:pPr marL="0" lvl="0" indent="0" algn="just" fontAlgn="auto">
              <a:lnSpc>
                <a:spcPct val="150000"/>
              </a:lnSpc>
            </a:pPr>
            <a:r>
              <a:rPr lang="en-US" altLang="zh-CN" sz="2000">
                <a:solidFill>
                  <a:schemeClr val="tx1"/>
                </a:solidFill>
                <a:latin typeface="微软雅黑" panose="020B0503020204020204" charset="-122"/>
                <a:ea typeface="微软雅黑" panose="020B0503020204020204" charset="-122"/>
                <a:cs typeface="微软雅黑" panose="020B0503020204020204" charset="-122"/>
              </a:rPr>
              <a:t>        4.</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向全国人民代表大会或全国人大常委会提出议案；</a:t>
            </a:r>
            <a:endParaRPr lang="zh-CN" altLang="en-US" sz="2000">
              <a:solidFill>
                <a:schemeClr val="tx1"/>
              </a:solidFill>
              <a:latin typeface="微软雅黑" panose="020B0503020204020204" charset="-122"/>
              <a:ea typeface="微软雅黑" panose="020B0503020204020204" charset="-122"/>
              <a:cs typeface="微软雅黑" panose="020B0503020204020204" charset="-122"/>
            </a:endParaRPr>
          </a:p>
          <a:p>
            <a:pPr marL="0" lvl="0" indent="0" algn="just" fontAlgn="auto">
              <a:lnSpc>
                <a:spcPct val="150000"/>
              </a:lnSpc>
            </a:pPr>
            <a:r>
              <a:rPr lang="en-US" altLang="zh-CN" sz="2000">
                <a:solidFill>
                  <a:schemeClr val="tx1"/>
                </a:solidFill>
                <a:latin typeface="微软雅黑" panose="020B0503020204020204" charset="-122"/>
                <a:ea typeface="微软雅黑" panose="020B0503020204020204" charset="-122"/>
                <a:cs typeface="微软雅黑" panose="020B0503020204020204" charset="-122"/>
              </a:rPr>
              <a:t>        5.</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根据宪法和法律，</a:t>
            </a:r>
            <a:r>
              <a:rPr lang="en-US" altLang="zh-CN" sz="20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制定军事法规，发布决定和命令；</a:t>
            </a:r>
            <a:endParaRPr lang="zh-CN" altLang="en-US" sz="2000">
              <a:solidFill>
                <a:schemeClr val="tx1"/>
              </a:solidFill>
              <a:latin typeface="微软雅黑" panose="020B0503020204020204" charset="-122"/>
              <a:ea typeface="微软雅黑" panose="020B0503020204020204" charset="-122"/>
              <a:cs typeface="微软雅黑" panose="020B0503020204020204" charset="-122"/>
            </a:endParaRPr>
          </a:p>
          <a:p>
            <a:pPr marL="0" lvl="0" indent="0" algn="just" fontAlgn="auto">
              <a:lnSpc>
                <a:spcPct val="150000"/>
              </a:lnSpc>
            </a:pPr>
            <a:r>
              <a:rPr lang="en-US" altLang="zh-CN" sz="2000">
                <a:solidFill>
                  <a:schemeClr val="tx1"/>
                </a:solidFill>
                <a:latin typeface="微软雅黑" panose="020B0503020204020204" charset="-122"/>
                <a:ea typeface="微软雅黑" panose="020B0503020204020204" charset="-122"/>
                <a:cs typeface="微软雅黑" panose="020B0503020204020204" charset="-122"/>
              </a:rPr>
              <a:t>        6.</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决定中国人民解放军的体制和编制，规定总部以及军区、军兵种和其他军区级单位的任务和职责；</a:t>
            </a:r>
            <a:endParaRPr lang="zh-CN" altLang="en-US" sz="2000">
              <a:solidFill>
                <a:schemeClr val="tx1"/>
              </a:solidFill>
              <a:latin typeface="微软雅黑" panose="020B0503020204020204" charset="-122"/>
              <a:ea typeface="微软雅黑" panose="020B0503020204020204" charset="-122"/>
              <a:cs typeface="微软雅黑" panose="020B0503020204020204" charset="-122"/>
            </a:endParaRPr>
          </a:p>
          <a:p>
            <a:pPr marL="0" lvl="0" indent="0" algn="just" fontAlgn="auto">
              <a:lnSpc>
                <a:spcPct val="150000"/>
              </a:lnSpc>
            </a:pPr>
            <a:r>
              <a:rPr lang="en-US" altLang="zh-CN" sz="2000">
                <a:solidFill>
                  <a:schemeClr val="tx1"/>
                </a:solidFill>
                <a:latin typeface="微软雅黑" panose="020B0503020204020204" charset="-122"/>
                <a:ea typeface="微软雅黑" panose="020B0503020204020204" charset="-122"/>
                <a:cs typeface="微软雅黑" panose="020B0503020204020204" charset="-122"/>
              </a:rPr>
              <a:t>        7.</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依照法律、军事法规的规定，</a:t>
            </a:r>
            <a:r>
              <a:rPr lang="en-US" altLang="zh-CN" sz="20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任免、培训、考核和奖惩武装力量成员；</a:t>
            </a:r>
            <a:endParaRPr lang="zh-CN" altLang="en-US" sz="2000">
              <a:solidFill>
                <a:schemeClr val="tx1"/>
              </a:solidFill>
              <a:latin typeface="微软雅黑" panose="020B0503020204020204" charset="-122"/>
              <a:ea typeface="微软雅黑" panose="020B0503020204020204" charset="-122"/>
              <a:cs typeface="微软雅黑" panose="020B0503020204020204" charset="-122"/>
            </a:endParaRPr>
          </a:p>
          <a:p>
            <a:pPr marL="0" lvl="0" indent="0" algn="just" fontAlgn="auto">
              <a:lnSpc>
                <a:spcPct val="150000"/>
              </a:lnSpc>
            </a:pPr>
            <a:r>
              <a:rPr lang="en-US" altLang="zh-CN" sz="2000">
                <a:solidFill>
                  <a:schemeClr val="tx1"/>
                </a:solidFill>
                <a:latin typeface="微软雅黑" panose="020B0503020204020204" charset="-122"/>
                <a:ea typeface="微软雅黑" panose="020B0503020204020204" charset="-122"/>
                <a:cs typeface="微软雅黑" panose="020B0503020204020204" charset="-122"/>
              </a:rPr>
              <a:t>         8.</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批准武装力量的武器装备体制和武器装备发展规划、计划，</a:t>
            </a:r>
            <a:r>
              <a:rPr lang="en-US" altLang="zh-CN" sz="20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协同国务院领导和管理国防科研生产；</a:t>
            </a:r>
            <a:endParaRPr lang="zh-CN" altLang="en-US" sz="2000">
              <a:solidFill>
                <a:schemeClr val="tx1"/>
              </a:solidFill>
              <a:latin typeface="微软雅黑" panose="020B0503020204020204" charset="-122"/>
              <a:ea typeface="微软雅黑" panose="020B0503020204020204" charset="-122"/>
              <a:cs typeface="微软雅黑" panose="020B0503020204020204" charset="-122"/>
            </a:endParaRPr>
          </a:p>
          <a:p>
            <a:pPr marL="0" lvl="0" indent="0" algn="just" fontAlgn="auto">
              <a:lnSpc>
                <a:spcPct val="150000"/>
              </a:lnSpc>
            </a:pPr>
            <a:r>
              <a:rPr lang="en-US" altLang="zh-CN" sz="2000">
                <a:solidFill>
                  <a:schemeClr val="tx1"/>
                </a:solidFill>
                <a:latin typeface="微软雅黑" panose="020B0503020204020204" charset="-122"/>
                <a:ea typeface="微软雅黑" panose="020B0503020204020204" charset="-122"/>
                <a:cs typeface="微软雅黑" panose="020B0503020204020204" charset="-122"/>
              </a:rPr>
              <a:t>         9.</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会同国务院管理国防经费和国防资产；</a:t>
            </a:r>
            <a:endParaRPr lang="zh-CN" altLang="en-US" sz="2000">
              <a:solidFill>
                <a:schemeClr val="tx1"/>
              </a:solidFill>
              <a:latin typeface="微软雅黑" panose="020B0503020204020204" charset="-122"/>
              <a:ea typeface="微软雅黑" panose="020B0503020204020204" charset="-122"/>
              <a:cs typeface="微软雅黑" panose="020B0503020204020204" charset="-122"/>
            </a:endParaRPr>
          </a:p>
          <a:p>
            <a:pPr marL="0" lvl="0" indent="0" algn="just" fontAlgn="auto">
              <a:lnSpc>
                <a:spcPct val="150000"/>
              </a:lnSpc>
            </a:pPr>
            <a:r>
              <a:rPr lang="zh-CN" altLang="en-US" sz="20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000">
                <a:solidFill>
                  <a:schemeClr val="tx1"/>
                </a:solidFill>
                <a:latin typeface="微软雅黑" panose="020B0503020204020204" charset="-122"/>
                <a:ea typeface="微软雅黑" panose="020B0503020204020204" charset="-122"/>
                <a:cs typeface="微软雅黑" panose="020B0503020204020204" charset="-122"/>
              </a:rPr>
              <a:t>       10.</a:t>
            </a:r>
            <a:r>
              <a:rPr lang="zh-CN" altLang="en-US" sz="2000">
                <a:solidFill>
                  <a:schemeClr val="tx1"/>
                </a:solidFill>
                <a:latin typeface="微软雅黑" panose="020B0503020204020204" charset="-122"/>
                <a:ea typeface="微软雅黑" panose="020B0503020204020204" charset="-122"/>
                <a:cs typeface="微软雅黑" panose="020B0503020204020204" charset="-122"/>
              </a:rPr>
              <a:t>法律规定的其他职权。</a:t>
            </a:r>
            <a:endParaRPr lang="zh-CN" altLang="en-US" sz="2000">
              <a:solidFill>
                <a:schemeClr val="tx1"/>
              </a:solidFill>
              <a:latin typeface="微软雅黑" panose="020B0503020204020204" charset="-122"/>
              <a:ea typeface="微软雅黑" panose="020B0503020204020204" charset="-122"/>
              <a:cs typeface="微软雅黑" panose="020B0503020204020204" charset="-122"/>
            </a:endParaRPr>
          </a:p>
          <a:p>
            <a:pPr marL="0" lvl="0" indent="0" algn="just" fontAlgn="auto">
              <a:lnSpc>
                <a:spcPct val="150000"/>
              </a:lnSpc>
            </a:pPr>
            <a:endParaRPr lang="zh-CN" altLang="en-US" sz="20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549275" y="177800"/>
            <a:ext cx="10946765" cy="1549400"/>
          </a:xfrm>
        </p:spPr>
        <p:txBody>
          <a:bodyPr>
            <a:noAutofit/>
          </a:bodyPr>
          <a:lstStyle/>
          <a:p>
            <a:r>
              <a:rPr lang="zh-CN" altLang="en-US" sz="4000">
                <a:latin typeface="+mj-ea"/>
                <a:cs typeface="+mj-ea"/>
              </a:rPr>
              <a:t>第六节</a:t>
            </a:r>
            <a:r>
              <a:rPr lang="en-US" altLang="zh-CN" sz="4000">
                <a:latin typeface="+mj-ea"/>
                <a:cs typeface="+mj-ea"/>
              </a:rPr>
              <a:t> </a:t>
            </a:r>
            <a:r>
              <a:rPr lang="zh-CN" altLang="en-US" sz="4000">
                <a:latin typeface="+mj-ea"/>
                <a:cs typeface="+mj-ea"/>
              </a:rPr>
              <a:t>地方各级人民代表大会和地方各级人民政府</a:t>
            </a:r>
            <a:endParaRPr lang="zh-CN" altLang="en-US" sz="4000">
              <a:latin typeface="+mj-ea"/>
              <a:cs typeface="+mj-ea"/>
            </a:endParaRPr>
          </a:p>
        </p:txBody>
      </p:sp>
      <p:sp>
        <p:nvSpPr>
          <p:cNvPr id="8" name="矩形 7"/>
          <p:cNvSpPr/>
          <p:nvPr userDrawn="1">
            <p:custDataLst>
              <p:tags r:id="rId2"/>
            </p:custDataLst>
          </p:nvPr>
        </p:nvSpPr>
        <p:spPr>
          <a:xfrm>
            <a:off x="0" y="3048000"/>
            <a:ext cx="12192000" cy="3810000"/>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charset="-122"/>
              <a:ea typeface="微软雅黑" panose="020B0503020204020204" charset="-122"/>
              <a:sym typeface="+mn-ea"/>
            </a:endParaRPr>
          </a:p>
        </p:txBody>
      </p:sp>
      <p:sp useBgFill="1">
        <p:nvSpPr>
          <p:cNvPr id="5" name="矩形 4"/>
          <p:cNvSpPr/>
          <p:nvPr>
            <p:custDataLst>
              <p:tags r:id="rId3"/>
            </p:custDataLst>
          </p:nvPr>
        </p:nvSpPr>
        <p:spPr>
          <a:xfrm>
            <a:off x="701040" y="1828800"/>
            <a:ext cx="10800715" cy="3823970"/>
          </a:xfrm>
          <a:prstGeom prst="rect">
            <a:avLst/>
          </a:prstGeom>
          <a:ln>
            <a:noFill/>
          </a:ln>
          <a:effectLst>
            <a:outerShdw blurRad="127000" dist="38100" dir="5400000" algn="t" rotWithShape="0">
              <a:schemeClr val="dk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0" rIns="360000" numCol="1" spcCol="0" rtlCol="0" fromWordArt="0" anchor="ctr" anchorCtr="0" forceAA="0" compatLnSpc="1">
            <a:noAutofit/>
          </a:bodyPr>
          <a:lstStyle/>
          <a:p>
            <a:pPr algn="just">
              <a:lnSpc>
                <a:spcPct val="130000"/>
              </a:lnSpc>
            </a:pPr>
            <a:endParaRPr lang="zh-CN" altLang="en-US" spc="150" dirty="0">
              <a:ln w="3175">
                <a:noFill/>
                <a:prstDash val="dash"/>
              </a:ln>
              <a:solidFill>
                <a:srgbClr val="262626"/>
              </a:solidFill>
              <a:uFillTx/>
              <a:latin typeface="+mn-ea"/>
              <a:ea typeface="微软雅黑" panose="020B0503020204020204" charset="-122"/>
              <a:cs typeface="微软雅黑" panose="020B0503020204020204" charset="-122"/>
              <a:sym typeface="+mn-ea"/>
            </a:endParaRPr>
          </a:p>
        </p:txBody>
      </p:sp>
      <p:sp>
        <p:nvSpPr>
          <p:cNvPr id="6" name="文本框 5"/>
          <p:cNvSpPr txBox="1"/>
          <p:nvPr>
            <p:custDataLst>
              <p:tags r:id="rId4"/>
            </p:custDataLst>
          </p:nvPr>
        </p:nvSpPr>
        <p:spPr>
          <a:xfrm>
            <a:off x="1143635" y="2055495"/>
            <a:ext cx="9916160" cy="3355340"/>
          </a:xfrm>
          <a:prstGeom prst="rect">
            <a:avLst/>
          </a:prstGeom>
          <a:noFill/>
        </p:spPr>
        <p:txBody>
          <a:bodyPr wrap="square" lIns="0" tIns="0" rIns="0" bIns="0" rtlCol="0" anchor="ctr" anchorCtr="0">
            <a:normAutofit/>
          </a:bodyPr>
          <a:lstStyle/>
          <a:p>
            <a:pPr indent="0" fontAlgn="auto">
              <a:lnSpc>
                <a:spcPct val="150000"/>
              </a:lnSpc>
            </a:pPr>
            <a:r>
              <a:rPr lang="en-US" altLang="zh-CN" sz="2400" kern="0" dirty="0">
                <a:ln>
                  <a:noFill/>
                  <a:prstDash val="sysDot"/>
                </a:ln>
                <a:solidFill>
                  <a:schemeClr val="tx1">
                    <a:lumMod val="85000"/>
                    <a:lumOff val="15000"/>
                  </a:schemeClr>
                </a:solidFill>
                <a:latin typeface="+mn-ea"/>
                <a:sym typeface="+mn-ea"/>
              </a:rPr>
              <a:t>      </a:t>
            </a:r>
            <a:r>
              <a:rPr lang="zh-CN" altLang="en-US" sz="2400" kern="0" dirty="0">
                <a:ln>
                  <a:noFill/>
                  <a:prstDash val="sysDot"/>
                </a:ln>
                <a:solidFill>
                  <a:schemeClr val="tx1">
                    <a:lumMod val="85000"/>
                    <a:lumOff val="15000"/>
                  </a:schemeClr>
                </a:solidFill>
                <a:latin typeface="+mn-ea"/>
                <a:sym typeface="+mn-ea"/>
              </a:rPr>
              <a:t>地方国家机构主要是指</a:t>
            </a:r>
            <a:r>
              <a:rPr lang="zh-CN" altLang="en-US" sz="2400" b="1" kern="0" dirty="0">
                <a:ln>
                  <a:noFill/>
                  <a:prstDash val="sysDot"/>
                </a:ln>
                <a:solidFill>
                  <a:schemeClr val="tx1">
                    <a:lumMod val="85000"/>
                    <a:lumOff val="15000"/>
                  </a:schemeClr>
                </a:solidFill>
                <a:latin typeface="+mn-ea"/>
                <a:sym typeface="+mn-ea"/>
              </a:rPr>
              <a:t>地方各级人民代表大会和地方各级人民政府，</a:t>
            </a:r>
            <a:r>
              <a:rPr lang="zh-CN" altLang="en-US" sz="2400" kern="0" dirty="0">
                <a:ln>
                  <a:noFill/>
                  <a:prstDash val="sysDot"/>
                </a:ln>
                <a:solidFill>
                  <a:schemeClr val="tx1">
                    <a:lumMod val="85000"/>
                    <a:lumOff val="15000"/>
                  </a:schemeClr>
                </a:solidFill>
                <a:latin typeface="+mn-ea"/>
                <a:sym typeface="+mn-ea"/>
              </a:rPr>
              <a:t>它们是我国国家机构体系的组成部分，是离人民更近的国家机构。</a:t>
            </a:r>
            <a:endParaRPr lang="zh-CN" altLang="en-US" sz="2400" kern="0" dirty="0">
              <a:ln>
                <a:noFill/>
                <a:prstDash val="sysDot"/>
              </a:ln>
              <a:solidFill>
                <a:schemeClr val="tx1">
                  <a:lumMod val="85000"/>
                  <a:lumOff val="15000"/>
                </a:schemeClr>
              </a:solidFill>
              <a:latin typeface="+mn-ea"/>
              <a:sym typeface="+mn-ea"/>
            </a:endParaRPr>
          </a:p>
        </p:txBody>
      </p:sp>
    </p:spTree>
    <p:custDataLst>
      <p:tags r:id="rId5"/>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一、地方国家机构概述</a:t>
            </a:r>
            <a:endParaRPr lang="zh-CN" altLang="en-US"/>
          </a:p>
        </p:txBody>
      </p:sp>
      <p:sp>
        <p:nvSpPr>
          <p:cNvPr id="5" name="任意多边形 4"/>
          <p:cNvSpPr/>
          <p:nvPr>
            <p:custDataLst>
              <p:tags r:id="rId2"/>
            </p:custDataLst>
          </p:nvPr>
        </p:nvSpPr>
        <p:spPr>
          <a:xfrm>
            <a:off x="695960" y="1423035"/>
            <a:ext cx="10800080" cy="4838700"/>
          </a:xfrm>
          <a:custGeom>
            <a:avLst/>
            <a:gdLst>
              <a:gd name="connsiteX0" fmla="*/ 546 w 17008"/>
              <a:gd name="connsiteY0" fmla="*/ 1 h 7620"/>
              <a:gd name="connsiteX1" fmla="*/ 16856 w 17008"/>
              <a:gd name="connsiteY1" fmla="*/ 0 h 7620"/>
              <a:gd name="connsiteX2" fmla="*/ 17008 w 17008"/>
              <a:gd name="connsiteY2" fmla="*/ 152 h 7620"/>
              <a:gd name="connsiteX3" fmla="*/ 17008 w 17008"/>
              <a:gd name="connsiteY3" fmla="*/ 7468 h 7620"/>
              <a:gd name="connsiteX4" fmla="*/ 16856 w 17008"/>
              <a:gd name="connsiteY4" fmla="*/ 7620 h 7620"/>
              <a:gd name="connsiteX5" fmla="*/ 152 w 17008"/>
              <a:gd name="connsiteY5" fmla="*/ 7620 h 7620"/>
              <a:gd name="connsiteX6" fmla="*/ 0 w 17008"/>
              <a:gd name="connsiteY6" fmla="*/ 7468 h 7620"/>
              <a:gd name="connsiteX7" fmla="*/ 4 w 17008"/>
              <a:gd name="connsiteY7" fmla="*/ 2173 h 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08" h="7620">
                <a:moveTo>
                  <a:pt x="546" y="1"/>
                </a:moveTo>
                <a:lnTo>
                  <a:pt x="16856" y="0"/>
                </a:lnTo>
                <a:cubicBezTo>
                  <a:pt x="16940" y="0"/>
                  <a:pt x="17008" y="68"/>
                  <a:pt x="17008" y="152"/>
                </a:cubicBezTo>
                <a:lnTo>
                  <a:pt x="17008" y="7468"/>
                </a:lnTo>
                <a:cubicBezTo>
                  <a:pt x="17008" y="7552"/>
                  <a:pt x="16940" y="7620"/>
                  <a:pt x="16856" y="7620"/>
                </a:cubicBezTo>
                <a:lnTo>
                  <a:pt x="152" y="7620"/>
                </a:lnTo>
                <a:cubicBezTo>
                  <a:pt x="68" y="7620"/>
                  <a:pt x="0" y="7552"/>
                  <a:pt x="0" y="7468"/>
                </a:cubicBezTo>
                <a:lnTo>
                  <a:pt x="4" y="2173"/>
                </a:lnTo>
              </a:path>
            </a:pathLst>
          </a:custGeom>
          <a:noFill/>
          <a:ln w="9525">
            <a:solidFill>
              <a:schemeClr val="accent1">
                <a:lumMod val="75000"/>
                <a:alpha val="40000"/>
              </a:schemeClr>
            </a:solidFill>
            <a:headEnd type="none"/>
            <a:tailEnd type="ova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矩形 6"/>
          <p:cNvSpPr/>
          <p:nvPr>
            <p:custDataLst>
              <p:tags r:id="rId3"/>
            </p:custDataLst>
          </p:nvPr>
        </p:nvSpPr>
        <p:spPr>
          <a:xfrm>
            <a:off x="1452880" y="1423035"/>
            <a:ext cx="10043795" cy="739140"/>
          </a:xfrm>
          <a:prstGeom prst="rect">
            <a:avLst/>
          </a:prstGeom>
          <a:gradFill>
            <a:gsLst>
              <a:gs pos="0">
                <a:schemeClr val="accent1">
                  <a:alpha val="5000"/>
                </a:schemeClr>
              </a:gs>
              <a:gs pos="100000">
                <a:schemeClr val="accent1">
                  <a:alpha val="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lIns="288290" rtlCol="0" anchor="ctr"/>
          <a:lstStyle/>
          <a:p>
            <a:pPr algn="l"/>
            <a:r>
              <a:rPr lang="zh-CN" altLang="en-US" sz="2800" b="1">
                <a:solidFill>
                  <a:schemeClr val="accent1"/>
                </a:solidFill>
              </a:rPr>
              <a:t>（一）同级地方国家机构之间的相互关系</a:t>
            </a:r>
            <a:endParaRPr lang="zh-CN" altLang="en-US" sz="2800" b="1">
              <a:solidFill>
                <a:schemeClr val="accent1"/>
              </a:solidFill>
            </a:endParaRPr>
          </a:p>
        </p:txBody>
      </p:sp>
      <p:sp>
        <p:nvSpPr>
          <p:cNvPr id="11" name="圆角矩形 10"/>
          <p:cNvSpPr/>
          <p:nvPr>
            <p:custDataLst>
              <p:tags r:id="rId4"/>
            </p:custDataLst>
          </p:nvPr>
        </p:nvSpPr>
        <p:spPr>
          <a:xfrm>
            <a:off x="716915" y="1423035"/>
            <a:ext cx="738505" cy="741045"/>
          </a:xfrm>
          <a:prstGeom prst="roundRect">
            <a:avLst>
              <a:gd name="adj" fmla="val 9389"/>
            </a:avLst>
          </a:prstGeom>
          <a:gradFill>
            <a:gsLst>
              <a:gs pos="67000">
                <a:schemeClr val="accent1"/>
              </a:gs>
              <a:gs pos="0">
                <a:schemeClr val="accent1">
                  <a:lumMod val="60000"/>
                  <a:lumOff val="40000"/>
                </a:schemeClr>
              </a:gs>
            </a:gsLst>
            <a:lin ang="27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2" name="直接连接符 11"/>
          <p:cNvCxnSpPr/>
          <p:nvPr>
            <p:custDataLst>
              <p:tags r:id="rId5"/>
            </p:custDataLst>
          </p:nvPr>
        </p:nvCxnSpPr>
        <p:spPr>
          <a:xfrm>
            <a:off x="1202055" y="2170430"/>
            <a:ext cx="9905365" cy="0"/>
          </a:xfrm>
          <a:prstGeom prst="line">
            <a:avLst/>
          </a:prstGeom>
          <a:ln w="9525">
            <a:solidFill>
              <a:schemeClr val="accent1">
                <a:alpha val="40000"/>
              </a:schemeClr>
            </a:solidFill>
            <a:prstDash val="lgDash"/>
          </a:ln>
        </p:spPr>
        <p:style>
          <a:lnRef idx="2">
            <a:schemeClr val="accent1"/>
          </a:lnRef>
          <a:fillRef idx="0">
            <a:srgbClr val="FFFFFF"/>
          </a:fillRef>
          <a:effectRef idx="0">
            <a:srgbClr val="FFFFFF"/>
          </a:effectRef>
          <a:fontRef idx="minor">
            <a:schemeClr val="tx1"/>
          </a:fontRef>
        </p:style>
      </p:cxnSp>
      <p:pic>
        <p:nvPicPr>
          <p:cNvPr id="4" name="图片 3" descr="打印机"/>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883285" y="1581150"/>
            <a:ext cx="406400" cy="406400"/>
          </a:xfrm>
          <a:prstGeom prst="rect">
            <a:avLst/>
          </a:prstGeom>
        </p:spPr>
      </p:pic>
      <p:sp>
        <p:nvSpPr>
          <p:cNvPr id="9" name="文本框 8"/>
          <p:cNvSpPr txBox="1"/>
          <p:nvPr>
            <p:custDataLst>
              <p:tags r:id="rId9"/>
            </p:custDataLst>
          </p:nvPr>
        </p:nvSpPr>
        <p:spPr>
          <a:xfrm>
            <a:off x="717550" y="2353310"/>
            <a:ext cx="10778490" cy="3916045"/>
          </a:xfrm>
          <a:prstGeom prst="rect">
            <a:avLst/>
          </a:prstGeom>
          <a:noFill/>
        </p:spPr>
        <p:txBody>
          <a:bodyPr wrap="square" rtlCol="0" anchor="ctr" anchorCtr="0">
            <a:normAutofit fontScale="50000"/>
          </a:bodyPr>
          <a:lstStyle/>
          <a:p>
            <a:pPr indent="0" fontAlgn="auto">
              <a:lnSpc>
                <a:spcPct val="150000"/>
              </a:lnSpc>
              <a:spcAft>
                <a:spcPts val="600"/>
              </a:spcAft>
            </a:pPr>
            <a:r>
              <a:rPr lang="zh-CN" altLang="en-US" sz="4800" dirty="0">
                <a:ln>
                  <a:noFill/>
                  <a:prstDash val="sysDot"/>
                </a:ln>
                <a:solidFill>
                  <a:schemeClr val="tx1">
                    <a:lumMod val="85000"/>
                    <a:lumOff val="15000"/>
                  </a:schemeClr>
                </a:solidFill>
                <a:latin typeface="+mn-ea"/>
                <a:cs typeface="+mn-ea"/>
                <a:sym typeface="+mn-ea"/>
              </a:rPr>
              <a:t>同级地方国家机构的横向关系主要</a:t>
            </a:r>
            <a:r>
              <a:rPr lang="zh-CN" altLang="en-US" sz="4800" b="1" dirty="0">
                <a:ln>
                  <a:noFill/>
                  <a:prstDash val="sysDot"/>
                </a:ln>
                <a:solidFill>
                  <a:schemeClr val="tx1">
                    <a:lumMod val="85000"/>
                    <a:lumOff val="15000"/>
                  </a:schemeClr>
                </a:solidFill>
                <a:latin typeface="+mn-ea"/>
                <a:cs typeface="+mn-ea"/>
                <a:sym typeface="+mn-ea"/>
              </a:rPr>
              <a:t>发生在地方国家权力机关与同级地方国家行政机关之间，</a:t>
            </a:r>
            <a:r>
              <a:rPr lang="zh-CN" altLang="en-US" sz="4800" dirty="0">
                <a:ln>
                  <a:noFill/>
                  <a:prstDash val="sysDot"/>
                </a:ln>
                <a:solidFill>
                  <a:schemeClr val="tx1">
                    <a:lumMod val="85000"/>
                    <a:lumOff val="15000"/>
                  </a:schemeClr>
                </a:solidFill>
                <a:latin typeface="+mn-ea"/>
                <a:cs typeface="+mn-ea"/>
                <a:sym typeface="+mn-ea"/>
              </a:rPr>
              <a:t>主要体现在</a:t>
            </a:r>
            <a:r>
              <a:rPr lang="zh-CN" altLang="en-US" sz="4800" b="1" dirty="0">
                <a:ln>
                  <a:noFill/>
                  <a:prstDash val="sysDot"/>
                </a:ln>
                <a:solidFill>
                  <a:srgbClr val="FF0000"/>
                </a:solidFill>
                <a:latin typeface="+mn-ea"/>
                <a:cs typeface="+mn-ea"/>
                <a:sym typeface="+mn-ea"/>
              </a:rPr>
              <a:t>前者产生后者、前者决定后者执行、前者对后者进行监督</a:t>
            </a:r>
            <a:r>
              <a:rPr lang="zh-CN" altLang="en-US" sz="4800" dirty="0">
                <a:ln>
                  <a:noFill/>
                  <a:prstDash val="sysDot"/>
                </a:ln>
                <a:solidFill>
                  <a:schemeClr val="tx1">
                    <a:lumMod val="85000"/>
                    <a:lumOff val="15000"/>
                  </a:schemeClr>
                </a:solidFill>
                <a:latin typeface="+mn-ea"/>
                <a:cs typeface="+mn-ea"/>
                <a:sym typeface="+mn-ea"/>
              </a:rPr>
              <a:t>等三个方面，具体而言：</a:t>
            </a:r>
            <a:endParaRPr lang="zh-CN" altLang="en-US" sz="4000" dirty="0">
              <a:ln>
                <a:noFill/>
                <a:prstDash val="sysDot"/>
              </a:ln>
              <a:solidFill>
                <a:schemeClr val="tx1">
                  <a:lumMod val="85000"/>
                  <a:lumOff val="15000"/>
                </a:schemeClr>
              </a:solidFill>
              <a:latin typeface="+mn-ea"/>
              <a:cs typeface="+mn-ea"/>
              <a:sym typeface="+mn-ea"/>
            </a:endParaRPr>
          </a:p>
          <a:p>
            <a:pPr indent="0" fontAlgn="auto">
              <a:lnSpc>
                <a:spcPct val="150000"/>
              </a:lnSpc>
              <a:spcAft>
                <a:spcPts val="600"/>
              </a:spcAft>
            </a:pPr>
            <a:r>
              <a:rPr lang="en-US" altLang="zh-CN" sz="4000" dirty="0">
                <a:ln>
                  <a:noFill/>
                  <a:prstDash val="sysDot"/>
                </a:ln>
                <a:solidFill>
                  <a:schemeClr val="tx1">
                    <a:lumMod val="85000"/>
                    <a:lumOff val="15000"/>
                  </a:schemeClr>
                </a:solidFill>
                <a:latin typeface="+mn-ea"/>
                <a:cs typeface="+mn-ea"/>
                <a:sym typeface="+mn-ea"/>
              </a:rPr>
              <a:t>        </a:t>
            </a:r>
            <a:r>
              <a:rPr lang="zh-CN" altLang="en-US" sz="4000" dirty="0">
                <a:ln>
                  <a:noFill/>
                  <a:prstDash val="sysDot"/>
                </a:ln>
                <a:solidFill>
                  <a:schemeClr val="tx1">
                    <a:lumMod val="85000"/>
                    <a:lumOff val="15000"/>
                  </a:schemeClr>
                </a:solidFill>
                <a:latin typeface="+mn-ea"/>
                <a:cs typeface="+mn-ea"/>
                <a:sym typeface="+mn-ea"/>
              </a:rPr>
              <a:t>第一，地方各级人民政府的组成人员由本级人大选举</a:t>
            </a:r>
            <a:r>
              <a:rPr lang="zh-CN" altLang="en-US" sz="4000" b="1" dirty="0">
                <a:ln>
                  <a:noFill/>
                  <a:prstDash val="sysDot"/>
                </a:ln>
                <a:solidFill>
                  <a:schemeClr val="tx1">
                    <a:lumMod val="85000"/>
                    <a:lumOff val="15000"/>
                  </a:schemeClr>
                </a:solidFill>
                <a:latin typeface="+mn-ea"/>
                <a:cs typeface="+mn-ea"/>
                <a:sym typeface="+mn-ea"/>
              </a:rPr>
              <a:t>产生</a:t>
            </a:r>
            <a:r>
              <a:rPr lang="zh-CN" altLang="en-US" sz="4000" dirty="0">
                <a:ln>
                  <a:noFill/>
                  <a:prstDash val="sysDot"/>
                </a:ln>
                <a:solidFill>
                  <a:schemeClr val="tx1">
                    <a:lumMod val="85000"/>
                    <a:lumOff val="15000"/>
                  </a:schemeClr>
                </a:solidFill>
                <a:latin typeface="+mn-ea"/>
                <a:cs typeface="+mn-ea"/>
                <a:sym typeface="+mn-ea"/>
              </a:rPr>
              <a:t>或由本级人大常委会决定任命。第二，地方各级人民政府是地方各级人大的</a:t>
            </a:r>
            <a:r>
              <a:rPr lang="zh-CN" altLang="en-US" sz="4000" b="1" dirty="0">
                <a:ln>
                  <a:noFill/>
                  <a:prstDash val="sysDot"/>
                </a:ln>
                <a:solidFill>
                  <a:schemeClr val="tx1">
                    <a:lumMod val="85000"/>
                    <a:lumOff val="15000"/>
                  </a:schemeClr>
                </a:solidFill>
                <a:latin typeface="+mn-ea"/>
                <a:cs typeface="+mn-ea"/>
                <a:sym typeface="+mn-ea"/>
              </a:rPr>
              <a:t>执行机关</a:t>
            </a:r>
            <a:r>
              <a:rPr lang="zh-CN" altLang="en-US" sz="4000" dirty="0">
                <a:ln>
                  <a:noFill/>
                  <a:prstDash val="sysDot"/>
                </a:ln>
                <a:solidFill>
                  <a:schemeClr val="tx1">
                    <a:lumMod val="85000"/>
                    <a:lumOff val="15000"/>
                  </a:schemeClr>
                </a:solidFill>
                <a:latin typeface="+mn-ea"/>
                <a:cs typeface="+mn-ea"/>
                <a:sym typeface="+mn-ea"/>
              </a:rPr>
              <a:t>，地方各级人大负责审查、审议和决定，地方各级人民政府则负责执行本级人大的决议和决定。第三，地方各级人大听取和审查本级人民政府的工作报告，县级以上地方各级人大常委会</a:t>
            </a:r>
            <a:r>
              <a:rPr lang="zh-CN" altLang="en-US" sz="4000" b="1" dirty="0">
                <a:ln>
                  <a:noFill/>
                  <a:prstDash val="sysDot"/>
                </a:ln>
                <a:solidFill>
                  <a:schemeClr val="tx1">
                    <a:lumMod val="85000"/>
                    <a:lumOff val="15000"/>
                  </a:schemeClr>
                </a:solidFill>
                <a:latin typeface="+mn-ea"/>
                <a:cs typeface="+mn-ea"/>
                <a:sym typeface="+mn-ea"/>
              </a:rPr>
              <a:t>监督</a:t>
            </a:r>
            <a:r>
              <a:rPr lang="zh-CN" altLang="en-US" sz="4000" dirty="0">
                <a:ln>
                  <a:noFill/>
                  <a:prstDash val="sysDot"/>
                </a:ln>
                <a:solidFill>
                  <a:schemeClr val="tx1">
                    <a:lumMod val="85000"/>
                    <a:lumOff val="15000"/>
                  </a:schemeClr>
                </a:solidFill>
                <a:latin typeface="+mn-ea"/>
                <a:cs typeface="+mn-ea"/>
                <a:sym typeface="+mn-ea"/>
              </a:rPr>
              <a:t>本级人民政府的工作。</a:t>
            </a:r>
            <a:endParaRPr lang="zh-CN" altLang="en-US" sz="4000" dirty="0">
              <a:ln>
                <a:noFill/>
                <a:prstDash val="sysDot"/>
              </a:ln>
              <a:solidFill>
                <a:schemeClr val="tx1">
                  <a:lumMod val="85000"/>
                  <a:lumOff val="15000"/>
                </a:schemeClr>
              </a:solidFill>
              <a:latin typeface="+mn-ea"/>
              <a:cs typeface="+mn-ea"/>
              <a:sym typeface="+mn-ea"/>
            </a:endParaRPr>
          </a:p>
        </p:txBody>
      </p:sp>
    </p:spTree>
    <p:custDataLst>
      <p:tags r:id="rId10"/>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custDataLst>
              <p:tags r:id="rId1"/>
            </p:custDataLst>
          </p:nvPr>
        </p:nvSpPr>
        <p:spPr>
          <a:xfrm>
            <a:off x="714375" y="855345"/>
            <a:ext cx="10619740" cy="5823585"/>
          </a:xfrm>
          <a:custGeom>
            <a:avLst/>
            <a:gdLst>
              <a:gd name="connsiteX0" fmla="*/ 546 w 17008"/>
              <a:gd name="connsiteY0" fmla="*/ 1 h 7620"/>
              <a:gd name="connsiteX1" fmla="*/ 16856 w 17008"/>
              <a:gd name="connsiteY1" fmla="*/ 0 h 7620"/>
              <a:gd name="connsiteX2" fmla="*/ 17008 w 17008"/>
              <a:gd name="connsiteY2" fmla="*/ 152 h 7620"/>
              <a:gd name="connsiteX3" fmla="*/ 17008 w 17008"/>
              <a:gd name="connsiteY3" fmla="*/ 7468 h 7620"/>
              <a:gd name="connsiteX4" fmla="*/ 16856 w 17008"/>
              <a:gd name="connsiteY4" fmla="*/ 7620 h 7620"/>
              <a:gd name="connsiteX5" fmla="*/ 152 w 17008"/>
              <a:gd name="connsiteY5" fmla="*/ 7620 h 7620"/>
              <a:gd name="connsiteX6" fmla="*/ 0 w 17008"/>
              <a:gd name="connsiteY6" fmla="*/ 7468 h 7620"/>
              <a:gd name="connsiteX7" fmla="*/ 4 w 17008"/>
              <a:gd name="connsiteY7" fmla="*/ 2173 h 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08" h="7620">
                <a:moveTo>
                  <a:pt x="546" y="1"/>
                </a:moveTo>
                <a:lnTo>
                  <a:pt x="16856" y="0"/>
                </a:lnTo>
                <a:cubicBezTo>
                  <a:pt x="16940" y="0"/>
                  <a:pt x="17008" y="68"/>
                  <a:pt x="17008" y="152"/>
                </a:cubicBezTo>
                <a:lnTo>
                  <a:pt x="17008" y="7468"/>
                </a:lnTo>
                <a:cubicBezTo>
                  <a:pt x="17008" y="7552"/>
                  <a:pt x="16940" y="7620"/>
                  <a:pt x="16856" y="7620"/>
                </a:cubicBezTo>
                <a:lnTo>
                  <a:pt x="152" y="7620"/>
                </a:lnTo>
                <a:cubicBezTo>
                  <a:pt x="68" y="7620"/>
                  <a:pt x="0" y="7552"/>
                  <a:pt x="0" y="7468"/>
                </a:cubicBezTo>
                <a:lnTo>
                  <a:pt x="4" y="2173"/>
                </a:lnTo>
              </a:path>
            </a:pathLst>
          </a:custGeom>
          <a:noFill/>
          <a:ln w="9525">
            <a:solidFill>
              <a:schemeClr val="accent1">
                <a:lumMod val="75000"/>
                <a:alpha val="40000"/>
              </a:schemeClr>
            </a:solidFill>
            <a:headEnd type="none"/>
            <a:tailEnd type="ova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矩形 6"/>
          <p:cNvSpPr/>
          <p:nvPr>
            <p:custDataLst>
              <p:tags r:id="rId2"/>
            </p:custDataLst>
          </p:nvPr>
        </p:nvSpPr>
        <p:spPr>
          <a:xfrm>
            <a:off x="1452245" y="857250"/>
            <a:ext cx="10296525" cy="739140"/>
          </a:xfrm>
          <a:prstGeom prst="rect">
            <a:avLst/>
          </a:prstGeom>
          <a:gradFill>
            <a:gsLst>
              <a:gs pos="0">
                <a:schemeClr val="accent1">
                  <a:alpha val="5000"/>
                </a:schemeClr>
              </a:gs>
              <a:gs pos="100000">
                <a:schemeClr val="accent1">
                  <a:alpha val="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lIns="288290" rtlCol="0" anchor="ctr"/>
          <a:lstStyle/>
          <a:p>
            <a:pPr algn="l"/>
            <a:endParaRPr lang="zh-CN" altLang="en-US" sz="2800" b="1">
              <a:solidFill>
                <a:schemeClr val="accent1"/>
              </a:solidFill>
            </a:endParaRPr>
          </a:p>
          <a:p>
            <a:pPr algn="l"/>
            <a:r>
              <a:rPr lang="zh-CN" altLang="en-US" sz="2800" b="1">
                <a:solidFill>
                  <a:schemeClr val="accent1"/>
                </a:solidFill>
              </a:rPr>
              <a:t>（二）地方国家机构与中央国家机构的关系</a:t>
            </a:r>
            <a:endParaRPr lang="zh-CN" altLang="en-US" sz="2800" b="1">
              <a:solidFill>
                <a:schemeClr val="accent1"/>
              </a:solidFill>
            </a:endParaRPr>
          </a:p>
          <a:p>
            <a:pPr algn="l"/>
            <a:endParaRPr lang="zh-CN" altLang="en-US" sz="2800" b="1">
              <a:solidFill>
                <a:schemeClr val="accent1"/>
              </a:solidFill>
            </a:endParaRPr>
          </a:p>
        </p:txBody>
      </p:sp>
      <p:sp>
        <p:nvSpPr>
          <p:cNvPr id="11" name="圆角矩形 10"/>
          <p:cNvSpPr/>
          <p:nvPr>
            <p:custDataLst>
              <p:tags r:id="rId3"/>
            </p:custDataLst>
          </p:nvPr>
        </p:nvSpPr>
        <p:spPr>
          <a:xfrm>
            <a:off x="714375" y="855345"/>
            <a:ext cx="738505" cy="741045"/>
          </a:xfrm>
          <a:prstGeom prst="roundRect">
            <a:avLst>
              <a:gd name="adj" fmla="val 9389"/>
            </a:avLst>
          </a:prstGeom>
          <a:gradFill>
            <a:gsLst>
              <a:gs pos="67000">
                <a:schemeClr val="accent1"/>
              </a:gs>
              <a:gs pos="0">
                <a:schemeClr val="accent1">
                  <a:lumMod val="60000"/>
                  <a:lumOff val="40000"/>
                </a:schemeClr>
              </a:gs>
            </a:gsLst>
            <a:lin ang="27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2" name="直接连接符 11"/>
          <p:cNvCxnSpPr/>
          <p:nvPr>
            <p:custDataLst>
              <p:tags r:id="rId4"/>
            </p:custDataLst>
          </p:nvPr>
        </p:nvCxnSpPr>
        <p:spPr>
          <a:xfrm>
            <a:off x="1455420" y="1596390"/>
            <a:ext cx="9905365" cy="0"/>
          </a:xfrm>
          <a:prstGeom prst="line">
            <a:avLst/>
          </a:prstGeom>
          <a:ln w="9525">
            <a:solidFill>
              <a:schemeClr val="accent1">
                <a:alpha val="40000"/>
              </a:schemeClr>
            </a:solidFill>
            <a:prstDash val="lgDash"/>
          </a:ln>
        </p:spPr>
        <p:style>
          <a:lnRef idx="2">
            <a:schemeClr val="accent1"/>
          </a:lnRef>
          <a:fillRef idx="0">
            <a:srgbClr val="FFFFFF"/>
          </a:fillRef>
          <a:effectRef idx="0">
            <a:srgbClr val="FFFFFF"/>
          </a:effectRef>
          <a:fontRef idx="minor">
            <a:schemeClr val="tx1"/>
          </a:fontRef>
        </p:style>
      </p:cxnSp>
      <p:pic>
        <p:nvPicPr>
          <p:cNvPr id="4" name="图片 3" descr="打印机"/>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80110" y="1022350"/>
            <a:ext cx="406400" cy="406400"/>
          </a:xfrm>
          <a:prstGeom prst="rect">
            <a:avLst/>
          </a:prstGeom>
        </p:spPr>
      </p:pic>
      <p:sp>
        <p:nvSpPr>
          <p:cNvPr id="9" name="文本框 8"/>
          <p:cNvSpPr txBox="1"/>
          <p:nvPr>
            <p:custDataLst>
              <p:tags r:id="rId8"/>
            </p:custDataLst>
          </p:nvPr>
        </p:nvSpPr>
        <p:spPr>
          <a:xfrm>
            <a:off x="714375" y="1597025"/>
            <a:ext cx="10619740" cy="5079365"/>
          </a:xfrm>
          <a:prstGeom prst="rect">
            <a:avLst/>
          </a:prstGeom>
          <a:noFill/>
        </p:spPr>
        <p:txBody>
          <a:bodyPr wrap="square" rtlCol="0" anchor="ctr" anchorCtr="0">
            <a:noAutofit/>
          </a:bodyPr>
          <a:lstStyle/>
          <a:p>
            <a:pPr indent="0" fontAlgn="auto">
              <a:lnSpc>
                <a:spcPct val="150000"/>
              </a:lnSpc>
              <a:spcAft>
                <a:spcPts val="600"/>
              </a:spcAft>
            </a:pPr>
            <a:r>
              <a:rPr lang="en-US" altLang="zh-CN" sz="2400" dirty="0">
                <a:ln>
                  <a:noFill/>
                  <a:prstDash val="sysDot"/>
                </a:ln>
                <a:solidFill>
                  <a:schemeClr val="tx1">
                    <a:lumMod val="85000"/>
                    <a:lumOff val="15000"/>
                  </a:schemeClr>
                </a:solidFill>
                <a:latin typeface="+mn-ea"/>
                <a:cs typeface="+mn-ea"/>
                <a:sym typeface="+mn-ea"/>
              </a:rPr>
              <a:t>      </a:t>
            </a:r>
            <a:r>
              <a:rPr lang="zh-CN" altLang="en-US" sz="2400" dirty="0">
                <a:ln>
                  <a:noFill/>
                  <a:prstDash val="sysDot"/>
                </a:ln>
                <a:solidFill>
                  <a:schemeClr val="tx1">
                    <a:lumMod val="85000"/>
                    <a:lumOff val="15000"/>
                  </a:schemeClr>
                </a:solidFill>
                <a:latin typeface="+mn-ea"/>
                <a:cs typeface="+mn-ea"/>
                <a:sym typeface="+mn-ea"/>
              </a:rPr>
              <a:t>主要遵循《宪法》第</a:t>
            </a:r>
            <a:r>
              <a:rPr lang="en-US" altLang="zh-CN" sz="2400" dirty="0">
                <a:ln>
                  <a:noFill/>
                  <a:prstDash val="sysDot"/>
                </a:ln>
                <a:solidFill>
                  <a:schemeClr val="tx1">
                    <a:lumMod val="85000"/>
                    <a:lumOff val="15000"/>
                  </a:schemeClr>
                </a:solidFill>
                <a:latin typeface="+mn-ea"/>
                <a:cs typeface="+mn-ea"/>
                <a:sym typeface="+mn-ea"/>
              </a:rPr>
              <a:t>3</a:t>
            </a:r>
            <a:r>
              <a:rPr lang="zh-CN" altLang="en-US" sz="2400" dirty="0">
                <a:ln>
                  <a:noFill/>
                  <a:prstDash val="sysDot"/>
                </a:ln>
                <a:solidFill>
                  <a:schemeClr val="tx1">
                    <a:lumMod val="85000"/>
                    <a:lumOff val="15000"/>
                  </a:schemeClr>
                </a:solidFill>
                <a:latin typeface="+mn-ea"/>
                <a:cs typeface="+mn-ea"/>
                <a:sym typeface="+mn-ea"/>
              </a:rPr>
              <a:t>条确定的中央和地方国家机构职权划分的原则，即：在中央的统一领导下，充分发挥地方的主动性、积极性。具体而言：</a:t>
            </a:r>
            <a:endParaRPr lang="zh-CN" altLang="en-US" sz="2400" dirty="0">
              <a:ln>
                <a:noFill/>
                <a:prstDash val="sysDot"/>
              </a:ln>
              <a:solidFill>
                <a:schemeClr val="tx1">
                  <a:lumMod val="85000"/>
                  <a:lumOff val="15000"/>
                </a:schemeClr>
              </a:solidFill>
              <a:latin typeface="+mn-ea"/>
              <a:cs typeface="+mn-ea"/>
              <a:sym typeface="+mn-ea"/>
            </a:endParaRPr>
          </a:p>
          <a:p>
            <a:pPr indent="0" fontAlgn="auto">
              <a:lnSpc>
                <a:spcPct val="150000"/>
              </a:lnSpc>
              <a:spcAft>
                <a:spcPts val="600"/>
              </a:spcAft>
            </a:pPr>
            <a:r>
              <a:rPr lang="en-US" altLang="zh-CN" sz="2400" b="1" dirty="0">
                <a:ln>
                  <a:noFill/>
                  <a:prstDash val="sysDot"/>
                </a:ln>
                <a:solidFill>
                  <a:schemeClr val="tx1">
                    <a:lumMod val="85000"/>
                    <a:lumOff val="15000"/>
                  </a:schemeClr>
                </a:solidFill>
                <a:latin typeface="+mn-ea"/>
                <a:cs typeface="+mn-ea"/>
                <a:sym typeface="+mn-ea"/>
              </a:rPr>
              <a:t>1.</a:t>
            </a:r>
            <a:r>
              <a:rPr lang="zh-CN" altLang="en-US" sz="2400" b="1" dirty="0">
                <a:ln>
                  <a:noFill/>
                  <a:prstDash val="sysDot"/>
                </a:ln>
                <a:solidFill>
                  <a:schemeClr val="tx1">
                    <a:lumMod val="85000"/>
                    <a:lumOff val="15000"/>
                  </a:schemeClr>
                </a:solidFill>
                <a:latin typeface="+mn-ea"/>
                <a:cs typeface="+mn-ea"/>
                <a:sym typeface="+mn-ea"/>
              </a:rPr>
              <a:t>在地方人大与全国人大的关系上，前者受到后者的监督和指导。</a:t>
            </a:r>
            <a:r>
              <a:rPr lang="zh-CN" altLang="en-US" sz="2000" dirty="0">
                <a:ln>
                  <a:noFill/>
                  <a:prstDash val="sysDot"/>
                </a:ln>
                <a:solidFill>
                  <a:schemeClr val="tx1">
                    <a:lumMod val="85000"/>
                    <a:lumOff val="15000"/>
                  </a:schemeClr>
                </a:solidFill>
                <a:latin typeface="+mn-ea"/>
                <a:cs typeface="+mn-ea"/>
                <a:sym typeface="+mn-ea"/>
              </a:rPr>
              <a:t>对于地方各级人大及其常委会在执行法律中遇到的问题，全国人大常委会可以给予适当的指导。</a:t>
            </a:r>
            <a:endParaRPr lang="zh-CN" altLang="en-US" sz="2000" dirty="0">
              <a:ln>
                <a:noFill/>
                <a:prstDash val="sysDot"/>
              </a:ln>
              <a:solidFill>
                <a:schemeClr val="tx1">
                  <a:lumMod val="85000"/>
                  <a:lumOff val="15000"/>
                </a:schemeClr>
              </a:solidFill>
              <a:latin typeface="+mn-ea"/>
              <a:cs typeface="+mn-ea"/>
              <a:sym typeface="+mn-ea"/>
            </a:endParaRPr>
          </a:p>
          <a:p>
            <a:pPr indent="0" fontAlgn="auto">
              <a:lnSpc>
                <a:spcPct val="150000"/>
              </a:lnSpc>
              <a:spcAft>
                <a:spcPts val="600"/>
              </a:spcAft>
            </a:pPr>
            <a:r>
              <a:rPr lang="en-US" altLang="zh-CN" sz="2400" b="1" dirty="0">
                <a:ln>
                  <a:noFill/>
                  <a:prstDash val="sysDot"/>
                </a:ln>
                <a:solidFill>
                  <a:schemeClr val="tx1">
                    <a:lumMod val="85000"/>
                    <a:lumOff val="15000"/>
                  </a:schemeClr>
                </a:solidFill>
                <a:latin typeface="+mn-ea"/>
                <a:cs typeface="+mn-ea"/>
                <a:sym typeface="+mn-ea"/>
              </a:rPr>
              <a:t>2.</a:t>
            </a:r>
            <a:r>
              <a:rPr lang="zh-CN" altLang="en-US" sz="2400" b="1" dirty="0">
                <a:ln>
                  <a:noFill/>
                  <a:prstDash val="sysDot"/>
                </a:ln>
                <a:solidFill>
                  <a:schemeClr val="tx1">
                    <a:lumMod val="85000"/>
                    <a:lumOff val="15000"/>
                  </a:schemeClr>
                </a:solidFill>
                <a:latin typeface="+mn-ea"/>
                <a:cs typeface="+mn-ea"/>
                <a:sym typeface="+mn-ea"/>
              </a:rPr>
              <a:t>在地方各级人民政府与国务院的关系上，前者受到后者的统一领导。</a:t>
            </a:r>
            <a:r>
              <a:rPr lang="zh-CN" altLang="en-US" sz="2000" dirty="0">
                <a:ln>
                  <a:noFill/>
                  <a:prstDash val="sysDot"/>
                </a:ln>
                <a:solidFill>
                  <a:schemeClr val="tx1">
                    <a:lumMod val="85000"/>
                    <a:lumOff val="15000"/>
                  </a:schemeClr>
                </a:solidFill>
                <a:latin typeface="+mn-ea"/>
                <a:cs typeface="+mn-ea"/>
                <a:sym typeface="+mn-ea"/>
              </a:rPr>
              <a:t>国务院统一领导全国地方各级国家行政机关的工作，有权改变或者撤销地方各级国家行政机关的不适当的决定和命令。</a:t>
            </a:r>
            <a:endParaRPr lang="zh-CN" altLang="en-US" sz="2000" dirty="0">
              <a:ln>
                <a:noFill/>
                <a:prstDash val="sysDot"/>
              </a:ln>
              <a:solidFill>
                <a:schemeClr val="tx1">
                  <a:lumMod val="85000"/>
                  <a:lumOff val="15000"/>
                </a:schemeClr>
              </a:solidFill>
              <a:latin typeface="+mn-ea"/>
              <a:cs typeface="+mn-ea"/>
              <a:sym typeface="+mn-ea"/>
            </a:endParaRPr>
          </a:p>
          <a:p>
            <a:pPr indent="0" fontAlgn="auto">
              <a:lnSpc>
                <a:spcPct val="150000"/>
              </a:lnSpc>
              <a:spcAft>
                <a:spcPts val="600"/>
              </a:spcAft>
            </a:pPr>
            <a:r>
              <a:rPr lang="en-US" altLang="zh-CN" sz="2400" b="1" dirty="0">
                <a:ln>
                  <a:noFill/>
                  <a:prstDash val="sysDot"/>
                </a:ln>
                <a:solidFill>
                  <a:schemeClr val="tx1">
                    <a:lumMod val="85000"/>
                    <a:lumOff val="15000"/>
                  </a:schemeClr>
                </a:solidFill>
                <a:latin typeface="+mn-ea"/>
                <a:cs typeface="+mn-ea"/>
                <a:sym typeface="+mn-ea"/>
              </a:rPr>
              <a:t>3.</a:t>
            </a:r>
            <a:r>
              <a:rPr lang="zh-CN" altLang="en-US" sz="2400" b="1" dirty="0">
                <a:ln>
                  <a:noFill/>
                  <a:prstDash val="sysDot"/>
                </a:ln>
                <a:solidFill>
                  <a:schemeClr val="tx1">
                    <a:lumMod val="85000"/>
                    <a:lumOff val="15000"/>
                  </a:schemeClr>
                </a:solidFill>
                <a:latin typeface="+mn-ea"/>
                <a:cs typeface="+mn-ea"/>
                <a:sym typeface="+mn-ea"/>
              </a:rPr>
              <a:t>在地方各级人民政府及其工作部门与国务院主管部门的关系上</a:t>
            </a:r>
            <a:r>
              <a:rPr lang="zh-CN" altLang="en-US" sz="2400" dirty="0">
                <a:ln>
                  <a:noFill/>
                  <a:prstDash val="sysDot"/>
                </a:ln>
                <a:solidFill>
                  <a:schemeClr val="tx1">
                    <a:lumMod val="85000"/>
                    <a:lumOff val="15000"/>
                  </a:schemeClr>
                </a:solidFill>
                <a:latin typeface="+mn-ea"/>
                <a:cs typeface="+mn-ea"/>
                <a:sym typeface="+mn-ea"/>
              </a:rPr>
              <a:t>，</a:t>
            </a:r>
            <a:r>
              <a:rPr lang="zh-CN" altLang="en-US" sz="2000" dirty="0">
                <a:ln>
                  <a:noFill/>
                  <a:prstDash val="sysDot"/>
                </a:ln>
                <a:solidFill>
                  <a:schemeClr val="tx1">
                    <a:lumMod val="85000"/>
                    <a:lumOff val="15000"/>
                  </a:schemeClr>
                </a:solidFill>
                <a:latin typeface="+mn-ea"/>
                <a:cs typeface="+mn-ea"/>
                <a:sym typeface="+mn-ea"/>
              </a:rPr>
              <a:t>省、自治区、直辖市的人民政府各工作部门受本级人民政府统一领导，并且依照法律或者行政法规的规定受国务院主管部门的</a:t>
            </a:r>
            <a:r>
              <a:rPr lang="zh-CN" altLang="en-US" sz="2000" b="1" dirty="0">
                <a:ln>
                  <a:noFill/>
                  <a:prstDash val="sysDot"/>
                </a:ln>
                <a:solidFill>
                  <a:schemeClr val="tx1">
                    <a:lumMod val="85000"/>
                    <a:lumOff val="15000"/>
                  </a:schemeClr>
                </a:solidFill>
                <a:latin typeface="+mn-ea"/>
                <a:cs typeface="+mn-ea"/>
                <a:sym typeface="+mn-ea"/>
              </a:rPr>
              <a:t>业务指导或者领导。</a:t>
            </a:r>
            <a:endParaRPr lang="zh-CN" altLang="en-US" sz="2000" b="1" dirty="0">
              <a:ln>
                <a:noFill/>
                <a:prstDash val="sysDot"/>
              </a:ln>
              <a:solidFill>
                <a:schemeClr val="tx1">
                  <a:lumMod val="85000"/>
                  <a:lumOff val="15000"/>
                </a:schemeClr>
              </a:solidFill>
              <a:latin typeface="+mn-ea"/>
              <a:cs typeface="+mn-ea"/>
              <a:sym typeface="+mn-ea"/>
            </a:endParaRPr>
          </a:p>
        </p:txBody>
      </p:sp>
    </p:spTree>
    <p:custDataLst>
      <p:tags r:id="rId9"/>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二、地方各级人民代表大会</a:t>
            </a:r>
            <a:endParaRPr lang="zh-CN" altLang="en-US"/>
          </a:p>
        </p:txBody>
      </p:sp>
      <p:sp>
        <p:nvSpPr>
          <p:cNvPr id="173" name="任意多边形: 形状 29"/>
          <p:cNvSpPr/>
          <p:nvPr>
            <p:custDataLst>
              <p:tags r:id="rId2"/>
            </p:custDataLst>
          </p:nvPr>
        </p:nvSpPr>
        <p:spPr>
          <a:xfrm>
            <a:off x="575310" y="3843655"/>
            <a:ext cx="11266805" cy="2767965"/>
          </a:xfrm>
          <a:custGeom>
            <a:avLst/>
            <a:gdLst>
              <a:gd name="connsiteX0" fmla="*/ 4830623 w 5185257"/>
              <a:gd name="connsiteY0" fmla="*/ 259690 h 2367153"/>
              <a:gd name="connsiteX1" fmla="*/ 3696767 w 5185257"/>
              <a:gd name="connsiteY1" fmla="*/ 259690 h 2367153"/>
              <a:gd name="connsiteX2" fmla="*/ 3345104 w 5185257"/>
              <a:gd name="connsiteY2" fmla="*/ 0 h 2367153"/>
              <a:gd name="connsiteX3" fmla="*/ 2993441 w 5185257"/>
              <a:gd name="connsiteY3" fmla="*/ 259690 h 2367153"/>
              <a:gd name="connsiteX4" fmla="*/ 354635 w 5185257"/>
              <a:gd name="connsiteY4" fmla="*/ 259690 h 2367153"/>
              <a:gd name="connsiteX5" fmla="*/ 0 w 5185257"/>
              <a:gd name="connsiteY5" fmla="*/ 614324 h 2367153"/>
              <a:gd name="connsiteX6" fmla="*/ 0 w 5185257"/>
              <a:gd name="connsiteY6" fmla="*/ 2012518 h 2367153"/>
              <a:gd name="connsiteX7" fmla="*/ 354635 w 5185257"/>
              <a:gd name="connsiteY7" fmla="*/ 2367153 h 2367153"/>
              <a:gd name="connsiteX8" fmla="*/ 4830623 w 5185257"/>
              <a:gd name="connsiteY8" fmla="*/ 2367153 h 2367153"/>
              <a:gd name="connsiteX9" fmla="*/ 5185258 w 5185257"/>
              <a:gd name="connsiteY9" fmla="*/ 2012518 h 2367153"/>
              <a:gd name="connsiteX10" fmla="*/ 5185258 w 5185257"/>
              <a:gd name="connsiteY10" fmla="*/ 614324 h 2367153"/>
              <a:gd name="connsiteX11" fmla="*/ 4830623 w 5185257"/>
              <a:gd name="connsiteY11" fmla="*/ 259690 h 236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85257" h="2367153">
                <a:moveTo>
                  <a:pt x="4830623" y="259690"/>
                </a:moveTo>
                <a:lnTo>
                  <a:pt x="3696767" y="259690"/>
                </a:lnTo>
                <a:lnTo>
                  <a:pt x="3345104" y="0"/>
                </a:lnTo>
                <a:lnTo>
                  <a:pt x="2993441" y="259690"/>
                </a:lnTo>
                <a:lnTo>
                  <a:pt x="354635" y="259690"/>
                </a:lnTo>
                <a:cubicBezTo>
                  <a:pt x="158801" y="259690"/>
                  <a:pt x="0" y="418414"/>
                  <a:pt x="0" y="614324"/>
                </a:cubicBezTo>
                <a:lnTo>
                  <a:pt x="0" y="2012518"/>
                </a:lnTo>
                <a:cubicBezTo>
                  <a:pt x="0" y="2208352"/>
                  <a:pt x="158725" y="2367153"/>
                  <a:pt x="354635" y="2367153"/>
                </a:cubicBezTo>
                <a:lnTo>
                  <a:pt x="4830623" y="2367153"/>
                </a:lnTo>
                <a:cubicBezTo>
                  <a:pt x="5026457" y="2367153"/>
                  <a:pt x="5185258" y="2208429"/>
                  <a:pt x="5185258" y="2012518"/>
                </a:cubicBezTo>
                <a:lnTo>
                  <a:pt x="5185258" y="614324"/>
                </a:lnTo>
                <a:cubicBezTo>
                  <a:pt x="5185182" y="418490"/>
                  <a:pt x="5026457" y="259690"/>
                  <a:pt x="4830623" y="259690"/>
                </a:cubicBezTo>
                <a:close/>
              </a:path>
            </a:pathLst>
          </a:custGeom>
          <a:gradFill>
            <a:gsLst>
              <a:gs pos="0">
                <a:schemeClr val="accent2">
                  <a:lumMod val="2000"/>
                  <a:lumOff val="98000"/>
                  <a:alpha val="100000"/>
                </a:schemeClr>
              </a:gs>
              <a:gs pos="74000">
                <a:schemeClr val="accent2">
                  <a:lumMod val="30000"/>
                  <a:lumOff val="70000"/>
                  <a:alpha val="100000"/>
                </a:schemeClr>
              </a:gs>
              <a:gs pos="83000">
                <a:schemeClr val="accent2">
                  <a:lumMod val="40000"/>
                  <a:lumOff val="60000"/>
                  <a:alpha val="100000"/>
                </a:schemeClr>
              </a:gs>
              <a:gs pos="100000">
                <a:schemeClr val="accent2">
                  <a:lumMod val="50000"/>
                  <a:lumOff val="50000"/>
                  <a:alpha val="100000"/>
                </a:schemeClr>
              </a:gs>
            </a:gsLst>
            <a:lin ang="2700000" scaled="0"/>
          </a:gradFill>
          <a:ln w="63500">
            <a:solidFill>
              <a:srgbClr val="FEFEFE"/>
            </a:solidFill>
          </a:ln>
          <a:effectLst>
            <a:outerShdw blurRad="482600" dist="177800" dir="5400000" sx="91000" sy="91000" algn="ctr" rotWithShape="0">
              <a:schemeClr val="accent2">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olidFill>
                <a:schemeClr val="lt1"/>
              </a:solidFill>
              <a:latin typeface="+mn-ea"/>
              <a:sym typeface="+mn-ea"/>
            </a:endParaRPr>
          </a:p>
        </p:txBody>
      </p:sp>
      <p:sp>
        <p:nvSpPr>
          <p:cNvPr id="174" name="任意多边形: 形状 30"/>
          <p:cNvSpPr/>
          <p:nvPr>
            <p:custDataLst>
              <p:tags r:id="rId3"/>
            </p:custDataLst>
          </p:nvPr>
        </p:nvSpPr>
        <p:spPr>
          <a:xfrm>
            <a:off x="574675" y="1380490"/>
            <a:ext cx="11267440" cy="2277745"/>
          </a:xfrm>
          <a:custGeom>
            <a:avLst/>
            <a:gdLst>
              <a:gd name="connsiteX0" fmla="*/ 4830623 w 5185257"/>
              <a:gd name="connsiteY0" fmla="*/ 0 h 2367152"/>
              <a:gd name="connsiteX1" fmla="*/ 354635 w 5185257"/>
              <a:gd name="connsiteY1" fmla="*/ 0 h 2367152"/>
              <a:gd name="connsiteX2" fmla="*/ 0 w 5185257"/>
              <a:gd name="connsiteY2" fmla="*/ 354635 h 2367152"/>
              <a:gd name="connsiteX3" fmla="*/ 0 w 5185257"/>
              <a:gd name="connsiteY3" fmla="*/ 1752829 h 2367152"/>
              <a:gd name="connsiteX4" fmla="*/ 354635 w 5185257"/>
              <a:gd name="connsiteY4" fmla="*/ 2107464 h 2367152"/>
              <a:gd name="connsiteX5" fmla="*/ 2993441 w 5185257"/>
              <a:gd name="connsiteY5" fmla="*/ 2107464 h 2367152"/>
              <a:gd name="connsiteX6" fmla="*/ 3345104 w 5185257"/>
              <a:gd name="connsiteY6" fmla="*/ 2367153 h 2367152"/>
              <a:gd name="connsiteX7" fmla="*/ 3696767 w 5185257"/>
              <a:gd name="connsiteY7" fmla="*/ 2107464 h 2367152"/>
              <a:gd name="connsiteX8" fmla="*/ 4830623 w 5185257"/>
              <a:gd name="connsiteY8" fmla="*/ 2107464 h 2367152"/>
              <a:gd name="connsiteX9" fmla="*/ 5185258 w 5185257"/>
              <a:gd name="connsiteY9" fmla="*/ 1752829 h 2367152"/>
              <a:gd name="connsiteX10" fmla="*/ 5185258 w 5185257"/>
              <a:gd name="connsiteY10" fmla="*/ 354635 h 2367152"/>
              <a:gd name="connsiteX11" fmla="*/ 4830623 w 5185257"/>
              <a:gd name="connsiteY11" fmla="*/ 0 h 2367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85257" h="2367152">
                <a:moveTo>
                  <a:pt x="4830623" y="0"/>
                </a:moveTo>
                <a:lnTo>
                  <a:pt x="354635" y="0"/>
                </a:lnTo>
                <a:cubicBezTo>
                  <a:pt x="158801" y="0"/>
                  <a:pt x="0" y="158725"/>
                  <a:pt x="0" y="354635"/>
                </a:cubicBezTo>
                <a:lnTo>
                  <a:pt x="0" y="1752829"/>
                </a:lnTo>
                <a:cubicBezTo>
                  <a:pt x="0" y="1948663"/>
                  <a:pt x="158725" y="2107464"/>
                  <a:pt x="354635" y="2107464"/>
                </a:cubicBezTo>
                <a:lnTo>
                  <a:pt x="2993441" y="2107464"/>
                </a:lnTo>
                <a:lnTo>
                  <a:pt x="3345104" y="2367153"/>
                </a:lnTo>
                <a:lnTo>
                  <a:pt x="3696767" y="2107464"/>
                </a:lnTo>
                <a:lnTo>
                  <a:pt x="4830623" y="2107464"/>
                </a:lnTo>
                <a:cubicBezTo>
                  <a:pt x="5026457" y="2107464"/>
                  <a:pt x="5185258" y="1948739"/>
                  <a:pt x="5185258" y="1752829"/>
                </a:cubicBezTo>
                <a:lnTo>
                  <a:pt x="5185258" y="354635"/>
                </a:lnTo>
                <a:cubicBezTo>
                  <a:pt x="5185182" y="158801"/>
                  <a:pt x="5026457" y="0"/>
                  <a:pt x="4830623" y="0"/>
                </a:cubicBezTo>
                <a:close/>
              </a:path>
            </a:pathLst>
          </a:custGeom>
          <a:gradFill>
            <a:gsLst>
              <a:gs pos="0">
                <a:schemeClr val="accent1">
                  <a:lumMod val="45000"/>
                  <a:lumOff val="55000"/>
                  <a:alpha val="100000"/>
                </a:schemeClr>
              </a:gs>
              <a:gs pos="74000">
                <a:schemeClr val="accent1">
                  <a:alpha val="100000"/>
                </a:schemeClr>
              </a:gs>
              <a:gs pos="83000">
                <a:schemeClr val="accent1">
                  <a:lumMod val="90000"/>
                  <a:alpha val="100000"/>
                </a:schemeClr>
              </a:gs>
              <a:gs pos="100000">
                <a:schemeClr val="accent1">
                  <a:lumMod val="90000"/>
                  <a:alpha val="100000"/>
                </a:schemeClr>
              </a:gs>
            </a:gsLst>
            <a:lin ang="2700000" scaled="0"/>
          </a:gradFill>
          <a:ln w="63500">
            <a:solidFill>
              <a:srgbClr val="FEFEFE"/>
            </a:solidFill>
          </a:ln>
          <a:effectLst>
            <a:outerShdw blurRad="444500" dist="177800" dir="5400000" algn="ctr" rotWithShape="0">
              <a:schemeClr val="accent1">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lvl="0" algn="ctr">
              <a:buClrTx/>
              <a:buSzTx/>
              <a:buFontTx/>
            </a:pPr>
            <a:endParaRPr lang="en-US" altLang="zh-CN">
              <a:solidFill>
                <a:schemeClr val="lt1"/>
              </a:solidFill>
              <a:latin typeface="+mn-ea"/>
              <a:sym typeface="+mn-ea"/>
            </a:endParaRPr>
          </a:p>
        </p:txBody>
      </p:sp>
      <p:sp>
        <p:nvSpPr>
          <p:cNvPr id="175" name="文本框 174"/>
          <p:cNvSpPr txBox="1"/>
          <p:nvPr>
            <p:custDataLst>
              <p:tags r:id="rId4"/>
            </p:custDataLst>
          </p:nvPr>
        </p:nvSpPr>
        <p:spPr>
          <a:xfrm>
            <a:off x="695960" y="1523365"/>
            <a:ext cx="10800715" cy="1746250"/>
          </a:xfrm>
          <a:prstGeom prst="rect">
            <a:avLst/>
          </a:prstGeom>
          <a:noFill/>
        </p:spPr>
        <p:txBody>
          <a:bodyPr wrap="square" lIns="0" tIns="0" rIns="0" bIns="0" rtlCol="0" anchor="ctr" anchorCtr="0">
            <a:noAutofit/>
          </a:bodyPr>
          <a:p>
            <a:pPr indent="0" fontAlgn="auto">
              <a:lnSpc>
                <a:spcPct val="120000"/>
              </a:lnSpc>
            </a:pPr>
            <a:r>
              <a:rPr lang="zh-CN" altLang="en-US" sz="2800" b="1" dirty="0">
                <a:solidFill>
                  <a:srgbClr val="FEFEFE"/>
                </a:solidFill>
                <a:uFillTx/>
                <a:latin typeface="+mn-ea"/>
                <a:cs typeface="+mn-ea"/>
                <a:sym typeface="+mn-ea"/>
              </a:rPr>
              <a:t>（一）性质与地位：</a:t>
            </a:r>
            <a:endParaRPr lang="zh-CN" altLang="en-US" sz="2800" b="1" dirty="0">
              <a:solidFill>
                <a:srgbClr val="FEFEFE"/>
              </a:solidFill>
              <a:uFillTx/>
              <a:latin typeface="+mn-ea"/>
              <a:cs typeface="+mn-ea"/>
              <a:sym typeface="+mn-ea"/>
            </a:endParaRPr>
          </a:p>
          <a:p>
            <a:pPr indent="0" fontAlgn="auto">
              <a:lnSpc>
                <a:spcPct val="120000"/>
              </a:lnSpc>
            </a:pPr>
            <a:r>
              <a:rPr lang="en-US" altLang="zh-CN" sz="2400" dirty="0">
                <a:solidFill>
                  <a:srgbClr val="FEFEFE"/>
                </a:solidFill>
                <a:uFillTx/>
                <a:latin typeface="+mn-ea"/>
                <a:cs typeface="+mn-ea"/>
                <a:sym typeface="+mn-ea"/>
              </a:rPr>
              <a:t>   1. </a:t>
            </a:r>
            <a:r>
              <a:rPr lang="zh-CN" altLang="en-US" sz="2400" dirty="0">
                <a:solidFill>
                  <a:srgbClr val="FEFEFE"/>
                </a:solidFill>
                <a:uFillTx/>
                <a:latin typeface="+mn-ea"/>
                <a:cs typeface="+mn-ea"/>
                <a:sym typeface="+mn-ea"/>
              </a:rPr>
              <a:t>地方国家权力机关，在本行政区域内处于核心地位。</a:t>
            </a:r>
            <a:endParaRPr lang="zh-CN" altLang="en-US" sz="2400" dirty="0">
              <a:solidFill>
                <a:srgbClr val="FEFEFE"/>
              </a:solidFill>
              <a:uFillTx/>
              <a:latin typeface="+mn-ea"/>
              <a:cs typeface="+mn-ea"/>
              <a:sym typeface="+mn-ea"/>
            </a:endParaRPr>
          </a:p>
          <a:p>
            <a:pPr indent="0" fontAlgn="auto">
              <a:lnSpc>
                <a:spcPct val="120000"/>
              </a:lnSpc>
            </a:pPr>
            <a:r>
              <a:rPr lang="en-US" altLang="zh-CN" sz="2400" dirty="0">
                <a:solidFill>
                  <a:srgbClr val="FEFEFE"/>
                </a:solidFill>
                <a:uFillTx/>
                <a:latin typeface="+mn-ea"/>
                <a:cs typeface="+mn-ea"/>
                <a:sym typeface="+mn-ea"/>
              </a:rPr>
              <a:t>   2. </a:t>
            </a:r>
            <a:r>
              <a:rPr lang="zh-CN" altLang="en-US" sz="2400" dirty="0">
                <a:solidFill>
                  <a:srgbClr val="FEFEFE"/>
                </a:solidFill>
                <a:uFillTx/>
                <a:latin typeface="+mn-ea"/>
                <a:cs typeface="+mn-ea"/>
                <a:sym typeface="+mn-ea"/>
              </a:rPr>
              <a:t>其产生、监督本级的行政机关、监察机关、审判机关和检察机关。</a:t>
            </a:r>
            <a:endParaRPr lang="zh-CN" altLang="en-US" sz="2400" dirty="0">
              <a:solidFill>
                <a:srgbClr val="FEFEFE"/>
              </a:solidFill>
              <a:uFillTx/>
              <a:latin typeface="+mn-ea"/>
              <a:cs typeface="+mn-ea"/>
              <a:sym typeface="+mn-ea"/>
            </a:endParaRPr>
          </a:p>
        </p:txBody>
      </p:sp>
      <p:sp>
        <p:nvSpPr>
          <p:cNvPr id="180" name="文本框 179"/>
          <p:cNvSpPr txBox="1"/>
          <p:nvPr>
            <p:custDataLst>
              <p:tags r:id="rId5"/>
            </p:custDataLst>
          </p:nvPr>
        </p:nvSpPr>
        <p:spPr>
          <a:xfrm>
            <a:off x="927735" y="4359275"/>
            <a:ext cx="10558780" cy="2115820"/>
          </a:xfrm>
          <a:prstGeom prst="rect">
            <a:avLst/>
          </a:prstGeom>
          <a:noFill/>
        </p:spPr>
        <p:txBody>
          <a:bodyPr wrap="square" lIns="0" tIns="0" rIns="0" bIns="0" rtlCol="0" anchor="ctr" anchorCtr="0">
            <a:noAutofit/>
          </a:bodyPr>
          <a:p>
            <a:pPr indent="0" fontAlgn="auto">
              <a:lnSpc>
                <a:spcPct val="120000"/>
              </a:lnSpc>
            </a:pPr>
            <a:r>
              <a:rPr lang="zh-CN" altLang="en-US" sz="2800" b="1" dirty="0">
                <a:solidFill>
                  <a:schemeClr val="accent2"/>
                </a:solidFill>
                <a:uFillTx/>
                <a:latin typeface="+mn-ea"/>
                <a:cs typeface="+mn-ea"/>
                <a:sym typeface="+mn-ea"/>
              </a:rPr>
              <a:t>（二）组成与任期</a:t>
            </a:r>
            <a:endParaRPr lang="zh-CN" altLang="en-US" sz="2800" b="1" dirty="0">
              <a:solidFill>
                <a:schemeClr val="accent2"/>
              </a:solidFill>
              <a:uFillTx/>
              <a:latin typeface="+mn-ea"/>
              <a:cs typeface="+mn-ea"/>
              <a:sym typeface="+mn-ea"/>
            </a:endParaRPr>
          </a:p>
          <a:p>
            <a:pPr indent="0" fontAlgn="auto">
              <a:lnSpc>
                <a:spcPct val="120000"/>
              </a:lnSpc>
            </a:pPr>
            <a:r>
              <a:rPr lang="en-US" altLang="zh-CN" sz="2400" dirty="0">
                <a:solidFill>
                  <a:schemeClr val="accent2"/>
                </a:solidFill>
                <a:uFillTx/>
                <a:latin typeface="+mn-ea"/>
                <a:cs typeface="+mn-ea"/>
                <a:sym typeface="+mn-ea"/>
              </a:rPr>
              <a:t>• </a:t>
            </a:r>
            <a:r>
              <a:rPr lang="zh-CN" altLang="en-US" sz="2400" dirty="0">
                <a:solidFill>
                  <a:schemeClr val="accent2"/>
                </a:solidFill>
                <a:uFillTx/>
                <a:latin typeface="+mn-ea"/>
                <a:cs typeface="+mn-ea"/>
                <a:sym typeface="+mn-ea"/>
              </a:rPr>
              <a:t>由代表组成。代表产生方式：</a:t>
            </a:r>
            <a:endParaRPr lang="zh-CN" altLang="en-US" sz="2400" dirty="0">
              <a:solidFill>
                <a:schemeClr val="accent2"/>
              </a:solidFill>
              <a:uFillTx/>
              <a:latin typeface="+mn-ea"/>
              <a:cs typeface="+mn-ea"/>
              <a:sym typeface="+mn-ea"/>
            </a:endParaRPr>
          </a:p>
          <a:p>
            <a:pPr indent="0" fontAlgn="auto">
              <a:lnSpc>
                <a:spcPct val="120000"/>
              </a:lnSpc>
            </a:pPr>
            <a:r>
              <a:rPr lang="en-US" altLang="en-US" sz="2400" dirty="0">
                <a:solidFill>
                  <a:schemeClr val="accent2"/>
                </a:solidFill>
                <a:uFillTx/>
                <a:latin typeface="+mn-ea"/>
                <a:cs typeface="+mn-ea"/>
                <a:sym typeface="+mn-ea"/>
              </a:rPr>
              <a:t>   </a:t>
            </a:r>
            <a:r>
              <a:rPr lang="en-US" altLang="en-US" sz="2400" b="1" dirty="0">
                <a:solidFill>
                  <a:schemeClr val="accent2"/>
                </a:solidFill>
                <a:uFillTx/>
                <a:latin typeface="+mn-ea"/>
                <a:cs typeface="+mn-ea"/>
                <a:sym typeface="+mn-ea"/>
              </a:rPr>
              <a:t> </a:t>
            </a:r>
            <a:r>
              <a:rPr lang="zh-CN" altLang="en-US" sz="2400" b="1" dirty="0">
                <a:solidFill>
                  <a:schemeClr val="accent2"/>
                </a:solidFill>
                <a:uFillTx/>
                <a:latin typeface="+mn-ea"/>
                <a:cs typeface="+mn-ea"/>
                <a:sym typeface="+mn-ea"/>
              </a:rPr>
              <a:t>省、市级（设区的市、自治州）：</a:t>
            </a:r>
            <a:r>
              <a:rPr lang="zh-CN" altLang="en-US" sz="2400" dirty="0">
                <a:solidFill>
                  <a:schemeClr val="accent2"/>
                </a:solidFill>
                <a:uFillTx/>
                <a:latin typeface="+mn-ea"/>
                <a:cs typeface="+mn-ea"/>
                <a:sym typeface="+mn-ea"/>
              </a:rPr>
              <a:t>由下一级人民代表大会选举（间接选举）。</a:t>
            </a:r>
            <a:endParaRPr lang="zh-CN" altLang="en-US" sz="2400" dirty="0">
              <a:solidFill>
                <a:schemeClr val="accent2"/>
              </a:solidFill>
              <a:uFillTx/>
              <a:latin typeface="+mn-ea"/>
              <a:cs typeface="+mn-ea"/>
              <a:sym typeface="+mn-ea"/>
            </a:endParaRPr>
          </a:p>
          <a:p>
            <a:pPr indent="0" fontAlgn="auto">
              <a:lnSpc>
                <a:spcPct val="120000"/>
              </a:lnSpc>
            </a:pPr>
            <a:r>
              <a:rPr lang="en-US" altLang="zh-CN" sz="2400" dirty="0">
                <a:solidFill>
                  <a:schemeClr val="accent2"/>
                </a:solidFill>
                <a:uFillTx/>
                <a:latin typeface="+mn-ea"/>
                <a:cs typeface="+mn-ea"/>
                <a:sym typeface="+mn-ea"/>
              </a:rPr>
              <a:t>    </a:t>
            </a:r>
            <a:r>
              <a:rPr lang="zh-CN" altLang="en-US" sz="2400" b="1" dirty="0">
                <a:solidFill>
                  <a:schemeClr val="accent2"/>
                </a:solidFill>
                <a:uFillTx/>
                <a:latin typeface="+mn-ea"/>
                <a:cs typeface="+mn-ea"/>
                <a:sym typeface="+mn-ea"/>
              </a:rPr>
              <a:t>县级及乡级：</a:t>
            </a:r>
            <a:r>
              <a:rPr lang="zh-CN" altLang="en-US" sz="2400" dirty="0">
                <a:solidFill>
                  <a:schemeClr val="accent2"/>
                </a:solidFill>
                <a:uFillTx/>
                <a:latin typeface="+mn-ea"/>
                <a:cs typeface="+mn-ea"/>
                <a:sym typeface="+mn-ea"/>
              </a:rPr>
              <a:t>由选民直接选举。</a:t>
            </a:r>
            <a:endParaRPr lang="zh-CN" altLang="en-US" sz="2400" dirty="0">
              <a:solidFill>
                <a:schemeClr val="accent2"/>
              </a:solidFill>
              <a:uFillTx/>
              <a:latin typeface="+mn-ea"/>
              <a:cs typeface="+mn-ea"/>
              <a:sym typeface="+mn-ea"/>
            </a:endParaRPr>
          </a:p>
          <a:p>
            <a:pPr indent="0" fontAlgn="auto">
              <a:lnSpc>
                <a:spcPct val="120000"/>
              </a:lnSpc>
            </a:pPr>
            <a:r>
              <a:rPr lang="en-US" altLang="zh-CN" sz="2400" dirty="0">
                <a:solidFill>
                  <a:schemeClr val="accent2"/>
                </a:solidFill>
                <a:uFillTx/>
                <a:latin typeface="+mn-ea"/>
                <a:cs typeface="+mn-ea"/>
                <a:sym typeface="+mn-ea"/>
              </a:rPr>
              <a:t>• </a:t>
            </a:r>
            <a:r>
              <a:rPr lang="zh-CN" altLang="en-US" sz="2400" dirty="0">
                <a:solidFill>
                  <a:schemeClr val="accent2"/>
                </a:solidFill>
                <a:uFillTx/>
                <a:latin typeface="+mn-ea"/>
                <a:cs typeface="+mn-ea"/>
                <a:sym typeface="+mn-ea"/>
              </a:rPr>
              <a:t>各级人民代表大会</a:t>
            </a:r>
            <a:r>
              <a:rPr lang="zh-CN" altLang="en-US" sz="2400" b="1" dirty="0">
                <a:solidFill>
                  <a:schemeClr val="accent2"/>
                </a:solidFill>
                <a:uFillTx/>
                <a:latin typeface="+mn-ea"/>
                <a:cs typeface="+mn-ea"/>
                <a:sym typeface="+mn-ea"/>
              </a:rPr>
              <a:t>每届任期</a:t>
            </a:r>
            <a:r>
              <a:rPr lang="en-US" altLang="zh-CN" sz="2400" b="1" dirty="0">
                <a:solidFill>
                  <a:schemeClr val="accent2"/>
                </a:solidFill>
                <a:uFillTx/>
                <a:latin typeface="+mn-ea"/>
                <a:cs typeface="+mn-ea"/>
                <a:sym typeface="+mn-ea"/>
              </a:rPr>
              <a:t>5</a:t>
            </a:r>
            <a:r>
              <a:rPr lang="zh-CN" altLang="en-US" sz="2400" b="1" dirty="0">
                <a:solidFill>
                  <a:schemeClr val="accent2"/>
                </a:solidFill>
                <a:uFillTx/>
                <a:latin typeface="+mn-ea"/>
                <a:cs typeface="+mn-ea"/>
                <a:sym typeface="+mn-ea"/>
              </a:rPr>
              <a:t>年</a:t>
            </a:r>
            <a:r>
              <a:rPr lang="zh-CN" altLang="en-US" sz="2400" dirty="0">
                <a:solidFill>
                  <a:schemeClr val="accent2"/>
                </a:solidFill>
                <a:uFillTx/>
                <a:latin typeface="+mn-ea"/>
                <a:cs typeface="+mn-ea"/>
                <a:sym typeface="+mn-ea"/>
              </a:rPr>
              <a:t>。</a:t>
            </a:r>
            <a:endParaRPr lang="zh-CN" altLang="en-US" sz="2400" dirty="0">
              <a:solidFill>
                <a:schemeClr val="accent2"/>
              </a:solidFill>
              <a:uFillTx/>
              <a:latin typeface="+mn-ea"/>
              <a:cs typeface="+mn-ea"/>
              <a:sym typeface="+mn-ea"/>
            </a:endParaRPr>
          </a:p>
        </p:txBody>
      </p:sp>
    </p:spTree>
    <p:custDataLst>
      <p:tags r:id="rId6"/>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sz="2800"/>
              <a:t>（三）</a:t>
            </a:r>
            <a:r>
              <a:rPr lang="zh-CN" altLang="en-US" sz="2800"/>
              <a:t>主要职权（以县级以上为例）</a:t>
            </a:r>
            <a:endParaRPr lang="zh-CN" altLang="en-US" sz="2800"/>
          </a:p>
        </p:txBody>
      </p:sp>
      <p:sp>
        <p:nvSpPr>
          <p:cNvPr id="174" name="任意多边形: 形状 30"/>
          <p:cNvSpPr/>
          <p:nvPr>
            <p:custDataLst>
              <p:tags r:id="rId2"/>
            </p:custDataLst>
          </p:nvPr>
        </p:nvSpPr>
        <p:spPr>
          <a:xfrm>
            <a:off x="481330" y="1304925"/>
            <a:ext cx="11367135" cy="5421630"/>
          </a:xfrm>
          <a:custGeom>
            <a:avLst/>
            <a:gdLst>
              <a:gd name="connsiteX0" fmla="*/ 4830623 w 5185257"/>
              <a:gd name="connsiteY0" fmla="*/ 0 h 2367152"/>
              <a:gd name="connsiteX1" fmla="*/ 354635 w 5185257"/>
              <a:gd name="connsiteY1" fmla="*/ 0 h 2367152"/>
              <a:gd name="connsiteX2" fmla="*/ 0 w 5185257"/>
              <a:gd name="connsiteY2" fmla="*/ 354635 h 2367152"/>
              <a:gd name="connsiteX3" fmla="*/ 0 w 5185257"/>
              <a:gd name="connsiteY3" fmla="*/ 1752829 h 2367152"/>
              <a:gd name="connsiteX4" fmla="*/ 354635 w 5185257"/>
              <a:gd name="connsiteY4" fmla="*/ 2107464 h 2367152"/>
              <a:gd name="connsiteX5" fmla="*/ 2993441 w 5185257"/>
              <a:gd name="connsiteY5" fmla="*/ 2107464 h 2367152"/>
              <a:gd name="connsiteX6" fmla="*/ 3345104 w 5185257"/>
              <a:gd name="connsiteY6" fmla="*/ 2367153 h 2367152"/>
              <a:gd name="connsiteX7" fmla="*/ 3696767 w 5185257"/>
              <a:gd name="connsiteY7" fmla="*/ 2107464 h 2367152"/>
              <a:gd name="connsiteX8" fmla="*/ 4830623 w 5185257"/>
              <a:gd name="connsiteY8" fmla="*/ 2107464 h 2367152"/>
              <a:gd name="connsiteX9" fmla="*/ 5185258 w 5185257"/>
              <a:gd name="connsiteY9" fmla="*/ 1752829 h 2367152"/>
              <a:gd name="connsiteX10" fmla="*/ 5185258 w 5185257"/>
              <a:gd name="connsiteY10" fmla="*/ 354635 h 2367152"/>
              <a:gd name="connsiteX11" fmla="*/ 4830623 w 5185257"/>
              <a:gd name="connsiteY11" fmla="*/ 0 h 2367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85257" h="2367152">
                <a:moveTo>
                  <a:pt x="4830623" y="0"/>
                </a:moveTo>
                <a:lnTo>
                  <a:pt x="354635" y="0"/>
                </a:lnTo>
                <a:cubicBezTo>
                  <a:pt x="158801" y="0"/>
                  <a:pt x="0" y="158725"/>
                  <a:pt x="0" y="354635"/>
                </a:cubicBezTo>
                <a:lnTo>
                  <a:pt x="0" y="1752829"/>
                </a:lnTo>
                <a:cubicBezTo>
                  <a:pt x="0" y="1948663"/>
                  <a:pt x="158725" y="2107464"/>
                  <a:pt x="354635" y="2107464"/>
                </a:cubicBezTo>
                <a:lnTo>
                  <a:pt x="2993441" y="2107464"/>
                </a:lnTo>
                <a:lnTo>
                  <a:pt x="3345104" y="2367153"/>
                </a:lnTo>
                <a:lnTo>
                  <a:pt x="3696767" y="2107464"/>
                </a:lnTo>
                <a:lnTo>
                  <a:pt x="4830623" y="2107464"/>
                </a:lnTo>
                <a:cubicBezTo>
                  <a:pt x="5026457" y="2107464"/>
                  <a:pt x="5185258" y="1948739"/>
                  <a:pt x="5185258" y="1752829"/>
                </a:cubicBezTo>
                <a:lnTo>
                  <a:pt x="5185258" y="354635"/>
                </a:lnTo>
                <a:cubicBezTo>
                  <a:pt x="5185182" y="158801"/>
                  <a:pt x="5026457" y="0"/>
                  <a:pt x="4830623" y="0"/>
                </a:cubicBezTo>
                <a:close/>
              </a:path>
            </a:pathLst>
          </a:custGeom>
          <a:gradFill>
            <a:gsLst>
              <a:gs pos="0">
                <a:schemeClr val="accent1">
                  <a:lumMod val="45000"/>
                  <a:lumOff val="55000"/>
                  <a:alpha val="100000"/>
                </a:schemeClr>
              </a:gs>
              <a:gs pos="74000">
                <a:schemeClr val="accent1">
                  <a:alpha val="100000"/>
                </a:schemeClr>
              </a:gs>
              <a:gs pos="83000">
                <a:schemeClr val="accent1">
                  <a:lumMod val="90000"/>
                  <a:alpha val="100000"/>
                </a:schemeClr>
              </a:gs>
              <a:gs pos="100000">
                <a:schemeClr val="accent1">
                  <a:lumMod val="90000"/>
                  <a:alpha val="100000"/>
                </a:schemeClr>
              </a:gs>
            </a:gsLst>
            <a:lin ang="2700000" scaled="0"/>
          </a:gradFill>
          <a:ln w="63500">
            <a:solidFill>
              <a:srgbClr val="FEFEFE"/>
            </a:solidFill>
          </a:ln>
          <a:effectLst>
            <a:outerShdw blurRad="444500" dist="177800" dir="5400000" algn="ctr" rotWithShape="0">
              <a:schemeClr val="accent1">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lvl="0" algn="ctr">
              <a:buClrTx/>
              <a:buSzTx/>
              <a:buFontTx/>
            </a:pPr>
            <a:endParaRPr lang="en-US" altLang="zh-CN">
              <a:solidFill>
                <a:schemeClr val="lt1"/>
              </a:solidFill>
              <a:latin typeface="+mn-ea"/>
              <a:sym typeface="+mn-ea"/>
            </a:endParaRPr>
          </a:p>
        </p:txBody>
      </p:sp>
      <p:sp>
        <p:nvSpPr>
          <p:cNvPr id="175" name="文本框 174"/>
          <p:cNvSpPr txBox="1"/>
          <p:nvPr>
            <p:custDataLst>
              <p:tags r:id="rId3"/>
            </p:custDataLst>
          </p:nvPr>
        </p:nvSpPr>
        <p:spPr>
          <a:xfrm>
            <a:off x="820420" y="1397000"/>
            <a:ext cx="10776585" cy="4618990"/>
          </a:xfrm>
          <a:prstGeom prst="rect">
            <a:avLst/>
          </a:prstGeom>
          <a:noFill/>
        </p:spPr>
        <p:txBody>
          <a:bodyPr wrap="square" lIns="0" tIns="0" rIns="0" bIns="0" rtlCol="0" anchor="ctr" anchorCtr="0">
            <a:noAutofit/>
          </a:bodyPr>
          <a:p>
            <a:pPr indent="0" fontAlgn="auto">
              <a:lnSpc>
                <a:spcPct val="120000"/>
              </a:lnSpc>
            </a:pPr>
            <a:r>
              <a:rPr lang="en-US" altLang="zh-CN" sz="2400" b="1" dirty="0">
                <a:solidFill>
                  <a:srgbClr val="FEFEFE"/>
                </a:solidFill>
                <a:uFillTx/>
                <a:latin typeface="+mn-ea"/>
                <a:cs typeface="+mn-ea"/>
                <a:sym typeface="+mn-ea"/>
              </a:rPr>
              <a:t>     1. </a:t>
            </a:r>
            <a:r>
              <a:rPr lang="zh-CN" altLang="en-US" sz="2400" b="1" dirty="0">
                <a:solidFill>
                  <a:srgbClr val="FEFEFE"/>
                </a:solidFill>
                <a:uFillTx/>
                <a:latin typeface="+mn-ea"/>
                <a:cs typeface="+mn-ea"/>
                <a:sym typeface="+mn-ea"/>
              </a:rPr>
              <a:t>立法权：</a:t>
            </a:r>
            <a:r>
              <a:rPr lang="zh-CN" altLang="en-US" sz="2400" dirty="0">
                <a:solidFill>
                  <a:srgbClr val="FEFEFE"/>
                </a:solidFill>
                <a:uFillTx/>
                <a:latin typeface="+mn-ea"/>
                <a:cs typeface="+mn-ea"/>
                <a:sym typeface="+mn-ea"/>
              </a:rPr>
              <a:t>省级和设区的市的人大可以制定地方性法规（设区的市限于城乡建设与管理、环境保护、历史文化保护等方面）。</a:t>
            </a:r>
            <a:endParaRPr lang="en-US" altLang="zh-CN" sz="2400" dirty="0">
              <a:solidFill>
                <a:srgbClr val="FEFEFE"/>
              </a:solidFill>
              <a:uFillTx/>
              <a:latin typeface="+mn-ea"/>
              <a:cs typeface="+mn-ea"/>
              <a:sym typeface="+mn-ea"/>
            </a:endParaRPr>
          </a:p>
          <a:p>
            <a:pPr indent="0" fontAlgn="auto">
              <a:lnSpc>
                <a:spcPct val="120000"/>
              </a:lnSpc>
            </a:pPr>
            <a:r>
              <a:rPr lang="en-US" altLang="zh-CN" sz="2400" b="1" dirty="0">
                <a:solidFill>
                  <a:srgbClr val="FEFEFE"/>
                </a:solidFill>
                <a:uFillTx/>
                <a:latin typeface="+mn-ea"/>
                <a:cs typeface="+mn-ea"/>
                <a:sym typeface="+mn-ea"/>
              </a:rPr>
              <a:t>     2. </a:t>
            </a:r>
            <a:r>
              <a:rPr lang="zh-CN" altLang="en-US" sz="2400" b="1" dirty="0">
                <a:solidFill>
                  <a:srgbClr val="FEFEFE"/>
                </a:solidFill>
                <a:uFillTx/>
                <a:latin typeface="+mn-ea"/>
                <a:cs typeface="+mn-ea"/>
                <a:sym typeface="+mn-ea"/>
              </a:rPr>
              <a:t>选举与罢免权：</a:t>
            </a:r>
            <a:r>
              <a:rPr lang="zh-CN" altLang="en-US" sz="2400" dirty="0">
                <a:solidFill>
                  <a:srgbClr val="FEFEFE"/>
                </a:solidFill>
                <a:uFillTx/>
                <a:latin typeface="+mn-ea"/>
                <a:cs typeface="+mn-ea"/>
                <a:sym typeface="+mn-ea"/>
              </a:rPr>
              <a:t>选举和罢免本级</a:t>
            </a:r>
            <a:r>
              <a:rPr lang="en-US" altLang="zh-CN" sz="2400" dirty="0">
                <a:solidFill>
                  <a:srgbClr val="FEFEFE"/>
                </a:solidFill>
                <a:uFillTx/>
                <a:latin typeface="+mn-ea"/>
                <a:cs typeface="+mn-ea"/>
                <a:sym typeface="+mn-ea"/>
              </a:rPr>
              <a:t>“</a:t>
            </a:r>
            <a:r>
              <a:rPr lang="zh-CN" altLang="en-US" sz="2400" dirty="0">
                <a:solidFill>
                  <a:srgbClr val="FEFEFE"/>
                </a:solidFill>
                <a:uFillTx/>
                <a:latin typeface="+mn-ea"/>
                <a:cs typeface="+mn-ea"/>
                <a:sym typeface="+mn-ea"/>
              </a:rPr>
              <a:t>一府一委两院</a:t>
            </a:r>
            <a:r>
              <a:rPr lang="en-US" altLang="zh-CN" sz="2400" dirty="0">
                <a:solidFill>
                  <a:srgbClr val="FEFEFE"/>
                </a:solidFill>
                <a:uFillTx/>
                <a:latin typeface="+mn-ea"/>
                <a:cs typeface="+mn-ea"/>
                <a:sym typeface="+mn-ea"/>
              </a:rPr>
              <a:t>”</a:t>
            </a:r>
            <a:r>
              <a:rPr lang="zh-CN" altLang="en-US" sz="2400" dirty="0">
                <a:solidFill>
                  <a:srgbClr val="FEFEFE"/>
                </a:solidFill>
                <a:uFillTx/>
                <a:latin typeface="+mn-ea"/>
                <a:cs typeface="+mn-ea"/>
                <a:sym typeface="+mn-ea"/>
              </a:rPr>
              <a:t>（政府、监察委、法院、检察院）及人大常委会的负责人。</a:t>
            </a:r>
            <a:endParaRPr lang="en-US" altLang="zh-CN" sz="2400" dirty="0">
              <a:solidFill>
                <a:srgbClr val="FEFEFE"/>
              </a:solidFill>
              <a:uFillTx/>
              <a:latin typeface="+mn-ea"/>
              <a:cs typeface="+mn-ea"/>
              <a:sym typeface="+mn-ea"/>
            </a:endParaRPr>
          </a:p>
          <a:p>
            <a:pPr indent="0" fontAlgn="auto">
              <a:lnSpc>
                <a:spcPct val="120000"/>
              </a:lnSpc>
            </a:pPr>
            <a:r>
              <a:rPr lang="en-US" altLang="zh-CN" sz="2400" b="1" dirty="0">
                <a:solidFill>
                  <a:srgbClr val="FEFEFE"/>
                </a:solidFill>
                <a:uFillTx/>
                <a:latin typeface="+mn-ea"/>
                <a:cs typeface="+mn-ea"/>
                <a:sym typeface="+mn-ea"/>
              </a:rPr>
              <a:t>     3. </a:t>
            </a:r>
            <a:r>
              <a:rPr lang="zh-CN" altLang="en-US" sz="2400" b="1" dirty="0">
                <a:solidFill>
                  <a:srgbClr val="FEFEFE"/>
                </a:solidFill>
                <a:uFillTx/>
                <a:latin typeface="+mn-ea"/>
                <a:cs typeface="+mn-ea"/>
                <a:sym typeface="+mn-ea"/>
              </a:rPr>
              <a:t>重大事项决定权：</a:t>
            </a:r>
            <a:r>
              <a:rPr lang="zh-CN" altLang="en-US" sz="2400" dirty="0">
                <a:solidFill>
                  <a:srgbClr val="FEFEFE"/>
                </a:solidFill>
                <a:uFillTx/>
                <a:latin typeface="+mn-ea"/>
                <a:cs typeface="+mn-ea"/>
                <a:sym typeface="+mn-ea"/>
              </a:rPr>
              <a:t>审查和批准本行政区域内的国民经济和社会发展计划、预算及其执行报告，决定各项重大事项。</a:t>
            </a:r>
            <a:endParaRPr lang="en-US" altLang="zh-CN" sz="2400" dirty="0">
              <a:solidFill>
                <a:srgbClr val="FEFEFE"/>
              </a:solidFill>
              <a:uFillTx/>
              <a:latin typeface="+mn-ea"/>
              <a:cs typeface="+mn-ea"/>
              <a:sym typeface="+mn-ea"/>
            </a:endParaRPr>
          </a:p>
          <a:p>
            <a:pPr indent="0" fontAlgn="auto">
              <a:lnSpc>
                <a:spcPct val="120000"/>
              </a:lnSpc>
            </a:pPr>
            <a:r>
              <a:rPr lang="en-US" altLang="zh-CN" sz="2400" b="1" dirty="0">
                <a:solidFill>
                  <a:srgbClr val="FEFEFE"/>
                </a:solidFill>
                <a:uFillTx/>
                <a:latin typeface="+mn-ea"/>
                <a:cs typeface="+mn-ea"/>
                <a:sym typeface="+mn-ea"/>
              </a:rPr>
              <a:t>     4. </a:t>
            </a:r>
            <a:r>
              <a:rPr lang="zh-CN" altLang="en-US" sz="2400" b="1" dirty="0">
                <a:solidFill>
                  <a:srgbClr val="FEFEFE"/>
                </a:solidFill>
                <a:uFillTx/>
                <a:latin typeface="+mn-ea"/>
                <a:cs typeface="+mn-ea"/>
                <a:sym typeface="+mn-ea"/>
              </a:rPr>
              <a:t>监督权：</a:t>
            </a:r>
            <a:r>
              <a:rPr lang="zh-CN" altLang="en-US" sz="2400" dirty="0">
                <a:solidFill>
                  <a:srgbClr val="FEFEFE"/>
                </a:solidFill>
                <a:uFillTx/>
                <a:latin typeface="+mn-ea"/>
                <a:cs typeface="+mn-ea"/>
                <a:sym typeface="+mn-ea"/>
              </a:rPr>
              <a:t>听取和审查</a:t>
            </a:r>
            <a:r>
              <a:rPr lang="en-US" altLang="zh-CN" sz="2400" dirty="0">
                <a:solidFill>
                  <a:srgbClr val="FEFEFE"/>
                </a:solidFill>
                <a:uFillTx/>
                <a:latin typeface="+mn-ea"/>
                <a:cs typeface="+mn-ea"/>
                <a:sym typeface="+mn-ea"/>
              </a:rPr>
              <a:t>“</a:t>
            </a:r>
            <a:r>
              <a:rPr lang="zh-CN" altLang="en-US" sz="2400" dirty="0">
                <a:solidFill>
                  <a:srgbClr val="FEFEFE"/>
                </a:solidFill>
                <a:uFillTx/>
                <a:latin typeface="+mn-ea"/>
                <a:cs typeface="+mn-ea"/>
                <a:sym typeface="+mn-ea"/>
              </a:rPr>
              <a:t>一府一委两院</a:t>
            </a:r>
            <a:r>
              <a:rPr lang="en-US" altLang="zh-CN" sz="2400" dirty="0">
                <a:solidFill>
                  <a:srgbClr val="FEFEFE"/>
                </a:solidFill>
                <a:uFillTx/>
                <a:latin typeface="+mn-ea"/>
                <a:cs typeface="+mn-ea"/>
                <a:sym typeface="+mn-ea"/>
              </a:rPr>
              <a:t>”</a:t>
            </a:r>
            <a:r>
              <a:rPr lang="zh-CN" altLang="en-US" sz="2400" dirty="0">
                <a:solidFill>
                  <a:srgbClr val="FEFEFE"/>
                </a:solidFill>
                <a:uFillTx/>
                <a:latin typeface="+mn-ea"/>
                <a:cs typeface="+mn-ea"/>
                <a:sym typeface="+mn-ea"/>
              </a:rPr>
              <a:t>及人大常委会的工作报告；撤销或改变其不适当的决议、决定和命令。</a:t>
            </a:r>
            <a:endParaRPr lang="en-US" altLang="zh-CN" sz="2400" dirty="0">
              <a:solidFill>
                <a:srgbClr val="FEFEFE"/>
              </a:solidFill>
              <a:uFillTx/>
              <a:latin typeface="+mn-ea"/>
              <a:cs typeface="+mn-ea"/>
              <a:sym typeface="+mn-ea"/>
            </a:endParaRPr>
          </a:p>
          <a:p>
            <a:pPr indent="0" fontAlgn="auto">
              <a:lnSpc>
                <a:spcPct val="120000"/>
              </a:lnSpc>
            </a:pPr>
            <a:r>
              <a:rPr lang="en-US" altLang="zh-CN" sz="2400" b="1" dirty="0">
                <a:solidFill>
                  <a:srgbClr val="FEFEFE"/>
                </a:solidFill>
                <a:uFillTx/>
                <a:latin typeface="+mn-ea"/>
                <a:cs typeface="+mn-ea"/>
                <a:sym typeface="+mn-ea"/>
              </a:rPr>
              <a:t>     5. </a:t>
            </a:r>
            <a:r>
              <a:rPr lang="zh-CN" altLang="en-US" sz="2400" b="1" dirty="0">
                <a:solidFill>
                  <a:srgbClr val="FEFEFE"/>
                </a:solidFill>
                <a:uFillTx/>
                <a:latin typeface="+mn-ea"/>
                <a:cs typeface="+mn-ea"/>
                <a:sym typeface="+mn-ea"/>
              </a:rPr>
              <a:t>保障与保护权</a:t>
            </a:r>
            <a:r>
              <a:rPr lang="zh-CN" altLang="en-US" sz="2400" dirty="0">
                <a:solidFill>
                  <a:srgbClr val="FEFEFE"/>
                </a:solidFill>
                <a:uFillTx/>
                <a:latin typeface="+mn-ea"/>
                <a:cs typeface="+mn-ea"/>
                <a:sym typeface="+mn-ea"/>
              </a:rPr>
              <a:t>：保护公私财产，保障公民权利、少数民族权利、妇女权益等，维护社会秩序。</a:t>
            </a:r>
            <a:endParaRPr lang="zh-CN" altLang="en-US" sz="2400" dirty="0">
              <a:solidFill>
                <a:srgbClr val="FEFEFE"/>
              </a:solidFill>
              <a:uFillTx/>
              <a:latin typeface="+mn-ea"/>
              <a:cs typeface="+mn-ea"/>
              <a:sym typeface="+mn-ea"/>
            </a:endParaRPr>
          </a:p>
        </p:txBody>
      </p:sp>
    </p:spTree>
    <p:custDataLst>
      <p:tags r:id="rId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任意多边形: 形状 29"/>
          <p:cNvSpPr/>
          <p:nvPr>
            <p:custDataLst>
              <p:tags r:id="rId1"/>
            </p:custDataLst>
          </p:nvPr>
        </p:nvSpPr>
        <p:spPr>
          <a:xfrm>
            <a:off x="513715" y="3404235"/>
            <a:ext cx="11266805" cy="2767965"/>
          </a:xfrm>
          <a:custGeom>
            <a:avLst/>
            <a:gdLst>
              <a:gd name="connsiteX0" fmla="*/ 4830623 w 5185257"/>
              <a:gd name="connsiteY0" fmla="*/ 259690 h 2367153"/>
              <a:gd name="connsiteX1" fmla="*/ 3696767 w 5185257"/>
              <a:gd name="connsiteY1" fmla="*/ 259690 h 2367153"/>
              <a:gd name="connsiteX2" fmla="*/ 3345104 w 5185257"/>
              <a:gd name="connsiteY2" fmla="*/ 0 h 2367153"/>
              <a:gd name="connsiteX3" fmla="*/ 2993441 w 5185257"/>
              <a:gd name="connsiteY3" fmla="*/ 259690 h 2367153"/>
              <a:gd name="connsiteX4" fmla="*/ 354635 w 5185257"/>
              <a:gd name="connsiteY4" fmla="*/ 259690 h 2367153"/>
              <a:gd name="connsiteX5" fmla="*/ 0 w 5185257"/>
              <a:gd name="connsiteY5" fmla="*/ 614324 h 2367153"/>
              <a:gd name="connsiteX6" fmla="*/ 0 w 5185257"/>
              <a:gd name="connsiteY6" fmla="*/ 2012518 h 2367153"/>
              <a:gd name="connsiteX7" fmla="*/ 354635 w 5185257"/>
              <a:gd name="connsiteY7" fmla="*/ 2367153 h 2367153"/>
              <a:gd name="connsiteX8" fmla="*/ 4830623 w 5185257"/>
              <a:gd name="connsiteY8" fmla="*/ 2367153 h 2367153"/>
              <a:gd name="connsiteX9" fmla="*/ 5185258 w 5185257"/>
              <a:gd name="connsiteY9" fmla="*/ 2012518 h 2367153"/>
              <a:gd name="connsiteX10" fmla="*/ 5185258 w 5185257"/>
              <a:gd name="connsiteY10" fmla="*/ 614324 h 2367153"/>
              <a:gd name="connsiteX11" fmla="*/ 4830623 w 5185257"/>
              <a:gd name="connsiteY11" fmla="*/ 259690 h 236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85257" h="2367153">
                <a:moveTo>
                  <a:pt x="4830623" y="259690"/>
                </a:moveTo>
                <a:lnTo>
                  <a:pt x="3696767" y="259690"/>
                </a:lnTo>
                <a:lnTo>
                  <a:pt x="3345104" y="0"/>
                </a:lnTo>
                <a:lnTo>
                  <a:pt x="2993441" y="259690"/>
                </a:lnTo>
                <a:lnTo>
                  <a:pt x="354635" y="259690"/>
                </a:lnTo>
                <a:cubicBezTo>
                  <a:pt x="158801" y="259690"/>
                  <a:pt x="0" y="418414"/>
                  <a:pt x="0" y="614324"/>
                </a:cubicBezTo>
                <a:lnTo>
                  <a:pt x="0" y="2012518"/>
                </a:lnTo>
                <a:cubicBezTo>
                  <a:pt x="0" y="2208352"/>
                  <a:pt x="158725" y="2367153"/>
                  <a:pt x="354635" y="2367153"/>
                </a:cubicBezTo>
                <a:lnTo>
                  <a:pt x="4830623" y="2367153"/>
                </a:lnTo>
                <a:cubicBezTo>
                  <a:pt x="5026457" y="2367153"/>
                  <a:pt x="5185258" y="2208429"/>
                  <a:pt x="5185258" y="2012518"/>
                </a:cubicBezTo>
                <a:lnTo>
                  <a:pt x="5185258" y="614324"/>
                </a:lnTo>
                <a:cubicBezTo>
                  <a:pt x="5185182" y="418490"/>
                  <a:pt x="5026457" y="259690"/>
                  <a:pt x="4830623" y="259690"/>
                </a:cubicBezTo>
                <a:close/>
              </a:path>
            </a:pathLst>
          </a:custGeom>
          <a:gradFill>
            <a:gsLst>
              <a:gs pos="0">
                <a:schemeClr val="accent2">
                  <a:lumMod val="2000"/>
                  <a:lumOff val="98000"/>
                  <a:alpha val="100000"/>
                </a:schemeClr>
              </a:gs>
              <a:gs pos="74000">
                <a:schemeClr val="accent2">
                  <a:lumMod val="30000"/>
                  <a:lumOff val="70000"/>
                  <a:alpha val="100000"/>
                </a:schemeClr>
              </a:gs>
              <a:gs pos="83000">
                <a:schemeClr val="accent2">
                  <a:lumMod val="40000"/>
                  <a:lumOff val="60000"/>
                  <a:alpha val="100000"/>
                </a:schemeClr>
              </a:gs>
              <a:gs pos="100000">
                <a:schemeClr val="accent2">
                  <a:lumMod val="50000"/>
                  <a:lumOff val="50000"/>
                  <a:alpha val="100000"/>
                </a:schemeClr>
              </a:gs>
            </a:gsLst>
            <a:lin ang="2700000" scaled="0"/>
          </a:gradFill>
          <a:ln w="63500">
            <a:solidFill>
              <a:srgbClr val="FEFEFE"/>
            </a:solidFill>
          </a:ln>
          <a:effectLst>
            <a:outerShdw blurRad="482600" dist="177800" dir="5400000" sx="91000" sy="91000" algn="ctr" rotWithShape="0">
              <a:schemeClr val="accent2">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a:solidFill>
                <a:schemeClr val="lt1"/>
              </a:solidFill>
              <a:latin typeface="+mn-ea"/>
              <a:sym typeface="+mn-ea"/>
            </a:endParaRPr>
          </a:p>
        </p:txBody>
      </p:sp>
      <p:sp>
        <p:nvSpPr>
          <p:cNvPr id="174" name="任意多边形: 形状 30"/>
          <p:cNvSpPr/>
          <p:nvPr>
            <p:custDataLst>
              <p:tags r:id="rId2"/>
            </p:custDataLst>
          </p:nvPr>
        </p:nvSpPr>
        <p:spPr>
          <a:xfrm>
            <a:off x="513080" y="941070"/>
            <a:ext cx="11267440" cy="2277745"/>
          </a:xfrm>
          <a:custGeom>
            <a:avLst/>
            <a:gdLst>
              <a:gd name="connsiteX0" fmla="*/ 4830623 w 5185257"/>
              <a:gd name="connsiteY0" fmla="*/ 0 h 2367152"/>
              <a:gd name="connsiteX1" fmla="*/ 354635 w 5185257"/>
              <a:gd name="connsiteY1" fmla="*/ 0 h 2367152"/>
              <a:gd name="connsiteX2" fmla="*/ 0 w 5185257"/>
              <a:gd name="connsiteY2" fmla="*/ 354635 h 2367152"/>
              <a:gd name="connsiteX3" fmla="*/ 0 w 5185257"/>
              <a:gd name="connsiteY3" fmla="*/ 1752829 h 2367152"/>
              <a:gd name="connsiteX4" fmla="*/ 354635 w 5185257"/>
              <a:gd name="connsiteY4" fmla="*/ 2107464 h 2367152"/>
              <a:gd name="connsiteX5" fmla="*/ 2993441 w 5185257"/>
              <a:gd name="connsiteY5" fmla="*/ 2107464 h 2367152"/>
              <a:gd name="connsiteX6" fmla="*/ 3345104 w 5185257"/>
              <a:gd name="connsiteY6" fmla="*/ 2367153 h 2367152"/>
              <a:gd name="connsiteX7" fmla="*/ 3696767 w 5185257"/>
              <a:gd name="connsiteY7" fmla="*/ 2107464 h 2367152"/>
              <a:gd name="connsiteX8" fmla="*/ 4830623 w 5185257"/>
              <a:gd name="connsiteY8" fmla="*/ 2107464 h 2367152"/>
              <a:gd name="connsiteX9" fmla="*/ 5185258 w 5185257"/>
              <a:gd name="connsiteY9" fmla="*/ 1752829 h 2367152"/>
              <a:gd name="connsiteX10" fmla="*/ 5185258 w 5185257"/>
              <a:gd name="connsiteY10" fmla="*/ 354635 h 2367152"/>
              <a:gd name="connsiteX11" fmla="*/ 4830623 w 5185257"/>
              <a:gd name="connsiteY11" fmla="*/ 0 h 2367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85257" h="2367152">
                <a:moveTo>
                  <a:pt x="4830623" y="0"/>
                </a:moveTo>
                <a:lnTo>
                  <a:pt x="354635" y="0"/>
                </a:lnTo>
                <a:cubicBezTo>
                  <a:pt x="158801" y="0"/>
                  <a:pt x="0" y="158725"/>
                  <a:pt x="0" y="354635"/>
                </a:cubicBezTo>
                <a:lnTo>
                  <a:pt x="0" y="1752829"/>
                </a:lnTo>
                <a:cubicBezTo>
                  <a:pt x="0" y="1948663"/>
                  <a:pt x="158725" y="2107464"/>
                  <a:pt x="354635" y="2107464"/>
                </a:cubicBezTo>
                <a:lnTo>
                  <a:pt x="2993441" y="2107464"/>
                </a:lnTo>
                <a:lnTo>
                  <a:pt x="3345104" y="2367153"/>
                </a:lnTo>
                <a:lnTo>
                  <a:pt x="3696767" y="2107464"/>
                </a:lnTo>
                <a:lnTo>
                  <a:pt x="4830623" y="2107464"/>
                </a:lnTo>
                <a:cubicBezTo>
                  <a:pt x="5026457" y="2107464"/>
                  <a:pt x="5185258" y="1948739"/>
                  <a:pt x="5185258" y="1752829"/>
                </a:cubicBezTo>
                <a:lnTo>
                  <a:pt x="5185258" y="354635"/>
                </a:lnTo>
                <a:cubicBezTo>
                  <a:pt x="5185182" y="158801"/>
                  <a:pt x="5026457" y="0"/>
                  <a:pt x="4830623" y="0"/>
                </a:cubicBezTo>
                <a:close/>
              </a:path>
            </a:pathLst>
          </a:custGeom>
          <a:gradFill>
            <a:gsLst>
              <a:gs pos="0">
                <a:schemeClr val="accent1">
                  <a:lumMod val="45000"/>
                  <a:lumOff val="55000"/>
                  <a:alpha val="100000"/>
                </a:schemeClr>
              </a:gs>
              <a:gs pos="74000">
                <a:schemeClr val="accent1">
                  <a:alpha val="100000"/>
                </a:schemeClr>
              </a:gs>
              <a:gs pos="83000">
                <a:schemeClr val="accent1">
                  <a:lumMod val="90000"/>
                  <a:alpha val="100000"/>
                </a:schemeClr>
              </a:gs>
              <a:gs pos="100000">
                <a:schemeClr val="accent1">
                  <a:lumMod val="90000"/>
                  <a:alpha val="100000"/>
                </a:schemeClr>
              </a:gs>
            </a:gsLst>
            <a:lin ang="2700000" scaled="0"/>
          </a:gradFill>
          <a:ln w="63500">
            <a:solidFill>
              <a:srgbClr val="FEFEFE"/>
            </a:solidFill>
          </a:ln>
          <a:effectLst>
            <a:outerShdw blurRad="444500" dist="177800" dir="5400000" algn="ctr" rotWithShape="0">
              <a:schemeClr val="accent1">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lvl="0" algn="ctr">
              <a:buClrTx/>
              <a:buSzTx/>
              <a:buFontTx/>
            </a:pPr>
            <a:endParaRPr lang="en-US" altLang="zh-CN">
              <a:solidFill>
                <a:schemeClr val="lt1"/>
              </a:solidFill>
              <a:latin typeface="+mn-ea"/>
              <a:sym typeface="+mn-ea"/>
            </a:endParaRPr>
          </a:p>
        </p:txBody>
      </p:sp>
      <p:sp>
        <p:nvSpPr>
          <p:cNvPr id="175" name="文本框 174"/>
          <p:cNvSpPr txBox="1"/>
          <p:nvPr>
            <p:custDataLst>
              <p:tags r:id="rId3"/>
            </p:custDataLst>
          </p:nvPr>
        </p:nvSpPr>
        <p:spPr>
          <a:xfrm>
            <a:off x="634365" y="1083945"/>
            <a:ext cx="10800715" cy="1746250"/>
          </a:xfrm>
          <a:prstGeom prst="rect">
            <a:avLst/>
          </a:prstGeom>
          <a:noFill/>
        </p:spPr>
        <p:txBody>
          <a:bodyPr wrap="square" lIns="0" tIns="0" rIns="0" bIns="0" rtlCol="0" anchor="ctr" anchorCtr="0">
            <a:noAutofit/>
          </a:bodyPr>
          <a:p>
            <a:pPr indent="0" fontAlgn="auto">
              <a:lnSpc>
                <a:spcPct val="120000"/>
              </a:lnSpc>
            </a:pPr>
            <a:r>
              <a:rPr lang="zh-CN" altLang="en-US" sz="2800" b="1" dirty="0">
                <a:solidFill>
                  <a:schemeClr val="tx2"/>
                </a:solidFill>
                <a:uFillTx/>
                <a:latin typeface="+mj-ea"/>
                <a:ea typeface="+mj-ea"/>
                <a:cs typeface="+mj-ea"/>
                <a:sym typeface="+mn-ea"/>
              </a:rPr>
              <a:t>（四）</a:t>
            </a:r>
            <a:r>
              <a:rPr lang="en-US" altLang="zh-CN" sz="2800" b="1" dirty="0">
                <a:solidFill>
                  <a:schemeClr val="tx2"/>
                </a:solidFill>
                <a:uFillTx/>
                <a:latin typeface="+mj-ea"/>
                <a:ea typeface="+mj-ea"/>
                <a:cs typeface="+mj-ea"/>
                <a:sym typeface="+mn-ea"/>
              </a:rPr>
              <a:t> </a:t>
            </a:r>
            <a:r>
              <a:rPr lang="zh-CN" altLang="en-US" sz="2800" b="1" dirty="0">
                <a:solidFill>
                  <a:schemeClr val="tx2"/>
                </a:solidFill>
                <a:uFillTx/>
                <a:latin typeface="+mj-ea"/>
                <a:ea typeface="+mj-ea"/>
                <a:cs typeface="+mj-ea"/>
                <a:sym typeface="+mn-ea"/>
              </a:rPr>
              <a:t>委员会设置</a:t>
            </a:r>
            <a:endParaRPr lang="en-US" altLang="zh-CN" sz="2800" b="1" dirty="0">
              <a:solidFill>
                <a:schemeClr val="tx2"/>
              </a:solidFill>
              <a:uFillTx/>
              <a:latin typeface="+mj-ea"/>
              <a:ea typeface="+mj-ea"/>
              <a:cs typeface="+mj-ea"/>
              <a:sym typeface="+mn-ea"/>
            </a:endParaRPr>
          </a:p>
          <a:p>
            <a:pPr indent="0" fontAlgn="auto">
              <a:lnSpc>
                <a:spcPct val="120000"/>
              </a:lnSpc>
            </a:pPr>
            <a:r>
              <a:rPr lang="zh-CN" altLang="en-US" sz="2400" b="1" dirty="0">
                <a:solidFill>
                  <a:srgbClr val="FEFEFE"/>
                </a:solidFill>
                <a:uFillTx/>
                <a:latin typeface="+mn-ea"/>
                <a:cs typeface="+mn-ea"/>
                <a:sym typeface="+mn-ea"/>
              </a:rPr>
              <a:t>专门委员会：</a:t>
            </a:r>
            <a:r>
              <a:rPr lang="zh-CN" altLang="en-US" sz="2400" dirty="0">
                <a:solidFill>
                  <a:srgbClr val="FEFEFE"/>
                </a:solidFill>
                <a:uFillTx/>
                <a:latin typeface="+mn-ea"/>
                <a:cs typeface="+mn-ea"/>
                <a:sym typeface="+mn-ea"/>
              </a:rPr>
              <a:t>省级和设区的市的人大可以设立，负责研究、审议和拟定相关议案。</a:t>
            </a:r>
            <a:endParaRPr lang="en-US" altLang="zh-CN" sz="2400" dirty="0">
              <a:solidFill>
                <a:srgbClr val="FEFEFE"/>
              </a:solidFill>
              <a:uFillTx/>
              <a:latin typeface="+mn-ea"/>
              <a:cs typeface="+mn-ea"/>
              <a:sym typeface="+mn-ea"/>
            </a:endParaRPr>
          </a:p>
          <a:p>
            <a:pPr indent="0" fontAlgn="auto">
              <a:lnSpc>
                <a:spcPct val="120000"/>
              </a:lnSpc>
            </a:pPr>
            <a:r>
              <a:rPr lang="zh-CN" altLang="en-US" sz="2400" b="1" dirty="0">
                <a:solidFill>
                  <a:srgbClr val="FEFEFE"/>
                </a:solidFill>
                <a:uFillTx/>
                <a:latin typeface="+mn-ea"/>
                <a:cs typeface="+mn-ea"/>
                <a:sym typeface="+mn-ea"/>
              </a:rPr>
              <a:t>调查委员会：</a:t>
            </a:r>
            <a:r>
              <a:rPr lang="zh-CN" altLang="en-US" sz="2400" dirty="0">
                <a:solidFill>
                  <a:srgbClr val="FEFEFE"/>
                </a:solidFill>
                <a:uFillTx/>
                <a:latin typeface="+mn-ea"/>
                <a:cs typeface="+mn-ea"/>
                <a:sym typeface="+mn-ea"/>
              </a:rPr>
              <a:t>县级以上人大及其常委会可就特定问题组织调查。</a:t>
            </a:r>
            <a:endParaRPr lang="zh-CN" altLang="en-US" sz="2400" dirty="0">
              <a:solidFill>
                <a:srgbClr val="FEFEFE"/>
              </a:solidFill>
              <a:uFillTx/>
              <a:latin typeface="+mn-ea"/>
              <a:cs typeface="+mn-ea"/>
              <a:sym typeface="+mn-ea"/>
            </a:endParaRPr>
          </a:p>
        </p:txBody>
      </p:sp>
      <p:sp>
        <p:nvSpPr>
          <p:cNvPr id="180" name="文本框 179"/>
          <p:cNvSpPr txBox="1"/>
          <p:nvPr>
            <p:custDataLst>
              <p:tags r:id="rId4"/>
            </p:custDataLst>
          </p:nvPr>
        </p:nvSpPr>
        <p:spPr>
          <a:xfrm>
            <a:off x="866140" y="4077970"/>
            <a:ext cx="10558780" cy="1798955"/>
          </a:xfrm>
          <a:prstGeom prst="rect">
            <a:avLst/>
          </a:prstGeom>
          <a:noFill/>
        </p:spPr>
        <p:txBody>
          <a:bodyPr wrap="square" lIns="0" tIns="0" rIns="0" bIns="0" rtlCol="0" anchor="ctr" anchorCtr="0">
            <a:noAutofit/>
          </a:bodyPr>
          <a:p>
            <a:pPr indent="0" fontAlgn="auto">
              <a:lnSpc>
                <a:spcPct val="120000"/>
              </a:lnSpc>
            </a:pPr>
            <a:r>
              <a:rPr lang="zh-CN" altLang="en-US" sz="2800" b="1" dirty="0">
                <a:solidFill>
                  <a:schemeClr val="tx2"/>
                </a:solidFill>
                <a:uFillTx/>
                <a:latin typeface="+mj-ea"/>
                <a:ea typeface="+mj-ea"/>
                <a:cs typeface="+mj-ea"/>
                <a:sym typeface="+mn-ea"/>
              </a:rPr>
              <a:t>（五）人大代表</a:t>
            </a:r>
            <a:endParaRPr lang="zh-CN" altLang="en-US" sz="2800" b="1" dirty="0">
              <a:solidFill>
                <a:schemeClr val="tx2"/>
              </a:solidFill>
              <a:uFillTx/>
              <a:latin typeface="+mj-ea"/>
              <a:ea typeface="+mj-ea"/>
              <a:cs typeface="+mj-ea"/>
              <a:sym typeface="+mn-ea"/>
            </a:endParaRPr>
          </a:p>
          <a:p>
            <a:pPr indent="0" fontAlgn="auto">
              <a:lnSpc>
                <a:spcPct val="120000"/>
              </a:lnSpc>
            </a:pPr>
            <a:r>
              <a:rPr lang="en-US" altLang="zh-CN" sz="2400" dirty="0">
                <a:solidFill>
                  <a:schemeClr val="accent2"/>
                </a:solidFill>
                <a:uFillTx/>
                <a:latin typeface="+mn-ea"/>
                <a:cs typeface="+mn-ea"/>
                <a:sym typeface="+mn-ea"/>
              </a:rPr>
              <a:t>• </a:t>
            </a:r>
            <a:r>
              <a:rPr lang="zh-CN" altLang="en-US" sz="2400" dirty="0">
                <a:solidFill>
                  <a:schemeClr val="accent2"/>
                </a:solidFill>
                <a:uFillTx/>
                <a:latin typeface="+mn-ea"/>
                <a:cs typeface="+mn-ea"/>
                <a:sym typeface="+mn-ea"/>
              </a:rPr>
              <a:t>是地方国家权力机关的组成人员，代表人民的利益和意志。</a:t>
            </a:r>
            <a:endParaRPr lang="zh-CN" altLang="en-US" sz="2400" dirty="0">
              <a:solidFill>
                <a:schemeClr val="accent2"/>
              </a:solidFill>
              <a:uFillTx/>
              <a:latin typeface="+mn-ea"/>
              <a:cs typeface="+mn-ea"/>
              <a:sym typeface="+mn-ea"/>
            </a:endParaRPr>
          </a:p>
          <a:p>
            <a:pPr indent="0" fontAlgn="auto">
              <a:lnSpc>
                <a:spcPct val="120000"/>
              </a:lnSpc>
            </a:pPr>
            <a:r>
              <a:rPr lang="en-US" altLang="zh-CN" sz="2400" dirty="0">
                <a:solidFill>
                  <a:schemeClr val="accent2"/>
                </a:solidFill>
                <a:uFillTx/>
                <a:latin typeface="+mn-ea"/>
                <a:cs typeface="+mn-ea"/>
                <a:sym typeface="+mn-ea"/>
              </a:rPr>
              <a:t>• </a:t>
            </a:r>
            <a:r>
              <a:rPr lang="zh-CN" altLang="en-US" sz="2400" dirty="0">
                <a:solidFill>
                  <a:schemeClr val="accent2"/>
                </a:solidFill>
                <a:uFillTx/>
                <a:latin typeface="+mn-ea"/>
                <a:cs typeface="+mn-ea"/>
                <a:sym typeface="+mn-ea"/>
              </a:rPr>
              <a:t>其权利、义务、工作及活动保障等由《代表法》详细规定。</a:t>
            </a:r>
            <a:endParaRPr lang="zh-CN" altLang="en-US" sz="2400" dirty="0">
              <a:solidFill>
                <a:schemeClr val="accent2"/>
              </a:solidFill>
              <a:uFillTx/>
              <a:latin typeface="+mn-ea"/>
              <a:cs typeface="+mn-ea"/>
              <a:sym typeface="+mn-ea"/>
            </a:endParaRPr>
          </a:p>
        </p:txBody>
      </p:sp>
    </p:spTree>
    <p:custDataLst>
      <p:tags r:id="rId5"/>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lstStyle/>
          <a:p>
            <a:r>
              <a:rPr lang="zh-CN" altLang="en-US"/>
              <a:t>三、县级以上地方各级人大常委会</a:t>
            </a:r>
            <a:endParaRPr lang="zh-CN" altLang="en-US"/>
          </a:p>
        </p:txBody>
      </p:sp>
      <p:sp>
        <p:nvSpPr>
          <p:cNvPr id="2" name="任意多边形 1"/>
          <p:cNvSpPr/>
          <p:nvPr>
            <p:custDataLst>
              <p:tags r:id="rId2"/>
            </p:custDataLst>
          </p:nvPr>
        </p:nvSpPr>
        <p:spPr>
          <a:xfrm>
            <a:off x="8675342" y="5299075"/>
            <a:ext cx="3516658" cy="1560830"/>
          </a:xfrm>
          <a:custGeom>
            <a:avLst/>
            <a:gdLst/>
            <a:ahLst/>
            <a:cxnLst>
              <a:cxn ang="3">
                <a:pos x="hc" y="t"/>
              </a:cxn>
              <a:cxn ang="cd2">
                <a:pos x="l" y="vc"/>
              </a:cxn>
              <a:cxn ang="cd4">
                <a:pos x="hc" y="b"/>
              </a:cxn>
              <a:cxn ang="0">
                <a:pos x="r" y="vc"/>
              </a:cxn>
            </a:cxnLst>
            <a:rect l="l" t="t" r="r" b="b"/>
            <a:pathLst>
              <a:path w="5538" h="2458">
                <a:moveTo>
                  <a:pt x="5538" y="0"/>
                </a:moveTo>
                <a:lnTo>
                  <a:pt x="5538" y="2458"/>
                </a:lnTo>
                <a:lnTo>
                  <a:pt x="0" y="2458"/>
                </a:lnTo>
                <a:lnTo>
                  <a:pt x="3950" y="327"/>
                </a:lnTo>
                <a:lnTo>
                  <a:pt x="5538" y="0"/>
                </a:lnTo>
                <a:close/>
              </a:path>
            </a:pathLst>
          </a:custGeom>
          <a:gradFill>
            <a:gsLst>
              <a:gs pos="0">
                <a:schemeClr val="accent1">
                  <a:lumMod val="34000"/>
                  <a:lumOff val="66000"/>
                </a:schemeClr>
              </a:gs>
              <a:gs pos="50000">
                <a:schemeClr val="accent1">
                  <a:lumMod val="50000"/>
                  <a:lumOff val="50000"/>
                </a:schemeClr>
              </a:gs>
              <a:gs pos="100000">
                <a:schemeClr val="accent1"/>
              </a:gs>
            </a:gsLst>
            <a:lin ang="0"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3" name="任意多边形: 形状 127"/>
          <p:cNvSpPr/>
          <p:nvPr>
            <p:custDataLst>
              <p:tags r:id="rId3"/>
            </p:custDataLst>
          </p:nvPr>
        </p:nvSpPr>
        <p:spPr>
          <a:xfrm>
            <a:off x="9478010" y="3236595"/>
            <a:ext cx="890270" cy="799465"/>
          </a:xfrm>
          <a:custGeom>
            <a:avLst/>
            <a:gdLst>
              <a:gd name="connsiteX0" fmla="*/ 1402 w 1402"/>
              <a:gd name="connsiteY0" fmla="*/ 0 h 1259"/>
              <a:gd name="connsiteX1" fmla="*/ 1359 w 1402"/>
              <a:gd name="connsiteY1" fmla="*/ 1259 h 1259"/>
              <a:gd name="connsiteX2" fmla="*/ 0 w 1402"/>
              <a:gd name="connsiteY2" fmla="*/ 643 h 1259"/>
              <a:gd name="connsiteX3" fmla="*/ 1402 w 1402"/>
              <a:gd name="connsiteY3" fmla="*/ 0 h 1259"/>
            </a:gdLst>
            <a:ahLst/>
            <a:cxnLst>
              <a:cxn ang="0">
                <a:pos x="connsiteX0" y="connsiteY0"/>
              </a:cxn>
              <a:cxn ang="0">
                <a:pos x="connsiteX1" y="connsiteY1"/>
              </a:cxn>
              <a:cxn ang="0">
                <a:pos x="connsiteX2" y="connsiteY2"/>
              </a:cxn>
              <a:cxn ang="0">
                <a:pos x="connsiteX3" y="connsiteY3"/>
              </a:cxn>
            </a:cxnLst>
            <a:rect l="l" t="t" r="r" b="b"/>
            <a:pathLst>
              <a:path w="1402" h="1259">
                <a:moveTo>
                  <a:pt x="1402" y="0"/>
                </a:moveTo>
                <a:lnTo>
                  <a:pt x="1359" y="1259"/>
                </a:lnTo>
                <a:lnTo>
                  <a:pt x="0" y="643"/>
                </a:lnTo>
                <a:lnTo>
                  <a:pt x="1402" y="0"/>
                </a:lnTo>
                <a:close/>
              </a:path>
            </a:pathLst>
          </a:custGeom>
          <a:gradFill>
            <a:gsLst>
              <a:gs pos="0">
                <a:schemeClr val="accent1">
                  <a:lumMod val="34000"/>
                  <a:lumOff val="66000"/>
                </a:schemeClr>
              </a:gs>
              <a:gs pos="50000">
                <a:schemeClr val="accent1">
                  <a:lumMod val="50000"/>
                  <a:lumOff val="50000"/>
                </a:schemeClr>
              </a:gs>
              <a:gs pos="100000">
                <a:schemeClr val="accent1"/>
              </a:gs>
            </a:gsLst>
            <a:lin ang="0"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5" name="任意多边形: 形状 128"/>
          <p:cNvSpPr/>
          <p:nvPr>
            <p:custDataLst>
              <p:tags r:id="rId4"/>
            </p:custDataLst>
          </p:nvPr>
        </p:nvSpPr>
        <p:spPr>
          <a:xfrm>
            <a:off x="10370820" y="3101340"/>
            <a:ext cx="93980" cy="987425"/>
          </a:xfrm>
          <a:custGeom>
            <a:avLst/>
            <a:gdLst>
              <a:gd name="connsiteX0" fmla="*/ 64618 w 89840"/>
              <a:gd name="connsiteY0" fmla="*/ 138760 h 831722"/>
              <a:gd name="connsiteX1" fmla="*/ 0 w 89840"/>
              <a:gd name="connsiteY1" fmla="*/ 831723 h 831722"/>
              <a:gd name="connsiteX2" fmla="*/ 78410 w 89840"/>
              <a:gd name="connsiteY2" fmla="*/ 787527 h 831722"/>
              <a:gd name="connsiteX3" fmla="*/ 89840 w 89840"/>
              <a:gd name="connsiteY3" fmla="*/ 0 h 831722"/>
            </a:gdLst>
            <a:ahLst/>
            <a:cxnLst>
              <a:cxn ang="0">
                <a:pos x="connsiteX0" y="connsiteY0"/>
              </a:cxn>
              <a:cxn ang="0">
                <a:pos x="connsiteX1" y="connsiteY1"/>
              </a:cxn>
              <a:cxn ang="0">
                <a:pos x="connsiteX2" y="connsiteY2"/>
              </a:cxn>
              <a:cxn ang="0">
                <a:pos x="connsiteX3" y="connsiteY3"/>
              </a:cxn>
            </a:cxnLst>
            <a:rect l="l" t="t" r="r" b="b"/>
            <a:pathLst>
              <a:path w="89840" h="831722">
                <a:moveTo>
                  <a:pt x="64618" y="138760"/>
                </a:moveTo>
                <a:lnTo>
                  <a:pt x="0" y="831723"/>
                </a:lnTo>
                <a:lnTo>
                  <a:pt x="78410" y="787527"/>
                </a:lnTo>
                <a:lnTo>
                  <a:pt x="89840" y="0"/>
                </a:lnTo>
                <a:close/>
              </a:path>
            </a:pathLst>
          </a:custGeom>
          <a:gradFill>
            <a:gsLst>
              <a:gs pos="0">
                <a:schemeClr val="accent1">
                  <a:lumMod val="34000"/>
                  <a:lumOff val="66000"/>
                </a:schemeClr>
              </a:gs>
              <a:gs pos="50000">
                <a:schemeClr val="accent1">
                  <a:lumMod val="50000"/>
                  <a:lumOff val="50000"/>
                </a:schemeClr>
              </a:gs>
              <a:gs pos="100000">
                <a:schemeClr val="accent1"/>
              </a:gs>
            </a:gsLst>
            <a:lin ang="0"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7" name="任意多边形: 形状 129"/>
          <p:cNvSpPr/>
          <p:nvPr>
            <p:custDataLst>
              <p:tags r:id="rId5"/>
            </p:custDataLst>
          </p:nvPr>
        </p:nvSpPr>
        <p:spPr>
          <a:xfrm>
            <a:off x="10321925" y="3236595"/>
            <a:ext cx="116205" cy="799465"/>
          </a:xfrm>
          <a:custGeom>
            <a:avLst/>
            <a:gdLst>
              <a:gd name="connsiteX0" fmla="*/ 111023 w 111023"/>
              <a:gd name="connsiteY0" fmla="*/ 24689 h 673455"/>
              <a:gd name="connsiteX1" fmla="*/ 44196 w 111023"/>
              <a:gd name="connsiteY1" fmla="*/ 0 h 673455"/>
              <a:gd name="connsiteX2" fmla="*/ 0 w 111023"/>
              <a:gd name="connsiteY2" fmla="*/ 673456 h 673455"/>
              <a:gd name="connsiteX3" fmla="*/ 85572 w 111023"/>
              <a:gd name="connsiteY3" fmla="*/ 673456 h 673455"/>
            </a:gdLst>
            <a:ahLst/>
            <a:cxnLst>
              <a:cxn ang="0">
                <a:pos x="connsiteX0" y="connsiteY0"/>
              </a:cxn>
              <a:cxn ang="0">
                <a:pos x="connsiteX1" y="connsiteY1"/>
              </a:cxn>
              <a:cxn ang="0">
                <a:pos x="connsiteX2" y="connsiteY2"/>
              </a:cxn>
              <a:cxn ang="0">
                <a:pos x="connsiteX3" y="connsiteY3"/>
              </a:cxn>
            </a:cxnLst>
            <a:rect l="l" t="t" r="r" b="b"/>
            <a:pathLst>
              <a:path w="111023" h="673455">
                <a:moveTo>
                  <a:pt x="111023" y="24689"/>
                </a:moveTo>
                <a:lnTo>
                  <a:pt x="44196" y="0"/>
                </a:lnTo>
                <a:lnTo>
                  <a:pt x="0" y="673456"/>
                </a:lnTo>
                <a:lnTo>
                  <a:pt x="85572" y="673456"/>
                </a:lnTo>
                <a:close/>
              </a:path>
            </a:pathLst>
          </a:custGeom>
          <a:gradFill>
            <a:gsLst>
              <a:gs pos="0">
                <a:schemeClr val="accent1">
                  <a:lumMod val="34000"/>
                  <a:lumOff val="66000"/>
                </a:schemeClr>
              </a:gs>
              <a:gs pos="100000">
                <a:schemeClr val="accent1"/>
              </a:gs>
            </a:gsLst>
            <a:lin ang="15120000" scaled="1"/>
          </a:gradFill>
          <a:ln w="7620" cap="flat">
            <a:noFill/>
            <a:prstDash val="solid"/>
            <a:miter/>
          </a:ln>
        </p:spPr>
        <p:txBody>
          <a:bodyPr rot="0" spcFirstLastPara="0" vertOverflow="overflow" horzOverflow="overflow" vert="horz" wrap="square" lIns="91440" tIns="45720" rIns="91440" bIns="10795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9" name="任意多边形: 形状 130"/>
          <p:cNvSpPr/>
          <p:nvPr>
            <p:custDataLst>
              <p:tags r:id="rId6"/>
            </p:custDataLst>
          </p:nvPr>
        </p:nvSpPr>
        <p:spPr>
          <a:xfrm>
            <a:off x="8348345" y="4658995"/>
            <a:ext cx="2542540" cy="1515745"/>
          </a:xfrm>
          <a:custGeom>
            <a:avLst/>
            <a:gdLst>
              <a:gd name="connsiteX0" fmla="*/ 419 w 4004"/>
              <a:gd name="connsiteY0" fmla="*/ 0 h 2387"/>
              <a:gd name="connsiteX1" fmla="*/ 0 w 4004"/>
              <a:gd name="connsiteY1" fmla="*/ 2387 h 2387"/>
              <a:gd name="connsiteX2" fmla="*/ 4004 w 4004"/>
              <a:gd name="connsiteY2" fmla="*/ 913 h 2387"/>
              <a:gd name="connsiteX3" fmla="*/ 419 w 4004"/>
              <a:gd name="connsiteY3" fmla="*/ 0 h 2387"/>
            </a:gdLst>
            <a:ahLst/>
            <a:cxnLst>
              <a:cxn ang="0">
                <a:pos x="connsiteX0" y="connsiteY0"/>
              </a:cxn>
              <a:cxn ang="0">
                <a:pos x="connsiteX1" y="connsiteY1"/>
              </a:cxn>
              <a:cxn ang="0">
                <a:pos x="connsiteX2" y="connsiteY2"/>
              </a:cxn>
              <a:cxn ang="0">
                <a:pos x="connsiteX3" y="connsiteY3"/>
              </a:cxn>
            </a:cxnLst>
            <a:rect l="l" t="t" r="r" b="b"/>
            <a:pathLst>
              <a:path w="4004" h="2387">
                <a:moveTo>
                  <a:pt x="419" y="0"/>
                </a:moveTo>
                <a:lnTo>
                  <a:pt x="0" y="2387"/>
                </a:lnTo>
                <a:lnTo>
                  <a:pt x="4004" y="913"/>
                </a:lnTo>
                <a:lnTo>
                  <a:pt x="419" y="0"/>
                </a:lnTo>
                <a:close/>
              </a:path>
            </a:pathLst>
          </a:custGeom>
          <a:gradFill>
            <a:gsLst>
              <a:gs pos="0">
                <a:schemeClr val="accent1">
                  <a:lumMod val="34000"/>
                  <a:lumOff val="66000"/>
                </a:schemeClr>
              </a:gs>
              <a:gs pos="50000">
                <a:schemeClr val="accent1">
                  <a:lumMod val="50000"/>
                  <a:lumOff val="50000"/>
                </a:schemeClr>
              </a:gs>
              <a:gs pos="100000">
                <a:schemeClr val="accent1"/>
              </a:gs>
            </a:gsLst>
            <a:lin ang="0"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0" name="任意多边形: 形状 131"/>
          <p:cNvSpPr/>
          <p:nvPr>
            <p:custDataLst>
              <p:tags r:id="rId7"/>
            </p:custDataLst>
          </p:nvPr>
        </p:nvSpPr>
        <p:spPr>
          <a:xfrm>
            <a:off x="9450705" y="4137025"/>
            <a:ext cx="2132330" cy="969010"/>
          </a:xfrm>
          <a:custGeom>
            <a:avLst/>
            <a:gdLst>
              <a:gd name="connsiteX0" fmla="*/ 2993 w 3358"/>
              <a:gd name="connsiteY0" fmla="*/ 0 h 1526"/>
              <a:gd name="connsiteX1" fmla="*/ 3358 w 3358"/>
              <a:gd name="connsiteY1" fmla="*/ 1526 h 1526"/>
              <a:gd name="connsiteX2" fmla="*/ 0 w 3358"/>
              <a:gd name="connsiteY2" fmla="*/ 761 h 1526"/>
              <a:gd name="connsiteX3" fmla="*/ 2993 w 3358"/>
              <a:gd name="connsiteY3" fmla="*/ 0 h 1526"/>
            </a:gdLst>
            <a:ahLst/>
            <a:cxnLst>
              <a:cxn ang="0">
                <a:pos x="connsiteX0" y="connsiteY0"/>
              </a:cxn>
              <a:cxn ang="0">
                <a:pos x="connsiteX1" y="connsiteY1"/>
              </a:cxn>
              <a:cxn ang="0">
                <a:pos x="connsiteX2" y="connsiteY2"/>
              </a:cxn>
              <a:cxn ang="0">
                <a:pos x="connsiteX3" y="connsiteY3"/>
              </a:cxn>
            </a:cxnLst>
            <a:rect l="l" t="t" r="r" b="b"/>
            <a:pathLst>
              <a:path w="3358" h="1526">
                <a:moveTo>
                  <a:pt x="2993" y="0"/>
                </a:moveTo>
                <a:lnTo>
                  <a:pt x="3358" y="1526"/>
                </a:lnTo>
                <a:lnTo>
                  <a:pt x="0" y="761"/>
                </a:lnTo>
                <a:lnTo>
                  <a:pt x="2993" y="0"/>
                </a:lnTo>
                <a:close/>
              </a:path>
            </a:pathLst>
          </a:custGeom>
          <a:gradFill>
            <a:gsLst>
              <a:gs pos="0">
                <a:schemeClr val="accent1">
                  <a:lumMod val="34000"/>
                  <a:lumOff val="66000"/>
                </a:schemeClr>
              </a:gs>
              <a:gs pos="50000">
                <a:schemeClr val="accent1">
                  <a:lumMod val="50000"/>
                  <a:lumOff val="50000"/>
                </a:schemeClr>
              </a:gs>
              <a:gs pos="100000">
                <a:schemeClr val="accent1"/>
              </a:gs>
            </a:gsLst>
            <a:lin ang="0"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5" name="任意多边形: 形状 133"/>
          <p:cNvSpPr/>
          <p:nvPr>
            <p:custDataLst>
              <p:tags r:id="rId8"/>
            </p:custDataLst>
          </p:nvPr>
        </p:nvSpPr>
        <p:spPr>
          <a:xfrm>
            <a:off x="8855710" y="3763010"/>
            <a:ext cx="1492250" cy="897890"/>
          </a:xfrm>
          <a:custGeom>
            <a:avLst/>
            <a:gdLst>
              <a:gd name="connsiteX0" fmla="*/ 166 w 2350"/>
              <a:gd name="connsiteY0" fmla="*/ 0 h 1414"/>
              <a:gd name="connsiteX1" fmla="*/ 0 w 2350"/>
              <a:gd name="connsiteY1" fmla="*/ 1414 h 1414"/>
              <a:gd name="connsiteX2" fmla="*/ 2350 w 2350"/>
              <a:gd name="connsiteY2" fmla="*/ 541 h 1414"/>
              <a:gd name="connsiteX3" fmla="*/ 166 w 2350"/>
              <a:gd name="connsiteY3" fmla="*/ 0 h 1414"/>
            </a:gdLst>
            <a:ahLst/>
            <a:cxnLst>
              <a:cxn ang="0">
                <a:pos x="connsiteX0" y="connsiteY0"/>
              </a:cxn>
              <a:cxn ang="0">
                <a:pos x="connsiteX1" y="connsiteY1"/>
              </a:cxn>
              <a:cxn ang="0">
                <a:pos x="connsiteX2" y="connsiteY2"/>
              </a:cxn>
              <a:cxn ang="0">
                <a:pos x="connsiteX3" y="connsiteY3"/>
              </a:cxn>
            </a:cxnLst>
            <a:rect l="l" t="t" r="r" b="b"/>
            <a:pathLst>
              <a:path w="2350" h="1414">
                <a:moveTo>
                  <a:pt x="166" y="0"/>
                </a:moveTo>
                <a:lnTo>
                  <a:pt x="0" y="1414"/>
                </a:lnTo>
                <a:lnTo>
                  <a:pt x="2350" y="541"/>
                </a:lnTo>
                <a:lnTo>
                  <a:pt x="166" y="0"/>
                </a:lnTo>
                <a:close/>
              </a:path>
            </a:pathLst>
          </a:custGeom>
          <a:gradFill>
            <a:gsLst>
              <a:gs pos="0">
                <a:schemeClr val="accent1">
                  <a:lumMod val="34000"/>
                  <a:lumOff val="66000"/>
                </a:schemeClr>
              </a:gs>
              <a:gs pos="50000">
                <a:schemeClr val="accent1">
                  <a:lumMod val="50000"/>
                  <a:lumOff val="50000"/>
                </a:schemeClr>
              </a:gs>
              <a:gs pos="100000">
                <a:schemeClr val="accent1"/>
              </a:gs>
            </a:gsLst>
            <a:lin ang="0"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6" name="任意多边形: 形状 134"/>
          <p:cNvSpPr/>
          <p:nvPr>
            <p:custDataLst>
              <p:tags r:id="rId9"/>
            </p:custDataLst>
          </p:nvPr>
        </p:nvSpPr>
        <p:spPr>
          <a:xfrm>
            <a:off x="10226040" y="3177540"/>
            <a:ext cx="41910" cy="40005"/>
          </a:xfrm>
          <a:custGeom>
            <a:avLst/>
            <a:gdLst>
              <a:gd name="connsiteX0" fmla="*/ 762 w 40005"/>
              <a:gd name="connsiteY0" fmla="*/ 0 h 33680"/>
              <a:gd name="connsiteX1" fmla="*/ 0 w 40005"/>
              <a:gd name="connsiteY1" fmla="*/ 33680 h 33680"/>
              <a:gd name="connsiteX2" fmla="*/ 40005 w 40005"/>
              <a:gd name="connsiteY2" fmla="*/ 13106 h 33680"/>
            </a:gdLst>
            <a:ahLst/>
            <a:cxnLst>
              <a:cxn ang="0">
                <a:pos x="connsiteX0" y="connsiteY0"/>
              </a:cxn>
              <a:cxn ang="0">
                <a:pos x="connsiteX1" y="connsiteY1"/>
              </a:cxn>
              <a:cxn ang="0">
                <a:pos x="connsiteX2" y="connsiteY2"/>
              </a:cxn>
            </a:cxnLst>
            <a:rect l="l" t="t" r="r" b="b"/>
            <a:pathLst>
              <a:path w="40005" h="33680">
                <a:moveTo>
                  <a:pt x="762" y="0"/>
                </a:moveTo>
                <a:lnTo>
                  <a:pt x="0" y="33680"/>
                </a:lnTo>
                <a:lnTo>
                  <a:pt x="40005" y="13106"/>
                </a:lnTo>
                <a:close/>
              </a:path>
            </a:pathLst>
          </a:custGeom>
          <a:gradFill>
            <a:gsLst>
              <a:gs pos="0">
                <a:schemeClr val="accent1">
                  <a:lumMod val="34000"/>
                  <a:lumOff val="66000"/>
                </a:schemeClr>
              </a:gs>
              <a:gs pos="50000">
                <a:schemeClr val="accent1">
                  <a:lumMod val="50000"/>
                  <a:lumOff val="50000"/>
                </a:schemeClr>
              </a:gs>
              <a:gs pos="100000">
                <a:schemeClr val="accent1"/>
              </a:gs>
            </a:gsLst>
            <a:lin ang="0"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grpSp>
        <p:nvGrpSpPr>
          <p:cNvPr id="17" name="图形 124"/>
          <p:cNvGrpSpPr/>
          <p:nvPr>
            <p:custDataLst>
              <p:tags r:id="rId10"/>
            </p:custDataLst>
          </p:nvPr>
        </p:nvGrpSpPr>
        <p:grpSpPr>
          <a:xfrm>
            <a:off x="9955530" y="2370455"/>
            <a:ext cx="509270" cy="831215"/>
            <a:chOff x="6519138" y="1996124"/>
            <a:chExt cx="522155" cy="851931"/>
          </a:xfrm>
        </p:grpSpPr>
        <p:sp>
          <p:nvSpPr>
            <p:cNvPr id="18" name="任意多边形: 形状 137"/>
            <p:cNvSpPr/>
            <p:nvPr>
              <p:custDataLst>
                <p:tags r:id="rId11"/>
              </p:custDataLst>
            </p:nvPr>
          </p:nvSpPr>
          <p:spPr>
            <a:xfrm rot="-4999619">
              <a:off x="6563698" y="2420476"/>
              <a:ext cx="835816" cy="22402"/>
            </a:xfrm>
            <a:custGeom>
              <a:avLst/>
              <a:gdLst>
                <a:gd name="connsiteX0" fmla="*/ 0 w 835816"/>
                <a:gd name="connsiteY0" fmla="*/ 0 h 22402"/>
                <a:gd name="connsiteX1" fmla="*/ 835816 w 835816"/>
                <a:gd name="connsiteY1" fmla="*/ 0 h 22402"/>
                <a:gd name="connsiteX2" fmla="*/ 835816 w 835816"/>
                <a:gd name="connsiteY2" fmla="*/ 22402 h 22402"/>
                <a:gd name="connsiteX3" fmla="*/ 0 w 835816"/>
                <a:gd name="connsiteY3" fmla="*/ 22402 h 22402"/>
              </a:gdLst>
              <a:ahLst/>
              <a:cxnLst>
                <a:cxn ang="0">
                  <a:pos x="connsiteX0" y="connsiteY0"/>
                </a:cxn>
                <a:cxn ang="0">
                  <a:pos x="connsiteX1" y="connsiteY1"/>
                </a:cxn>
                <a:cxn ang="0">
                  <a:pos x="connsiteX2" y="connsiteY2"/>
                </a:cxn>
                <a:cxn ang="0">
                  <a:pos x="connsiteX3" y="connsiteY3"/>
                </a:cxn>
              </a:cxnLst>
              <a:rect l="l" t="t" r="r" b="b"/>
              <a:pathLst>
                <a:path w="835816" h="22402">
                  <a:moveTo>
                    <a:pt x="0" y="0"/>
                  </a:moveTo>
                  <a:lnTo>
                    <a:pt x="835816" y="0"/>
                  </a:lnTo>
                  <a:lnTo>
                    <a:pt x="835816" y="22402"/>
                  </a:lnTo>
                  <a:lnTo>
                    <a:pt x="0" y="22402"/>
                  </a:lnTo>
                  <a:close/>
                </a:path>
              </a:pathLst>
            </a:custGeom>
            <a:gradFill>
              <a:gsLst>
                <a:gs pos="0">
                  <a:schemeClr val="accent1">
                    <a:lumMod val="67000"/>
                  </a:schemeClr>
                </a:gs>
                <a:gs pos="100000">
                  <a:schemeClr val="accent1">
                    <a:lumMod val="55000"/>
                  </a:schemeClr>
                </a:gs>
              </a:gsLst>
              <a:lin ang="0" scaled="0"/>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9" name="图形 124"/>
            <p:cNvGrpSpPr/>
            <p:nvPr/>
          </p:nvGrpSpPr>
          <p:grpSpPr>
            <a:xfrm>
              <a:off x="6519138" y="1996124"/>
              <a:ext cx="509473" cy="310762"/>
              <a:chOff x="6519138" y="1996124"/>
              <a:chExt cx="509473" cy="310762"/>
            </a:xfrm>
          </p:grpSpPr>
          <p:sp>
            <p:nvSpPr>
              <p:cNvPr id="20" name="任意多边形: 形状 139"/>
              <p:cNvSpPr/>
              <p:nvPr>
                <p:custDataLst>
                  <p:tags r:id="rId12"/>
                </p:custDataLst>
              </p:nvPr>
            </p:nvSpPr>
            <p:spPr>
              <a:xfrm>
                <a:off x="6519138" y="2087575"/>
                <a:ext cx="247040" cy="219312"/>
              </a:xfrm>
              <a:custGeom>
                <a:avLst/>
                <a:gdLst>
                  <a:gd name="connsiteX0" fmla="*/ 58445 w 247040"/>
                  <a:gd name="connsiteY0" fmla="*/ 44577 h 219312"/>
                  <a:gd name="connsiteX1" fmla="*/ 0 w 247040"/>
                  <a:gd name="connsiteY1" fmla="*/ 217551 h 219312"/>
                  <a:gd name="connsiteX2" fmla="*/ 203606 w 247040"/>
                  <a:gd name="connsiteY2" fmla="*/ 196901 h 219312"/>
                  <a:gd name="connsiteX3" fmla="*/ 203606 w 247040"/>
                  <a:gd name="connsiteY3" fmla="*/ 196901 h 219312"/>
                  <a:gd name="connsiteX4" fmla="*/ 216789 w 247040"/>
                  <a:gd name="connsiteY4" fmla="*/ 137084 h 219312"/>
                  <a:gd name="connsiteX5" fmla="*/ 216789 w 247040"/>
                  <a:gd name="connsiteY5" fmla="*/ 137084 h 219312"/>
                  <a:gd name="connsiteX6" fmla="*/ 247040 w 247040"/>
                  <a:gd name="connsiteY6" fmla="*/ 0 h 219312"/>
                  <a:gd name="connsiteX7" fmla="*/ 165125 w 247040"/>
                  <a:gd name="connsiteY7" fmla="*/ 31623 h 219312"/>
                  <a:gd name="connsiteX8" fmla="*/ 58445 w 247040"/>
                  <a:gd name="connsiteY8" fmla="*/ 44577 h 21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040" h="219312">
                    <a:moveTo>
                      <a:pt x="58445" y="44577"/>
                    </a:moveTo>
                    <a:lnTo>
                      <a:pt x="0" y="217551"/>
                    </a:lnTo>
                    <a:cubicBezTo>
                      <a:pt x="102184" y="226695"/>
                      <a:pt x="202463" y="197282"/>
                      <a:pt x="203606" y="196901"/>
                    </a:cubicBezTo>
                    <a:lnTo>
                      <a:pt x="203606" y="196901"/>
                    </a:lnTo>
                    <a:lnTo>
                      <a:pt x="216789" y="137084"/>
                    </a:lnTo>
                    <a:cubicBezTo>
                      <a:pt x="216789" y="137084"/>
                      <a:pt x="216789" y="137084"/>
                      <a:pt x="216789" y="137084"/>
                    </a:cubicBezTo>
                    <a:lnTo>
                      <a:pt x="247040" y="0"/>
                    </a:lnTo>
                    <a:cubicBezTo>
                      <a:pt x="220522" y="14554"/>
                      <a:pt x="192786" y="24689"/>
                      <a:pt x="165125" y="31623"/>
                    </a:cubicBezTo>
                    <a:cubicBezTo>
                      <a:pt x="128244" y="40843"/>
                      <a:pt x="91592" y="44272"/>
                      <a:pt x="58445" y="44577"/>
                    </a:cubicBezTo>
                    <a:close/>
                  </a:path>
                </a:pathLst>
              </a:custGeom>
              <a:solidFill>
                <a:schemeClr val="accent3"/>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任意多边形: 形状 140"/>
              <p:cNvSpPr/>
              <p:nvPr>
                <p:custDataLst>
                  <p:tags r:id="rId13"/>
                </p:custDataLst>
              </p:nvPr>
            </p:nvSpPr>
            <p:spPr>
              <a:xfrm>
                <a:off x="6649745" y="2224659"/>
                <a:ext cx="86258" cy="59816"/>
              </a:xfrm>
              <a:custGeom>
                <a:avLst/>
                <a:gdLst>
                  <a:gd name="connsiteX0" fmla="*/ 0 w 86258"/>
                  <a:gd name="connsiteY0" fmla="*/ 40691 h 59816"/>
                  <a:gd name="connsiteX1" fmla="*/ 73076 w 86258"/>
                  <a:gd name="connsiteY1" fmla="*/ 59817 h 59816"/>
                  <a:gd name="connsiteX2" fmla="*/ 86258 w 86258"/>
                  <a:gd name="connsiteY2" fmla="*/ 0 h 59816"/>
                  <a:gd name="connsiteX3" fmla="*/ 0 w 86258"/>
                  <a:gd name="connsiteY3" fmla="*/ 40691 h 59816"/>
                </a:gdLst>
                <a:ahLst/>
                <a:cxnLst>
                  <a:cxn ang="0">
                    <a:pos x="connsiteX0" y="connsiteY0"/>
                  </a:cxn>
                  <a:cxn ang="0">
                    <a:pos x="connsiteX1" y="connsiteY1"/>
                  </a:cxn>
                  <a:cxn ang="0">
                    <a:pos x="connsiteX2" y="connsiteY2"/>
                  </a:cxn>
                  <a:cxn ang="0">
                    <a:pos x="connsiteX3" y="connsiteY3"/>
                  </a:cxn>
                </a:cxnLst>
                <a:rect l="l" t="t" r="r" b="b"/>
                <a:pathLst>
                  <a:path w="86258" h="59816">
                    <a:moveTo>
                      <a:pt x="0" y="40691"/>
                    </a:moveTo>
                    <a:cubicBezTo>
                      <a:pt x="0" y="40691"/>
                      <a:pt x="52807" y="57379"/>
                      <a:pt x="73076" y="59817"/>
                    </a:cubicBezTo>
                    <a:lnTo>
                      <a:pt x="86258" y="0"/>
                    </a:lnTo>
                    <a:cubicBezTo>
                      <a:pt x="86258" y="0"/>
                      <a:pt x="38253" y="2819"/>
                      <a:pt x="0" y="40691"/>
                    </a:cubicBezTo>
                    <a:close/>
                  </a:path>
                </a:pathLst>
              </a:custGeom>
              <a:solidFill>
                <a:schemeClr val="accent4"/>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任意多边形: 形状 141"/>
              <p:cNvSpPr/>
              <p:nvPr>
                <p:custDataLst>
                  <p:tags r:id="rId14"/>
                </p:custDataLst>
              </p:nvPr>
            </p:nvSpPr>
            <p:spPr>
              <a:xfrm>
                <a:off x="6649745" y="1996124"/>
                <a:ext cx="378866" cy="269224"/>
              </a:xfrm>
              <a:custGeom>
                <a:avLst/>
                <a:gdLst>
                  <a:gd name="connsiteX0" fmla="*/ 357912 w 378866"/>
                  <a:gd name="connsiteY0" fmla="*/ 219771 h 269224"/>
                  <a:gd name="connsiteX1" fmla="*/ 0 w 378866"/>
                  <a:gd name="connsiteY1" fmla="*/ 269225 h 269224"/>
                  <a:gd name="connsiteX2" fmla="*/ 55778 w 378866"/>
                  <a:gd name="connsiteY2" fmla="*/ 33843 h 269224"/>
                  <a:gd name="connsiteX3" fmla="*/ 378867 w 378866"/>
                  <a:gd name="connsiteY3" fmla="*/ 22489 h 269224"/>
                  <a:gd name="connsiteX4" fmla="*/ 357912 w 378866"/>
                  <a:gd name="connsiteY4" fmla="*/ 219771 h 2692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6" h="269224">
                    <a:moveTo>
                      <a:pt x="357912" y="219771"/>
                    </a:moveTo>
                    <a:cubicBezTo>
                      <a:pt x="357912" y="219771"/>
                      <a:pt x="111862" y="181138"/>
                      <a:pt x="0" y="269225"/>
                    </a:cubicBezTo>
                    <a:lnTo>
                      <a:pt x="55778" y="33843"/>
                    </a:lnTo>
                    <a:cubicBezTo>
                      <a:pt x="55778" y="33843"/>
                      <a:pt x="214656" y="-34051"/>
                      <a:pt x="378867" y="22489"/>
                    </a:cubicBezTo>
                    <a:lnTo>
                      <a:pt x="357912" y="219771"/>
                    </a:lnTo>
                    <a:close/>
                  </a:path>
                </a:pathLst>
              </a:custGeom>
              <a:gradFill>
                <a:gsLst>
                  <a:gs pos="0">
                    <a:schemeClr val="accent2"/>
                  </a:gs>
                  <a:gs pos="50000">
                    <a:schemeClr val="accent2"/>
                  </a:gs>
                  <a:gs pos="100000">
                    <a:schemeClr val="accent2"/>
                  </a:gs>
                </a:gsLst>
                <a:lin ang="11188271"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sp>
        <p:nvSpPr>
          <p:cNvPr id="26" name="任意多边形 25"/>
          <p:cNvSpPr/>
          <p:nvPr>
            <p:custDataLst>
              <p:tags r:id="rId15"/>
            </p:custDataLst>
          </p:nvPr>
        </p:nvSpPr>
        <p:spPr>
          <a:xfrm>
            <a:off x="6494921" y="3101340"/>
            <a:ext cx="5697079" cy="3756660"/>
          </a:xfrm>
          <a:custGeom>
            <a:avLst/>
            <a:gdLst/>
            <a:ahLst/>
            <a:cxnLst>
              <a:cxn ang="3">
                <a:pos x="hc" y="t"/>
              </a:cxn>
              <a:cxn ang="cd2">
                <a:pos x="l" y="vc"/>
              </a:cxn>
              <a:cxn ang="cd4">
                <a:pos x="hc" y="b"/>
              </a:cxn>
              <a:cxn ang="0">
                <a:pos x="r" y="vc"/>
              </a:cxn>
            </a:cxnLst>
            <a:rect l="l" t="t" r="r" b="b"/>
            <a:pathLst>
              <a:path w="8972" h="5916">
                <a:moveTo>
                  <a:pt x="6251" y="0"/>
                </a:moveTo>
                <a:lnTo>
                  <a:pt x="6210" y="259"/>
                </a:lnTo>
                <a:lnTo>
                  <a:pt x="6100" y="213"/>
                </a:lnTo>
                <a:lnTo>
                  <a:pt x="4964" y="873"/>
                </a:lnTo>
                <a:lnTo>
                  <a:pt x="7643" y="1623"/>
                </a:lnTo>
                <a:lnTo>
                  <a:pt x="5557" y="2350"/>
                </a:lnTo>
                <a:lnTo>
                  <a:pt x="8972" y="3261"/>
                </a:lnTo>
                <a:lnTo>
                  <a:pt x="8972" y="3877"/>
                </a:lnTo>
                <a:lnTo>
                  <a:pt x="5648" y="5916"/>
                </a:lnTo>
                <a:lnTo>
                  <a:pt x="0" y="5916"/>
                </a:lnTo>
                <a:lnTo>
                  <a:pt x="6923" y="3366"/>
                </a:lnTo>
                <a:lnTo>
                  <a:pt x="3323" y="2453"/>
                </a:lnTo>
                <a:lnTo>
                  <a:pt x="5888" y="1643"/>
                </a:lnTo>
                <a:lnTo>
                  <a:pt x="3878" y="1028"/>
                </a:lnTo>
                <a:lnTo>
                  <a:pt x="5939" y="146"/>
                </a:lnTo>
                <a:lnTo>
                  <a:pt x="5877" y="120"/>
                </a:lnTo>
                <a:lnTo>
                  <a:pt x="6251" y="0"/>
                </a:lnTo>
                <a:close/>
              </a:path>
            </a:pathLst>
          </a:custGeom>
          <a:gradFill>
            <a:gsLst>
              <a:gs pos="0">
                <a:schemeClr val="accent1">
                  <a:alpha val="100000"/>
                  <a:lumMod val="0"/>
                  <a:lumOff val="100000"/>
                </a:schemeClr>
              </a:gs>
              <a:gs pos="50000">
                <a:schemeClr val="accent1">
                  <a:alpha val="100000"/>
                  <a:lumMod val="13000"/>
                  <a:lumOff val="87000"/>
                </a:schemeClr>
              </a:gs>
              <a:gs pos="100000">
                <a:schemeClr val="accent1">
                  <a:lumMod val="25000"/>
                  <a:lumOff val="75000"/>
                </a:schemeClr>
              </a:gs>
            </a:gsLst>
            <a:lin ang="17996653"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75" name="边界"/>
          <p:cNvSpPr/>
          <p:nvPr>
            <p:custDataLst>
              <p:tags r:id="rId16"/>
            </p:custDataLst>
          </p:nvPr>
        </p:nvSpPr>
        <p:spPr>
          <a:xfrm>
            <a:off x="3090897" y="1368493"/>
            <a:ext cx="6506140" cy="4243450"/>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76" name="任意多边形: 形状 32"/>
          <p:cNvSpPr/>
          <p:nvPr>
            <p:custDataLst>
              <p:tags r:id="rId17"/>
            </p:custDataLst>
          </p:nvPr>
        </p:nvSpPr>
        <p:spPr>
          <a:xfrm>
            <a:off x="632460" y="1403985"/>
            <a:ext cx="11398250" cy="2608580"/>
          </a:xfrm>
          <a:custGeom>
            <a:avLst/>
            <a:gdLst>
              <a:gd name="connsiteX0" fmla="*/ 6632141 w 6632141"/>
              <a:gd name="connsiteY0" fmla="*/ 0 h 2059702"/>
              <a:gd name="connsiteX1" fmla="*/ 6071115 w 6632141"/>
              <a:gd name="connsiteY1" fmla="*/ 2059703 h 2059702"/>
              <a:gd name="connsiteX2" fmla="*/ 0 w 6632141"/>
              <a:gd name="connsiteY2" fmla="*/ 2059703 h 2059702"/>
              <a:gd name="connsiteX3" fmla="*/ 0 w 6632141"/>
              <a:gd name="connsiteY3" fmla="*/ 0 h 2059702"/>
              <a:gd name="connsiteX4" fmla="*/ 6632141 w 6632141"/>
              <a:gd name="connsiteY4" fmla="*/ 0 h 205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2141" h="2059702">
                <a:moveTo>
                  <a:pt x="6632141" y="0"/>
                </a:moveTo>
                <a:lnTo>
                  <a:pt x="6071115" y="2059703"/>
                </a:lnTo>
                <a:lnTo>
                  <a:pt x="0" y="2059703"/>
                </a:lnTo>
                <a:lnTo>
                  <a:pt x="0" y="0"/>
                </a:lnTo>
                <a:lnTo>
                  <a:pt x="6632141" y="0"/>
                </a:lnTo>
                <a:close/>
              </a:path>
            </a:pathLst>
          </a:cu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56285" tIns="0" rIns="720090" bIns="7175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indent="0" algn="l" fontAlgn="auto">
              <a:lnSpc>
                <a:spcPct val="150000"/>
              </a:lnSpc>
              <a:buClrTx/>
              <a:buSzTx/>
              <a:buFontTx/>
            </a:pPr>
            <a:r>
              <a:rPr lang="zh-CN" altLang="en-US" sz="2800" b="1" kern="0" dirty="0">
                <a:ln>
                  <a:noFill/>
                  <a:prstDash val="sysDot"/>
                </a:ln>
                <a:solidFill>
                  <a:srgbClr val="262626"/>
                </a:solidFill>
                <a:latin typeface="+mn-ea"/>
                <a:cs typeface="+mn-ea"/>
                <a:sym typeface="+mn-ea"/>
              </a:rPr>
              <a:t>（一）性质与地位</a:t>
            </a:r>
            <a:endParaRPr lang="en-US" altLang="zh-CN" sz="2800" b="1" kern="0" dirty="0">
              <a:ln>
                <a:noFill/>
                <a:prstDash val="sysDot"/>
              </a:ln>
              <a:solidFill>
                <a:srgbClr val="262626"/>
              </a:solidFill>
              <a:latin typeface="+mn-ea"/>
              <a:cs typeface="+mn-ea"/>
              <a:sym typeface="+mn-ea"/>
            </a:endParaRPr>
          </a:p>
          <a:p>
            <a:pPr lvl="0" indent="0" algn="l" fontAlgn="auto">
              <a:lnSpc>
                <a:spcPct val="150000"/>
              </a:lnSpc>
              <a:buClrTx/>
              <a:buSzTx/>
              <a:buFontTx/>
            </a:pPr>
            <a:r>
              <a:rPr lang="en-US" altLang="zh-CN" sz="2400" b="1" kern="0" dirty="0">
                <a:ln>
                  <a:noFill/>
                  <a:prstDash val="sysDot"/>
                </a:ln>
                <a:solidFill>
                  <a:srgbClr val="262626"/>
                </a:solidFill>
                <a:latin typeface="+mn-ea"/>
                <a:sym typeface="+mn-ea"/>
              </a:rPr>
              <a:t>1.</a:t>
            </a:r>
            <a:r>
              <a:rPr lang="zh-CN" altLang="en-US" sz="2400" b="1" kern="0" dirty="0">
                <a:ln>
                  <a:noFill/>
                  <a:prstDash val="sysDot"/>
                </a:ln>
                <a:solidFill>
                  <a:srgbClr val="262626"/>
                </a:solidFill>
                <a:latin typeface="+mn-ea"/>
                <a:sym typeface="+mn-ea"/>
              </a:rPr>
              <a:t>本级人民代表大会的常设机关，</a:t>
            </a:r>
            <a:r>
              <a:rPr lang="zh-CN" altLang="en-US" sz="2400" kern="0" dirty="0">
                <a:ln>
                  <a:noFill/>
                  <a:prstDash val="sysDot"/>
                </a:ln>
                <a:solidFill>
                  <a:srgbClr val="262626"/>
                </a:solidFill>
                <a:latin typeface="+mn-ea"/>
                <a:sym typeface="+mn-ea"/>
              </a:rPr>
              <a:t>在人大闭会期间行使地方国家权力机关的职权。</a:t>
            </a:r>
            <a:r>
              <a:rPr lang="en-US" altLang="zh-CN" sz="2400" b="1" kern="0" dirty="0">
                <a:ln>
                  <a:noFill/>
                  <a:prstDash val="sysDot"/>
                </a:ln>
                <a:solidFill>
                  <a:srgbClr val="262626"/>
                </a:solidFill>
                <a:latin typeface="+mn-ea"/>
                <a:sym typeface="+mn-ea"/>
              </a:rPr>
              <a:t>2.</a:t>
            </a:r>
            <a:r>
              <a:rPr lang="zh-CN" altLang="en-US" sz="2400" b="1" kern="0" dirty="0">
                <a:ln>
                  <a:noFill/>
                  <a:prstDash val="sysDot"/>
                </a:ln>
                <a:solidFill>
                  <a:srgbClr val="262626"/>
                </a:solidFill>
                <a:latin typeface="+mn-ea"/>
                <a:sym typeface="+mn-ea"/>
              </a:rPr>
              <a:t>对本级人民代表大会负责并报告工作。</a:t>
            </a:r>
            <a:r>
              <a:rPr lang="en-US" altLang="zh-CN" sz="2400" b="1" kern="0" dirty="0">
                <a:ln>
                  <a:noFill/>
                  <a:prstDash val="sysDot"/>
                </a:ln>
                <a:solidFill>
                  <a:srgbClr val="262626"/>
                </a:solidFill>
                <a:latin typeface="+mn-ea"/>
                <a:sym typeface="+mn-ea"/>
              </a:rPr>
              <a:t>3.</a:t>
            </a:r>
            <a:r>
              <a:rPr lang="zh-CN" altLang="en-US" sz="2400" b="1" kern="0" dirty="0">
                <a:ln>
                  <a:noFill/>
                  <a:prstDash val="sysDot"/>
                </a:ln>
                <a:solidFill>
                  <a:srgbClr val="262626"/>
                </a:solidFill>
                <a:latin typeface="+mn-ea"/>
                <a:sym typeface="+mn-ea"/>
              </a:rPr>
              <a:t>负责监督本级</a:t>
            </a:r>
            <a:r>
              <a:rPr lang="zh-CN" altLang="en-US" sz="2400" kern="0" dirty="0">
                <a:ln>
                  <a:noFill/>
                  <a:prstDash val="sysDot"/>
                </a:ln>
                <a:solidFill>
                  <a:srgbClr val="262626"/>
                </a:solidFill>
                <a:latin typeface="+mn-ea"/>
                <a:sym typeface="+mn-ea"/>
              </a:rPr>
              <a:t>人民政府、监察委员会、人民法院和人民检察院等其他国家机关。</a:t>
            </a:r>
            <a:endParaRPr lang="zh-CN" altLang="en-US" sz="2400" kern="0" dirty="0">
              <a:ln>
                <a:noFill/>
                <a:prstDash val="sysDot"/>
              </a:ln>
              <a:solidFill>
                <a:srgbClr val="262626"/>
              </a:solidFill>
              <a:latin typeface="+mn-ea"/>
              <a:sym typeface="+mn-ea"/>
            </a:endParaRPr>
          </a:p>
        </p:txBody>
      </p:sp>
      <p:sp>
        <p:nvSpPr>
          <p:cNvPr id="77" name="任意多边形: 形状 33"/>
          <p:cNvSpPr/>
          <p:nvPr>
            <p:custDataLst>
              <p:tags r:id="rId18"/>
            </p:custDataLst>
          </p:nvPr>
        </p:nvSpPr>
        <p:spPr>
          <a:xfrm>
            <a:off x="332105" y="4028440"/>
            <a:ext cx="11771630" cy="2679700"/>
          </a:xfrm>
          <a:custGeom>
            <a:avLst/>
            <a:gdLst>
              <a:gd name="connsiteX0" fmla="*/ 5959773 w 5959772"/>
              <a:gd name="connsiteY0" fmla="*/ 0 h 2059702"/>
              <a:gd name="connsiteX1" fmla="*/ 5398747 w 5959772"/>
              <a:gd name="connsiteY1" fmla="*/ 2059703 h 2059702"/>
              <a:gd name="connsiteX2" fmla="*/ 0 w 5959772"/>
              <a:gd name="connsiteY2" fmla="*/ 2059703 h 2059702"/>
              <a:gd name="connsiteX3" fmla="*/ 0 w 5959772"/>
              <a:gd name="connsiteY3" fmla="*/ 0 h 2059702"/>
              <a:gd name="connsiteX4" fmla="*/ 5959773 w 5959772"/>
              <a:gd name="connsiteY4" fmla="*/ 0 h 2059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9772" h="2059702">
                <a:moveTo>
                  <a:pt x="5959773" y="0"/>
                </a:moveTo>
                <a:lnTo>
                  <a:pt x="5398747" y="2059703"/>
                </a:lnTo>
                <a:lnTo>
                  <a:pt x="0" y="2059703"/>
                </a:lnTo>
                <a:lnTo>
                  <a:pt x="0" y="0"/>
                </a:lnTo>
                <a:lnTo>
                  <a:pt x="5959773" y="0"/>
                </a:lnTo>
                <a:close/>
              </a:path>
            </a:pathLst>
          </a:custGeom>
          <a:solidFill>
            <a:srgbClr val="FFFFFF"/>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756285" tIns="0" rIns="720090" bIns="7175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lnSpc>
                <a:spcPct val="150000"/>
              </a:lnSpc>
              <a:buClrTx/>
              <a:buSzTx/>
              <a:buFontTx/>
            </a:pPr>
            <a:r>
              <a:rPr lang="zh-CN" altLang="en-US" sz="2800" b="1" kern="0" dirty="0">
                <a:ln>
                  <a:noFill/>
                  <a:prstDash val="sysDot"/>
                </a:ln>
                <a:solidFill>
                  <a:srgbClr val="262626"/>
                </a:solidFill>
                <a:latin typeface="+mn-ea"/>
                <a:sym typeface="+mn-ea"/>
              </a:rPr>
              <a:t>（二）组成与任期</a:t>
            </a:r>
            <a:r>
              <a:rPr lang="en-US" altLang="zh-CN" sz="2800" b="1" kern="0" dirty="0">
                <a:ln>
                  <a:noFill/>
                  <a:prstDash val="sysDot"/>
                </a:ln>
                <a:solidFill>
                  <a:srgbClr val="262626"/>
                </a:solidFill>
                <a:latin typeface="+mn-ea"/>
                <a:sym typeface="+mn-ea"/>
              </a:rPr>
              <a:t>  </a:t>
            </a:r>
            <a:r>
              <a:rPr lang="en-US" altLang="zh-CN" sz="2400" b="1" kern="0" dirty="0">
                <a:ln>
                  <a:noFill/>
                  <a:prstDash val="sysDot"/>
                </a:ln>
                <a:solidFill>
                  <a:srgbClr val="262626"/>
                </a:solidFill>
                <a:latin typeface="+mn-ea"/>
                <a:sym typeface="+mn-ea"/>
              </a:rPr>
              <a:t>• </a:t>
            </a:r>
            <a:r>
              <a:rPr lang="zh-CN" altLang="en-US" sz="2400" b="1" kern="0" dirty="0">
                <a:ln>
                  <a:noFill/>
                  <a:prstDash val="sysDot"/>
                </a:ln>
                <a:solidFill>
                  <a:srgbClr val="262626"/>
                </a:solidFill>
                <a:latin typeface="+mn-ea"/>
                <a:sym typeface="+mn-ea"/>
              </a:rPr>
              <a:t>组成人员：</a:t>
            </a:r>
            <a:r>
              <a:rPr lang="zh-CN" altLang="en-US" sz="2400" kern="0" dirty="0">
                <a:ln>
                  <a:noFill/>
                  <a:prstDash val="sysDot"/>
                </a:ln>
                <a:solidFill>
                  <a:srgbClr val="262626"/>
                </a:solidFill>
                <a:latin typeface="+mn-ea"/>
                <a:sym typeface="+mn-ea"/>
              </a:rPr>
              <a:t>从本级人大代表中选举产生，包括主任、副主任若干人、秘书长（县级常委会不设秘书长）和委员若干人。</a:t>
            </a:r>
            <a:r>
              <a:rPr lang="en-US" altLang="zh-CN" sz="2400" b="1" kern="0" dirty="0">
                <a:ln>
                  <a:noFill/>
                  <a:prstDash val="sysDot"/>
                </a:ln>
                <a:solidFill>
                  <a:srgbClr val="262626"/>
                </a:solidFill>
                <a:latin typeface="+mn-ea"/>
                <a:sym typeface="+mn-ea"/>
              </a:rPr>
              <a:t>• </a:t>
            </a:r>
            <a:r>
              <a:rPr lang="zh-CN" altLang="en-US" sz="2400" b="1" kern="0" dirty="0">
                <a:ln>
                  <a:noFill/>
                  <a:prstDash val="sysDot"/>
                </a:ln>
                <a:solidFill>
                  <a:srgbClr val="262626"/>
                </a:solidFill>
                <a:latin typeface="+mn-ea"/>
                <a:sym typeface="+mn-ea"/>
              </a:rPr>
              <a:t>任职限制：</a:t>
            </a:r>
            <a:r>
              <a:rPr lang="zh-CN" altLang="en-US" sz="2400" kern="0" dirty="0">
                <a:ln>
                  <a:noFill/>
                  <a:prstDash val="sysDot"/>
                </a:ln>
                <a:solidFill>
                  <a:srgbClr val="262626"/>
                </a:solidFill>
                <a:latin typeface="+mn-ea"/>
                <a:sym typeface="+mn-ea"/>
              </a:rPr>
              <a:t>组成人员不得兼任国家行政机关、监察机关、审判机关和检察机关的职务，以确保监督的独立性与公正性。</a:t>
            </a:r>
            <a:r>
              <a:rPr lang="en-US" altLang="zh-CN" sz="2400" b="1" kern="0" dirty="0">
                <a:ln>
                  <a:noFill/>
                  <a:prstDash val="sysDot"/>
                </a:ln>
                <a:solidFill>
                  <a:srgbClr val="262626"/>
                </a:solidFill>
                <a:latin typeface="+mn-ea"/>
                <a:sym typeface="+mn-ea"/>
              </a:rPr>
              <a:t>• </a:t>
            </a:r>
            <a:r>
              <a:rPr lang="zh-CN" altLang="en-US" sz="2400" b="1" kern="0" dirty="0">
                <a:ln>
                  <a:noFill/>
                  <a:prstDash val="sysDot"/>
                </a:ln>
                <a:solidFill>
                  <a:srgbClr val="262626"/>
                </a:solidFill>
                <a:latin typeface="+mn-ea"/>
                <a:sym typeface="+mn-ea"/>
              </a:rPr>
              <a:t>任期：</a:t>
            </a:r>
            <a:r>
              <a:rPr lang="zh-CN" altLang="en-US" sz="2400" kern="0" dirty="0">
                <a:ln>
                  <a:noFill/>
                  <a:prstDash val="sysDot"/>
                </a:ln>
                <a:solidFill>
                  <a:srgbClr val="262626"/>
                </a:solidFill>
                <a:latin typeface="+mn-ea"/>
                <a:sym typeface="+mn-ea"/>
              </a:rPr>
              <a:t>与同级人民代表大会任期相同，每届</a:t>
            </a:r>
            <a:r>
              <a:rPr lang="en-US" altLang="zh-CN" sz="2400" kern="0" dirty="0">
                <a:ln>
                  <a:noFill/>
                  <a:prstDash val="sysDot"/>
                </a:ln>
                <a:solidFill>
                  <a:srgbClr val="262626"/>
                </a:solidFill>
                <a:latin typeface="+mn-ea"/>
                <a:sym typeface="+mn-ea"/>
              </a:rPr>
              <a:t>5</a:t>
            </a:r>
            <a:r>
              <a:rPr lang="zh-CN" altLang="en-US" sz="2400" kern="0" dirty="0">
                <a:ln>
                  <a:noFill/>
                  <a:prstDash val="sysDot"/>
                </a:ln>
                <a:solidFill>
                  <a:srgbClr val="262626"/>
                </a:solidFill>
                <a:latin typeface="+mn-ea"/>
                <a:sym typeface="+mn-ea"/>
              </a:rPr>
              <a:t>年。</a:t>
            </a:r>
            <a:endParaRPr lang="zh-CN" altLang="en-US" sz="2400" kern="0" dirty="0">
              <a:ln>
                <a:noFill/>
                <a:prstDash val="sysDot"/>
              </a:ln>
              <a:solidFill>
                <a:srgbClr val="262626"/>
              </a:solidFill>
              <a:latin typeface="+mn-ea"/>
              <a:sym typeface="+mn-ea"/>
            </a:endParaRPr>
          </a:p>
        </p:txBody>
      </p:sp>
      <p:sp>
        <p:nvSpPr>
          <p:cNvPr id="78" name="矩形 77"/>
          <p:cNvSpPr/>
          <p:nvPr>
            <p:custDataLst>
              <p:tags r:id="rId19"/>
            </p:custDataLst>
          </p:nvPr>
        </p:nvSpPr>
        <p:spPr>
          <a:xfrm>
            <a:off x="331699" y="1986639"/>
            <a:ext cx="637431" cy="6374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79" name="图片 15" descr="/data/temp/2c8886a2-954b-11f0-af5b-72ecbdd5775c.svg2c8886a2-954b-11f0-af5b-72ecbdd5775c"/>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rcRect/>
          <a:stretch>
            <a:fillRect/>
          </a:stretch>
        </p:blipFill>
        <p:spPr>
          <a:xfrm>
            <a:off x="491351" y="2136812"/>
            <a:ext cx="318126" cy="318126"/>
          </a:xfrm>
          <a:prstGeom prst="rect">
            <a:avLst/>
          </a:prstGeom>
        </p:spPr>
      </p:pic>
      <p:sp>
        <p:nvSpPr>
          <p:cNvPr id="80" name="矩形 79"/>
          <p:cNvSpPr/>
          <p:nvPr>
            <p:custDataLst>
              <p:tags r:id="rId23"/>
            </p:custDataLst>
          </p:nvPr>
        </p:nvSpPr>
        <p:spPr>
          <a:xfrm>
            <a:off x="172314" y="4551405"/>
            <a:ext cx="637431" cy="63743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81" name="图片 16" descr="/data/temp/2c888773-954b-11f0-af5b-72ecbdd5775c.svg2c888773-954b-11f0-af5b-72ecbdd5775c"/>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rcRect/>
          <a:stretch>
            <a:fillRect/>
          </a:stretch>
        </p:blipFill>
        <p:spPr>
          <a:xfrm>
            <a:off x="314774" y="4678626"/>
            <a:ext cx="317291" cy="317291"/>
          </a:xfrm>
          <a:prstGeom prst="rect">
            <a:avLst/>
          </a:prstGeom>
        </p:spPr>
      </p:pic>
    </p:spTree>
    <p:custDataLst>
      <p:tags r:id="rId27"/>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latin typeface="微软雅黑" panose="020B0503020204020204" charset="-122"/>
                <a:ea typeface="微软雅黑" panose="020B0503020204020204" charset="-122"/>
                <a:cs typeface="微软雅黑" panose="020B0503020204020204" charset="-122"/>
                <a:sym typeface="+mn-ea"/>
              </a:rPr>
              <a:t>（三）主要职权</a:t>
            </a:r>
            <a:endParaRPr lang="en-US" altLang="zh-CN"/>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9" name="矩形 8"/>
          <p:cNvSpPr/>
          <p:nvPr>
            <p:custDataLst>
              <p:tags r:id="rId3"/>
            </p:custDataLst>
          </p:nvPr>
        </p:nvSpPr>
        <p:spPr>
          <a:xfrm>
            <a:off x="200660" y="1190625"/>
            <a:ext cx="11803380" cy="5562600"/>
          </a:xfrm>
          <a:prstGeom prst="rect">
            <a:avLst/>
          </a:prstGeom>
          <a:solidFill>
            <a:schemeClr val="bg2"/>
          </a:solidFill>
          <a:ln>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0" rIns="720000" rtlCol="0" anchor="ctr"/>
          <a:lstStyle/>
          <a:p>
            <a:pPr>
              <a:lnSpc>
                <a:spcPct val="130000"/>
              </a:lnSpc>
            </a:pPr>
            <a:endParaRPr lang="zh-CN" altLang="en-US" kern="0" spc="0" dirty="0">
              <a:ln>
                <a:noFill/>
                <a:prstDash val="sysDot"/>
              </a:ln>
              <a:solidFill>
                <a:schemeClr val="tx1">
                  <a:lumMod val="85000"/>
                  <a:lumOff val="15000"/>
                </a:schemeClr>
              </a:solidFill>
              <a:latin typeface="+mn-ea"/>
              <a:ea typeface="+mn-ea"/>
              <a:sym typeface="+mn-ea"/>
            </a:endParaRPr>
          </a:p>
        </p:txBody>
      </p:sp>
      <p:cxnSp>
        <p:nvCxnSpPr>
          <p:cNvPr id="21" name="直接连接符 20"/>
          <p:cNvCxnSpPr/>
          <p:nvPr>
            <p:custDataLst>
              <p:tags r:id="rId4"/>
            </p:custDataLst>
          </p:nvPr>
        </p:nvCxnSpPr>
        <p:spPr>
          <a:xfrm>
            <a:off x="926465" y="6446520"/>
            <a:ext cx="450427"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5"/>
            </p:custDataLst>
          </p:nvPr>
        </p:nvCxnSpPr>
        <p:spPr>
          <a:xfrm>
            <a:off x="1971040" y="6446520"/>
            <a:ext cx="8938260" cy="0"/>
          </a:xfrm>
          <a:prstGeom prst="line">
            <a:avLst/>
          </a:prstGeom>
          <a:ln w="12700">
            <a:solidFill>
              <a:schemeClr val="accent1">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6"/>
            </p:custDataLst>
          </p:nvPr>
        </p:nvSpPr>
        <p:spPr>
          <a:xfrm>
            <a:off x="200660" y="1190625"/>
            <a:ext cx="11802745" cy="5297805"/>
          </a:xfrm>
          <a:prstGeom prst="rect">
            <a:avLst/>
          </a:prstGeom>
          <a:noFill/>
        </p:spPr>
        <p:txBody>
          <a:bodyPr wrap="square" rtlCol="0" anchor="ctr" anchorCtr="0">
            <a:noAutofit/>
          </a:bodyPr>
          <a:lstStyle/>
          <a:p>
            <a:pPr indent="0" algn="just" fontAlgn="auto">
              <a:lnSpc>
                <a:spcPct val="140000"/>
              </a:lnSpc>
            </a:pPr>
            <a:r>
              <a:rPr lang="en-US" altLang="zh-CN" sz="2400" b="1" kern="0" dirty="0">
                <a:ln>
                  <a:noFill/>
                  <a:prstDash val="sysDot"/>
                </a:ln>
                <a:solidFill>
                  <a:schemeClr val="tx1">
                    <a:lumMod val="85000"/>
                    <a:lumOff val="15000"/>
                  </a:schemeClr>
                </a:solidFill>
                <a:latin typeface="+mn-ea"/>
                <a:sym typeface="+mn-ea"/>
              </a:rPr>
              <a:t>1.</a:t>
            </a:r>
            <a:r>
              <a:rPr lang="zh-CN" altLang="en-US" sz="2400" b="1" kern="0" dirty="0">
                <a:ln>
                  <a:noFill/>
                  <a:prstDash val="sysDot"/>
                </a:ln>
                <a:solidFill>
                  <a:schemeClr val="tx1">
                    <a:lumMod val="85000"/>
                    <a:lumOff val="15000"/>
                  </a:schemeClr>
                </a:solidFill>
                <a:latin typeface="+mn-ea"/>
                <a:sym typeface="+mn-ea"/>
              </a:rPr>
              <a:t>保证与执行：</a:t>
            </a:r>
            <a:r>
              <a:rPr lang="zh-CN" altLang="en-US" sz="2400" kern="0" dirty="0">
                <a:ln>
                  <a:noFill/>
                  <a:prstDash val="sysDot"/>
                </a:ln>
                <a:solidFill>
                  <a:schemeClr val="tx1">
                    <a:lumMod val="85000"/>
                    <a:lumOff val="15000"/>
                  </a:schemeClr>
                </a:solidFill>
                <a:latin typeface="+mn-ea"/>
                <a:sym typeface="+mn-ea"/>
              </a:rPr>
              <a:t>在本行政区域内，保证宪法、法律、行政法规和上级决议的遵守和执行。</a:t>
            </a:r>
            <a:endParaRPr lang="zh-CN" altLang="en-US" sz="2400" kern="0" dirty="0">
              <a:ln>
                <a:noFill/>
                <a:prstDash val="sysDot"/>
              </a:ln>
              <a:solidFill>
                <a:schemeClr val="tx1">
                  <a:lumMod val="85000"/>
                  <a:lumOff val="15000"/>
                </a:schemeClr>
              </a:solidFill>
              <a:latin typeface="+mn-ea"/>
              <a:sym typeface="+mn-ea"/>
            </a:endParaRPr>
          </a:p>
          <a:p>
            <a:pPr indent="0" algn="just" fontAlgn="auto">
              <a:lnSpc>
                <a:spcPct val="140000"/>
              </a:lnSpc>
            </a:pPr>
            <a:r>
              <a:rPr lang="en-US" altLang="zh-CN" sz="2400" b="1" kern="0" dirty="0">
                <a:ln>
                  <a:noFill/>
                  <a:prstDash val="sysDot"/>
                </a:ln>
                <a:solidFill>
                  <a:schemeClr val="tx1">
                    <a:lumMod val="85000"/>
                    <a:lumOff val="15000"/>
                  </a:schemeClr>
                </a:solidFill>
                <a:latin typeface="+mn-ea"/>
                <a:sym typeface="+mn-ea"/>
              </a:rPr>
              <a:t>2.</a:t>
            </a:r>
            <a:r>
              <a:rPr lang="zh-CN" altLang="en-US" sz="2400" b="1" kern="0" dirty="0">
                <a:ln>
                  <a:noFill/>
                  <a:prstDash val="sysDot"/>
                </a:ln>
                <a:solidFill>
                  <a:schemeClr val="tx1">
                    <a:lumMod val="85000"/>
                    <a:lumOff val="15000"/>
                  </a:schemeClr>
                </a:solidFill>
                <a:latin typeface="+mn-ea"/>
                <a:sym typeface="+mn-ea"/>
              </a:rPr>
              <a:t>会议相关：</a:t>
            </a:r>
            <a:r>
              <a:rPr lang="zh-CN" altLang="en-US" sz="2400" kern="0" dirty="0">
                <a:ln>
                  <a:noFill/>
                  <a:prstDash val="sysDot"/>
                </a:ln>
                <a:solidFill>
                  <a:schemeClr val="tx1">
                    <a:lumMod val="85000"/>
                    <a:lumOff val="15000"/>
                  </a:schemeClr>
                </a:solidFill>
                <a:latin typeface="+mn-ea"/>
                <a:sym typeface="+mn-ea"/>
              </a:rPr>
              <a:t>领导或主持本级人大代表的选举，召集本级人民代表大会会议。</a:t>
            </a:r>
            <a:endParaRPr lang="zh-CN" altLang="en-US" sz="2400" kern="0" dirty="0">
              <a:ln>
                <a:noFill/>
                <a:prstDash val="sysDot"/>
              </a:ln>
              <a:solidFill>
                <a:schemeClr val="tx1">
                  <a:lumMod val="85000"/>
                  <a:lumOff val="15000"/>
                </a:schemeClr>
              </a:solidFill>
              <a:latin typeface="+mn-ea"/>
              <a:sym typeface="+mn-ea"/>
            </a:endParaRPr>
          </a:p>
          <a:p>
            <a:pPr indent="0" algn="just" fontAlgn="auto">
              <a:lnSpc>
                <a:spcPct val="140000"/>
              </a:lnSpc>
            </a:pPr>
            <a:r>
              <a:rPr lang="en-US" altLang="zh-CN" sz="2400" b="1" kern="0" dirty="0">
                <a:ln>
                  <a:noFill/>
                  <a:prstDash val="sysDot"/>
                </a:ln>
                <a:solidFill>
                  <a:schemeClr val="tx1">
                    <a:lumMod val="85000"/>
                    <a:lumOff val="15000"/>
                  </a:schemeClr>
                </a:solidFill>
                <a:latin typeface="+mn-ea"/>
                <a:sym typeface="+mn-ea"/>
              </a:rPr>
              <a:t>3.</a:t>
            </a:r>
            <a:r>
              <a:rPr lang="zh-CN" altLang="en-US" sz="2400" b="1" kern="0" dirty="0">
                <a:ln>
                  <a:noFill/>
                  <a:prstDash val="sysDot"/>
                </a:ln>
                <a:solidFill>
                  <a:schemeClr val="tx1">
                    <a:lumMod val="85000"/>
                    <a:lumOff val="15000"/>
                  </a:schemeClr>
                </a:solidFill>
                <a:latin typeface="+mn-ea"/>
                <a:sym typeface="+mn-ea"/>
              </a:rPr>
              <a:t>重大事项决定权：</a:t>
            </a:r>
            <a:r>
              <a:rPr lang="zh-CN" altLang="en-US" sz="2400" kern="0" dirty="0">
                <a:ln>
                  <a:noFill/>
                  <a:prstDash val="sysDot"/>
                </a:ln>
                <a:solidFill>
                  <a:schemeClr val="tx1">
                    <a:lumMod val="85000"/>
                    <a:lumOff val="15000"/>
                  </a:schemeClr>
                </a:solidFill>
                <a:latin typeface="+mn-ea"/>
                <a:sym typeface="+mn-ea"/>
              </a:rPr>
              <a:t>讨论、决定政治、经济、教育、科学、文化、卫生等重大工作。根据政府建议，决定计划与预算的部分变更。决定授予地方荣誉称号。</a:t>
            </a:r>
            <a:endParaRPr lang="zh-CN" altLang="en-US" sz="2400" kern="0" dirty="0">
              <a:ln>
                <a:noFill/>
                <a:prstDash val="sysDot"/>
              </a:ln>
              <a:solidFill>
                <a:schemeClr val="tx1">
                  <a:lumMod val="85000"/>
                  <a:lumOff val="15000"/>
                </a:schemeClr>
              </a:solidFill>
              <a:latin typeface="+mn-ea"/>
              <a:sym typeface="+mn-ea"/>
            </a:endParaRPr>
          </a:p>
          <a:p>
            <a:pPr indent="0" algn="just" fontAlgn="auto">
              <a:lnSpc>
                <a:spcPct val="140000"/>
              </a:lnSpc>
            </a:pPr>
            <a:r>
              <a:rPr lang="en-US" altLang="zh-CN" sz="2400" b="1" kern="0" dirty="0">
                <a:ln>
                  <a:noFill/>
                  <a:prstDash val="sysDot"/>
                </a:ln>
                <a:solidFill>
                  <a:schemeClr val="tx1">
                    <a:lumMod val="85000"/>
                    <a:lumOff val="15000"/>
                  </a:schemeClr>
                </a:solidFill>
                <a:latin typeface="+mn-ea"/>
                <a:sym typeface="+mn-ea"/>
              </a:rPr>
              <a:t>4.</a:t>
            </a:r>
            <a:r>
              <a:rPr lang="zh-CN" altLang="en-US" sz="2400" b="1" kern="0" dirty="0">
                <a:ln>
                  <a:noFill/>
                  <a:prstDash val="sysDot"/>
                </a:ln>
                <a:solidFill>
                  <a:schemeClr val="tx1">
                    <a:lumMod val="85000"/>
                    <a:lumOff val="15000"/>
                  </a:schemeClr>
                </a:solidFill>
                <a:latin typeface="+mn-ea"/>
                <a:sym typeface="+mn-ea"/>
              </a:rPr>
              <a:t>人事任免权（在人大闭会期间行使）：</a:t>
            </a:r>
            <a:r>
              <a:rPr lang="zh-CN" altLang="en-US" sz="2400" kern="0" dirty="0">
                <a:ln>
                  <a:noFill/>
                  <a:prstDash val="sysDot"/>
                </a:ln>
                <a:solidFill>
                  <a:schemeClr val="tx1">
                    <a:lumMod val="85000"/>
                    <a:lumOff val="15000"/>
                  </a:schemeClr>
                </a:solidFill>
                <a:latin typeface="+mn-ea"/>
                <a:sym typeface="+mn-ea"/>
              </a:rPr>
              <a:t>决定任免本级人民政府副职领导人及各部门正职负责人。任免本级监察委员会、人民法院、人民检察院的副职及以下人员。批准任免下一级人民检察院检察长。决定撤销个别政府副职领导人员的职务。</a:t>
            </a:r>
            <a:endParaRPr lang="zh-CN" altLang="en-US" sz="2400" kern="0" dirty="0">
              <a:ln>
                <a:noFill/>
                <a:prstDash val="sysDot"/>
              </a:ln>
              <a:solidFill>
                <a:schemeClr val="tx1">
                  <a:lumMod val="85000"/>
                  <a:lumOff val="15000"/>
                </a:schemeClr>
              </a:solidFill>
              <a:latin typeface="+mn-ea"/>
              <a:sym typeface="+mn-ea"/>
            </a:endParaRPr>
          </a:p>
          <a:p>
            <a:pPr indent="0" algn="just" fontAlgn="auto">
              <a:lnSpc>
                <a:spcPct val="140000"/>
              </a:lnSpc>
            </a:pPr>
            <a:r>
              <a:rPr lang="en-US" altLang="zh-CN" sz="2400" b="1" kern="0" dirty="0">
                <a:ln>
                  <a:noFill/>
                  <a:prstDash val="sysDot"/>
                </a:ln>
                <a:solidFill>
                  <a:schemeClr val="tx1">
                    <a:lumMod val="85000"/>
                    <a:lumOff val="15000"/>
                  </a:schemeClr>
                </a:solidFill>
                <a:latin typeface="+mn-ea"/>
                <a:sym typeface="+mn-ea"/>
              </a:rPr>
              <a:t>5.</a:t>
            </a:r>
            <a:r>
              <a:rPr lang="zh-CN" altLang="en-US" sz="2400" b="1" kern="0" dirty="0">
                <a:ln>
                  <a:noFill/>
                  <a:prstDash val="sysDot"/>
                </a:ln>
                <a:solidFill>
                  <a:schemeClr val="tx1">
                    <a:lumMod val="85000"/>
                    <a:lumOff val="15000"/>
                  </a:schemeClr>
                </a:solidFill>
                <a:latin typeface="+mn-ea"/>
                <a:sym typeface="+mn-ea"/>
              </a:rPr>
              <a:t>监督权：</a:t>
            </a:r>
            <a:r>
              <a:rPr lang="zh-CN" altLang="en-US" sz="2400" kern="0" dirty="0">
                <a:ln>
                  <a:noFill/>
                  <a:prstDash val="sysDot"/>
                </a:ln>
                <a:solidFill>
                  <a:schemeClr val="tx1">
                    <a:lumMod val="85000"/>
                    <a:lumOff val="15000"/>
                  </a:schemeClr>
                </a:solidFill>
                <a:latin typeface="+mn-ea"/>
                <a:sym typeface="+mn-ea"/>
              </a:rPr>
              <a:t>监督</a:t>
            </a:r>
            <a:r>
              <a:rPr lang="en-US" altLang="zh-CN" sz="2400" kern="0" dirty="0">
                <a:ln>
                  <a:noFill/>
                  <a:prstDash val="sysDot"/>
                </a:ln>
                <a:solidFill>
                  <a:schemeClr val="tx1">
                    <a:lumMod val="85000"/>
                    <a:lumOff val="15000"/>
                  </a:schemeClr>
                </a:solidFill>
                <a:latin typeface="+mn-ea"/>
                <a:sym typeface="+mn-ea"/>
              </a:rPr>
              <a:t>“</a:t>
            </a:r>
            <a:r>
              <a:rPr lang="zh-CN" altLang="en-US" sz="2400" kern="0" dirty="0">
                <a:ln>
                  <a:noFill/>
                  <a:prstDash val="sysDot"/>
                </a:ln>
                <a:solidFill>
                  <a:schemeClr val="tx1">
                    <a:lumMod val="85000"/>
                    <a:lumOff val="15000"/>
                  </a:schemeClr>
                </a:solidFill>
                <a:latin typeface="+mn-ea"/>
                <a:sym typeface="+mn-ea"/>
              </a:rPr>
              <a:t>一府一委两院</a:t>
            </a:r>
            <a:r>
              <a:rPr lang="en-US" altLang="zh-CN" sz="2400" kern="0" dirty="0">
                <a:ln>
                  <a:noFill/>
                  <a:prstDash val="sysDot"/>
                </a:ln>
                <a:solidFill>
                  <a:schemeClr val="tx1">
                    <a:lumMod val="85000"/>
                    <a:lumOff val="15000"/>
                  </a:schemeClr>
                </a:solidFill>
                <a:latin typeface="+mn-ea"/>
                <a:sym typeface="+mn-ea"/>
              </a:rPr>
              <a:t>”</a:t>
            </a:r>
            <a:r>
              <a:rPr lang="zh-CN" altLang="en-US" sz="2400" kern="0" dirty="0">
                <a:ln>
                  <a:noFill/>
                  <a:prstDash val="sysDot"/>
                </a:ln>
                <a:solidFill>
                  <a:schemeClr val="tx1">
                    <a:lumMod val="85000"/>
                    <a:lumOff val="15000"/>
                  </a:schemeClr>
                </a:solidFill>
                <a:latin typeface="+mn-ea"/>
                <a:sym typeface="+mn-ea"/>
              </a:rPr>
              <a:t>工作；执法监督；行使撤销权。</a:t>
            </a:r>
            <a:endParaRPr lang="zh-CN" altLang="en-US" sz="2400" kern="0" dirty="0">
              <a:ln>
                <a:noFill/>
                <a:prstDash val="sysDot"/>
              </a:ln>
              <a:solidFill>
                <a:schemeClr val="tx1">
                  <a:lumMod val="85000"/>
                  <a:lumOff val="15000"/>
                </a:schemeClr>
              </a:solidFill>
              <a:latin typeface="+mn-ea"/>
              <a:sym typeface="+mn-ea"/>
            </a:endParaRPr>
          </a:p>
          <a:p>
            <a:pPr indent="0" algn="just" fontAlgn="auto">
              <a:lnSpc>
                <a:spcPct val="140000"/>
              </a:lnSpc>
            </a:pPr>
            <a:r>
              <a:rPr lang="en-US" altLang="zh-CN" sz="2400" b="1" kern="0" dirty="0">
                <a:ln>
                  <a:noFill/>
                  <a:prstDash val="sysDot"/>
                </a:ln>
                <a:solidFill>
                  <a:schemeClr val="tx1">
                    <a:lumMod val="85000"/>
                    <a:lumOff val="15000"/>
                  </a:schemeClr>
                </a:solidFill>
                <a:latin typeface="+mn-ea"/>
                <a:sym typeface="+mn-ea"/>
              </a:rPr>
              <a:t>6.</a:t>
            </a:r>
            <a:r>
              <a:rPr lang="zh-CN" altLang="en-US" sz="2400" b="1" kern="0" dirty="0">
                <a:ln>
                  <a:noFill/>
                  <a:prstDash val="sysDot"/>
                </a:ln>
                <a:solidFill>
                  <a:schemeClr val="tx1">
                    <a:lumMod val="85000"/>
                    <a:lumOff val="15000"/>
                  </a:schemeClr>
                </a:solidFill>
                <a:latin typeface="+mn-ea"/>
                <a:sym typeface="+mn-ea"/>
              </a:rPr>
              <a:t>立法权：</a:t>
            </a:r>
            <a:r>
              <a:rPr lang="zh-CN" altLang="en-US" sz="2400" kern="0" dirty="0">
                <a:ln>
                  <a:noFill/>
                  <a:prstDash val="sysDot"/>
                </a:ln>
                <a:solidFill>
                  <a:schemeClr val="tx1">
                    <a:lumMod val="85000"/>
                    <a:lumOff val="15000"/>
                  </a:schemeClr>
                </a:solidFill>
                <a:latin typeface="+mn-ea"/>
                <a:sym typeface="+mn-ea"/>
              </a:rPr>
              <a:t>省、自治区、直辖市和设区的市、自治州的人大常委会有权制定和颁布地方性法规。</a:t>
            </a:r>
            <a:endParaRPr lang="zh-CN" altLang="en-US" sz="2400" kern="0" dirty="0">
              <a:ln>
                <a:noFill/>
                <a:prstDash val="sysDot"/>
              </a:ln>
              <a:solidFill>
                <a:schemeClr val="tx1">
                  <a:lumMod val="85000"/>
                  <a:lumOff val="15000"/>
                </a:schemeClr>
              </a:solidFill>
              <a:latin typeface="+mn-ea"/>
              <a:sym typeface="+mn-ea"/>
            </a:endParaRPr>
          </a:p>
        </p:txBody>
      </p:sp>
    </p:spTree>
    <p:custDataLst>
      <p:tags r:id="rId7"/>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custDataLst>
              <p:tags r:id="rId1"/>
            </p:custDataLst>
          </p:nvPr>
        </p:nvSpPr>
        <p:spPr>
          <a:xfrm>
            <a:off x="532765" y="302895"/>
            <a:ext cx="7807960" cy="720090"/>
          </a:xfrm>
          <a:prstGeom prst="rect">
            <a:avLst/>
          </a:prstGeom>
        </p:spPr>
        <p:txBody>
          <a:bodyPr vert="horz" wrap="square" lIns="0" tIns="0" rIns="0" bIns="0" rtlCol="0" anchor="b" anchorCtr="0">
            <a:no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r>
              <a:rPr lang="zh-CN" altLang="en-US">
                <a:latin typeface="+mj-ea"/>
                <a:cs typeface="+mj-ea"/>
              </a:rPr>
              <a:t>四、地方各级人民政府</a:t>
            </a:r>
            <a:endParaRPr lang="zh-CN" altLang="en-US">
              <a:latin typeface="+mj-ea"/>
              <a:cs typeface="+mj-ea"/>
            </a:endParaRPr>
          </a:p>
        </p:txBody>
      </p:sp>
      <p:graphicFrame>
        <p:nvGraphicFramePr>
          <p:cNvPr id="4" name="表格 3"/>
          <p:cNvGraphicFramePr/>
          <p:nvPr>
            <p:custDataLst>
              <p:tags r:id="rId2"/>
            </p:custDataLst>
          </p:nvPr>
        </p:nvGraphicFramePr>
        <p:xfrm>
          <a:off x="532765" y="1180465"/>
          <a:ext cx="10833735" cy="5566410"/>
        </p:xfrm>
        <a:graphic>
          <a:graphicData uri="http://schemas.openxmlformats.org/drawingml/2006/table">
            <a:tbl>
              <a:tblPr/>
              <a:tblGrid>
                <a:gridCol w="2040255"/>
                <a:gridCol w="8793480"/>
              </a:tblGrid>
              <a:tr h="567690">
                <a:tc>
                  <a:txBody>
                    <a:bodyPr/>
                    <a:p>
                      <a:pPr marL="0" indent="0" algn="ctr" fontAlgn="t">
                        <a:spcBef>
                          <a:spcPct val="0"/>
                        </a:spcBef>
                        <a:spcAft>
                          <a:spcPct val="0"/>
                        </a:spcAft>
                      </a:pPr>
                      <a:r>
                        <a:rPr lang="zh-CN" altLang="en-US" sz="2800" b="1">
                          <a:latin typeface="宋体" panose="02010600030101010101" pitchFamily="2" charset="-122"/>
                          <a:ea typeface="宋体" panose="02010600030101010101" pitchFamily="2" charset="-122"/>
                        </a:rPr>
                        <a:t>核心类别</a:t>
                      </a:r>
                      <a:endParaRPr lang="zh-CN" altLang="en-US" sz="2800" b="1">
                        <a:latin typeface="宋体" panose="02010600030101010101" pitchFamily="2" charset="-122"/>
                        <a:ea typeface="宋体" panose="02010600030101010101" pitchFamily="2" charset="-122"/>
                      </a:endParaRPr>
                    </a:p>
                  </a:txBody>
                  <a:tcPr marL="50800" marR="50800" marT="50800" marB="50800" anchor="t" anchorCtr="0">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2F3F5"/>
                    </a:solidFill>
                  </a:tcPr>
                </a:tc>
                <a:tc>
                  <a:txBody>
                    <a:bodyPr/>
                    <a:p>
                      <a:pPr marL="0" indent="0" algn="ctr" fontAlgn="t">
                        <a:spcBef>
                          <a:spcPct val="0"/>
                        </a:spcBef>
                        <a:spcAft>
                          <a:spcPct val="0"/>
                        </a:spcAft>
                      </a:pPr>
                      <a:r>
                        <a:rPr lang="zh-CN" altLang="en-US" sz="2800" b="1">
                          <a:latin typeface="宋体" panose="02010600030101010101" pitchFamily="2" charset="-122"/>
                          <a:ea typeface="宋体" panose="02010600030101010101" pitchFamily="2" charset="-122"/>
                        </a:rPr>
                        <a:t>关键要点</a:t>
                      </a:r>
                      <a:endParaRPr lang="zh-CN" altLang="en-US" sz="2800" b="1">
                        <a:latin typeface="宋体" panose="02010600030101010101" pitchFamily="2" charset="-122"/>
                        <a:ea typeface="宋体" panose="02010600030101010101" pitchFamily="2" charset="-122"/>
                      </a:endParaRPr>
                    </a:p>
                  </a:txBody>
                  <a:tcPr marL="50800" marR="50800" marT="50800" marB="50800" anchor="t" anchorCtr="0">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2F3F5"/>
                    </a:solidFill>
                  </a:tcPr>
                </a:tc>
              </a:tr>
              <a:tr h="1019810">
                <a:tc>
                  <a:txBody>
                    <a:bodyPr/>
                    <a:p>
                      <a:pPr algn="l" fontAlgn="t"/>
                      <a:r>
                        <a:rPr lang="zh-CN" altLang="en-US" sz="2400" b="1">
                          <a:latin typeface="宋体" panose="02010600030101010101" pitchFamily="2" charset="-122"/>
                          <a:ea typeface="宋体" panose="02010600030101010101" pitchFamily="2" charset="-122"/>
                        </a:rPr>
                        <a:t>性质与地位</a:t>
                      </a:r>
                      <a:endParaRPr lang="zh-CN" altLang="en-US" sz="2400" b="1">
                        <a:latin typeface="宋体" panose="02010600030101010101" pitchFamily="2" charset="-122"/>
                        <a:ea typeface="宋体" panose="02010600030101010101" pitchFamily="2" charset="-122"/>
                      </a:endParaRPr>
                    </a:p>
                  </a:txBody>
                  <a:tcPr marL="50800" marR="50800" marT="50800" marB="50800" anchor="t" anchorCtr="0">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p>
                      <a:pPr marL="0" indent="0" algn="l" fontAlgn="t">
                        <a:spcBef>
                          <a:spcPct val="0"/>
                        </a:spcBef>
                        <a:spcAft>
                          <a:spcPct val="0"/>
                        </a:spcAft>
                      </a:pPr>
                      <a:r>
                        <a:rPr lang="en-US" altLang="zh-CN" sz="2000" b="1">
                          <a:latin typeface="宋体" panose="02010600030101010101" pitchFamily="2" charset="-122"/>
                          <a:ea typeface="宋体" panose="02010600030101010101" pitchFamily="2" charset="-122"/>
                        </a:rPr>
                        <a:t>1.</a:t>
                      </a:r>
                      <a:r>
                        <a:rPr lang="zh-CN" altLang="en-US" sz="2000" b="1">
                          <a:latin typeface="宋体" panose="02010600030101010101" pitchFamily="2" charset="-122"/>
                          <a:ea typeface="宋体" panose="02010600030101010101" pitchFamily="2" charset="-122"/>
                        </a:rPr>
                        <a:t>双重属性：</a:t>
                      </a:r>
                      <a:r>
                        <a:rPr lang="zh-CN" altLang="en-US" sz="2000">
                          <a:latin typeface="宋体" panose="02010600030101010101" pitchFamily="2" charset="-122"/>
                          <a:ea typeface="宋体" panose="02010600030101010101" pitchFamily="2" charset="-122"/>
                        </a:rPr>
                        <a:t>本级人大及其常委会的执行机关（对其负责报告）、地方国家行政机关（受国务院统一领导，对上一级负责报告）；</a:t>
                      </a:r>
                      <a:r>
                        <a:rPr lang="en-US" altLang="zh-CN" sz="2000" b="1">
                          <a:latin typeface="宋体" panose="02010600030101010101" pitchFamily="2" charset="-122"/>
                          <a:ea typeface="宋体" panose="02010600030101010101" pitchFamily="2" charset="-122"/>
                        </a:rPr>
                        <a:t>2.</a:t>
                      </a:r>
                      <a:r>
                        <a:rPr lang="zh-CN" altLang="en-US" sz="2000" b="1">
                          <a:latin typeface="宋体" panose="02010600030101010101" pitchFamily="2" charset="-122"/>
                          <a:ea typeface="宋体" panose="02010600030101010101" pitchFamily="2" charset="-122"/>
                        </a:rPr>
                        <a:t>任期：</a:t>
                      </a:r>
                      <a:r>
                        <a:rPr lang="zh-CN" altLang="en-US" sz="2000">
                          <a:latin typeface="宋体" panose="02010600030101010101" pitchFamily="2" charset="-122"/>
                          <a:ea typeface="宋体" panose="02010600030101010101" pitchFamily="2" charset="-122"/>
                        </a:rPr>
                        <a:t>每届</a:t>
                      </a:r>
                      <a:r>
                        <a:rPr lang="en-US" altLang="zh-CN" sz="2000">
                          <a:latin typeface="宋体" panose="02010600030101010101" pitchFamily="2" charset="-122"/>
                          <a:ea typeface="宋体" panose="02010600030101010101" pitchFamily="2" charset="-122"/>
                        </a:rPr>
                        <a:t>5</a:t>
                      </a:r>
                      <a:r>
                        <a:rPr lang="zh-CN" altLang="en-US" sz="2000">
                          <a:latin typeface="宋体" panose="02010600030101010101" pitchFamily="2" charset="-122"/>
                          <a:ea typeface="宋体" panose="02010600030101010101" pitchFamily="2" charset="-122"/>
                        </a:rPr>
                        <a:t>年，与本级人大任期一致。</a:t>
                      </a:r>
                      <a:endParaRPr lang="zh-CN" altLang="en-US" sz="2000">
                        <a:latin typeface="宋体" panose="02010600030101010101" pitchFamily="2" charset="-122"/>
                        <a:ea typeface="宋体" panose="02010600030101010101" pitchFamily="2" charset="-122"/>
                      </a:endParaRPr>
                    </a:p>
                  </a:txBody>
                  <a:tcPr marL="50800" marR="50800" marT="50800" marB="50800" anchor="t" anchorCtr="0">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1019810">
                <a:tc>
                  <a:txBody>
                    <a:bodyPr/>
                    <a:p>
                      <a:pPr algn="l" fontAlgn="t"/>
                      <a:r>
                        <a:rPr lang="zh-CN" altLang="en-US" sz="2400" b="1">
                          <a:latin typeface="宋体" panose="02010600030101010101" pitchFamily="2" charset="-122"/>
                          <a:ea typeface="宋体" panose="02010600030101010101" pitchFamily="2" charset="-122"/>
                        </a:rPr>
                        <a:t>组成与领导体制</a:t>
                      </a:r>
                      <a:endParaRPr lang="zh-CN" altLang="en-US" sz="2400" b="1">
                        <a:latin typeface="宋体" panose="02010600030101010101" pitchFamily="2" charset="-122"/>
                        <a:ea typeface="宋体" panose="02010600030101010101" pitchFamily="2" charset="-122"/>
                      </a:endParaRPr>
                    </a:p>
                  </a:txBody>
                  <a:tcPr marL="50800" marR="50800" marT="50800" marB="50800" anchor="t" anchorCtr="0">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p>
                      <a:pPr marL="0" indent="0" algn="l" fontAlgn="t">
                        <a:spcBef>
                          <a:spcPct val="0"/>
                        </a:spcBef>
                        <a:spcAft>
                          <a:spcPct val="0"/>
                        </a:spcAft>
                      </a:pPr>
                      <a:r>
                        <a:rPr lang="en-US" altLang="zh-CN" sz="2000" b="1">
                          <a:latin typeface="宋体" panose="02010600030101010101" pitchFamily="2" charset="-122"/>
                          <a:ea typeface="宋体" panose="02010600030101010101" pitchFamily="2" charset="-122"/>
                        </a:rPr>
                        <a:t>1.</a:t>
                      </a:r>
                      <a:r>
                        <a:rPr lang="zh-CN" altLang="en-US" sz="2000" b="1">
                          <a:latin typeface="宋体" panose="02010600030101010101" pitchFamily="2" charset="-122"/>
                          <a:ea typeface="宋体" panose="02010600030101010101" pitchFamily="2" charset="-122"/>
                        </a:rPr>
                        <a:t>组成：</a:t>
                      </a:r>
                      <a:r>
                        <a:rPr lang="zh-CN" altLang="en-US" sz="2000">
                          <a:latin typeface="宋体" panose="02010600030101010101" pitchFamily="2" charset="-122"/>
                          <a:ea typeface="宋体" panose="02010600030101010101" pitchFamily="2" charset="-122"/>
                        </a:rPr>
                        <a:t>正副职、工作部门负责人，省级及设区的市级政府设秘书长；</a:t>
                      </a:r>
                      <a:r>
                        <a:rPr lang="en-US" altLang="zh-CN" sz="2000" b="1">
                          <a:latin typeface="宋体" panose="02010600030101010101" pitchFamily="2" charset="-122"/>
                          <a:ea typeface="宋体" panose="02010600030101010101" pitchFamily="2" charset="-122"/>
                        </a:rPr>
                        <a:t>2.</a:t>
                      </a:r>
                      <a:r>
                        <a:rPr lang="zh-CN" altLang="en-US" sz="2000" b="1">
                          <a:latin typeface="宋体" panose="02010600030101010101" pitchFamily="2" charset="-122"/>
                          <a:ea typeface="宋体" panose="02010600030101010101" pitchFamily="2" charset="-122"/>
                        </a:rPr>
                        <a:t>领导体制：</a:t>
                      </a:r>
                      <a:r>
                        <a:rPr lang="zh-CN" altLang="en-US" sz="2000">
                          <a:latin typeface="宋体" panose="02010600030101010101" pitchFamily="2" charset="-122"/>
                          <a:ea typeface="宋体" panose="02010600030101010101" pitchFamily="2" charset="-122"/>
                        </a:rPr>
                        <a:t>行政首长负责制，重大决策经政府全体会议</a:t>
                      </a: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常务会议讨论决定。</a:t>
                      </a:r>
                      <a:endParaRPr lang="zh-CN" altLang="en-US" sz="2000">
                        <a:latin typeface="宋体" panose="02010600030101010101" pitchFamily="2" charset="-122"/>
                        <a:ea typeface="宋体" panose="02010600030101010101" pitchFamily="2" charset="-122"/>
                      </a:endParaRPr>
                    </a:p>
                  </a:txBody>
                  <a:tcPr marL="50800" marR="50800" marT="50800" marB="50800" anchor="t" anchorCtr="0">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1633220">
                <a:tc>
                  <a:txBody>
                    <a:bodyPr/>
                    <a:p>
                      <a:pPr algn="l" fontAlgn="t"/>
                      <a:r>
                        <a:rPr lang="zh-CN" altLang="en-US" sz="2400" b="1">
                          <a:latin typeface="宋体" panose="02010600030101010101" pitchFamily="2" charset="-122"/>
                          <a:ea typeface="宋体" panose="02010600030101010101" pitchFamily="2" charset="-122"/>
                        </a:rPr>
                        <a:t>主要职权（县级以上）</a:t>
                      </a:r>
                      <a:endParaRPr lang="zh-CN" altLang="en-US" sz="2400" b="1">
                        <a:latin typeface="宋体" panose="02010600030101010101" pitchFamily="2" charset="-122"/>
                        <a:ea typeface="宋体" panose="02010600030101010101" pitchFamily="2" charset="-122"/>
                      </a:endParaRPr>
                    </a:p>
                  </a:txBody>
                  <a:tcPr marL="50800" marR="50800" marT="50800" marB="50800" anchor="t" anchorCtr="0">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p>
                      <a:pPr marL="0" indent="0" algn="l" fontAlgn="t">
                        <a:spcBef>
                          <a:spcPct val="0"/>
                        </a:spcBef>
                        <a:spcAft>
                          <a:spcPct val="0"/>
                        </a:spcAft>
                      </a:pPr>
                      <a:r>
                        <a:rPr lang="en-US" altLang="zh-CN" sz="2000" b="1">
                          <a:latin typeface="宋体" panose="02010600030101010101" pitchFamily="2" charset="-122"/>
                          <a:ea typeface="宋体" panose="02010600030101010101" pitchFamily="2" charset="-122"/>
                        </a:rPr>
                        <a:t>1.</a:t>
                      </a:r>
                      <a:r>
                        <a:rPr lang="zh-CN" altLang="en-US" sz="2000" b="1">
                          <a:latin typeface="宋体" panose="02010600030101010101" pitchFamily="2" charset="-122"/>
                          <a:ea typeface="宋体" panose="02010600030101010101" pitchFamily="2" charset="-122"/>
                        </a:rPr>
                        <a:t>执行：</a:t>
                      </a:r>
                      <a:r>
                        <a:rPr lang="zh-CN" altLang="en-US" sz="2000">
                          <a:latin typeface="宋体" panose="02010600030101010101" pitchFamily="2" charset="-122"/>
                          <a:ea typeface="宋体" panose="02010600030101010101" pitchFamily="2" charset="-122"/>
                        </a:rPr>
                        <a:t>本级人大决议、上级命令，经济社会发展计划及预算；</a:t>
                      </a:r>
                      <a:r>
                        <a:rPr lang="en-US" altLang="zh-CN" sz="2000" b="1">
                          <a:latin typeface="宋体" panose="02010600030101010101" pitchFamily="2" charset="-122"/>
                          <a:ea typeface="宋体" panose="02010600030101010101" pitchFamily="2" charset="-122"/>
                        </a:rPr>
                        <a:t>2.</a:t>
                      </a:r>
                      <a:r>
                        <a:rPr lang="zh-CN" altLang="en-US" sz="2000" b="1">
                          <a:latin typeface="宋体" panose="02010600030101010101" pitchFamily="2" charset="-122"/>
                          <a:ea typeface="宋体" panose="02010600030101010101" pitchFamily="2" charset="-122"/>
                        </a:rPr>
                        <a:t>制定发布：</a:t>
                      </a:r>
                      <a:r>
                        <a:rPr lang="zh-CN" altLang="en-US" sz="2000">
                          <a:latin typeface="宋体" panose="02010600030101010101" pitchFamily="2" charset="-122"/>
                          <a:ea typeface="宋体" panose="02010600030101010101" pitchFamily="2" charset="-122"/>
                        </a:rPr>
                        <a:t>省级及设区市（自治州）可制政府规章，各级可定行政措施、发决定命令；</a:t>
                      </a:r>
                      <a:r>
                        <a:rPr lang="en-US" altLang="zh-CN" sz="2000" b="1">
                          <a:latin typeface="宋体" panose="02010600030101010101" pitchFamily="2" charset="-122"/>
                          <a:ea typeface="宋体" panose="02010600030101010101" pitchFamily="2" charset="-122"/>
                        </a:rPr>
                        <a:t>3.</a:t>
                      </a:r>
                      <a:r>
                        <a:rPr lang="zh-CN" altLang="en-US" sz="2000" b="1">
                          <a:latin typeface="宋体" panose="02010600030101010101" pitchFamily="2" charset="-122"/>
                          <a:ea typeface="宋体" panose="02010600030101010101" pitchFamily="2" charset="-122"/>
                        </a:rPr>
                        <a:t>管理保障：</a:t>
                      </a:r>
                      <a:r>
                        <a:rPr lang="zh-CN" altLang="en-US" sz="2000">
                          <a:latin typeface="宋体" panose="02010600030101010101" pitchFamily="2" charset="-122"/>
                          <a:ea typeface="宋体" panose="02010600030101010101" pitchFamily="2" charset="-122"/>
                        </a:rPr>
                        <a:t>统筹区域行政工作，保护公私财产与合法权益，维护秩序；</a:t>
                      </a:r>
                      <a:r>
                        <a:rPr lang="en-US" altLang="zh-CN" sz="2000" b="1">
                          <a:latin typeface="宋体" panose="02010600030101010101" pitchFamily="2" charset="-122"/>
                          <a:ea typeface="宋体" panose="02010600030101010101" pitchFamily="2" charset="-122"/>
                        </a:rPr>
                        <a:t>4.</a:t>
                      </a:r>
                      <a:r>
                        <a:rPr lang="zh-CN" altLang="en-US" sz="2000" b="1">
                          <a:latin typeface="宋体" panose="02010600030101010101" pitchFamily="2" charset="-122"/>
                          <a:ea typeface="宋体" panose="02010600030101010101" pitchFamily="2" charset="-122"/>
                        </a:rPr>
                        <a:t>监督办理：</a:t>
                      </a:r>
                      <a:r>
                        <a:rPr lang="zh-CN" altLang="en-US" sz="2000">
                          <a:latin typeface="宋体" panose="02010600030101010101" pitchFamily="2" charset="-122"/>
                          <a:ea typeface="宋体" panose="02010600030101010101" pitchFamily="2" charset="-122"/>
                        </a:rPr>
                        <a:t>改撤下级及所属部门不当决定，承办上级交办事项。</a:t>
                      </a:r>
                      <a:endParaRPr lang="zh-CN" altLang="en-US" sz="2000">
                        <a:latin typeface="宋体" panose="02010600030101010101" pitchFamily="2" charset="-122"/>
                        <a:ea typeface="宋体" panose="02010600030101010101" pitchFamily="2" charset="-122"/>
                      </a:endParaRPr>
                    </a:p>
                  </a:txBody>
                  <a:tcPr marL="50800" marR="50800" marT="50800" marB="50800" anchor="t" anchorCtr="0">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1325880">
                <a:tc>
                  <a:txBody>
                    <a:bodyPr/>
                    <a:p>
                      <a:pPr algn="l" fontAlgn="t"/>
                      <a:r>
                        <a:rPr lang="zh-CN" altLang="en-US" sz="2400" b="1">
                          <a:latin typeface="宋体" panose="02010600030101010101" pitchFamily="2" charset="-122"/>
                          <a:ea typeface="宋体" panose="02010600030101010101" pitchFamily="2" charset="-122"/>
                        </a:rPr>
                        <a:t>机构设置</a:t>
                      </a:r>
                      <a:endParaRPr lang="zh-CN" altLang="en-US" sz="2400" b="1">
                        <a:latin typeface="宋体" panose="02010600030101010101" pitchFamily="2" charset="-122"/>
                        <a:ea typeface="宋体" panose="02010600030101010101" pitchFamily="2" charset="-122"/>
                      </a:endParaRPr>
                    </a:p>
                  </a:txBody>
                  <a:tcPr marL="50800" marR="50800" marT="50800" marB="50800" anchor="t" anchorCtr="0">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p>
                      <a:pPr marL="0" indent="0" algn="l" fontAlgn="t">
                        <a:spcBef>
                          <a:spcPct val="0"/>
                        </a:spcBef>
                        <a:spcAft>
                          <a:spcPct val="0"/>
                        </a:spcAft>
                      </a:pPr>
                      <a:r>
                        <a:rPr lang="en-US" altLang="zh-CN" sz="2000" b="1">
                          <a:latin typeface="宋体" panose="02010600030101010101" pitchFamily="2" charset="-122"/>
                          <a:ea typeface="宋体" panose="02010600030101010101" pitchFamily="2" charset="-122"/>
                        </a:rPr>
                        <a:t>1.</a:t>
                      </a:r>
                      <a:r>
                        <a:rPr lang="zh-CN" altLang="en-US" sz="2000" b="1">
                          <a:latin typeface="宋体" panose="02010600030101010101" pitchFamily="2" charset="-122"/>
                          <a:ea typeface="宋体" panose="02010600030101010101" pitchFamily="2" charset="-122"/>
                        </a:rPr>
                        <a:t>工作部门：</a:t>
                      </a:r>
                      <a:r>
                        <a:rPr lang="zh-CN" altLang="en-US" sz="2000">
                          <a:latin typeface="宋体" panose="02010600030101010101" pitchFamily="2" charset="-122"/>
                          <a:ea typeface="宋体" panose="02010600030101010101" pitchFamily="2" charset="-122"/>
                        </a:rPr>
                        <a:t>按精干原则设厅、局等，组成部门正职由本级人大常委会任命，与上级为业务指导或双重领导关系；</a:t>
                      </a:r>
                      <a:r>
                        <a:rPr lang="en-US" altLang="zh-CN" sz="2000" b="1">
                          <a:latin typeface="宋体" panose="02010600030101010101" pitchFamily="2" charset="-122"/>
                          <a:ea typeface="宋体" panose="02010600030101010101" pitchFamily="2" charset="-122"/>
                        </a:rPr>
                        <a:t>2.</a:t>
                      </a:r>
                      <a:r>
                        <a:rPr lang="zh-CN" altLang="en-US" sz="2000" b="1">
                          <a:latin typeface="宋体" panose="02010600030101010101" pitchFamily="2" charset="-122"/>
                          <a:ea typeface="宋体" panose="02010600030101010101" pitchFamily="2" charset="-122"/>
                        </a:rPr>
                        <a:t>派出机关：</a:t>
                      </a:r>
                      <a:r>
                        <a:rPr lang="zh-CN" altLang="en-US" sz="2000">
                          <a:latin typeface="宋体" panose="02010600030101010101" pitchFamily="2" charset="-122"/>
                          <a:ea typeface="宋体" panose="02010600030101010101" pitchFamily="2" charset="-122"/>
                        </a:rPr>
                        <a:t>省（自治区）设行政公署、县设区公所、市辖区（不设区的市）设街道办事处，均需上级政府批准。</a:t>
                      </a:r>
                      <a:endParaRPr lang="zh-CN" altLang="en-US" sz="2000">
                        <a:latin typeface="宋体" panose="02010600030101010101" pitchFamily="2" charset="-122"/>
                        <a:ea typeface="宋体" panose="02010600030101010101" pitchFamily="2" charset="-122"/>
                      </a:endParaRPr>
                    </a:p>
                  </a:txBody>
                  <a:tcPr marL="50800" marR="50800" marT="50800" marB="50800" anchor="t" anchorCtr="0">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378460" y="131445"/>
            <a:ext cx="11153140" cy="948690"/>
          </a:xfrm>
        </p:spPr>
        <p:txBody>
          <a:bodyPr>
            <a:normAutofit fontScale="90000"/>
          </a:bodyPr>
          <a:lstStyle/>
          <a:p>
            <a:r>
              <a:rPr lang="zh-CN" altLang="en-US"/>
              <a:t>小练：根据《宪法》和《地方组织法》的规定，关于中国地方国家机关职权的说法中，正确的有：</a:t>
            </a:r>
            <a:endParaRPr lang="zh-CN" altLang="en-US"/>
          </a:p>
        </p:txBody>
      </p:sp>
      <p:sp>
        <p:nvSpPr>
          <p:cNvPr id="2" name="图片 56" descr="未标题-1"/>
          <p:cNvSpPr/>
          <p:nvPr>
            <p:custDataLst>
              <p:tags r:id="rId2"/>
            </p:custDataLst>
          </p:nvPr>
        </p:nvSpPr>
        <p:spPr>
          <a:xfrm>
            <a:off x="635" y="2247031"/>
            <a:ext cx="10632445" cy="2761009"/>
          </a:xfrm>
          <a:custGeom>
            <a:avLst/>
            <a:gdLst>
              <a:gd name="connsiteX0" fmla="*/ 0 w 16893"/>
              <a:gd name="connsiteY0" fmla="*/ 2499 h 4386"/>
              <a:gd name="connsiteX1" fmla="*/ 622 w 16893"/>
              <a:gd name="connsiteY1" fmla="*/ 1965 h 4386"/>
              <a:gd name="connsiteX2" fmla="*/ 2358 w 16893"/>
              <a:gd name="connsiteY2" fmla="*/ 1262 h 4386"/>
              <a:gd name="connsiteX3" fmla="*/ 6286 w 16893"/>
              <a:gd name="connsiteY3" fmla="*/ 2564 h 4386"/>
              <a:gd name="connsiteX4" fmla="*/ 6952 w 16893"/>
              <a:gd name="connsiteY4" fmla="*/ 3155 h 4386"/>
              <a:gd name="connsiteX5" fmla="*/ 8609 w 16893"/>
              <a:gd name="connsiteY5" fmla="*/ 4168 h 4386"/>
              <a:gd name="connsiteX6" fmla="*/ 10854 w 16893"/>
              <a:gd name="connsiteY6" fmla="*/ 4318 h 4386"/>
              <a:gd name="connsiteX7" fmla="*/ 14538 w 16893"/>
              <a:gd name="connsiteY7" fmla="*/ 2343 h 4386"/>
              <a:gd name="connsiteX8" fmla="*/ 16476 w 16893"/>
              <a:gd name="connsiteY8" fmla="*/ 417 h 4386"/>
              <a:gd name="connsiteX9" fmla="*/ 16893 w 16893"/>
              <a:gd name="connsiteY9" fmla="*/ 0 h 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93" h="4387">
                <a:moveTo>
                  <a:pt x="0" y="2499"/>
                </a:moveTo>
                <a:cubicBezTo>
                  <a:pt x="179" y="2304"/>
                  <a:pt x="388" y="2124"/>
                  <a:pt x="622" y="1965"/>
                </a:cubicBezTo>
                <a:cubicBezTo>
                  <a:pt x="1110" y="1625"/>
                  <a:pt x="1703" y="1361"/>
                  <a:pt x="2358" y="1262"/>
                </a:cubicBezTo>
                <a:cubicBezTo>
                  <a:pt x="3886" y="1030"/>
                  <a:pt x="5287" y="1770"/>
                  <a:pt x="6286" y="2564"/>
                </a:cubicBezTo>
                <a:cubicBezTo>
                  <a:pt x="6525" y="2753"/>
                  <a:pt x="6738" y="2951"/>
                  <a:pt x="6952" y="3155"/>
                </a:cubicBezTo>
                <a:cubicBezTo>
                  <a:pt x="7504" y="3593"/>
                  <a:pt x="7896" y="3931"/>
                  <a:pt x="8609" y="4168"/>
                </a:cubicBezTo>
                <a:cubicBezTo>
                  <a:pt x="9295" y="4393"/>
                  <a:pt x="10126" y="4447"/>
                  <a:pt x="10854" y="4318"/>
                </a:cubicBezTo>
                <a:cubicBezTo>
                  <a:pt x="12385" y="3972"/>
                  <a:pt x="13581" y="3246"/>
                  <a:pt x="14538" y="2343"/>
                </a:cubicBezTo>
                <a:cubicBezTo>
                  <a:pt x="15205" y="1715"/>
                  <a:pt x="15833" y="1061"/>
                  <a:pt x="16476" y="417"/>
                </a:cubicBezTo>
                <a:lnTo>
                  <a:pt x="16893" y="0"/>
                </a:lnTo>
              </a:path>
            </a:pathLst>
          </a:custGeom>
          <a:noFill/>
          <a:ln w="19055" cap="flat">
            <a:solidFill>
              <a:schemeClr val="accent1">
                <a:alpha val="35000"/>
              </a:schemeClr>
            </a:solidFill>
            <a:custDash>
              <a:ds d="300000" sp="225000"/>
            </a:custDash>
            <a:miter/>
          </a:ln>
        </p:spPr>
        <p:txBody>
          <a:bodyPr rtlCol="0" anchor="ctr"/>
          <a:p>
            <a:endParaRPr lang="zh-CN" altLang="en-US">
              <a:solidFill>
                <a:schemeClr val="tx1"/>
              </a:solidFill>
            </a:endParaRPr>
          </a:p>
        </p:txBody>
      </p:sp>
      <p:sp>
        <p:nvSpPr>
          <p:cNvPr id="15" name="椭圆 6"/>
          <p:cNvSpPr/>
          <p:nvPr>
            <p:custDataLst>
              <p:tags r:id="rId3"/>
            </p:custDataLst>
          </p:nvPr>
        </p:nvSpPr>
        <p:spPr>
          <a:xfrm>
            <a:off x="1691831" y="2801532"/>
            <a:ext cx="469532" cy="470162"/>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0" name="椭圆 7"/>
          <p:cNvSpPr/>
          <p:nvPr>
            <p:custDataLst>
              <p:tags r:id="rId4"/>
            </p:custDataLst>
          </p:nvPr>
        </p:nvSpPr>
        <p:spPr>
          <a:xfrm>
            <a:off x="3642341" y="3598352"/>
            <a:ext cx="469532" cy="470162"/>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1" name="椭圆 9"/>
          <p:cNvSpPr/>
          <p:nvPr>
            <p:custDataLst>
              <p:tags r:id="rId5"/>
            </p:custDataLst>
          </p:nvPr>
        </p:nvSpPr>
        <p:spPr>
          <a:xfrm>
            <a:off x="7577976" y="4393284"/>
            <a:ext cx="469532" cy="470162"/>
          </a:xfrm>
          <a:prstGeom prst="ellipse">
            <a:avLst/>
          </a:prstGeom>
          <a:solidFill>
            <a:schemeClr val="accent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2" name="椭圆 11"/>
          <p:cNvSpPr/>
          <p:nvPr>
            <p:custDataLst>
              <p:tags r:id="rId6"/>
            </p:custDataLst>
          </p:nvPr>
        </p:nvSpPr>
        <p:spPr>
          <a:xfrm>
            <a:off x="9346588" y="3029375"/>
            <a:ext cx="469532" cy="470162"/>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3" name="椭圆 54"/>
          <p:cNvSpPr/>
          <p:nvPr>
            <p:custDataLst>
              <p:tags r:id="rId7"/>
            </p:custDataLst>
          </p:nvPr>
        </p:nvSpPr>
        <p:spPr>
          <a:xfrm>
            <a:off x="5302696" y="4666443"/>
            <a:ext cx="469532" cy="470162"/>
          </a:xfrm>
          <a:prstGeom prst="ellipse">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4" name="任意多边形: 形状 3"/>
          <p:cNvSpPr/>
          <p:nvPr>
            <p:custDataLst>
              <p:tags r:id="rId8"/>
            </p:custDataLst>
          </p:nvPr>
        </p:nvSpPr>
        <p:spPr>
          <a:xfrm rot="21120000">
            <a:off x="10624269" y="1482311"/>
            <a:ext cx="694108" cy="694674"/>
          </a:xfrm>
          <a:custGeom>
            <a:avLst/>
            <a:gdLst>
              <a:gd name="connsiteX0" fmla="*/ 700097 w 700284"/>
              <a:gd name="connsiteY0" fmla="*/ 857 h 700855"/>
              <a:gd name="connsiteX1" fmla="*/ 697850 w 700284"/>
              <a:gd name="connsiteY1" fmla="*/ 40730 h 700855"/>
              <a:gd name="connsiteX2" fmla="*/ 668129 w 700284"/>
              <a:gd name="connsiteY2" fmla="*/ 171739 h 700855"/>
              <a:gd name="connsiteX3" fmla="*/ 567848 w 700284"/>
              <a:gd name="connsiteY3" fmla="*/ 326540 h 700855"/>
              <a:gd name="connsiteX4" fmla="*/ 370811 w 700284"/>
              <a:gd name="connsiteY4" fmla="*/ 497034 h 700855"/>
              <a:gd name="connsiteX5" fmla="*/ 365386 w 700284"/>
              <a:gd name="connsiteY5" fmla="*/ 508348 h 700855"/>
              <a:gd name="connsiteX6" fmla="*/ 366975 w 700284"/>
              <a:gd name="connsiteY6" fmla="*/ 621107 h 700855"/>
              <a:gd name="connsiteX7" fmla="*/ 359613 w 700284"/>
              <a:gd name="connsiteY7" fmla="*/ 636219 h 700855"/>
              <a:gd name="connsiteX8" fmla="*/ 281379 w 700284"/>
              <a:gd name="connsiteY8" fmla="*/ 697171 h 700855"/>
              <a:gd name="connsiteX9" fmla="*/ 270878 w 700284"/>
              <a:gd name="connsiteY9" fmla="*/ 693296 h 700855"/>
              <a:gd name="connsiteX10" fmla="*/ 249683 w 700284"/>
              <a:gd name="connsiteY10" fmla="*/ 594642 h 700855"/>
              <a:gd name="connsiteX11" fmla="*/ 222287 w 700284"/>
              <a:gd name="connsiteY11" fmla="*/ 596385 h 700855"/>
              <a:gd name="connsiteX12" fmla="*/ 199038 w 700284"/>
              <a:gd name="connsiteY12" fmla="*/ 606925 h 700855"/>
              <a:gd name="connsiteX13" fmla="*/ 176913 w 700284"/>
              <a:gd name="connsiteY13" fmla="*/ 606034 h 700855"/>
              <a:gd name="connsiteX14" fmla="*/ 132584 w 700284"/>
              <a:gd name="connsiteY14" fmla="*/ 570462 h 700855"/>
              <a:gd name="connsiteX15" fmla="*/ 93835 w 700284"/>
              <a:gd name="connsiteY15" fmla="*/ 523267 h 700855"/>
              <a:gd name="connsiteX16" fmla="*/ 92789 w 700284"/>
              <a:gd name="connsiteY16" fmla="*/ 500017 h 700855"/>
              <a:gd name="connsiteX17" fmla="*/ 104995 w 700284"/>
              <a:gd name="connsiteY17" fmla="*/ 472700 h 700855"/>
              <a:gd name="connsiteX18" fmla="*/ 106855 w 700284"/>
              <a:gd name="connsiteY18" fmla="*/ 457200 h 700855"/>
              <a:gd name="connsiteX19" fmla="*/ 98563 w 700284"/>
              <a:gd name="connsiteY19" fmla="*/ 448869 h 700855"/>
              <a:gd name="connsiteX20" fmla="*/ 7930 w 700284"/>
              <a:gd name="connsiteY20" fmla="*/ 429689 h 700855"/>
              <a:gd name="connsiteX21" fmla="*/ 3667 w 700284"/>
              <a:gd name="connsiteY21" fmla="*/ 418413 h 700855"/>
              <a:gd name="connsiteX22" fmla="*/ 62798 w 700284"/>
              <a:gd name="connsiteY22" fmla="*/ 342349 h 700855"/>
              <a:gd name="connsiteX23" fmla="*/ 80855 w 700284"/>
              <a:gd name="connsiteY23" fmla="*/ 333631 h 700855"/>
              <a:gd name="connsiteX24" fmla="*/ 190785 w 700284"/>
              <a:gd name="connsiteY24" fmla="*/ 335297 h 700855"/>
              <a:gd name="connsiteX25" fmla="*/ 201441 w 700284"/>
              <a:gd name="connsiteY25" fmla="*/ 329795 h 700855"/>
              <a:gd name="connsiteX26" fmla="*/ 367401 w 700284"/>
              <a:gd name="connsiteY26" fmla="*/ 137407 h 700855"/>
              <a:gd name="connsiteX27" fmla="*/ 517707 w 700284"/>
              <a:gd name="connsiteY27" fmla="*/ 35305 h 700855"/>
              <a:gd name="connsiteX28" fmla="*/ 691495 w 700284"/>
              <a:gd name="connsiteY28" fmla="*/ 43 h 700855"/>
              <a:gd name="connsiteX29" fmla="*/ 697888 w 700284"/>
              <a:gd name="connsiteY29" fmla="*/ 43 h 700855"/>
              <a:gd name="connsiteX30" fmla="*/ 700097 w 700284"/>
              <a:gd name="connsiteY30" fmla="*/ 857 h 700855"/>
              <a:gd name="connsiteX31" fmla="*/ 480857 w 700284"/>
              <a:gd name="connsiteY31" fmla="*/ 276554 h 700855"/>
              <a:gd name="connsiteX32" fmla="*/ 538356 w 700284"/>
              <a:gd name="connsiteY32" fmla="*/ 218404 h 700855"/>
              <a:gd name="connsiteX33" fmla="*/ 480183 w 700284"/>
              <a:gd name="connsiteY33" fmla="*/ 160932 h 700855"/>
              <a:gd name="connsiteX34" fmla="*/ 422734 w 700284"/>
              <a:gd name="connsiteY34" fmla="*/ 219128 h 700855"/>
              <a:gd name="connsiteX35" fmla="*/ 480857 w 700284"/>
              <a:gd name="connsiteY35" fmla="*/ 276399 h 700855"/>
              <a:gd name="connsiteX36" fmla="*/ 480857 w 700284"/>
              <a:gd name="connsiteY36" fmla="*/ 276554 h 70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00284" h="700855">
                <a:moveTo>
                  <a:pt x="700097" y="857"/>
                </a:moveTo>
                <a:cubicBezTo>
                  <a:pt x="699400" y="13838"/>
                  <a:pt x="699283" y="27323"/>
                  <a:pt x="697850" y="40730"/>
                </a:cubicBezTo>
                <a:cubicBezTo>
                  <a:pt x="693498" y="85476"/>
                  <a:pt x="683513" y="129495"/>
                  <a:pt x="668129" y="171739"/>
                </a:cubicBezTo>
                <a:cubicBezTo>
                  <a:pt x="646159" y="230753"/>
                  <a:pt x="613881" y="282947"/>
                  <a:pt x="567848" y="326540"/>
                </a:cubicBezTo>
                <a:cubicBezTo>
                  <a:pt x="504804" y="386406"/>
                  <a:pt x="437846" y="441701"/>
                  <a:pt x="370811" y="497034"/>
                </a:cubicBezTo>
                <a:cubicBezTo>
                  <a:pt x="367149" y="499599"/>
                  <a:pt x="365092" y="503888"/>
                  <a:pt x="365386" y="508348"/>
                </a:cubicBezTo>
                <a:cubicBezTo>
                  <a:pt x="366045" y="545935"/>
                  <a:pt x="366277" y="583521"/>
                  <a:pt x="366975" y="621107"/>
                </a:cubicBezTo>
                <a:cubicBezTo>
                  <a:pt x="367370" y="627094"/>
                  <a:pt x="364568" y="632840"/>
                  <a:pt x="359613" y="636219"/>
                </a:cubicBezTo>
                <a:cubicBezTo>
                  <a:pt x="333418" y="656368"/>
                  <a:pt x="307457" y="676828"/>
                  <a:pt x="281379" y="697171"/>
                </a:cubicBezTo>
                <a:cubicBezTo>
                  <a:pt x="274404" y="702595"/>
                  <a:pt x="272777" y="702092"/>
                  <a:pt x="270878" y="693296"/>
                </a:cubicBezTo>
                <a:cubicBezTo>
                  <a:pt x="263748" y="660359"/>
                  <a:pt x="256735" y="627423"/>
                  <a:pt x="249683" y="594642"/>
                </a:cubicBezTo>
                <a:cubicBezTo>
                  <a:pt x="240809" y="590744"/>
                  <a:pt x="230595" y="591394"/>
                  <a:pt x="222287" y="596385"/>
                </a:cubicBezTo>
                <a:cubicBezTo>
                  <a:pt x="214809" y="600454"/>
                  <a:pt x="206439" y="602895"/>
                  <a:pt x="199038" y="606925"/>
                </a:cubicBezTo>
                <a:cubicBezTo>
                  <a:pt x="192203" y="611288"/>
                  <a:pt x="183376" y="610932"/>
                  <a:pt x="176913" y="606034"/>
                </a:cubicBezTo>
                <a:cubicBezTo>
                  <a:pt x="161684" y="594719"/>
                  <a:pt x="145914" y="583792"/>
                  <a:pt x="132584" y="570462"/>
                </a:cubicBezTo>
                <a:cubicBezTo>
                  <a:pt x="118666" y="555579"/>
                  <a:pt x="105724" y="539816"/>
                  <a:pt x="93835" y="523267"/>
                </a:cubicBezTo>
                <a:cubicBezTo>
                  <a:pt x="88628" y="516509"/>
                  <a:pt x="88209" y="507213"/>
                  <a:pt x="92789" y="500017"/>
                </a:cubicBezTo>
                <a:cubicBezTo>
                  <a:pt x="97517" y="491260"/>
                  <a:pt x="100539" y="481689"/>
                  <a:pt x="104995" y="472700"/>
                </a:cubicBezTo>
                <a:cubicBezTo>
                  <a:pt x="107413" y="467910"/>
                  <a:pt x="108068" y="462423"/>
                  <a:pt x="106855" y="457200"/>
                </a:cubicBezTo>
                <a:cubicBezTo>
                  <a:pt x="106541" y="452752"/>
                  <a:pt x="103011" y="449202"/>
                  <a:pt x="98563" y="448869"/>
                </a:cubicBezTo>
                <a:cubicBezTo>
                  <a:pt x="68339" y="442708"/>
                  <a:pt x="38154" y="436121"/>
                  <a:pt x="7930" y="429689"/>
                </a:cubicBezTo>
                <a:cubicBezTo>
                  <a:pt x="-1680" y="427635"/>
                  <a:pt x="-2300" y="426046"/>
                  <a:pt x="3667" y="418413"/>
                </a:cubicBezTo>
                <a:cubicBezTo>
                  <a:pt x="23429" y="393071"/>
                  <a:pt x="43346" y="368039"/>
                  <a:pt x="62798" y="342349"/>
                </a:cubicBezTo>
                <a:cubicBezTo>
                  <a:pt x="66808" y="336405"/>
                  <a:pt x="73706" y="333073"/>
                  <a:pt x="80855" y="333631"/>
                </a:cubicBezTo>
                <a:cubicBezTo>
                  <a:pt x="117511" y="334483"/>
                  <a:pt x="154167" y="334638"/>
                  <a:pt x="190785" y="335297"/>
                </a:cubicBezTo>
                <a:cubicBezTo>
                  <a:pt x="195055" y="335448"/>
                  <a:pt x="199092" y="333363"/>
                  <a:pt x="201441" y="329795"/>
                </a:cubicBezTo>
                <a:cubicBezTo>
                  <a:pt x="255224" y="264348"/>
                  <a:pt x="309549" y="199367"/>
                  <a:pt x="367401" y="137407"/>
                </a:cubicBezTo>
                <a:cubicBezTo>
                  <a:pt x="409164" y="92478"/>
                  <a:pt x="460549" y="57574"/>
                  <a:pt x="517707" y="35305"/>
                </a:cubicBezTo>
                <a:cubicBezTo>
                  <a:pt x="573129" y="13485"/>
                  <a:pt x="631950" y="1551"/>
                  <a:pt x="691495" y="43"/>
                </a:cubicBezTo>
                <a:cubicBezTo>
                  <a:pt x="693626" y="43"/>
                  <a:pt x="695757" y="43"/>
                  <a:pt x="697888" y="43"/>
                </a:cubicBezTo>
                <a:cubicBezTo>
                  <a:pt x="698160" y="-422"/>
                  <a:pt x="698547" y="-73"/>
                  <a:pt x="700097" y="857"/>
                </a:cubicBezTo>
                <a:moveTo>
                  <a:pt x="480857" y="276554"/>
                </a:moveTo>
                <a:cubicBezTo>
                  <a:pt x="512798" y="276383"/>
                  <a:pt x="538542" y="250344"/>
                  <a:pt x="538356" y="218404"/>
                </a:cubicBezTo>
                <a:cubicBezTo>
                  <a:pt x="538170" y="186467"/>
                  <a:pt x="512123" y="160730"/>
                  <a:pt x="480183" y="160932"/>
                </a:cubicBezTo>
                <a:cubicBezTo>
                  <a:pt x="448246" y="161129"/>
                  <a:pt x="422521" y="187192"/>
                  <a:pt x="422734" y="219128"/>
                </a:cubicBezTo>
                <a:cubicBezTo>
                  <a:pt x="423404" y="250809"/>
                  <a:pt x="449172" y="276197"/>
                  <a:pt x="480857" y="276399"/>
                </a:cubicBezTo>
                <a:lnTo>
                  <a:pt x="480857" y="276554"/>
                </a:lnTo>
              </a:path>
            </a:pathLst>
          </a:custGeom>
          <a:solidFill>
            <a:schemeClr val="accent1"/>
          </a:solidFill>
          <a:ln w="3841" cap="flat">
            <a:noFill/>
            <a:prstDash val="solid"/>
            <a:miter/>
          </a:ln>
        </p:spPr>
        <p:txBody>
          <a:bodyPr rtlCol="0" anchor="ctr"/>
          <a:p>
            <a:endParaRPr lang="zh-CN" altLang="en-US">
              <a:solidFill>
                <a:schemeClr val="tx1"/>
              </a:solidFill>
            </a:endParaRPr>
          </a:p>
        </p:txBody>
      </p:sp>
      <p:sp>
        <p:nvSpPr>
          <p:cNvPr id="26" name="任意多边形: 形状 8"/>
          <p:cNvSpPr/>
          <p:nvPr>
            <p:custDataLst>
              <p:tags r:id="rId9"/>
            </p:custDataLst>
          </p:nvPr>
        </p:nvSpPr>
        <p:spPr>
          <a:xfrm rot="21120000">
            <a:off x="10643151" y="2036182"/>
            <a:ext cx="196213" cy="196490"/>
          </a:xfrm>
          <a:custGeom>
            <a:avLst/>
            <a:gdLst>
              <a:gd name="connsiteX0" fmla="*/ 197772 w 197959"/>
              <a:gd name="connsiteY0" fmla="*/ 122284 h 198238"/>
              <a:gd name="connsiteX1" fmla="*/ 154 w 197959"/>
              <a:gd name="connsiteY1" fmla="*/ 198077 h 198238"/>
              <a:gd name="connsiteX2" fmla="*/ 19179 w 197959"/>
              <a:gd name="connsiteY2" fmla="*/ 74081 h 198238"/>
              <a:gd name="connsiteX3" fmla="*/ 75946 w 197959"/>
              <a:gd name="connsiteY3" fmla="*/ -162 h 198238"/>
              <a:gd name="connsiteX4" fmla="*/ 81410 w 197959"/>
              <a:gd name="connsiteY4" fmla="*/ 9216 h 198238"/>
              <a:gd name="connsiteX5" fmla="*/ 81138 w 197959"/>
              <a:gd name="connsiteY5" fmla="*/ 15415 h 198238"/>
              <a:gd name="connsiteX6" fmla="*/ 47543 w 197959"/>
              <a:gd name="connsiteY6" fmla="*/ 142937 h 198238"/>
              <a:gd name="connsiteX7" fmla="*/ 52813 w 197959"/>
              <a:gd name="connsiteY7" fmla="*/ 150067 h 198238"/>
              <a:gd name="connsiteX8" fmla="*/ 173476 w 197959"/>
              <a:gd name="connsiteY8" fmla="*/ 122168 h 198238"/>
              <a:gd name="connsiteX9" fmla="*/ 175879 w 197959"/>
              <a:gd name="connsiteY9" fmla="*/ 120657 h 198238"/>
              <a:gd name="connsiteX10" fmla="*/ 197772 w 197959"/>
              <a:gd name="connsiteY10" fmla="*/ 122284 h 198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959" h="198238">
                <a:moveTo>
                  <a:pt x="197772" y="122284"/>
                </a:moveTo>
                <a:cubicBezTo>
                  <a:pt x="146507" y="186026"/>
                  <a:pt x="76217" y="197883"/>
                  <a:pt x="154" y="198077"/>
                </a:cubicBezTo>
                <a:cubicBezTo>
                  <a:pt x="-1629" y="154601"/>
                  <a:pt x="3409" y="113488"/>
                  <a:pt x="19179" y="74081"/>
                </a:cubicBezTo>
                <a:cubicBezTo>
                  <a:pt x="30684" y="44454"/>
                  <a:pt x="50368" y="18705"/>
                  <a:pt x="75946" y="-162"/>
                </a:cubicBezTo>
                <a:cubicBezTo>
                  <a:pt x="78007" y="2818"/>
                  <a:pt x="79836" y="5953"/>
                  <a:pt x="81410" y="9216"/>
                </a:cubicBezTo>
                <a:cubicBezTo>
                  <a:pt x="82188" y="11230"/>
                  <a:pt x="82088" y="13478"/>
                  <a:pt x="81138" y="15415"/>
                </a:cubicBezTo>
                <a:cubicBezTo>
                  <a:pt x="54712" y="53931"/>
                  <a:pt x="47621" y="97485"/>
                  <a:pt x="47543" y="142937"/>
                </a:cubicBezTo>
                <a:cubicBezTo>
                  <a:pt x="47543" y="146618"/>
                  <a:pt x="47311" y="150028"/>
                  <a:pt x="52813" y="150067"/>
                </a:cubicBezTo>
                <a:cubicBezTo>
                  <a:pt x="95437" y="150377"/>
                  <a:pt x="136161" y="144022"/>
                  <a:pt x="173476" y="122168"/>
                </a:cubicBezTo>
                <a:cubicBezTo>
                  <a:pt x="174290" y="121703"/>
                  <a:pt x="175104" y="121160"/>
                  <a:pt x="175879" y="120657"/>
                </a:cubicBezTo>
                <a:cubicBezTo>
                  <a:pt x="186380" y="113721"/>
                  <a:pt x="186341" y="113721"/>
                  <a:pt x="197772" y="122284"/>
                </a:cubicBezTo>
                <a:close/>
              </a:path>
            </a:pathLst>
          </a:custGeom>
          <a:solidFill>
            <a:schemeClr val="accent1"/>
          </a:solidFill>
          <a:ln w="3841" cap="flat">
            <a:noFill/>
            <a:prstDash val="solid"/>
            <a:miter/>
          </a:ln>
        </p:spPr>
        <p:txBody>
          <a:bodyPr rtlCol="0" anchor="ctr"/>
          <a:p>
            <a:endParaRPr lang="zh-CN" altLang="en-US">
              <a:solidFill>
                <a:schemeClr val="tx1"/>
              </a:solidFill>
            </a:endParaRPr>
          </a:p>
        </p:txBody>
      </p:sp>
      <p:pic>
        <p:nvPicPr>
          <p:cNvPr id="27" name="图形 21" descr="333438303937363b333438313037303bb6a8cebbb2fac6b7"/>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801976" y="2911677"/>
            <a:ext cx="249777" cy="249777"/>
          </a:xfrm>
          <a:prstGeom prst="rect">
            <a:avLst/>
          </a:prstGeom>
        </p:spPr>
      </p:pic>
      <p:sp>
        <p:nvSpPr>
          <p:cNvPr id="32" name="椭圆 5"/>
          <p:cNvSpPr/>
          <p:nvPr>
            <p:custDataLst>
              <p:tags r:id="rId13"/>
            </p:custDataLst>
          </p:nvPr>
        </p:nvSpPr>
        <p:spPr>
          <a:xfrm>
            <a:off x="11023309" y="1618261"/>
            <a:ext cx="122104" cy="122104"/>
          </a:xfrm>
          <a:prstGeom prst="ellipse">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34" name="图形 24" descr="333438303937363b333438313039323bcfeec4bfbcc6bbae"/>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5430464" y="4794211"/>
            <a:ext cx="214095" cy="214095"/>
          </a:xfrm>
          <a:prstGeom prst="rect">
            <a:avLst/>
          </a:prstGeom>
        </p:spPr>
      </p:pic>
      <p:pic>
        <p:nvPicPr>
          <p:cNvPr id="35" name="图形 25" descr="333438303937363b333438313035353bb2fac6b7c4a3d0cd"/>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3770109" y="3726120"/>
            <a:ext cx="214095" cy="214095"/>
          </a:xfrm>
          <a:prstGeom prst="rect">
            <a:avLst/>
          </a:prstGeom>
        </p:spPr>
      </p:pic>
      <p:pic>
        <p:nvPicPr>
          <p:cNvPr id="36" name="图形 27" descr="333438303937363b333438313038383bcfeec4bfd0a7c2ca"/>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7669868" y="4485805"/>
            <a:ext cx="285460" cy="285460"/>
          </a:xfrm>
          <a:prstGeom prst="rect">
            <a:avLst/>
          </a:prstGeom>
        </p:spPr>
      </p:pic>
      <p:pic>
        <p:nvPicPr>
          <p:cNvPr id="37" name="图形 28" descr="333438303937363b333438313038303bd7e9d6afbcdcb9b9"/>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9474356" y="3157143"/>
            <a:ext cx="214095" cy="214095"/>
          </a:xfrm>
          <a:prstGeom prst="rect">
            <a:avLst/>
          </a:prstGeom>
        </p:spPr>
      </p:pic>
      <p:sp>
        <p:nvSpPr>
          <p:cNvPr id="38" name="矩形 1"/>
          <p:cNvSpPr/>
          <p:nvPr>
            <p:custDataLst>
              <p:tags r:id="rId26"/>
            </p:custDataLst>
          </p:nvPr>
        </p:nvSpPr>
        <p:spPr>
          <a:xfrm>
            <a:off x="4001770" y="2560320"/>
            <a:ext cx="5471795" cy="1379855"/>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D.</a:t>
            </a:r>
            <a:r>
              <a:rPr lang="zh-CN" altLang="en-US" sz="2400">
                <a:ln>
                  <a:noFill/>
                  <a:prstDash val="sysDot"/>
                </a:ln>
                <a:solidFill>
                  <a:schemeClr val="tx1">
                    <a:lumMod val="85000"/>
                    <a:lumOff val="15000"/>
                  </a:schemeClr>
                </a:solidFill>
                <a:latin typeface="+mn-ea"/>
                <a:cs typeface="+mn-ea"/>
              </a:rPr>
              <a:t>设区的市的人民政府可以就城乡建设与环境保护方面的事项，制定地方性法规。</a:t>
            </a:r>
            <a:endParaRPr lang="zh-CN" altLang="en-US" sz="2400">
              <a:ln>
                <a:noFill/>
                <a:prstDash val="sysDot"/>
              </a:ln>
              <a:solidFill>
                <a:schemeClr val="tx1">
                  <a:lumMod val="85000"/>
                  <a:lumOff val="15000"/>
                </a:schemeClr>
              </a:solidFill>
              <a:latin typeface="+mn-ea"/>
              <a:cs typeface="+mn-ea"/>
            </a:endParaRPr>
          </a:p>
        </p:txBody>
      </p:sp>
      <p:sp>
        <p:nvSpPr>
          <p:cNvPr id="39" name="矩形 4"/>
          <p:cNvSpPr/>
          <p:nvPr>
            <p:custDataLst>
              <p:tags r:id="rId27"/>
            </p:custDataLst>
          </p:nvPr>
        </p:nvSpPr>
        <p:spPr>
          <a:xfrm>
            <a:off x="1470025" y="1463040"/>
            <a:ext cx="5194935" cy="1097280"/>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en-US" sz="2400">
                <a:ln>
                  <a:noFill/>
                  <a:prstDash val="sysDot"/>
                </a:ln>
                <a:solidFill>
                  <a:schemeClr val="tx1">
                    <a:lumMod val="85000"/>
                    <a:lumOff val="15000"/>
                  </a:schemeClr>
                </a:solidFill>
                <a:latin typeface="+mn-ea"/>
                <a:cs typeface="+mn-ea"/>
              </a:rPr>
              <a:t>B.</a:t>
            </a:r>
            <a:r>
              <a:rPr lang="zh-CN" altLang="en-US" sz="2400">
                <a:ln>
                  <a:noFill/>
                  <a:prstDash val="sysDot"/>
                </a:ln>
                <a:solidFill>
                  <a:schemeClr val="tx1">
                    <a:lumMod val="85000"/>
                    <a:lumOff val="15000"/>
                  </a:schemeClr>
                </a:solidFill>
                <a:latin typeface="+mn-ea"/>
                <a:cs typeface="+mn-ea"/>
              </a:rPr>
              <a:t>县级人民政府有权任免本级政府的局长、委员会主任等组成人员。</a:t>
            </a:r>
            <a:endParaRPr lang="zh-CN" altLang="en-US" sz="2400">
              <a:ln>
                <a:noFill/>
                <a:prstDash val="sysDot"/>
              </a:ln>
              <a:solidFill>
                <a:schemeClr val="tx1">
                  <a:lumMod val="85000"/>
                  <a:lumOff val="15000"/>
                </a:schemeClr>
              </a:solidFill>
              <a:latin typeface="+mn-ea"/>
              <a:cs typeface="+mn-ea"/>
            </a:endParaRPr>
          </a:p>
        </p:txBody>
      </p:sp>
      <p:sp>
        <p:nvSpPr>
          <p:cNvPr id="40" name="矩形 10"/>
          <p:cNvSpPr/>
          <p:nvPr>
            <p:custDataLst>
              <p:tags r:id="rId28"/>
            </p:custDataLst>
          </p:nvPr>
        </p:nvSpPr>
        <p:spPr>
          <a:xfrm>
            <a:off x="852805" y="3371215"/>
            <a:ext cx="2332990" cy="3184525"/>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A.</a:t>
            </a:r>
            <a:r>
              <a:rPr lang="zh-CN" altLang="en-US" sz="2400">
                <a:ln>
                  <a:noFill/>
                  <a:prstDash val="sysDot"/>
                </a:ln>
                <a:solidFill>
                  <a:schemeClr val="tx1">
                    <a:lumMod val="85000"/>
                    <a:lumOff val="15000"/>
                  </a:schemeClr>
                </a:solidFill>
                <a:latin typeface="+mn-ea"/>
                <a:cs typeface="+mn-ea"/>
              </a:rPr>
              <a:t>省人民代表大会和省政府都有权制定在本行政区域内具有法律效力的规范性文件。</a:t>
            </a:r>
            <a:endParaRPr lang="zh-CN" altLang="en-US" sz="2400">
              <a:ln>
                <a:noFill/>
                <a:prstDash val="sysDot"/>
              </a:ln>
              <a:solidFill>
                <a:schemeClr val="tx1">
                  <a:lumMod val="85000"/>
                  <a:lumOff val="15000"/>
                </a:schemeClr>
              </a:solidFill>
              <a:latin typeface="+mn-ea"/>
              <a:cs typeface="+mn-ea"/>
            </a:endParaRPr>
          </a:p>
        </p:txBody>
      </p:sp>
      <p:sp>
        <p:nvSpPr>
          <p:cNvPr id="41" name="矩形 12"/>
          <p:cNvSpPr/>
          <p:nvPr>
            <p:custDataLst>
              <p:tags r:id="rId29"/>
            </p:custDataLst>
          </p:nvPr>
        </p:nvSpPr>
        <p:spPr>
          <a:xfrm>
            <a:off x="3770630" y="5106670"/>
            <a:ext cx="5917565" cy="1636395"/>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C.</a:t>
            </a:r>
            <a:r>
              <a:rPr lang="zh-CN" altLang="en-US" sz="2400">
                <a:ln>
                  <a:noFill/>
                  <a:prstDash val="sysDot"/>
                </a:ln>
                <a:solidFill>
                  <a:schemeClr val="tx1">
                    <a:lumMod val="85000"/>
                    <a:lumOff val="15000"/>
                  </a:schemeClr>
                </a:solidFill>
                <a:latin typeface="+mn-ea"/>
                <a:cs typeface="+mn-ea"/>
              </a:rPr>
              <a:t>在人民代表大会闭会期间，其常务委员会可以决定撤销本级人民政府个别副职领导人员的职务。</a:t>
            </a:r>
            <a:endParaRPr lang="zh-CN" altLang="en-US" sz="2400">
              <a:ln>
                <a:noFill/>
                <a:prstDash val="sysDot"/>
              </a:ln>
              <a:solidFill>
                <a:schemeClr val="tx1">
                  <a:lumMod val="85000"/>
                  <a:lumOff val="15000"/>
                </a:schemeClr>
              </a:solidFill>
              <a:latin typeface="+mn-ea"/>
              <a:cs typeface="+mn-ea"/>
            </a:endParaRPr>
          </a:p>
        </p:txBody>
      </p:sp>
      <p:sp>
        <p:nvSpPr>
          <p:cNvPr id="42" name="矩形 13"/>
          <p:cNvSpPr/>
          <p:nvPr>
            <p:custDataLst>
              <p:tags r:id="rId30"/>
            </p:custDataLst>
          </p:nvPr>
        </p:nvSpPr>
        <p:spPr>
          <a:xfrm>
            <a:off x="9980930" y="2437130"/>
            <a:ext cx="2016125" cy="4305935"/>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E.</a:t>
            </a:r>
            <a:r>
              <a:rPr lang="zh-CN" altLang="en-US" sz="2400">
                <a:ln>
                  <a:noFill/>
                  <a:prstDash val="sysDot"/>
                </a:ln>
                <a:solidFill>
                  <a:schemeClr val="tx1">
                    <a:lumMod val="85000"/>
                    <a:lumOff val="15000"/>
                  </a:schemeClr>
                </a:solidFill>
                <a:latin typeface="+mn-ea"/>
                <a:cs typeface="+mn-ea"/>
              </a:rPr>
              <a:t>地方政府规章实施满两年，若需要继续实施相关行政措施，应当提请本级人大或其常委会制定地方性法规。</a:t>
            </a:r>
            <a:endParaRPr lang="zh-CN" altLang="en-US" sz="2400">
              <a:ln>
                <a:noFill/>
                <a:prstDash val="sysDot"/>
              </a:ln>
              <a:solidFill>
                <a:schemeClr val="tx1">
                  <a:lumMod val="85000"/>
                  <a:lumOff val="15000"/>
                </a:schemeClr>
              </a:solidFill>
              <a:latin typeface="+mn-ea"/>
              <a:cs typeface="+mn-ea"/>
            </a:endParaRPr>
          </a:p>
        </p:txBody>
      </p:sp>
    </p:spTree>
    <p:custDataLst>
      <p:tags r:id="rId3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0010" y="1990725"/>
            <a:ext cx="2563495" cy="2012950"/>
          </a:xfrm>
        </p:spPr>
        <p:txBody>
          <a:bodyPr anchor="b" anchorCtr="0"/>
          <a:lstStyle/>
          <a:p>
            <a:pPr algn="ctr"/>
            <a:r>
              <a:rPr lang="zh-CN" altLang="en-US"/>
              <a:t>参考答案</a:t>
            </a:r>
            <a:endParaRPr lang="zh-CN" altLang="en-US"/>
          </a:p>
        </p:txBody>
      </p:sp>
      <p:sp>
        <p:nvSpPr>
          <p:cNvPr id="3" name="矩形 2"/>
          <p:cNvSpPr/>
          <p:nvPr>
            <p:custDataLst>
              <p:tags r:id="rId2"/>
            </p:custDataLst>
          </p:nvPr>
        </p:nvSpPr>
        <p:spPr>
          <a:xfrm>
            <a:off x="155575"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693420" y="163195"/>
            <a:ext cx="10659745" cy="6504940"/>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5" name="文本框 4"/>
          <p:cNvSpPr txBox="1"/>
          <p:nvPr>
            <p:custDataLst>
              <p:tags r:id="rId4"/>
            </p:custDataLst>
          </p:nvPr>
        </p:nvSpPr>
        <p:spPr>
          <a:xfrm>
            <a:off x="2312670" y="163195"/>
            <a:ext cx="8949690" cy="6504940"/>
          </a:xfrm>
          <a:prstGeom prst="rect">
            <a:avLst/>
          </a:prstGeom>
          <a:noFill/>
        </p:spPr>
        <p:txBody>
          <a:bodyPr wrap="square" rtlCol="0" anchor="ctr" anchorCtr="0">
            <a:noAutofit/>
          </a:bodyPr>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A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正确：省人民代表大会有权制定地方性法规；省政府有权制定地方政府规章。两者都是在本行政区域内具有法律效力的规范性文件。</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B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错误：县级人民政府的局长、委员会主任等组成人员的正职领导，由县长提名，由本级人大常委会决定任命，而非由政府自身任免。</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C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正确：这是县级以上地方各级人大常委会在闭会期间的一项重要人事职权。</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D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错误：设区的市的人民政府只能制定地方政府规章。制定地方性法规的权力属于该市的人民大会及其常务委员会。</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E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正确：这是对地方政府规章时效性的重要限制规定，符合《立法法》的精神。</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115570" y="1996440"/>
            <a:ext cx="4029075" cy="2243455"/>
          </a:xfrm>
        </p:spPr>
        <p:txBody>
          <a:bodyPr>
            <a:noAutofit/>
          </a:bodyPr>
          <a:lstStyle/>
          <a:p>
            <a:pPr algn="ctr"/>
            <a:r>
              <a:rPr lang="zh-CN" altLang="en-US" sz="4000">
                <a:latin typeface="+mn-ea"/>
                <a:ea typeface="+mn-ea"/>
                <a:cs typeface="+mn-ea"/>
                <a:sym typeface="+mn-ea"/>
              </a:rPr>
              <a:t>第七节</a:t>
            </a:r>
            <a:r>
              <a:rPr lang="en-US" altLang="zh-CN" sz="4000">
                <a:latin typeface="+mn-ea"/>
                <a:ea typeface="+mn-ea"/>
                <a:cs typeface="+mn-ea"/>
                <a:sym typeface="+mn-ea"/>
              </a:rPr>
              <a:t>   </a:t>
            </a:r>
            <a:br>
              <a:rPr lang="en-US" altLang="zh-CN" sz="4000">
                <a:latin typeface="+mn-ea"/>
                <a:ea typeface="+mn-ea"/>
                <a:cs typeface="+mn-ea"/>
                <a:sym typeface="+mn-ea"/>
              </a:rPr>
            </a:br>
            <a:r>
              <a:rPr lang="zh-CN" altLang="en-US" sz="4000">
                <a:latin typeface="+mn-ea"/>
                <a:ea typeface="+mn-ea"/>
                <a:cs typeface="+mn-ea"/>
                <a:sym typeface="+mn-ea"/>
              </a:rPr>
              <a:t>民族自治地方的自治机关</a:t>
            </a:r>
            <a:endParaRPr lang="zh-CN" altLang="en-US" sz="4000">
              <a:solidFill>
                <a:schemeClr val="bg2"/>
              </a:solidFill>
              <a:latin typeface="微软雅黑" panose="020B0503020204020204" charset="-122"/>
              <a:ea typeface="微软雅黑" panose="020B0503020204020204" charset="-122"/>
              <a:sym typeface="+mn-ea"/>
            </a:endParaRPr>
          </a:p>
        </p:txBody>
      </p:sp>
      <p:sp>
        <p:nvSpPr>
          <p:cNvPr id="9" name="文本框 8"/>
          <p:cNvSpPr txBox="1"/>
          <p:nvPr>
            <p:custDataLst>
              <p:tags r:id="rId4"/>
            </p:custDataLst>
          </p:nvPr>
        </p:nvSpPr>
        <p:spPr>
          <a:xfrm>
            <a:off x="4237990" y="644525"/>
            <a:ext cx="7758430" cy="5495925"/>
          </a:xfrm>
          <a:prstGeom prst="rect">
            <a:avLst/>
          </a:prstGeom>
          <a:noFill/>
        </p:spPr>
        <p:txBody>
          <a:bodyPr wrap="square" rtlCol="0" anchor="ctr" anchorCtr="0">
            <a:normAutofit fontScale="25000"/>
          </a:bodyPr>
          <a:lstStyle/>
          <a:p>
            <a:pPr indent="0" algn="just" fontAlgn="auto">
              <a:lnSpc>
                <a:spcPct val="150000"/>
              </a:lnSpc>
              <a:spcAft>
                <a:spcPts val="1200"/>
              </a:spcAft>
              <a:buClr>
                <a:srgbClr val="A6A6A6"/>
              </a:buClr>
              <a:buFont typeface="Wingdings" panose="05000000000000000000" charset="0"/>
              <a:buNone/>
            </a:pPr>
            <a:r>
              <a:rPr lang="zh-CN" altLang="en-US" sz="12800" b="1">
                <a:solidFill>
                  <a:schemeClr val="tx1"/>
                </a:solidFill>
                <a:latin typeface="微软雅黑" panose="020B0503020204020204" charset="-122"/>
                <a:ea typeface="微软雅黑" panose="020B0503020204020204" charset="-122"/>
                <a:cs typeface="微软雅黑" panose="020B0503020204020204" charset="-122"/>
              </a:rPr>
              <a:t>一、民族自治地方的自治机关的概念和性质</a:t>
            </a:r>
            <a:endParaRPr lang="zh-CN" altLang="en-US" sz="12800" b="1">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9600">
                <a:solidFill>
                  <a:schemeClr val="tx1"/>
                </a:solidFill>
                <a:latin typeface="微软雅黑" panose="020B0503020204020204" charset="-122"/>
                <a:ea typeface="微软雅黑" panose="020B0503020204020204" charset="-122"/>
                <a:cs typeface="微软雅黑" panose="020B0503020204020204" charset="-122"/>
              </a:rPr>
              <a:t>       1. </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民族自治地方自治机关是在民族自治地方设立的，行使宪法规定的地方国家机关的职权，同时依照宪法和民族区域自治法以及其他法律规定的权限</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行使自治权的国家政权机关。</a:t>
            </a:r>
            <a:endParaRPr lang="zh-CN" altLang="en-US" sz="9600" b="1">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9600">
                <a:solidFill>
                  <a:schemeClr val="tx1"/>
                </a:solidFill>
                <a:latin typeface="微软雅黑" panose="020B0503020204020204" charset="-122"/>
                <a:ea typeface="微软雅黑" panose="020B0503020204020204" charset="-122"/>
                <a:cs typeface="微软雅黑" panose="020B0503020204020204" charset="-122"/>
              </a:rPr>
              <a:t>       2. </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根据《宪法</a:t>
            </a:r>
            <a:r>
              <a:rPr lang="en-US" altLang="zh-CN" sz="96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》《民族区域自治法》的规定，民族自治地方的自治机关是</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自治区、自治州、自治县</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的</a:t>
            </a:r>
            <a:r>
              <a:rPr lang="zh-CN" altLang="en-US" sz="9600" b="1">
                <a:solidFill>
                  <a:schemeClr val="tx1"/>
                </a:solidFill>
                <a:latin typeface="微软雅黑" panose="020B0503020204020204" charset="-122"/>
                <a:ea typeface="微软雅黑" panose="020B0503020204020204" charset="-122"/>
                <a:cs typeface="微软雅黑" panose="020B0503020204020204" charset="-122"/>
              </a:rPr>
              <a:t>人民代表大会和人民政府</a:t>
            </a:r>
            <a:r>
              <a:rPr lang="zh-CN" altLang="en-US" sz="960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96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normAutofit/>
          </a:bodyPr>
          <a:lstStyle/>
          <a:p>
            <a:r>
              <a:rPr lang="zh-CN" altLang="en-US"/>
              <a:t>二、民族自治地方的自治机关的组成（宪法第</a:t>
            </a:r>
            <a:r>
              <a:rPr lang="en-US" altLang="zh-CN"/>
              <a:t>112</a:t>
            </a:r>
            <a:r>
              <a:rPr lang="zh-CN" altLang="en-US"/>
              <a:t>条）</a:t>
            </a:r>
            <a:endParaRPr lang="zh-CN" altLang="en-US"/>
          </a:p>
        </p:txBody>
      </p:sp>
      <p:sp>
        <p:nvSpPr>
          <p:cNvPr id="2" name="圆角矩形 5"/>
          <p:cNvSpPr/>
          <p:nvPr>
            <p:custDataLst>
              <p:tags r:id="rId2"/>
            </p:custDataLst>
          </p:nvPr>
        </p:nvSpPr>
        <p:spPr>
          <a:xfrm>
            <a:off x="605790" y="4419600"/>
            <a:ext cx="11149965" cy="2072005"/>
          </a:xfrm>
          <a:prstGeom prst="roundRect">
            <a:avLst>
              <a:gd name="adj" fmla="val 10446"/>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en-US" altLang="zh-CN" sz="2400" b="1" kern="0" dirty="0">
                <a:ln>
                  <a:noFill/>
                  <a:prstDash val="sysDot"/>
                </a:ln>
                <a:solidFill>
                  <a:schemeClr val="tx1">
                    <a:lumMod val="85000"/>
                    <a:lumOff val="15000"/>
                  </a:schemeClr>
                </a:solidFill>
                <a:uFillTx/>
                <a:latin typeface="+mj-ea"/>
                <a:ea typeface="+mj-ea"/>
                <a:cs typeface="+mj-ea"/>
                <a:sym typeface="+mn-ea"/>
              </a:rPr>
              <a:t>      </a:t>
            </a:r>
            <a:r>
              <a:rPr lang="en-US" altLang="zh-CN" sz="2400" kern="0" dirty="0">
                <a:ln>
                  <a:noFill/>
                  <a:prstDash val="sysDot"/>
                </a:ln>
                <a:solidFill>
                  <a:schemeClr val="tx1">
                    <a:lumMod val="85000"/>
                    <a:lumOff val="15000"/>
                  </a:schemeClr>
                </a:solidFill>
                <a:uFillTx/>
                <a:latin typeface="+mj-ea"/>
                <a:ea typeface="+mj-ea"/>
                <a:cs typeface="+mj-ea"/>
                <a:sym typeface="+mn-ea"/>
              </a:rPr>
              <a:t>  1.</a:t>
            </a:r>
            <a:r>
              <a:rPr lang="zh-CN" altLang="en-US" sz="2400" kern="0" dirty="0">
                <a:ln>
                  <a:noFill/>
                  <a:prstDash val="sysDot"/>
                </a:ln>
                <a:solidFill>
                  <a:schemeClr val="tx1">
                    <a:lumMod val="85000"/>
                    <a:lumOff val="15000"/>
                  </a:schemeClr>
                </a:solidFill>
                <a:uFillTx/>
                <a:latin typeface="+mj-ea"/>
                <a:ea typeface="+mj-ea"/>
                <a:cs typeface="+mj-ea"/>
                <a:sym typeface="+mn-ea"/>
              </a:rPr>
              <a:t>制定自治条例和单行性条例</a:t>
            </a:r>
            <a:r>
              <a:rPr lang="en-US" altLang="zh-CN" sz="2400" kern="0" dirty="0">
                <a:ln>
                  <a:noFill/>
                  <a:prstDash val="sysDot"/>
                </a:ln>
                <a:solidFill>
                  <a:schemeClr val="tx1">
                    <a:lumMod val="85000"/>
                    <a:lumOff val="15000"/>
                  </a:schemeClr>
                </a:solidFill>
                <a:uFillTx/>
                <a:latin typeface="+mj-ea"/>
                <a:ea typeface="+mj-ea"/>
                <a:cs typeface="+mj-ea"/>
                <a:sym typeface="+mn-ea"/>
              </a:rPr>
              <a:t> 2.</a:t>
            </a:r>
            <a:r>
              <a:rPr lang="zh-CN" altLang="en-US" sz="2400" kern="0" dirty="0">
                <a:ln>
                  <a:noFill/>
                  <a:prstDash val="sysDot"/>
                </a:ln>
                <a:solidFill>
                  <a:schemeClr val="tx1">
                    <a:lumMod val="85000"/>
                    <a:lumOff val="15000"/>
                  </a:schemeClr>
                </a:solidFill>
                <a:uFillTx/>
                <a:latin typeface="+mj-ea"/>
                <a:ea typeface="+mj-ea"/>
                <a:cs typeface="+mj-ea"/>
                <a:sym typeface="+mn-ea"/>
              </a:rPr>
              <a:t>使用和发展民族语言文字</a:t>
            </a:r>
            <a:r>
              <a:rPr lang="en-US" altLang="zh-CN" sz="2400" kern="0" dirty="0">
                <a:ln>
                  <a:noFill/>
                  <a:prstDash val="sysDot"/>
                </a:ln>
                <a:solidFill>
                  <a:schemeClr val="tx1">
                    <a:lumMod val="85000"/>
                    <a:lumOff val="15000"/>
                  </a:schemeClr>
                </a:solidFill>
                <a:uFillTx/>
                <a:latin typeface="+mj-ea"/>
                <a:ea typeface="+mj-ea"/>
                <a:cs typeface="+mj-ea"/>
                <a:sym typeface="+mn-ea"/>
              </a:rPr>
              <a:t>3.</a:t>
            </a:r>
            <a:r>
              <a:rPr lang="zh-CN" altLang="en-US" sz="2400" kern="0" dirty="0">
                <a:ln>
                  <a:noFill/>
                  <a:prstDash val="sysDot"/>
                </a:ln>
                <a:solidFill>
                  <a:schemeClr val="tx1">
                    <a:lumMod val="85000"/>
                    <a:lumOff val="15000"/>
                  </a:schemeClr>
                </a:solidFill>
                <a:uFillTx/>
                <a:latin typeface="+mj-ea"/>
                <a:ea typeface="+mj-ea"/>
                <a:cs typeface="+mj-ea"/>
                <a:sym typeface="+mn-ea"/>
              </a:rPr>
              <a:t>财政自治</a:t>
            </a:r>
            <a:r>
              <a:rPr lang="en-US" altLang="zh-CN" sz="2400" kern="0" dirty="0">
                <a:ln>
                  <a:noFill/>
                  <a:prstDash val="sysDot"/>
                </a:ln>
                <a:solidFill>
                  <a:schemeClr val="tx1">
                    <a:lumMod val="85000"/>
                    <a:lumOff val="15000"/>
                  </a:schemeClr>
                </a:solidFill>
                <a:uFillTx/>
                <a:latin typeface="+mj-ea"/>
                <a:ea typeface="+mj-ea"/>
                <a:cs typeface="+mj-ea"/>
                <a:sym typeface="+mn-ea"/>
              </a:rPr>
              <a:t>4.</a:t>
            </a:r>
            <a:r>
              <a:rPr lang="zh-CN" altLang="en-US" sz="2400" kern="0" dirty="0">
                <a:ln>
                  <a:noFill/>
                  <a:prstDash val="sysDot"/>
                </a:ln>
                <a:solidFill>
                  <a:schemeClr val="tx1">
                    <a:lumMod val="85000"/>
                    <a:lumOff val="15000"/>
                  </a:schemeClr>
                </a:solidFill>
                <a:uFillTx/>
                <a:latin typeface="+mj-ea"/>
                <a:ea typeface="+mj-ea"/>
                <a:cs typeface="+mj-ea"/>
                <a:sym typeface="+mn-ea"/>
              </a:rPr>
              <a:t>公共事务的管理权（</a:t>
            </a:r>
            <a:r>
              <a:rPr lang="en-US" altLang="zh-CN" sz="2400" kern="0" dirty="0">
                <a:ln>
                  <a:noFill/>
                  <a:prstDash val="sysDot"/>
                </a:ln>
                <a:solidFill>
                  <a:schemeClr val="tx1">
                    <a:lumMod val="85000"/>
                    <a:lumOff val="15000"/>
                  </a:schemeClr>
                </a:solidFill>
                <a:uFillTx/>
                <a:latin typeface="+mj-ea"/>
                <a:ea typeface="+mj-ea"/>
                <a:cs typeface="+mj-ea"/>
                <a:sym typeface="+mn-ea"/>
              </a:rPr>
              <a:t> </a:t>
            </a:r>
            <a:r>
              <a:rPr lang="zh-CN" altLang="en-US" sz="2400" kern="0" dirty="0">
                <a:ln>
                  <a:noFill/>
                  <a:prstDash val="sysDot"/>
                </a:ln>
                <a:solidFill>
                  <a:schemeClr val="tx1">
                    <a:lumMod val="85000"/>
                    <a:lumOff val="15000"/>
                  </a:schemeClr>
                </a:solidFill>
                <a:uFillTx/>
                <a:latin typeface="+mj-ea"/>
                <a:ea typeface="+mj-ea"/>
                <a:cs typeface="+mj-ea"/>
                <a:sym typeface="+mn-ea"/>
              </a:rPr>
              <a:t>理教育、文化、科学技术、卫生、体育、计划生育和环境保护事业）</a:t>
            </a:r>
            <a:r>
              <a:rPr lang="en-US" altLang="zh-CN" sz="2400" kern="0" dirty="0">
                <a:ln>
                  <a:noFill/>
                  <a:prstDash val="sysDot"/>
                </a:ln>
                <a:solidFill>
                  <a:schemeClr val="tx1">
                    <a:lumMod val="85000"/>
                    <a:lumOff val="15000"/>
                  </a:schemeClr>
                </a:solidFill>
                <a:uFillTx/>
                <a:latin typeface="+mj-ea"/>
                <a:ea typeface="+mj-ea"/>
                <a:cs typeface="+mj-ea"/>
                <a:sym typeface="+mn-ea"/>
              </a:rPr>
              <a:t>5.</a:t>
            </a:r>
            <a:r>
              <a:rPr lang="zh-CN" altLang="en-US" sz="2400" kern="0" dirty="0">
                <a:ln>
                  <a:noFill/>
                  <a:prstDash val="sysDot"/>
                </a:ln>
                <a:solidFill>
                  <a:schemeClr val="tx1">
                    <a:lumMod val="85000"/>
                    <a:lumOff val="15000"/>
                  </a:schemeClr>
                </a:solidFill>
                <a:uFillTx/>
                <a:latin typeface="+mj-ea"/>
                <a:ea typeface="+mj-ea"/>
                <a:cs typeface="+mj-ea"/>
                <a:sym typeface="+mn-ea"/>
              </a:rPr>
              <a:t>组织公安部队</a:t>
            </a:r>
            <a:endParaRPr lang="en-US" altLang="zh-CN" sz="2400" kern="0" dirty="0">
              <a:ln>
                <a:noFill/>
                <a:prstDash val="sysDot"/>
              </a:ln>
              <a:solidFill>
                <a:schemeClr val="tx1">
                  <a:lumMod val="85000"/>
                  <a:lumOff val="15000"/>
                </a:schemeClr>
              </a:solidFill>
              <a:uFillTx/>
              <a:latin typeface="+mj-ea"/>
              <a:ea typeface="+mj-ea"/>
              <a:cs typeface="+mj-ea"/>
              <a:sym typeface="+mn-ea"/>
            </a:endParaRPr>
          </a:p>
        </p:txBody>
      </p:sp>
      <p:sp>
        <p:nvSpPr>
          <p:cNvPr id="4" name="圆角矩形 6"/>
          <p:cNvSpPr/>
          <p:nvPr>
            <p:custDataLst>
              <p:tags r:id="rId3"/>
            </p:custDataLst>
          </p:nvPr>
        </p:nvSpPr>
        <p:spPr>
          <a:xfrm>
            <a:off x="605790" y="1475740"/>
            <a:ext cx="11149965" cy="1388745"/>
          </a:xfrm>
          <a:prstGeom prst="roundRect">
            <a:avLst>
              <a:gd name="adj" fmla="val 10446"/>
            </a:avLst>
          </a:prstGeom>
          <a:solidFill>
            <a:schemeClr val="accent2">
              <a:lumMod val="60000"/>
              <a:lumOff val="40000"/>
              <a:alpha val="12000"/>
            </a:schemeClr>
          </a:solidFill>
          <a:ln w="9525">
            <a:gradFill>
              <a:gsLst>
                <a:gs pos="100000">
                  <a:schemeClr val="accent2">
                    <a:alpha val="15000"/>
                  </a:schemeClr>
                </a:gs>
                <a:gs pos="0">
                  <a:schemeClr val="accent2">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en-US" altLang="zh-CN" sz="2400" kern="0" dirty="0">
                <a:ln>
                  <a:noFill/>
                  <a:prstDash val="sysDot"/>
                </a:ln>
                <a:solidFill>
                  <a:schemeClr val="tx1">
                    <a:lumMod val="85000"/>
                    <a:lumOff val="15000"/>
                  </a:schemeClr>
                </a:solidFill>
                <a:uFillTx/>
                <a:latin typeface="+mn-ea"/>
                <a:sym typeface="+mn-ea"/>
              </a:rPr>
              <a:t>1.</a:t>
            </a:r>
            <a:r>
              <a:rPr lang="zh-CN" altLang="en-US" sz="2400" kern="0" dirty="0">
                <a:ln>
                  <a:noFill/>
                  <a:prstDash val="sysDot"/>
                </a:ln>
                <a:solidFill>
                  <a:schemeClr val="tx1">
                    <a:lumMod val="85000"/>
                    <a:lumOff val="15000"/>
                  </a:schemeClr>
                </a:solidFill>
                <a:uFillTx/>
                <a:latin typeface="+mn-ea"/>
                <a:sym typeface="+mn-ea"/>
              </a:rPr>
              <a:t>民族自治地方的人大及其常委会</a:t>
            </a:r>
            <a:r>
              <a:rPr lang="en-US" altLang="zh-CN" sz="2400" kern="0" dirty="0">
                <a:ln>
                  <a:noFill/>
                  <a:prstDash val="sysDot"/>
                </a:ln>
                <a:solidFill>
                  <a:schemeClr val="tx1">
                    <a:lumMod val="85000"/>
                    <a:lumOff val="15000"/>
                  </a:schemeClr>
                </a:solidFill>
                <a:uFillTx/>
                <a:latin typeface="+mn-ea"/>
                <a:sym typeface="+mn-ea"/>
              </a:rPr>
              <a:t> 2.</a:t>
            </a:r>
            <a:r>
              <a:rPr lang="zh-CN" altLang="en-US" sz="2400" kern="0" dirty="0">
                <a:ln>
                  <a:noFill/>
                  <a:prstDash val="sysDot"/>
                </a:ln>
                <a:solidFill>
                  <a:schemeClr val="tx1">
                    <a:lumMod val="85000"/>
                    <a:lumOff val="15000"/>
                  </a:schemeClr>
                </a:solidFill>
                <a:uFillTx/>
                <a:latin typeface="+mn-ea"/>
                <a:sym typeface="+mn-ea"/>
              </a:rPr>
              <a:t>民族自治地方的人民政府</a:t>
            </a:r>
            <a:endParaRPr lang="zh-CN" altLang="en-US" sz="2400" kern="0" dirty="0">
              <a:ln>
                <a:noFill/>
                <a:prstDash val="sysDot"/>
              </a:ln>
              <a:solidFill>
                <a:schemeClr val="tx1">
                  <a:lumMod val="85000"/>
                  <a:lumOff val="15000"/>
                </a:schemeClr>
              </a:solidFill>
              <a:uFillTx/>
              <a:latin typeface="+mn-ea"/>
              <a:sym typeface="+mn-ea"/>
            </a:endParaRPr>
          </a:p>
          <a:p>
            <a:pPr lvl="0" algn="l">
              <a:lnSpc>
                <a:spcPct val="150000"/>
              </a:lnSpc>
              <a:buClrTx/>
              <a:buSzTx/>
              <a:buFontTx/>
            </a:pPr>
            <a:endParaRPr lang="zh-CN" altLang="en-US" sz="2400" kern="0" dirty="0">
              <a:ln>
                <a:noFill/>
                <a:prstDash val="sysDot"/>
              </a:ln>
              <a:solidFill>
                <a:schemeClr val="tx1">
                  <a:lumMod val="85000"/>
                  <a:lumOff val="15000"/>
                </a:schemeClr>
              </a:solidFill>
              <a:uFillTx/>
              <a:latin typeface="+mn-ea"/>
              <a:sym typeface="+mn-ea"/>
            </a:endParaRPr>
          </a:p>
        </p:txBody>
      </p:sp>
      <p:sp>
        <p:nvSpPr>
          <p:cNvPr id="5" name="圆角矩形 10"/>
          <p:cNvSpPr/>
          <p:nvPr>
            <p:custDataLst>
              <p:tags r:id="rId4"/>
            </p:custDataLst>
          </p:nvPr>
        </p:nvSpPr>
        <p:spPr>
          <a:xfrm>
            <a:off x="606674" y="4151605"/>
            <a:ext cx="749217" cy="92673"/>
          </a:xfrm>
          <a:prstGeom prst="roundRect">
            <a:avLst>
              <a:gd name="adj" fmla="val 50000"/>
            </a:avLst>
          </a:prstGeom>
          <a:gradFill>
            <a:gsLst>
              <a:gs pos="100000">
                <a:schemeClr val="accent1">
                  <a:lumMod val="60000"/>
                  <a:lumOff val="40000"/>
                  <a:alpha val="71000"/>
                </a:schemeClr>
              </a:gs>
              <a:gs pos="0">
                <a:schemeClr val="accent1">
                  <a:alpha val="100000"/>
                </a:schemeClr>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8" name="圆角矩形 11"/>
          <p:cNvSpPr/>
          <p:nvPr>
            <p:custDataLst>
              <p:tags r:id="rId5"/>
            </p:custDataLst>
          </p:nvPr>
        </p:nvSpPr>
        <p:spPr>
          <a:xfrm>
            <a:off x="606674" y="1183972"/>
            <a:ext cx="749217" cy="92673"/>
          </a:xfrm>
          <a:prstGeom prst="roundRect">
            <a:avLst>
              <a:gd name="adj" fmla="val 50000"/>
            </a:avLst>
          </a:prstGeom>
          <a:gradFill>
            <a:gsLst>
              <a:gs pos="100000">
                <a:schemeClr val="accent2">
                  <a:lumMod val="60000"/>
                  <a:lumOff val="40000"/>
                  <a:alpha val="71000"/>
                </a:schemeClr>
              </a:gs>
              <a:gs pos="0">
                <a:schemeClr val="accent2">
                  <a:alpha val="100000"/>
                </a:schemeClr>
              </a:gs>
            </a:gsLst>
            <a:lin ang="0"/>
          </a:gradFill>
          <a:ln>
            <a:noFill/>
          </a:ln>
          <a:effectLst>
            <a:outerShdw blurRad="508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3" name="标题 16"/>
          <p:cNvSpPr>
            <a:spLocks noGrp="1"/>
          </p:cNvSpPr>
          <p:nvPr>
            <p:custDataLst>
              <p:tags r:id="rId6"/>
            </p:custDataLst>
          </p:nvPr>
        </p:nvSpPr>
        <p:spPr>
          <a:xfrm>
            <a:off x="606425" y="3063830"/>
            <a:ext cx="10800000" cy="720000"/>
          </a:xfrm>
          <a:prstGeom prst="rect">
            <a:avLst/>
          </a:prstGeom>
        </p:spPr>
        <p:txBody>
          <a:bodyPr vert="horz" wrap="square" lIns="0" tIns="0" rIns="0" bIns="0" rtlCol="0" anchor="b" anchorCtr="0">
            <a:norm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r>
              <a:rPr lang="zh-CN" altLang="en-US"/>
              <a:t>三、自治机关的自治权（宪法第</a:t>
            </a:r>
            <a:r>
              <a:rPr lang="en-US" altLang="zh-CN"/>
              <a:t>115——122</a:t>
            </a:r>
            <a:r>
              <a:rPr lang="zh-CN" altLang="en-US"/>
              <a:t>条）</a:t>
            </a:r>
            <a:endParaRPr lang="zh-CN" altLang="en-US"/>
          </a:p>
        </p:txBody>
      </p:sp>
    </p:spTree>
    <p:custDataLst>
      <p:tags r:id="rId7"/>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a"/>
  <p:tag name="KSO_WM_UNIT_INDEX" val="1"/>
  <p:tag name="KSO_WM_BEAUTIFY_FLAG" val="#wm#"/>
  <p:tag name="KSO_WM_TAG_VERSION" val="3.0"/>
  <p:tag name="KSO_WM_UNIT_PRESET_TEXT" val="单击此处&#13;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3.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2"/>
</p:tagLst>
</file>

<file path=ppt/tags/tag34.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11"/>
  <p:tag name="KSO_WM_BEAUTIFY_FLAG" val="#wm#"/>
  <p:tag name="KSO_WM_TAG_VERSION" val="3.0"/>
  <p:tag name="KSO_WM_UNIT_ID" val="_4*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12"/>
  <p:tag name="KSO_WM_BEAUTIFY_FLAG" val="#wm#"/>
  <p:tag name="KSO_WM_TAG_VERSION" val="3.0"/>
  <p:tag name="KSO_WM_UNIT_ID" val="_4*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0.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3;第二级&#13;第三级&#13;第四级&#13;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7.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文本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58.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3;第二级&#13;第三级&#13;第四级&#13;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59.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文本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60.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3;第二级&#13;第三级&#13;第四级&#13;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61.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6.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77.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1.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97.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8.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5919"/>
</p:tagLst>
</file>

<file path=ppt/tags/tag10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5919"/>
</p:tagLst>
</file>

<file path=ppt/tags/tag110.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5919"/>
  <p:tag name="KSO_WM_TEMPLATE_CATEGORY" val="custom"/>
  <p:tag name="KSO_WM_TEMPLATE_MASTER_TYPE" val="0"/>
  <p:tag name="KSO_WM_TEMPLATE_COLORSEQUENCE" val="1,2,3,1,2,3"/>
</p:tagLst>
</file>

<file path=ppt/tags/tag11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2993_1*a*1"/>
  <p:tag name="KSO_WM_TEMPLATE_CATEGORY" val="custom"/>
  <p:tag name="KSO_WM_TEMPLATE_INDEX" val="40492993"/>
  <p:tag name="KSO_WM_UNIT_LAYERLEVEL" val="1"/>
  <p:tag name="KSO_WM_TAG_VERSION" val="3.0"/>
  <p:tag name="KSO_WM_BEAUTIFY_FLAG" val="#wm#"/>
  <p:tag name="KSO_WM_UNIT_VALUE" val="30"/>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82_2*l_i*1_1"/>
  <p:tag name="KSO_WM_TEMPLATE_CATEGORY" val="diagram"/>
  <p:tag name="KSO_WM_TEMPLATE_INDEX" val="40492982"/>
  <p:tag name="KSO_WM_UNIT_LAYERLEVEL" val="1_1"/>
  <p:tag name="KSO_WM_TAG_VERSION" val="3.0"/>
  <p:tag name="KSO_WM_BEAUTIFY_FLAG" val="#wm#"/>
  <p:tag name="KSO_WM_DIAGRAM_VERSION" val="3"/>
  <p:tag name="KSO_WM_DIAGRAM_COLOR_TRICK" val="1"/>
  <p:tag name="KSO_WM_DIAGRAM_COLOR_TEXT_CAN_REMOVE" val="n"/>
  <p:tag name="KSO_WM_DIAGRAM_GROUP_CODE" val="l1-1"/>
  <p:tag name="KSO_WM_UNIT_TYPE" val="l_i"/>
  <p:tag name="KSO_WM_UNIT_INDEX" val="1_1"/>
  <p:tag name="KSO_WM_UNIT_FILL_TYPE" val="1"/>
  <p:tag name="KSO_WM_UNIT_FILL_FORE_SCHEMECOLOR_INDEX" val="5"/>
  <p:tag name="KSO_WM_UNIT_FILL_FORE_SCHEMECOLOR_INDEX_BRIGHTNESS" val="0"/>
  <p:tag name="KSO_WM_DIAGRAM_VIRTUALLY_FRAME" val="{&quot;height&quot;:290.40000000000003,&quot;left&quot;:0,&quot;top&quot;:166.12503937007872,&quot;width&quot;:959.9750393700788}"/>
  <p:tag name="KSO_WM_DIAGRAM_MAX_ITEMCNT" val="4"/>
  <p:tag name="KSO_WM_DIAGRAM_MIN_ITEMCNT" val="2"/>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82_2*l_i*1_2"/>
  <p:tag name="KSO_WM_TEMPLATE_CATEGORY" val="diagram"/>
  <p:tag name="KSO_WM_TEMPLATE_INDEX" val="40492982"/>
  <p:tag name="KSO_WM_UNIT_LAYERLEVEL" val="1_1"/>
  <p:tag name="KSO_WM_TAG_VERSION" val="3.0"/>
  <p:tag name="KSO_WM_BEAUTIFY_FLAG" val="#wm#"/>
  <p:tag name="KSO_WM_DIAGRAM_VERSION" val="3"/>
  <p:tag name="KSO_WM_DIAGRAM_COLOR_TRICK" val="1"/>
  <p:tag name="KSO_WM_DIAGRAM_COLOR_TEXT_CAN_REMOVE" val="n"/>
  <p:tag name="KSO_WM_DIAGRAM_GROUP_CODE" val="l1-1"/>
  <p:tag name="KSO_WM_UNIT_TYPE" val="l_i"/>
  <p:tag name="KSO_WM_UNIT_INDEX" val="1_2"/>
  <p:tag name="KSO_WM_UNIT_FILL_TYPE" val="3"/>
  <p:tag name="KSO_WM_DIAGRAM_VIRTUALLY_FRAME" val="{&quot;height&quot;:290.40000000000003,&quot;left&quot;:0,&quot;top&quot;:166.12503937007872,&quot;width&quot;:959.9750393700788}"/>
  <p:tag name="KSO_WM_DIAGRAM_MAX_ITEMCNT" val="4"/>
  <p:tag name="KSO_WM_DIAGRAM_MIN_ITEMCNT" val="2"/>
  <p:tag name="KSO_WM_DIAGRAM_COLOR_MATCH_VALUE" val="{&quot;shape&quot;:{&quot;fill&quot;:{&quot;gradient&quot;:[{&quot;brightness&quot;:0,&quot;colorType&quot;:1,&quot;foreColorIndex&quot;:5,&quot;pos&quot;:0.12999999523162842,&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82_2*l_h_i*1_2_3"/>
  <p:tag name="KSO_WM_TEMPLATE_CATEGORY" val="diagram"/>
  <p:tag name="KSO_WM_TEMPLATE_INDEX" val="4049298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3"/>
  <p:tag name="KSO_WM_DIAGRAM_VIRTUALLY_FRAME" val="{&quot;height&quot;:290.40000000000003,&quot;left&quot;:0,&quot;top&quot;:166.12503937007872,&quot;width&quot;:959.9750393700788}"/>
  <p:tag name="KSO_WM_DIAGRAM_MAX_ITEMCNT" val="4"/>
  <p:tag name="KSO_WM_DIAGRAM_MIN_ITEMCNT" val="2"/>
  <p:tag name="KSO_WM_DIAGRAM_COLOR_MATCH_VALUE" val="{&quot;shape&quot;:{&quot;fill&quot;:{&quot;type&quot;:0},&quot;glow&quot;:{&quot;colorType&quot;:0},&quot;line&quot;:{&quot;solidLine&quot;:{&quot;brightness&quot;:0,&quot;colorType&quot;:2,&quot;rgb&quot;:&quot;#ffffff&quot;,&quot;transparency&quot;:0.6700000166893005},&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82_2*l_h_i*1_3_3"/>
  <p:tag name="KSO_WM_TEMPLATE_CATEGORY" val="diagram"/>
  <p:tag name="KSO_WM_TEMPLATE_INDEX" val="4049298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3"/>
  <p:tag name="KSO_WM_DIAGRAM_VIRTUALLY_FRAME" val="{&quot;height&quot;:290.40000000000003,&quot;left&quot;:0,&quot;top&quot;:166.12503937007872,&quot;width&quot;:959.9750393700788}"/>
  <p:tag name="KSO_WM_DIAGRAM_MAX_ITEMCNT" val="4"/>
  <p:tag name="KSO_WM_DIAGRAM_MIN_ITEMCNT" val="2"/>
  <p:tag name="KSO_WM_DIAGRAM_COLOR_MATCH_VALUE" val="{&quot;shape&quot;:{&quot;fill&quot;:{&quot;type&quot;:0},&quot;glow&quot;:{&quot;colorType&quot;:0},&quot;line&quot;:{&quot;solidLine&quot;:{&quot;brightness&quot;:0,&quot;colorType&quot;:2,&quot;rgb&quot;:&quot;#ffffff&quot;,&quot;transparency&quot;:0.6700000166893005},&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82_2*l_h_f*1_1_1"/>
  <p:tag name="KSO_WM_TEMPLATE_CATEGORY" val="diagram"/>
  <p:tag name="KSO_WM_TEMPLATE_INDEX" val="40492982"/>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此处添加文本具体内容"/>
  <p:tag name="KSO_WM_DIAGRAM_VIRTUALLY_FRAME" val="{&quot;height&quot;:290.40000000000003,&quot;left&quot;:0,&quot;top&quot;:166.12503937007872,&quot;width&quot;:959.9750393700788}"/>
  <p:tag name="KSO_WM_UNIT_TEXT_TYPE" val="1"/>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40492982_2*l_h_i*1_1_1"/>
  <p:tag name="KSO_WM_TEMPLATE_CATEGORY" val="diagram"/>
  <p:tag name="KSO_WM_TEMPLATE_INDEX" val="40492982"/>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VIRTUALLY_FRAME" val="{&quot;height&quot;:290.40000000000003,&quot;left&quot;:0,&quot;top&quot;:166.12503937007872,&quot;width&quot;:959.9750393700788}"/>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82_2*l_h_i*1_1_2"/>
  <p:tag name="KSO_WM_TEMPLATE_CATEGORY" val="diagram"/>
  <p:tag name="KSO_WM_TEMPLATE_INDEX" val="4049298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2"/>
  <p:tag name="KSO_WM_DIAGRAM_VIRTUALLY_FRAME" val="{&quot;height&quot;:290.40000000000003,&quot;left&quot;:0,&quot;top&quot;:166.12503937007872,&quot;width&quot;:959.9750393700788}"/>
  <p:tag name="KSO_WM_DIAGRAM_MAX_ITEMCNT" val="4"/>
  <p:tag name="KSO_WM_DIAGRAM_MIN_ITEMCNT" val="2"/>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82_2*l_h_f*1_2_1"/>
  <p:tag name="KSO_WM_TEMPLATE_CATEGORY" val="diagram"/>
  <p:tag name="KSO_WM_TEMPLATE_INDEX" val="40492982"/>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2_1"/>
  <p:tag name="KSO_WM_UNIT_PRESET_TEXT" val="单击此处添加文本内容"/>
  <p:tag name="KSO_WM_DIAGRAM_VIRTUALLY_FRAME" val="{&quot;height&quot;:290.40000000000003,&quot;left&quot;:0,&quot;top&quot;:166.12503937007872,&quot;width&quot;:959.9750393700788}"/>
  <p:tag name="KSO_WM_UNIT_TEXT_TYPE" val="1"/>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40492982_2*l_h_i*1_2_1"/>
  <p:tag name="KSO_WM_TEMPLATE_CATEGORY" val="diagram"/>
  <p:tag name="KSO_WM_TEMPLATE_INDEX" val="40492982"/>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VIRTUALLY_FRAME" val="{&quot;height&quot;:290.40000000000003,&quot;left&quot;:0,&quot;top&quot;:166.12503937007872,&quot;width&quot;:959.9750393700788}"/>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82_2*l_h_i*1_2_2"/>
  <p:tag name="KSO_WM_TEMPLATE_CATEGORY" val="diagram"/>
  <p:tag name="KSO_WM_TEMPLATE_INDEX" val="4049298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2"/>
  <p:tag name="KSO_WM_DIAGRAM_VIRTUALLY_FRAME" val="{&quot;height&quot;:290.40000000000003,&quot;left&quot;:0,&quot;top&quot;:166.12503937007872,&quot;width&quot;:959.9750393700788}"/>
  <p:tag name="KSO_WM_DIAGRAM_MAX_ITEMCNT" val="4"/>
  <p:tag name="KSO_WM_DIAGRAM_MIN_ITEMCNT" val="2"/>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82_2*l_h_f*1_3_1"/>
  <p:tag name="KSO_WM_TEMPLATE_CATEGORY" val="diagram"/>
  <p:tag name="KSO_WM_TEMPLATE_INDEX" val="40492982"/>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3_1"/>
  <p:tag name="KSO_WM_UNIT_PRESET_TEXT" val="单击此处添加文本具体内容"/>
  <p:tag name="KSO_WM_DIAGRAM_VIRTUALLY_FRAME" val="{&quot;height&quot;:290.40000000000003,&quot;left&quot;:0,&quot;top&quot;:166.12503937007872,&quot;width&quot;:959.9750393700788}"/>
  <p:tag name="KSO_WM_UNIT_TEXT_TYPE" val="1"/>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40492982_2*l_h_i*1_3_1"/>
  <p:tag name="KSO_WM_TEMPLATE_CATEGORY" val="diagram"/>
  <p:tag name="KSO_WM_TEMPLATE_INDEX" val="40492982"/>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VIRTUALLY_FRAME" val="{&quot;height&quot;:290.40000000000003,&quot;left&quot;:0,&quot;top&quot;:166.12503937007872,&quot;width&quot;:959.9750393700788}"/>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982_2*l_h_i*1_3_2"/>
  <p:tag name="KSO_WM_TEMPLATE_CATEGORY" val="diagram"/>
  <p:tag name="KSO_WM_TEMPLATE_INDEX" val="40492982"/>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2"/>
  <p:tag name="KSO_WM_DIAGRAM_VIRTUALLY_FRAME" val="{&quot;height&quot;:290.40000000000003,&quot;left&quot;:0,&quot;top&quot;:166.12503937007872,&quot;width&quot;:959.9750393700788}"/>
  <p:tag name="KSO_WM_DIAGRAM_MAX_ITEMCNT" val="4"/>
  <p:tag name="KSO_WM_DIAGRAM_MIN_ITEMCNT" val="2"/>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25.xml><?xml version="1.0" encoding="utf-8"?>
<p:tagLst xmlns:p="http://schemas.openxmlformats.org/presentationml/2006/main">
  <p:tag name="KSO_WM_SLIDE_ID" val="custom40492993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40492993"/>
  <p:tag name="KSO_WM_SLIDE_TYPE" val="text"/>
  <p:tag name="KSO_WM_SLIDE_SUBTYPE" val="picTxt"/>
  <p:tag name="KSO_WM_SLIDE_SIZE" val="959.95*290.4"/>
  <p:tag name="KSO_WM_SLIDE_POSITION" val="0*166.125"/>
  <p:tag name="KSO_WM_SLIDE_LAYOUT" val="a_l"/>
  <p:tag name="KSO_WM_SLIDE_LAYOUT_CNT" val="1_1"/>
  <p:tag name="KSO_WM_SPECIAL_SOURCE" val="bdnull"/>
  <p:tag name="KSO_WM_DIAGRAM_GROUP_CODE" val="l1-1"/>
  <p:tag name="KSO_WM_SLIDE_DIAGTYPE" val="l"/>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1"/>
  <p:tag name="KSO_WM_TEMPLATE_CATEGORY" val="custom"/>
  <p:tag name="KSO_WM_TEMPLATE_INDEX" val="20235208"/>
  <p:tag name="KSO_WM_UNIT_LAYERLEVEL" val="1"/>
  <p:tag name="KSO_WM_TAG_VERSION" val="3.0"/>
  <p:tag name="KSO_WM_BEAUTIFY_FLAG" val="#wm#"/>
  <p:tag name="KSO_WM_UNIT_TYPE" val="i"/>
  <p:tag name="KSO_WM_UNIT_INDEX" val="1"/>
</p:tagLst>
</file>

<file path=ppt/tags/tag127.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5208_1*a*1"/>
  <p:tag name="KSO_WM_TEMPLATE_CATEGORY" val="custom"/>
  <p:tag name="KSO_WM_TEMPLATE_INDEX" val="20235208"/>
  <p:tag name="KSO_WM_UNIT_LAYERLEVEL" val="1"/>
  <p:tag name="KSO_WM_TAG_VERSION" val="3.0"/>
  <p:tag name="KSO_WM_BEAUTIFY_FLAG" val="#wm#"/>
  <p:tag name="KSO_WM_UNIT_TEXT_TYPE" val="1"/>
  <p:tag name="KSO_WM_UNIT_PRESET_TEXT" val="单击此处添加标题"/>
</p:tagLst>
</file>

<file path=ppt/tags/tag12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8_1*f*1"/>
  <p:tag name="KSO_WM_TEMPLATE_CATEGORY" val="custom"/>
  <p:tag name="KSO_WM_TEMPLATE_INDEX" val="20235208"/>
  <p:tag name="KSO_WM_UNIT_LAYERLEVEL" val="1"/>
  <p:tag name="KSO_WM_TAG_VERSION" val="3.0"/>
  <p:tag name="KSO_WM_BEAUTIFY_FLAG" val="#wm#"/>
  <p:tag name="KSO_WM_UNIT_VALUE" val="30"/>
  <p:tag name="KSO_WM_UNIT_PRESET_TEXT" val="单击此处添加文本，简明扼要的阐述您的观点。"/>
  <p:tag name="KSO_WM_UNIT_TEXT_TYPE"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2"/>
  <p:tag name="KSO_WM_TEMPLATE_CATEGORY" val="custom"/>
  <p:tag name="KSO_WM_TEMPLATE_INDEX" val="20235208"/>
  <p:tag name="KSO_WM_UNIT_LAYERLEVEL" val="1"/>
  <p:tag name="KSO_WM_TAG_VERSION" val="3.0"/>
  <p:tag name="KSO_WM_BEAUTIFY_FLAG" val="#wm#"/>
  <p:tag name="KSO_WM_UNIT_TYPE" val="i"/>
  <p:tag name="KSO_WM_UNIT_INDEX"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3"/>
  <p:tag name="KSO_WM_TEMPLATE_CATEGORY" val="custom"/>
  <p:tag name="KSO_WM_TEMPLATE_INDEX" val="20235208"/>
  <p:tag name="KSO_WM_UNIT_LAYERLEVEL" val="1"/>
  <p:tag name="KSO_WM_TAG_VERSION" val="3.0"/>
  <p:tag name="KSO_WM_BEAUTIFY_FLAG" val="#wm#"/>
  <p:tag name="KSO_WM_UNIT_TYPE" val="i"/>
  <p:tag name="KSO_WM_UNIT_INDEX" val="3"/>
</p:tagLst>
</file>

<file path=ppt/tags/tag131.xml><?xml version="1.0" encoding="utf-8"?>
<p:tagLst xmlns:p="http://schemas.openxmlformats.org/presentationml/2006/main">
  <p:tag name="KSO_WM_SLIDE_ID" val="custom2023520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8"/>
  <p:tag name="KSO_WM_SLIDE_TYPE" val="text"/>
  <p:tag name="KSO_WM_SLIDE_SUBTYPE" val="picTxt"/>
  <p:tag name="KSO_WM_SLIDE_SIZE" val="960*504"/>
  <p:tag name="KSO_WM_SLIDE_POSITION" val="0*0"/>
  <p:tag name="KSO_WM_SLIDE_LAYOUT" val="a_f"/>
  <p:tag name="KSO_WM_SLIDE_LAYOUT_CNT" val="1_1"/>
  <p:tag name="KSO_WM_SPECIAL_SOURCE" val="bdnull"/>
  <p:tag name="RESOURCE_RECORD_KEY" val="{&quot;10&quot;:[50040074,50015948,50024367,50034520],&quot;65&quot;:[3]}"/>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13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13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136.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13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0921_5*a*1"/>
  <p:tag name="KSO_WM_TEMPLATE_CATEGORY" val="diagram"/>
  <p:tag name="KSO_WM_TEMPLATE_INDEX" val="20230921"/>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921_1*l_h_i*1_2_2"/>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type&quot;:0},&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SHADOW_SCHEMECOLOR_INDEX" val="6"/>
  <p:tag name="KSO_WM_UNIT_USESOURCEFORMAT_APPLY"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0921_1*l_h_i*1_2_3"/>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USESOURCEFORMAT_APPLY"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921_1*l_h_i*1_1_2"/>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type&quot;:0},&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SHADOW_SCHEMECOLOR_INDEX" val="5"/>
  <p:tag name="KSO_WM_UNIT_USESOURCEFORMAT_APPLY"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0921_1*l_h_i*1_1_3"/>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USESOURCEFORMAT_APPLY"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21_1*l_h_i*1_1_1"/>
  <p:tag name="KSO_WM_TEMPLATE_CATEGORY" val="diagram"/>
  <p:tag name="KSO_WM_TEMPLATE_INDEX" val="20230921"/>
  <p:tag name="KSO_WM_UNIT_LAYERLEVEL" val="1_1_1"/>
  <p:tag name="KSO_WM_TAG_VERSION" val="3.0"/>
  <p:tag name="KSO_WM_UNIT_SUBTYPE" val="d"/>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TEXT_FILL_FORE_SCHEMECOLOR_INDEX" val="1"/>
  <p:tag name="KSO_WM_UNIT_TEXT_FILL_TYPE" val="1"/>
  <p:tag name="KSO_WM_UNIT_SHADOW_SCHEMECOLOR_INDEX" val="5"/>
  <p:tag name="KSO_WM_UNIT_USESOURCEFORMAT_APPLY"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30921_1*l_h_i*1_1_4"/>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25"/>
  <p:tag name="KSO_WM_UNIT_TEXT_FILL_FORE_SCHEMECOLOR_INDEX" val="2"/>
  <p:tag name="KSO_WM_UNIT_TEXT_FILL_TYPE" val="1"/>
  <p:tag name="KSO_WM_UNIT_USESOURCEFORMAT_APPLY"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5"/>
  <p:tag name="KSO_WM_UNIT_ID" val="diagram20230921_1*l_h_i*1_1_5"/>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TEXT_FILL_FORE_SCHEMECOLOR_INDEX" val="2"/>
  <p:tag name="KSO_WM_UNIT_TEXT_FILL_TYPE" val="1"/>
  <p:tag name="KSO_WM_UNIT_USESOURCEFORMAT_APPLY" val="1"/>
</p:tagLst>
</file>

<file path=ppt/tags/tag14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21_1*l_h_a*1_1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USESOURCEFORMAT_APPLY" val="1"/>
</p:tagLst>
</file>

<file path=ppt/tags/tag14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21_1*l_h_f*1_1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输入您的项正文，文字是您思想的提炼，请尽量言简意赅的阐述观点。单击此处输入(您的)智能图形项正文，文字是您思想的提炼，请尽量言简意赅的阐述观点。单击此处添加正文，文字是您思想的提炼。"/>
  <p:tag name="KSO_WM_UNIT_TEXT_FILL_FORE_SCHEMECOLOR_INDEX" val="1"/>
  <p:tag name="KSO_WM_UNIT_TEXT_FILL_TYPE" val="1"/>
  <p:tag name="KSO_WM_UNIT_USESOURCEFORMAT_APPLY" val="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21_1*l_h_i*1_2_1"/>
  <p:tag name="KSO_WM_TEMPLATE_CATEGORY" val="diagram"/>
  <p:tag name="KSO_WM_TEMPLATE_INDEX" val="20230921"/>
  <p:tag name="KSO_WM_UNIT_LAYERLEVEL" val="1_1_1"/>
  <p:tag name="KSO_WM_TAG_VERSION" val="3.0"/>
  <p:tag name="KSO_WM_UNIT_SUBTYPE" val="d"/>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TEXT_FILL_FORE_SCHEMECOLOR_INDEX" val="1"/>
  <p:tag name="KSO_WM_UNIT_TEXT_FILL_TYPE" val="1"/>
  <p:tag name="KSO_WM_UNIT_SHADOW_SCHEMECOLOR_INDEX" val="6"/>
  <p:tag name="KSO_WM_UNIT_USESOURCEFORMAT_APPLY" val="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30921_1*l_h_i*1_2_4"/>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25"/>
  <p:tag name="KSO_WM_UNIT_TEXT_FILL_FORE_SCHEMECOLOR_INDEX" val="2"/>
  <p:tag name="KSO_WM_UNIT_TEXT_FILL_TYPE" val="1"/>
  <p:tag name="KSO_WM_UNIT_USESOURCEFORMAT_APPLY"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5"/>
  <p:tag name="KSO_WM_UNIT_ID" val="diagram20230921_1*l_h_i*1_2_5"/>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TEXT_FILL_FORE_SCHEMECOLOR_INDEX" val="2"/>
  <p:tag name="KSO_WM_UNIT_TEXT_FILL_TYPE" val="1"/>
  <p:tag name="KSO_WM_UNIT_USESOURCEFORMAT_APPLY" val="1"/>
</p:tagLst>
</file>

<file path=ppt/tags/tag15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21_1*l_h_a*1_2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USESOURCEFORMAT_APPLY" val="1"/>
</p:tagLst>
</file>

<file path=ppt/tags/tag15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21_1*l_h_f*1_2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07.72817483455844,&quot;left&quot;:43.7,&quot;top&quot;:110.44683395061489,&quot;width&quot;:886.75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输入您的项正文，文字是您思想的提炼，请尽量言简意赅的阐述观点。单击此处输入(您的)智能图形项正文，文字是您思想的提炼，请尽量言简意赅的阐述观点。单击此处添加正文，文字是您思想的提炼。"/>
  <p:tag name="KSO_WM_UNIT_TEXT_FILL_FORE_SCHEMECOLOR_INDEX" val="1"/>
  <p:tag name="KSO_WM_UNIT_TEXT_FILL_TYPE" val="1"/>
  <p:tag name="KSO_WM_UNIT_USESOURCEFORMAT_APPLY" val="1"/>
</p:tagLst>
</file>

<file path=ppt/tags/tag152.xml><?xml version="1.0" encoding="utf-8"?>
<p:tagLst xmlns:p="http://schemas.openxmlformats.org/presentationml/2006/main">
  <p:tag name="KSO_WM_BEAUTIFY_FLAG" val="#wm#"/>
  <p:tag name="KSO_WM_TEMPLATE_CATEGORY" val="diagram"/>
  <p:tag name="KSO_WM_TEMPLATE_INDEX" val="20230921"/>
  <p:tag name="KSO_WM_SPECIAL_SOURCE" val="bdnull"/>
  <p:tag name="KSO_WM_SLIDE_ID" val="diagram20230921_5"/>
  <p:tag name="KSO_WM_TEMPLATE_SUBCATEGORY" val="0"/>
  <p:tag name="KSO_WM_TEMPLATE_MASTER_TYPE" val="0"/>
  <p:tag name="KSO_WM_TEMPLATE_COLOR_TYPE" val="0"/>
  <p:tag name="KSO_WM_SLIDE_ITEM_CNT" val="6"/>
  <p:tag name="KSO_WM_SLIDE_INDEX" val="5"/>
  <p:tag name="KSO_WM_DIAGRAM_GROUP_CODE" val="l1-1"/>
  <p:tag name="KSO_WM_SLIDE_DIAGTYPE" val="l"/>
  <p:tag name="KSO_WM_TAG_VERSION" val="3.0"/>
  <p:tag name="KSO_WM_SLIDE_LAYOUT" val="a_l"/>
  <p:tag name="KSO_WM_SLIDE_LAYOUT_CNT" val="1_1"/>
  <p:tag name="KSO_WM_SLIDE_TYPE" val="text"/>
  <p:tag name="KSO_WM_SLIDE_SUBTYPE" val="diag"/>
  <p:tag name="KSO_WM_SLIDE_SIZE" val="850.55*373.05"/>
  <p:tag name="KSO_WM_SLIDE_POSITION" val="54.8*115.15"/>
</p:tagLst>
</file>

<file path=ppt/tags/tag15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49_1*a*1"/>
  <p:tag name="KSO_WM_TEMPLATE_CATEGORY" val="diagram"/>
  <p:tag name="KSO_WM_TEMPLATE_INDEX" val="20233249"/>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15"/>
  <p:tag name="KSO_WM_UNIT_TEXT_FILL_TYPE" val="1"/>
  <p:tag name="KSO_WM_UNIT_USESOURCEFORMAT_APPLY"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2946_1*l_h_i*1_1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53.8748757693246,&quot;left&quot;:17.8,&quot;top&quot;:105.62512423067537,&quot;width&quot;:881.45}"/>
  <p:tag name="KSO_WM_DIAGRAM_COLOR_MATCH_VALUE" val="{&quot;shape&quot;:{&quot;fill&quot;:{&quot;solid&quot;:{&quot;brightness&quot;:0.6000000238418579,&quot;colorType&quot;:1,&quot;foreColorIndex&quot;:6,&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2946_1*l_h_i*1_1_2"/>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53.8748757693246,&quot;left&quot;:17.8,&quot;top&quot;:105.62512423067537,&quot;width&quot;:881.45}"/>
  <p:tag name="KSO_WM_DIAGRAM_COLOR_MATCH_VALUE" val="{&quot;shape&quot;:{&quot;fill&quot;:{&quot;gradient&quot;:[{&quot;brightness&quot;:0,&quot;colorType&quot;:1,&quot;foreColorIndex&quot;:6,&quot;pos&quot;:0.07000000029802322,&quot;transparency&quot;:0},{&quot;brightness&quot;:0,&quot;colorType&quot;:1,&quot;foreColorIndex&quot;:6,&quot;pos&quot;:1,&quot;transparency&quot;:0.400000005960464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2946_1*l_h_i*1_2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53.8748757693246,&quot;left&quot;:17.8,&quot;top&quot;:105.62512423067537,&quot;width&quot;:881.4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40492946_1*l_h_i*1_2_2"/>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53.8748757693246,&quot;left&quot;:17.8,&quot;top&quot;:105.62512423067537,&quot;width&quot;:881.45}"/>
  <p:tag name="KSO_WM_DIAGRAM_COLOR_MATCH_VALUE" val="{&quot;shape&quot;:{&quot;fill&quot;:{&quot;gradient&quot;:[{&quot;brightness&quot;:0,&quot;colorType&quot;:1,&quot;foreColorIndex&quot;:5,&quot;pos&quot;:0.07000000029802322,&quot;transparency&quot;:0},{&quot;brightness&quot;:0,&quot;colorType&quot;:1,&quot;foreColorIndex&quot;:5,&quot;pos&quot;:1,&quot;transparency&quot;:0.400000005960464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58.xml><?xml version="1.0" encoding="utf-8"?>
<p:tagLst xmlns:p="http://schemas.openxmlformats.org/presentationml/2006/main">
  <p:tag name="KSO_WM_UNIT_VALUE" val="100*100"/>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40492946_1*l_h_x*1_2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53.8748757693246,&quot;left&quot;:17.8,&quot;top&quot;:105.62512423067537,&quot;width&quot;:881.4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16"/>
  <p:tag name="KSO_WM_DIAGRAM_USE_COLOR_VALUE" val="{&quot;color_scheme&quot;:1,&quot;color_type&quot;:1,&quot;theme_color_indexes&quot;:[5,6,5,6,5,6]}"/>
</p:tagLst>
</file>

<file path=ppt/tags/tag159.xml><?xml version="1.0" encoding="utf-8"?>
<p:tagLst xmlns:p="http://schemas.openxmlformats.org/presentationml/2006/main">
  <p:tag name="KSO_WM_UNIT_VALUE" val="100*10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40492946_1*l_h_x*1_1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53.8748757693246,&quot;left&quot;:17.8,&quot;top&quot;:105.62512423067537,&quot;width&quot;:881.4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13"/>
  <p:tag name="KSO_WM_DIAGRAM_USE_COLOR_VALUE" val="{&quot;color_scheme&quot;:1,&quot;color_type&quot;:1,&quot;theme_color_indexes&quot;:[5,6,5,6,5,6]}"/>
</p:tagLst>
</file>

<file path=ppt/tags/tag160.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946_1*l_h_a*1_1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UNIT_VALUE" val="11"/>
  <p:tag name="KSO_WM_UNIT_PRESET_TEXT" val="单击添加标题"/>
  <p:tag name="KSO_WM_UNIT_TEXT_TYPE" val="1"/>
  <p:tag name="KSO_WM_DIAGRAM_MAX_ITEMCNT" val="2"/>
  <p:tag name="KSO_WM_DIAGRAM_MIN_ITEMCNT" val="2"/>
  <p:tag name="KSO_WM_DIAGRAM_VIRTUALLY_FRAME" val="{&quot;height&quot;:453.8748757693246,&quot;left&quot;:17.8,&quot;top&quot;:105.62512423067537,&quot;width&quot;:881.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61.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946_1*l_h_f*1_1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UNIT_VALUE" val="56"/>
  <p:tag name="KSO_WM_UNIT_PRESET_TEXT" val="单击此处添加文本，简明扼要地阐述您的观点。根据需要可酌情增减文字，以便观者准确地理解您传达的思想"/>
  <p:tag name="KSO_WM_UNIT_TEXT_TYPE" val="1"/>
  <p:tag name="KSO_WM_DIAGRAM_MAX_ITEMCNT" val="2"/>
  <p:tag name="KSO_WM_DIAGRAM_MIN_ITEMCNT" val="2"/>
  <p:tag name="KSO_WM_DIAGRAM_VIRTUALLY_FRAME" val="{&quot;height&quot;:453.8748757693246,&quot;left&quot;:17.8,&quot;top&quot;:105.62512423067537,&quot;width&quot;:881.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62.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946_1*l_h_a*1_2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UNIT_VALUE" val="11"/>
  <p:tag name="KSO_WM_UNIT_PRESET_TEXT" val="单击添加标题"/>
  <p:tag name="KSO_WM_UNIT_TEXT_TYPE" val="1"/>
  <p:tag name="KSO_WM_DIAGRAM_MAX_ITEMCNT" val="2"/>
  <p:tag name="KSO_WM_DIAGRAM_MIN_ITEMCNT" val="2"/>
  <p:tag name="KSO_WM_DIAGRAM_VIRTUALLY_FRAME" val="{&quot;height&quot;:453.8748757693246,&quot;left&quot;:17.8,&quot;top&quot;:105.62512423067537,&quot;width&quot;:881.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63.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946_1*l_h_f*1_2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UNIT_VALUE" val="56"/>
  <p:tag name="KSO_WM_UNIT_PRESET_TEXT" val="单击此处添加文本具体内容，简明扼要地阐述您的观点。根据需要可酌情增减文字，以便观者准确地理解您传达的思想"/>
  <p:tag name="KSO_WM_UNIT_TEXT_TYPE" val="1"/>
  <p:tag name="KSO_WM_DIAGRAM_MAX_ITEMCNT" val="2"/>
  <p:tag name="KSO_WM_DIAGRAM_MIN_ITEMCNT" val="2"/>
  <p:tag name="KSO_WM_DIAGRAM_VIRTUALLY_FRAME" val="{&quot;height&quot;:453.8748757693246,&quot;left&quot;:17.8,&quot;top&quot;:105.62512423067537,&quot;width&quot;:881.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64.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946_1*l_h_a*1_2_1"/>
  <p:tag name="KSO_WM_TEMPLATE_CATEGORY" val="diagram"/>
  <p:tag name="KSO_WM_TEMPLATE_INDEX" val="40492946"/>
  <p:tag name="KSO_WM_UNIT_LAYERLEVEL" val="1_1_1"/>
  <p:tag name="KSO_WM_TAG_VERSION" val="3.0"/>
  <p:tag name="KSO_WM_DIAGRAM_VERSION" val="3"/>
  <p:tag name="KSO_WM_DIAGRAM_COLOR_TRICK" val="2"/>
  <p:tag name="KSO_WM_DIAGRAM_COLOR_TEXT_CAN_REMOVE" val="n"/>
  <p:tag name="KSO_WM_UNIT_VALUE" val="11"/>
  <p:tag name="KSO_WM_UNIT_PRESET_TEXT" val="单击添加标题"/>
  <p:tag name="KSO_WM_UNIT_TEXT_TYPE" val="1"/>
  <p:tag name="KSO_WM_DIAGRAM_MAX_ITEMCNT" val="2"/>
  <p:tag name="KSO_WM_DIAGRAM_MIN_ITEMCNT" val="2"/>
  <p:tag name="KSO_WM_DIAGRAM_VIRTUALLY_FRAME" val="{&quot;height&quot;:453.8748757693246,&quot;left&quot;:17.8,&quot;top&quot;:105.62512423067537,&quot;width&quot;:881.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65.xml><?xml version="1.0" encoding="utf-8"?>
<p:tagLst xmlns:p="http://schemas.openxmlformats.org/presentationml/2006/main">
  <p:tag name="KSO_WM_SLIDE_ID" val="diagram20233249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3249"/>
  <p:tag name="KSO_WM_SLIDE_TYPE" val="text"/>
  <p:tag name="KSO_WM_SLIDE_SUBTYPE" val="diag"/>
  <p:tag name="KSO_WM_SLIDE_SIZE" val="844.438*388.54"/>
  <p:tag name="KSO_WM_SLIDE_POSITION" val="54.8032*105.625"/>
  <p:tag name="KSO_WM_SLIDE_LAYOUT" val="a_l"/>
  <p:tag name="KSO_WM_SLIDE_LAYOUT_CNT" val="1_1"/>
  <p:tag name="KSO_WM_SPECIAL_SOURCE" val="bdnull"/>
  <p:tag name="KSO_WM_DIAGRAM_GROUP_CODE" val="l1-1"/>
  <p:tag name="KSO_WM_SLIDE_DIAGTYPE" val="l"/>
  <p:tag name="resource_record_key" val="{&quot;65&quot;:[20235919],&quot;70&quot;:[3428599]}"/>
</p:tagLst>
</file>

<file path=ppt/tags/tag16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167.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23.1,&quot;left&quot;:54.75,&quot;top&quot;:100.55,&quot;width&quot;:850.4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5"/>
  <p:tag name="KSO_WM_UNIT_USESOURCEFORMAT_APPLY"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23.1,&quot;left&quot;:54.75,&quot;top&quot;:100.55,&quot;width&quot;:850.4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169.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23.1,&quot;left&quot;:54.75,&quot;top&quot;:100.55,&quot;width&quot;:850.4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6"/>
  <p:tag name="KSO_WM_UNIT_USESOURCEFORMAT_APPL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23.1,&quot;left&quot;:54.75,&quot;top&quot;:100.55,&quot;width&quot;:850.4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17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23.1,&quot;left&quot;:54.75,&quot;top&quot;:100.55,&quot;width&quot;:850.4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7"/>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23.1,&quot;left&quot;:54.75,&quot;top&quot;:100.55,&quot;width&quot;:850.4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7"/>
  <p:tag name="KSO_WM_UNIT_TEXT_FILL_FORE_SCHEMECOLOR_INDEX" val="2"/>
  <p:tag name="KSO_WM_UNIT_TEXT_FILL_TYPE" val="1"/>
  <p:tag name="KSO_WM_UNIT_USESOURCEFORMAT_APPLY" val="1"/>
</p:tagLst>
</file>

<file path=ppt/tags/tag173.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23.1,&quot;left&quot;:54.75,&quot;top&quot;:100.55,&quot;width&quot;:850.4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LINE_FORE_SCHEMECOLOR_INDEX" val="8"/>
  <p:tag name="KSO_WM_UNIT_USESOURCEFORMAT_APPLY"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23.1,&quot;left&quot;:54.75,&quot;top&quot;:100.55,&quot;width&quot;:850.4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8"/>
  <p:tag name="KSO_WM_UNIT_TEXT_FILL_FORE_SCHEMECOLOR_INDEX" val="2"/>
  <p:tag name="KSO_WM_UNIT_TEXT_FILL_TYPE" val="1"/>
  <p:tag name="KSO_WM_UNIT_USESOURCEFORMAT_APPLY" val="1"/>
</p:tagLst>
</file>

<file path=ppt/tags/tag175.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17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17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180.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4*a*1"/>
  <p:tag name="KSO_WM_TEMPLATE_CATEGORY" val="diagram"/>
  <p:tag name="KSO_WM_TEMPLATE_INDEX" val="20235155"/>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DIAGRAM_GROUP_CODE" val="m1-1"/>
  <p:tag name="KSO_WM_UNIT_PRESET_TEXT" val="单击此处添加文档标题内容"/>
  <p:tag name="KSO_WM_UNIT_TEXT_FILL_FORE_SCHEMECOLOR_INDEX" val="15"/>
  <p:tag name="KSO_WM_UNIT_TEXT_FILL_TYPE" val="1"/>
  <p:tag name="KSO_WM_UNIT_USESOURCEFORMAT_APPLY"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i*1_1"/>
  <p:tag name="KSO_WM_TEMPLATE_CATEGORY" val="diagram"/>
  <p:tag name="KSO_WM_TEMPLATE_INDEX" val="20235155"/>
  <p:tag name="KSO_WM_UNIT_LAYERLEVEL" val="1_1"/>
  <p:tag name="KSO_WM_TAG_VERSION" val="3.0"/>
  <p:tag name="KSO_WM_BEAUTIFY_FLAG" val="#wm#"/>
  <p:tag name="KSO_WM_UNIT_TYPE" val="m_i"/>
  <p:tag name="KSO_WM_UNIT_INDEX" val="1_1"/>
  <p:tag name="KSO_WM_DIAGRAM_GROUP_CODE" val="m1-1"/>
  <p:tag name="KSO_WM_DIAGRAM_VERSION" val="3"/>
  <p:tag name="KSO_WM_DIAGRAM_COLOR_TRICK" val="1"/>
  <p:tag name="KSO_WM_DIAGRAM_COLOR_TEXT_CAN_REMOVE" val="n"/>
  <p:tag name="KSO_WM_UNIT_LINE_FORE_SCHEMECOLOR_INDEX" val="5"/>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2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2_1"/>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3"/>
  <p:tag name="KSO_WM_UNIT_TEXT_FILL_TYPE" val="3"/>
  <p:tag name="KSO_WM_UNIT_USESOURCEFORMAT_APPLY"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f*1_1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1_1"/>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81"/>
  <p:tag name="KSO_WM_DIAGRAM_GROUP_CODE" val="m1-1"/>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1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1_1"/>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3"/>
  <p:tag name="KSO_WM_UNIT_TEXT_FILL_TYPE" val="3"/>
  <p:tag name="KSO_WM_UNIT_USESOURCEFORMAT_APPLY"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3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3_1"/>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3"/>
  <p:tag name="KSO_WM_UNIT_TEXT_FILL_TYPE" val="3"/>
  <p:tag name="KSO_WM_UNIT_USESOURCEFORMAT_APPLY"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1_2"/>
  <p:tag name="KSO_WM_TEMPLATE_CATEGORY" val="diagram"/>
  <p:tag name="KSO_WM_TEMPLATE_INDEX" val="20235155"/>
  <p:tag name="KSO_WM_UNIT_LAYERLEVEL" val="1_1_1"/>
  <p:tag name="KSO_WM_TAG_VERSION" val="3.0"/>
  <p:tag name="KSO_WM_BEAUTIFY_FLAG" val="#wm#"/>
  <p:tag name="KSO_WM_UNIT_TYPE" val="m_h_i"/>
  <p:tag name="KSO_WM_UNIT_INDEX" val="1_1_2"/>
  <p:tag name="KSO_WM_DIAGRAM_GROUP_CODE" val="m1-1"/>
  <p:tag name="KSO_WM_DIAGRAM_VERSION" val="3"/>
  <p:tag name="KSO_WM_DIAGRAM_COLOR_TRICK" val="1"/>
  <p:tag name="KSO_WM_DIAGRAM_COLOR_TEXT_CAN_REMOVE" val="n"/>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1_3"/>
  <p:tag name="KSO_WM_TEMPLATE_CATEGORY" val="diagram"/>
  <p:tag name="KSO_WM_TEMPLATE_INDEX" val="20235155"/>
  <p:tag name="KSO_WM_UNIT_LAYERLEVEL" val="1_1_1"/>
  <p:tag name="KSO_WM_TAG_VERSION" val="3.0"/>
  <p:tag name="KSO_WM_BEAUTIFY_FLAG" val="#wm#"/>
  <p:tag name="KSO_WM_UNIT_TYPE" val="m_h_i"/>
  <p:tag name="KSO_WM_UNIT_INDEX" val="1_1_3"/>
  <p:tag name="KSO_WM_DIAGRAM_GROUP_CODE" val="m1-1"/>
  <p:tag name="KSO_WM_DIAGRAM_VERSION" val="3"/>
  <p:tag name="KSO_WM_DIAGRAM_COLOR_TRICK" val="1"/>
  <p:tag name="KSO_WM_DIAGRAM_COLOR_TEXT_CAN_REMOVE" val="n"/>
  <p:tag name="KSO_WM_UNIT_FILL_TYPE" val="3"/>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2_2"/>
  <p:tag name="KSO_WM_TEMPLATE_CATEGORY" val="diagram"/>
  <p:tag name="KSO_WM_TEMPLATE_INDEX" val="20235155"/>
  <p:tag name="KSO_WM_UNIT_LAYERLEVEL" val="1_1_1"/>
  <p:tag name="KSO_WM_TAG_VERSION" val="3.0"/>
  <p:tag name="KSO_WM_BEAUTIFY_FLAG" val="#wm#"/>
  <p:tag name="KSO_WM_UNIT_TYPE" val="m_h_i"/>
  <p:tag name="KSO_WM_UNIT_INDEX" val="1_2_2"/>
  <p:tag name="KSO_WM_DIAGRAM_GROUP_CODE" val="m1-1"/>
  <p:tag name="KSO_WM_DIAGRAM_VERSION" val="3"/>
  <p:tag name="KSO_WM_DIAGRAM_COLOR_TRICK" val="1"/>
  <p:tag name="KSO_WM_DIAGRAM_COLOR_TEXT_CAN_REMOVE" val="n"/>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2_3"/>
  <p:tag name="KSO_WM_TEMPLATE_CATEGORY" val="diagram"/>
  <p:tag name="KSO_WM_TEMPLATE_INDEX" val="20235155"/>
  <p:tag name="KSO_WM_UNIT_LAYERLEVEL" val="1_1_1"/>
  <p:tag name="KSO_WM_TAG_VERSION" val="3.0"/>
  <p:tag name="KSO_WM_BEAUTIFY_FLAG" val="#wm#"/>
  <p:tag name="KSO_WM_UNIT_TYPE" val="m_h_i"/>
  <p:tag name="KSO_WM_UNIT_INDEX" val="1_2_3"/>
  <p:tag name="KSO_WM_DIAGRAM_GROUP_CODE" val="m1-1"/>
  <p:tag name="KSO_WM_DIAGRAM_VERSION" val="3"/>
  <p:tag name="KSO_WM_DIAGRAM_COLOR_TRICK" val="1"/>
  <p:tag name="KSO_WM_DIAGRAM_COLOR_TEXT_CAN_REMOVE" val="n"/>
  <p:tag name="KSO_WM_UNIT_FILL_TYPE" val="3"/>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3_2"/>
  <p:tag name="KSO_WM_TEMPLATE_CATEGORY" val="diagram"/>
  <p:tag name="KSO_WM_TEMPLATE_INDEX" val="20235155"/>
  <p:tag name="KSO_WM_UNIT_LAYERLEVEL" val="1_1_1"/>
  <p:tag name="KSO_WM_TAG_VERSION" val="3.0"/>
  <p:tag name="KSO_WM_BEAUTIFY_FLAG" val="#wm#"/>
  <p:tag name="KSO_WM_UNIT_TYPE" val="m_h_i"/>
  <p:tag name="KSO_WM_UNIT_INDEX" val="1_3_2"/>
  <p:tag name="KSO_WM_DIAGRAM_GROUP_CODE" val="m1-1"/>
  <p:tag name="KSO_WM_DIAGRAM_VERSION" val="3"/>
  <p:tag name="KSO_WM_DIAGRAM_COLOR_TRICK" val="1"/>
  <p:tag name="KSO_WM_DIAGRAM_COLOR_TEXT_CAN_REMOVE" val="n"/>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3_3"/>
  <p:tag name="KSO_WM_TEMPLATE_CATEGORY" val="diagram"/>
  <p:tag name="KSO_WM_TEMPLATE_INDEX" val="20235155"/>
  <p:tag name="KSO_WM_UNIT_LAYERLEVEL" val="1_1_1"/>
  <p:tag name="KSO_WM_TAG_VERSION" val="3.0"/>
  <p:tag name="KSO_WM_BEAUTIFY_FLAG" val="#wm#"/>
  <p:tag name="KSO_WM_UNIT_TYPE" val="m_h_i"/>
  <p:tag name="KSO_WM_UNIT_INDEX" val="1_3_3"/>
  <p:tag name="KSO_WM_DIAGRAM_GROUP_CODE" val="m1-1"/>
  <p:tag name="KSO_WM_DIAGRAM_VERSION" val="3"/>
  <p:tag name="KSO_WM_DIAGRAM_COLOR_TRICK" val="1"/>
  <p:tag name="KSO_WM_DIAGRAM_COLOR_TEXT_CAN_REMOVE" val="n"/>
  <p:tag name="KSO_WM_UNIT_FILL_TYPE" val="3"/>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f*1_2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2_1"/>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81"/>
  <p:tag name="KSO_WM_DIAGRAM_GROUP_CODE" val="m1-1"/>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f*1_3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3_1"/>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81"/>
  <p:tag name="KSO_WM_DIAGRAM_GROUP_CODE" val="m1-1"/>
  <p:tag name="KSO_WM_DIAGRAM_VERSION" val="3"/>
  <p:tag name="KSO_WM_DIAGRAM_COLOR_TRICK" val="1"/>
  <p:tag name="KSO_WM_DIAGRAM_COLOR_TEXT_CAN_REMOVE" val="n"/>
  <p:tag name="KSO_WM_UNIT_PRESET_TEXT" val="单击此处添加文本具体内容，简明扼要地阐述您的观点。根据需要可酌情增减文字的思想。"/>
  <p:tag name="KSO_WM_UNIT_TEXT_FILL_FORE_SCHEMECOLOR_INDEX" val="1"/>
  <p:tag name="KSO_WM_UNIT_TEXT_FILL_TYPE" val="1"/>
  <p:tag name="KSO_WM_UNIT_USESOURCEFORMAT_APPLY" val="1"/>
</p:tagLst>
</file>

<file path=ppt/tags/tag195.xml><?xml version="1.0" encoding="utf-8"?>
<p:tagLst xmlns:p="http://schemas.openxmlformats.org/presentationml/2006/main">
  <p:tag name="KSO_WM_SLIDE_ID" val="diagram20235155_4"/>
  <p:tag name="KSO_WM_TEMPLATE_SUBCATEGORY" val="0"/>
  <p:tag name="KSO_WM_TEMPLATE_MASTER_TYPE" val="0"/>
  <p:tag name="KSO_WM_TEMPLATE_COLOR_TYPE" val="0"/>
  <p:tag name="KSO_WM_SLIDE_ITEM_CNT" val="6"/>
  <p:tag name="KSO_WM_SLIDE_INDEX" val="4"/>
  <p:tag name="KSO_WM_TAG_VERSION" val="3.0"/>
  <p:tag name="KSO_WM_BEAUTIFY_FLAG" val="#wm#"/>
  <p:tag name="KSO_WM_TEMPLATE_CATEGORY" val="diagram"/>
  <p:tag name="KSO_WM_TEMPLATE_INDEX" val="20235155"/>
  <p:tag name="KSO_WM_SLIDE_TYPE" val="text"/>
  <p:tag name="KSO_WM_SLIDE_SUBTYPE" val="diag"/>
  <p:tag name="KSO_WM_SLIDE_SIZE" val="851.25*379.1"/>
  <p:tag name="KSO_WM_SLIDE_POSITION" val="53.934*113.75"/>
  <p:tag name="KSO_WM_SLIDE_LAYOUT" val="a_m"/>
  <p:tag name="KSO_WM_SLIDE_LAYOUT_CNT" val="1_1"/>
  <p:tag name="KSO_WM_SPECIAL_SOURCE" val="bdnull"/>
  <p:tag name="KSO_WM_DIAGRAM_GROUP_CODE" val="m1-1"/>
  <p:tag name="KSO_WM_SLIDE_DIAGTYPE" val="m"/>
</p:tagLst>
</file>

<file path=ppt/tags/tag19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307_3*a*1"/>
  <p:tag name="KSO_WM_TEMPLATE_CATEGORY" val="diagram"/>
  <p:tag name="KSO_WM_TEMPLATE_INDEX" val="20231307"/>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1"/>
</p:tagLst>
</file>

<file path=ppt/tags/tag197.xml><?xml version="1.0" encoding="utf-8"?>
<p:tagLst xmlns:p="http://schemas.openxmlformats.org/presentationml/2006/main">
  <p:tag name="KSO_WM_DIAGRAM_VIRTUALLY_FRAME" val="{&quot;height&quot;:393.29397637795273,&quot;left&quot;:37.584837808667906,&quot;top&quot;:107.95,&quot;width&quot;:867.6198078606236}"/>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235154_1*l_i*1_4"/>
  <p:tag name="KSO_WM_TEMPLATE_CATEGORY" val="diagram"/>
  <p:tag name="KSO_WM_TEMPLATE_INDEX" val="20235154"/>
  <p:tag name="KSO_WM_UNIT_LAYERLEVEL" val="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6000000238418579,&quot;colorType&quot;:1,&quot;foreColorIndex&quot;:5,&quot;transparency&quot;:0.899999976158142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198.xml><?xml version="1.0" encoding="utf-8"?>
<p:tagLst xmlns:p="http://schemas.openxmlformats.org/presentationml/2006/main">
  <p:tag name="KSO_WM_DIAGRAM_VIRTUALLY_FRAME" val="{&quot;height&quot;:393.29397637795273,&quot;left&quot;:37.584837808667906,&quot;top&quot;:107.95,&quot;width&quot;:867.6198078606236}"/>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5154_1*l_i*1_3"/>
  <p:tag name="KSO_WM_TEMPLATE_CATEGORY" val="diagram"/>
  <p:tag name="KSO_WM_TEMPLATE_INDEX" val="20235154"/>
  <p:tag name="KSO_WM_UNIT_LAYERLEVEL" val="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gradient&quot;:[{&quot;brightness&quot;:-0.5,&quot;colorType&quot;:1,&quot;foreColorIndex&quot;:5,&quot;pos&quot;:0,&quot;transparency&quot;:0.6800000071525574},{&quot;brightness&quot;:-0.5,&quot;colorType&quot;:1,&quot;foreColorIndex&quot;:5,&quot;pos&quot;:0.8299999833106995,&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99.xml><?xml version="1.0" encoding="utf-8"?>
<p:tagLst xmlns:p="http://schemas.openxmlformats.org/presentationml/2006/main">
  <p:tag name="KSO_WM_DIAGRAM_VIRTUALLY_FRAME" val="{&quot;height&quot;:393.29397637795273,&quot;left&quot;:37.584837808667906,&quot;top&quot;:107.95,&quot;width&quot;:867.6198078606236}"/>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5154_1*l_i*1_2"/>
  <p:tag name="KSO_WM_TEMPLATE_CATEGORY" val="diagram"/>
  <p:tag name="KSO_WM_TEMPLATE_INDEX" val="20235154"/>
  <p:tag name="KSO_WM_UNIT_LAYERLEVEL" val="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quot;colorType&quot;:1,&quot;foreColorIndex&quot;:5,&quot;transparency&quot;:0.4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00.xml><?xml version="1.0" encoding="utf-8"?>
<p:tagLst xmlns:p="http://schemas.openxmlformats.org/presentationml/2006/main">
  <p:tag name="KSO_WM_DIAGRAM_VIRTUALLY_FRAME" val="{&quot;height&quot;:393.29397637795273,&quot;left&quot;:37.584837808667906,&quot;top&quot;:107.95,&quot;width&quot;:867.6198078606236}"/>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5154_1*l_i*1_1"/>
  <p:tag name="KSO_WM_TEMPLATE_CATEGORY" val="diagram"/>
  <p:tag name="KSO_WM_TEMPLATE_INDEX" val="20235154"/>
  <p:tag name="KSO_WM_UNIT_LAYERLEVEL" val="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6000000238418579,&quot;colorType&quot;:1,&quot;foreColorIndex&quot;:5,&quot;transparency&quot;:0.899999976158142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5"/>
  <p:tag name="KSO_WM_DIAGRAM_USE_COLOR_VALUE" val="{&quot;color_scheme&quot;:1,&quot;color_type&quot;:1,&quot;theme_color_indexes&quot;:[5,6,5,6,5,6]}"/>
</p:tagLst>
</file>

<file path=ppt/tags/tag201.xml><?xml version="1.0" encoding="utf-8"?>
<p:tagLst xmlns:p="http://schemas.openxmlformats.org/presentationml/2006/main">
  <p:tag name="KSO_WM_DIAGRAM_VIRTUALLY_FRAME" val="{&quot;height&quot;:393.29397637795273,&quot;left&quot;:37.584837808667906,&quot;top&quot;:107.95,&quot;width&quot;:867.6198078606236}"/>
  <p:tag name="KSO_WM_UNIT_SUBTYPE" val="a"/>
  <p:tag name="KSO_WM_UNIT_TEXT_LAYER_COUNT" val="1"/>
  <p:tag name="KSO_WM_UNIT_NOCLEAR" val="0"/>
  <p:tag name="KSO_WM_UNIT_VALUE" val="13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54_1*l_h_f*1_1_1"/>
  <p:tag name="KSO_WM_TEMPLATE_CATEGORY" val="diagram"/>
  <p:tag name="KSO_WM_TEMPLATE_INDEX" val="20235154"/>
  <p:tag name="KSO_WM_UNIT_LAYERLEVEL" val="1_1_1"/>
  <p:tag name="KSO_WM_TAG_VERSION" val="3.0"/>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
  <p:tag name="KSO_WM_UNIT_TEXT_FILL_FORE_SCHEMECOLOR_INDEX" val="1"/>
  <p:tag name="KSO_WM_UNIT_TEXT_FILL_TYPE" val="1"/>
  <p:tag name="KSO_WM_DIAGRAM_USE_COLOR_VALUE" val="{&quot;color_scheme&quot;:1,&quot;color_type&quot;:1,&quot;theme_color_indexes&quot;:[5,6,5,6,5,6]}"/>
</p:tagLst>
</file>

<file path=ppt/tags/tag202.xml><?xml version="1.0" encoding="utf-8"?>
<p:tagLst xmlns:p="http://schemas.openxmlformats.org/presentationml/2006/main">
  <p:tag name="KSO_WM_DIAGRAM_VIRTUALLY_FRAME" val="{&quot;height&quot;:393.29397637795273,&quot;left&quot;:37.584837808667906,&quot;top&quot;:107.95,&quot;width&quot;:867.6198078606236}"/>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5154_1*l_h_i*1_1_1"/>
  <p:tag name="KSO_WM_TEMPLATE_CATEGORY" val="diagram"/>
  <p:tag name="KSO_WM_TEMPLATE_INDEX" val="20235154"/>
  <p:tag name="KSO_WM_UNIT_LAYERLEVEL" val="1_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6,5,6,5,6]}"/>
</p:tagLst>
</file>

<file path=ppt/tags/tag203.xml><?xml version="1.0" encoding="utf-8"?>
<p:tagLst xmlns:p="http://schemas.openxmlformats.org/presentationml/2006/main">
  <p:tag name="KSO_WM_DIAGRAM_VIRTUALLY_FRAME" val="{&quot;height&quot;:393.29397637795273,&quot;left&quot;:37.584837808667906,&quot;top&quot;:107.95,&quot;width&quot;:867.6198078606236}"/>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54_1*l_h_f*1_2_1"/>
  <p:tag name="KSO_WM_TEMPLATE_CATEGORY" val="diagram"/>
  <p:tag name="KSO_WM_TEMPLATE_INDEX" val="20235154"/>
  <p:tag name="KSO_WM_UNIT_LAYERLEVEL" val="1_1_1"/>
  <p:tag name="KSO_WM_TAG_VERSION" val="3.0"/>
  <p:tag name="KSO_WM_UNIT_VALUE" val="136"/>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
  <p:tag name="KSO_WM_UNIT_TEXT_FILL_FORE_SCHEMECOLOR_INDEX" val="1"/>
  <p:tag name="KSO_WM_UNIT_TEXT_FILL_TYPE" val="1"/>
  <p:tag name="KSO_WM_DIAGRAM_USE_COLOR_VALUE" val="{&quot;color_scheme&quot;:1,&quot;color_type&quot;:1,&quot;theme_color_indexes&quot;:[5,6,5,6,5,6]}"/>
</p:tagLst>
</file>

<file path=ppt/tags/tag204.xml><?xml version="1.0" encoding="utf-8"?>
<p:tagLst xmlns:p="http://schemas.openxmlformats.org/presentationml/2006/main">
  <p:tag name="KSO_WM_DIAGRAM_VIRTUALLY_FRAME" val="{&quot;height&quot;:393.29397637795273,&quot;left&quot;:37.584837808667906,&quot;top&quot;:107.95,&quot;width&quot;:867.6198078606236}"/>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5154_1*l_h_i*1_2_1"/>
  <p:tag name="KSO_WM_TEMPLATE_CATEGORY" val="diagram"/>
  <p:tag name="KSO_WM_TEMPLATE_INDEX" val="20235154"/>
  <p:tag name="KSO_WM_UNIT_LAYERLEVEL" val="1_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6,5,6,5,6]}"/>
</p:tagLst>
</file>

<file path=ppt/tags/tag205.xml><?xml version="1.0" encoding="utf-8"?>
<p:tagLst xmlns:p="http://schemas.openxmlformats.org/presentationml/2006/main">
  <p:tag name="KSO_WM_SLIDE_ID" val="diagram2023130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853.9*343.45"/>
  <p:tag name="KSO_WM_SLIDE_POSITION" val="51.3*128.1"/>
  <p:tag name="KSO_WM_DIAGRAM_GROUP_CODE" val="l1-1"/>
  <p:tag name="KSO_WM_SLIDE_DIAGTYPE" val="l"/>
  <p:tag name="KSO_WM_TAG_VERSION" val="3.0"/>
  <p:tag name="KSO_WM_BEAUTIFY_FLAG" val="#wm#"/>
  <p:tag name="KSO_WM_TEMPLATE_CATEGORY" val="diagram"/>
  <p:tag name="KSO_WM_TEMPLATE_INDEX" val="20231307"/>
  <p:tag name="KSO_WM_SLIDE_LAYOUT" val="a_l"/>
  <p:tag name="KSO_WM_SLIDE_LAYOUT_CNT" val="1_1"/>
  <p:tag name="resource_record_key" val="{&quot;65&quot;:[20235919],&quot;70&quot;:[3333620]}"/>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1_1*i*1"/>
  <p:tag name="KSO_WM_TEMPLATE_CATEGORY" val="custom"/>
  <p:tag name="KSO_WM_TEMPLATE_INDEX" val="20235631"/>
  <p:tag name="KSO_WM_UNIT_LAYERLEVEL" val="1"/>
  <p:tag name="KSO_WM_TAG_VERSION" val="3.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1_1*i*2"/>
  <p:tag name="KSO_WM_TEMPLATE_CATEGORY" val="custom"/>
  <p:tag name="KSO_WM_TEMPLATE_INDEX" val="20235631"/>
  <p:tag name="KSO_WM_UNIT_LAYERLEVEL" val="1"/>
  <p:tag name="KSO_WM_TAG_VERSION" val="3.0"/>
  <p:tag name="KSO_WM_BEAUTIFY_FLAG" val="#wm#"/>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631_1*i*3"/>
  <p:tag name="KSO_WM_TEMPLATE_CATEGORY" val="custom"/>
  <p:tag name="KSO_WM_TEMPLATE_INDEX" val="20235631"/>
  <p:tag name="KSO_WM_UNIT_LAYERLEVEL" val="1"/>
  <p:tag name="KSO_WM_TAG_VERSION" val="3.0"/>
  <p:tag name="KSO_WM_BEAUTIFY_FLAG" val="#wm#"/>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631_1*i*4"/>
  <p:tag name="KSO_WM_TEMPLATE_CATEGORY" val="custom"/>
  <p:tag name="KSO_WM_TEMPLATE_INDEX" val="20235631"/>
  <p:tag name="KSO_WM_UNIT_LAYERLEVEL" val="1"/>
  <p:tag name="KSO_WM_TAG_VERSION" val="3.0"/>
  <p:tag name="KSO_WM_BEAUTIFY_FLAG" val="#wm#"/>
</p:tagLst>
</file>

<file path=ppt/tags/tag21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1_1*f*1"/>
  <p:tag name="KSO_WM_TEMPLATE_CATEGORY" val="custom"/>
  <p:tag name="KSO_WM_TEMPLATE_INDEX" val="20235631"/>
  <p:tag name="KSO_WM_UNIT_LAYERLEVEL" val="1"/>
  <p:tag name="KSO_WM_TAG_VERSION" val="3.0"/>
  <p:tag name="KSO_WM_BEAUTIFY_FLAG" val="#wm#"/>
  <p:tag name="KSO_WM_UNIT_PRESET_TEXT" val="单击此处添加正文，请言简意赅的阐述您的观点。&#10;单击此处添加正文，请言简意赅的阐述您的观点。&#10;单击此处添加正文，请言简意赅的阐述您的观点。&#10;单击此处添加正文，请言简意赅的阐述您的观点。&#10;单击此处添加正文，请言简意赅的阐述您的观点。&#10;单击此处添加正文，请言简意赅的阐述您的观点。"/>
  <p:tag name="KSO_WM_UNIT_TEXT_TYPE" val="1"/>
</p:tagLst>
</file>

<file path=ppt/tags/tag21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1_1*a*1"/>
  <p:tag name="KSO_WM_TEMPLATE_CATEGORY" val="custom"/>
  <p:tag name="KSO_WM_TEMPLATE_INDEX" val="20235631"/>
  <p:tag name="KSO_WM_UNIT_LAYERLEVEL" val="1"/>
  <p:tag name="KSO_WM_TAG_VERSION" val="3.0"/>
  <p:tag name="KSO_WM_BEAUTIFY_FLAG" val="#wm#"/>
  <p:tag name="KSO_WM_UNIT_PRESET_TEXT" val="单击此处添加标题"/>
  <p:tag name="KSO_WM_UNIT_TEXT_TYPE" val="1"/>
</p:tagLst>
</file>

<file path=ppt/tags/tag212.xml><?xml version="1.0" encoding="utf-8"?>
<p:tagLst xmlns:p="http://schemas.openxmlformats.org/presentationml/2006/main">
  <p:tag name="KSO_WM_SLIDE_ID" val="custom2023563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95*462"/>
  <p:tag name="KSO_WM_SLIDE_POSITION" val="32*38"/>
  <p:tag name="KSO_WM_TAG_VERSION" val="3.0"/>
  <p:tag name="KSO_WM_BEAUTIFY_FLAG" val="#wm#"/>
  <p:tag name="KSO_WM_TEMPLATE_CATEGORY" val="custom"/>
  <p:tag name="KSO_WM_TEMPLATE_INDEX" val="20235631"/>
  <p:tag name="KSO_WM_SLIDE_LAYOUT" val="a_f"/>
  <p:tag name="KSO_WM_SLIDE_LAYOUT_CNT" val="1_1"/>
</p:tagLst>
</file>

<file path=ppt/tags/tag213.xml><?xml version="1.0" encoding="utf-8"?>
<p:tagLst xmlns:p="http://schemas.openxmlformats.org/presentationml/2006/main">
  <p:tag name="KSO_WM_DIAGRAM_VIRTUALLY_FRAME" val="{&quot;height&quot;:393.2940157480315,&quot;left&quot;:37.584803149606294,&quot;top&quot;:107.95,&quot;width&quot;:867.6198425196851}"/>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235154_1*l_i*1_4"/>
  <p:tag name="KSO_WM_TEMPLATE_CATEGORY" val="diagram"/>
  <p:tag name="KSO_WM_TEMPLATE_INDEX" val="20235154"/>
  <p:tag name="KSO_WM_UNIT_LAYERLEVEL" val="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6000000238418579,&quot;colorType&quot;:1,&quot;foreColorIndex&quot;:5,&quot;transparency&quot;:0.899999976158142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214.xml><?xml version="1.0" encoding="utf-8"?>
<p:tagLst xmlns:p="http://schemas.openxmlformats.org/presentationml/2006/main">
  <p:tag name="KSO_WM_DIAGRAM_VIRTUALLY_FRAME" val="{&quot;height&quot;:393.2940157480315,&quot;left&quot;:37.584803149606294,&quot;top&quot;:107.95,&quot;width&quot;:867.6198425196851}"/>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5154_1*l_i*1_3"/>
  <p:tag name="KSO_WM_TEMPLATE_CATEGORY" val="diagram"/>
  <p:tag name="KSO_WM_TEMPLATE_INDEX" val="20235154"/>
  <p:tag name="KSO_WM_UNIT_LAYERLEVEL" val="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gradient&quot;:[{&quot;brightness&quot;:-0.5,&quot;colorType&quot;:1,&quot;foreColorIndex&quot;:5,&quot;pos&quot;:0,&quot;transparency&quot;:0.6800000071525574},{&quot;brightness&quot;:-0.5,&quot;colorType&quot;:1,&quot;foreColorIndex&quot;:5,&quot;pos&quot;:0.8299999833106995,&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15.xml><?xml version="1.0" encoding="utf-8"?>
<p:tagLst xmlns:p="http://schemas.openxmlformats.org/presentationml/2006/main">
  <p:tag name="KSO_WM_DIAGRAM_VIRTUALLY_FRAME" val="{&quot;height&quot;:393.2940157480315,&quot;left&quot;:37.584803149606294,&quot;top&quot;:107.95,&quot;width&quot;:867.6198425196851}"/>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5154_1*l_i*1_2"/>
  <p:tag name="KSO_WM_TEMPLATE_CATEGORY" val="diagram"/>
  <p:tag name="KSO_WM_TEMPLATE_INDEX" val="20235154"/>
  <p:tag name="KSO_WM_UNIT_LAYERLEVEL" val="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quot;colorType&quot;:1,&quot;foreColorIndex&quot;:5,&quot;transparency&quot;:0.4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16.xml><?xml version="1.0" encoding="utf-8"?>
<p:tagLst xmlns:p="http://schemas.openxmlformats.org/presentationml/2006/main">
  <p:tag name="KSO_WM_DIAGRAM_VIRTUALLY_FRAME" val="{&quot;height&quot;:393.2940157480315,&quot;left&quot;:37.584803149606294,&quot;top&quot;:107.95,&quot;width&quot;:867.6198425196851}"/>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5154_1*l_i*1_1"/>
  <p:tag name="KSO_WM_TEMPLATE_CATEGORY" val="diagram"/>
  <p:tag name="KSO_WM_TEMPLATE_INDEX" val="20235154"/>
  <p:tag name="KSO_WM_UNIT_LAYERLEVEL" val="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6000000238418579,&quot;colorType&quot;:1,&quot;foreColorIndex&quot;:5,&quot;transparency&quot;:0.899999976158142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5"/>
  <p:tag name="KSO_WM_DIAGRAM_USE_COLOR_VALUE" val="{&quot;color_scheme&quot;:1,&quot;color_type&quot;:1,&quot;theme_color_indexes&quot;:[5,6,5,6,5,6]}"/>
</p:tagLst>
</file>

<file path=ppt/tags/tag217.xml><?xml version="1.0" encoding="utf-8"?>
<p:tagLst xmlns:p="http://schemas.openxmlformats.org/presentationml/2006/main">
  <p:tag name="KSO_WM_DIAGRAM_VIRTUALLY_FRAME" val="{&quot;height&quot;:393.2940157480315,&quot;left&quot;:37.584803149606294,&quot;top&quot;:107.95,&quot;width&quot;:867.6198425196851}"/>
  <p:tag name="KSO_WM_UNIT_SUBTYPE" val="a"/>
  <p:tag name="KSO_WM_UNIT_TEXT_LAYER_COUNT" val="1"/>
  <p:tag name="KSO_WM_UNIT_NOCLEAR" val="0"/>
  <p:tag name="KSO_WM_UNIT_VALUE" val="13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54_1*l_h_f*1_1_1"/>
  <p:tag name="KSO_WM_TEMPLATE_CATEGORY" val="diagram"/>
  <p:tag name="KSO_WM_TEMPLATE_INDEX" val="20235154"/>
  <p:tag name="KSO_WM_UNIT_LAYERLEVEL" val="1_1_1"/>
  <p:tag name="KSO_WM_TAG_VERSION" val="3.0"/>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
  <p:tag name="KSO_WM_UNIT_TEXT_FILL_FORE_SCHEMECOLOR_INDEX" val="1"/>
  <p:tag name="KSO_WM_UNIT_TEXT_FILL_TYPE" val="1"/>
  <p:tag name="KSO_WM_DIAGRAM_USE_COLOR_VALUE" val="{&quot;color_scheme&quot;:1,&quot;color_type&quot;:1,&quot;theme_color_indexes&quot;:[5,6,5,6,5,6]}"/>
</p:tagLst>
</file>

<file path=ppt/tags/tag218.xml><?xml version="1.0" encoding="utf-8"?>
<p:tagLst xmlns:p="http://schemas.openxmlformats.org/presentationml/2006/main">
  <p:tag name="KSO_WM_DIAGRAM_VIRTUALLY_FRAME" val="{&quot;height&quot;:393.2940157480315,&quot;left&quot;:37.584803149606294,&quot;top&quot;:107.95,&quot;width&quot;:867.6198425196851}"/>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5154_1*l_h_i*1_1_1"/>
  <p:tag name="KSO_WM_TEMPLATE_CATEGORY" val="diagram"/>
  <p:tag name="KSO_WM_TEMPLATE_INDEX" val="20235154"/>
  <p:tag name="KSO_WM_UNIT_LAYERLEVEL" val="1_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6,5,6,5,6]}"/>
</p:tagLst>
</file>

<file path=ppt/tags/tag219.xml><?xml version="1.0" encoding="utf-8"?>
<p:tagLst xmlns:p="http://schemas.openxmlformats.org/presentationml/2006/main">
  <p:tag name="KSO_WM_DIAGRAM_VIRTUALLY_FRAME" val="{&quot;height&quot;:393.2940157480315,&quot;left&quot;:37.584803149606294,&quot;top&quot;:107.95,&quot;width&quot;:867.6198425196851}"/>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54_1*l_h_f*1_2_1"/>
  <p:tag name="KSO_WM_TEMPLATE_CATEGORY" val="diagram"/>
  <p:tag name="KSO_WM_TEMPLATE_INDEX" val="20235154"/>
  <p:tag name="KSO_WM_UNIT_LAYERLEVEL" val="1_1_1"/>
  <p:tag name="KSO_WM_TAG_VERSION" val="3.0"/>
  <p:tag name="KSO_WM_UNIT_VALUE" val="136"/>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
  <p:tag name="KSO_WM_UNIT_TEXT_FILL_FORE_SCHEMECOLOR_INDEX" val="1"/>
  <p:tag name="KSO_WM_UNIT_TEXT_FILL_TYPE" val="1"/>
  <p:tag name="KSO_WM_DIAGRAM_USE_COLOR_VALUE" val="{&quot;color_scheme&quot;:1,&quot;color_type&quot;:1,&quot;theme_color_indexes&quot;:[5,6,5,6,5,6]}"/>
</p:tagLst>
</file>

<file path=ppt/tags/tag220.xml><?xml version="1.0" encoding="utf-8"?>
<p:tagLst xmlns:p="http://schemas.openxmlformats.org/presentationml/2006/main">
  <p:tag name="KSO_WM_DIAGRAM_VIRTUALLY_FRAME" val="{&quot;height&quot;:393.2940157480315,&quot;left&quot;:37.584803149606294,&quot;top&quot;:107.95,&quot;width&quot;:867.6198425196851}"/>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5154_1*l_h_i*1_2_1"/>
  <p:tag name="KSO_WM_TEMPLATE_CATEGORY" val="diagram"/>
  <p:tag name="KSO_WM_TEMPLATE_INDEX" val="20235154"/>
  <p:tag name="KSO_WM_UNIT_LAYERLEVEL" val="1_1_1"/>
  <p:tag name="KSO_WM_TAG_VERSION" val="3.0"/>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6,5,6,5,6]}"/>
</p:tagLst>
</file>

<file path=ppt/tags/tag221.xml><?xml version="1.0" encoding="utf-8"?>
<p:tagLst xmlns:p="http://schemas.openxmlformats.org/presentationml/2006/main">
  <p:tag name="KSO_WM_SLIDE_ID" val="diagram2023130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853.9*343.45"/>
  <p:tag name="KSO_WM_SLIDE_POSITION" val="51.3*128.1"/>
  <p:tag name="KSO_WM_DIAGRAM_GROUP_CODE" val="l1-1"/>
  <p:tag name="KSO_WM_SLIDE_DIAGTYPE" val="l"/>
  <p:tag name="KSO_WM_TAG_VERSION" val="3.0"/>
  <p:tag name="KSO_WM_BEAUTIFY_FLAG" val="#wm#"/>
  <p:tag name="KSO_WM_TEMPLATE_CATEGORY" val="diagram"/>
  <p:tag name="KSO_WM_TEMPLATE_INDEX" val="20231307"/>
  <p:tag name="KSO_WM_SLIDE_LAYOUT" val="a_l"/>
  <p:tag name="KSO_WM_SLIDE_LAYOUT_CNT" val="1_1"/>
  <p:tag name="resource_record_key" val="{&quot;65&quot;:[20235919],&quot;70&quot;:[3333620]}"/>
</p:tagLst>
</file>

<file path=ppt/tags/tag22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43_3*a*1"/>
  <p:tag name="KSO_WM_TEMPLATE_CATEGORY" val="diagram"/>
  <p:tag name="KSO_WM_TEMPLATE_INDEX" val="20233243"/>
  <p:tag name="KSO_WM_UNIT_LAYERLEVEL" val="1"/>
  <p:tag name="KSO_WM_TAG_VERSION" val="3.0"/>
  <p:tag name="KSO_WM_BEAUTIFY_FLAG" val="#wm#"/>
  <p:tag name="KSO_WM_DIAGRAM_GROUP_CODE" val="m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1"/>
  <p:tag name="KSO_WM_TEMPLATE_CATEGORY" val="diagram"/>
  <p:tag name="KSO_WM_TEMPLATE_INDEX" val="20233243"/>
  <p:tag name="KSO_WM_UNIT_LAYERLEVEL" val="1_1"/>
  <p:tag name="KSO_WM_TAG_VERSION" val="3.0"/>
  <p:tag name="KSO_WM_UNIT_TYPE" val="m_i"/>
  <p:tag name="KSO_WM_UNIT_INDEX" val="1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type&quot;:0},&quot;glow&quot;:{&quot;colorType&quot;:0},&quot;line&quot;:{&quot;solidLine&quot;:{&quot;brightness&quot;:0,&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1_1"/>
  <p:tag name="KSO_WM_TEMPLATE_CATEGORY" val="diagram"/>
  <p:tag name="KSO_WM_TEMPLATE_INDEX" val="20233243"/>
  <p:tag name="KSO_WM_UNIT_LAYERLEVEL" val="1_1_1"/>
  <p:tag name="KSO_WM_TAG_VERSION" val="3.0"/>
  <p:tag name="KSO_WM_UNIT_TYPE" val="m_h_i"/>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2_1"/>
  <p:tag name="KSO_WM_TEMPLATE_CATEGORY" val="diagram"/>
  <p:tag name="KSO_WM_TEMPLATE_INDEX" val="20233243"/>
  <p:tag name="KSO_WM_UNIT_LAYERLEVEL" val="1_1_1"/>
  <p:tag name="KSO_WM_TAG_VERSION" val="3.0"/>
  <p:tag name="KSO_WM_UNIT_TYPE" val="m_h_i"/>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4_1"/>
  <p:tag name="KSO_WM_TEMPLATE_CATEGORY" val="diagram"/>
  <p:tag name="KSO_WM_TEMPLATE_INDEX" val="20233243"/>
  <p:tag name="KSO_WM_UNIT_LAYERLEVEL" val="1_1_1"/>
  <p:tag name="KSO_WM_TAG_VERSION" val="3.0"/>
  <p:tag name="KSO_WM_UNIT_TYPE" val="m_h_i"/>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5_1"/>
  <p:tag name="KSO_WM_TEMPLATE_CATEGORY" val="diagram"/>
  <p:tag name="KSO_WM_TEMPLATE_INDEX" val="20233243"/>
  <p:tag name="KSO_WM_UNIT_LAYERLEVEL" val="1_1_1"/>
  <p:tag name="KSO_WM_TAG_VERSION" val="3.0"/>
  <p:tag name="KSO_WM_UNIT_TYPE" val="m_h_i"/>
  <p:tag name="KSO_WM_UNIT_INDEX" val="1_5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3_1"/>
  <p:tag name="KSO_WM_TEMPLATE_CATEGORY" val="diagram"/>
  <p:tag name="KSO_WM_TEMPLATE_INDEX" val="20233243"/>
  <p:tag name="KSO_WM_UNIT_LAYERLEVEL" val="1_1_1"/>
  <p:tag name="KSO_WM_TAG_VERSION" val="3.0"/>
  <p:tag name="KSO_WM_UNIT_TYPE" val="m_h_i"/>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2"/>
  <p:tag name="KSO_WM_TEMPLATE_CATEGORY" val="diagram"/>
  <p:tag name="KSO_WM_TEMPLATE_INDEX" val="20233243"/>
  <p:tag name="KSO_WM_UNIT_LAYERLEVEL" val="1_1"/>
  <p:tag name="KSO_WM_TAG_VERSION" val="3.0"/>
  <p:tag name="KSO_WM_UNIT_TYPE" val="m_i"/>
  <p:tag name="KSO_WM_UNIT_INDEX" val="1_2"/>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3"/>
  <p:tag name="KSO_WM_TEMPLATE_CATEGORY" val="diagram"/>
  <p:tag name="KSO_WM_TEMPLATE_INDEX" val="20233243"/>
  <p:tag name="KSO_WM_UNIT_LAYERLEVEL" val="1_1"/>
  <p:tag name="KSO_WM_TAG_VERSION" val="3.0"/>
  <p:tag name="KSO_WM_UNIT_TYPE" val="m_i"/>
  <p:tag name="KSO_WM_UNIT_INDEX" val="1_3"/>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1_1"/>
  <p:tag name="KSO_WM_TEMPLATE_CATEGORY" val="diagram"/>
  <p:tag name="KSO_WM_TEMPLATE_INDEX" val="20233243"/>
  <p:tag name="KSO_WM_UNIT_LAYERLEVEL" val="1_1_1"/>
  <p:tag name="KSO_WM_TAG_VERSION" val="3.0"/>
  <p:tag name="KSO_WM_UNIT_VALUE" val="60*60"/>
  <p:tag name="KSO_WM_UNIT_TYPE" val="m_h_x"/>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4"/>
  <p:tag name="KSO_WM_TEMPLATE_CATEGORY" val="diagram"/>
  <p:tag name="KSO_WM_TEMPLATE_INDEX" val="20233243"/>
  <p:tag name="KSO_WM_UNIT_LAYERLEVEL" val="1_1"/>
  <p:tag name="KSO_WM_TAG_VERSION" val="3.0"/>
  <p:tag name="KSO_WM_UNIT_TYPE" val="m_i"/>
  <p:tag name="KSO_WM_UNIT_INDEX" val="1_4"/>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3_1"/>
  <p:tag name="KSO_WM_TEMPLATE_CATEGORY" val="diagram"/>
  <p:tag name="KSO_WM_TEMPLATE_INDEX" val="20233243"/>
  <p:tag name="KSO_WM_UNIT_LAYERLEVEL" val="1_1_1"/>
  <p:tag name="KSO_WM_TAG_VERSION" val="3.0"/>
  <p:tag name="KSO_WM_UNIT_VALUE" val="60*60"/>
  <p:tag name="KSO_WM_UNIT_TYPE" val="m_h_x"/>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2_1"/>
  <p:tag name="KSO_WM_TEMPLATE_CATEGORY" val="diagram"/>
  <p:tag name="KSO_WM_TEMPLATE_INDEX" val="20233243"/>
  <p:tag name="KSO_WM_UNIT_LAYERLEVEL" val="1_1_1"/>
  <p:tag name="KSO_WM_TAG_VERSION" val="3.0"/>
  <p:tag name="KSO_WM_UNIT_VALUE" val="60*60"/>
  <p:tag name="KSO_WM_UNIT_TYPE" val="m_h_x"/>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4_1"/>
  <p:tag name="KSO_WM_TEMPLATE_CATEGORY" val="diagram"/>
  <p:tag name="KSO_WM_TEMPLATE_INDEX" val="20233243"/>
  <p:tag name="KSO_WM_UNIT_LAYERLEVEL" val="1_1_1"/>
  <p:tag name="KSO_WM_TAG_VERSION" val="3.0"/>
  <p:tag name="KSO_WM_UNIT_VALUE" val="60*60"/>
  <p:tag name="KSO_WM_UNIT_TYPE" val="m_h_x"/>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5_1"/>
  <p:tag name="KSO_WM_TEMPLATE_CATEGORY" val="diagram"/>
  <p:tag name="KSO_WM_TEMPLATE_INDEX" val="20233243"/>
  <p:tag name="KSO_WM_UNIT_LAYERLEVEL" val="1_1_1"/>
  <p:tag name="KSO_WM_TAG_VERSION" val="3.0"/>
  <p:tag name="KSO_WM_UNIT_VALUE" val="60*60"/>
  <p:tag name="KSO_WM_UNIT_TYPE" val="m_h_x"/>
  <p:tag name="KSO_WM_UNIT_INDEX" val="1_5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23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3243_2*m_h_f*1_2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28.3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需要可酌情增减文字"/>
  <p:tag name="KSO_WM_UNIT_TEXT_FILL_FORE_SCHEMECOLOR_INDEX" val="1"/>
  <p:tag name="KSO_WM_UNIT_TEXT_FILL_TYPE" val="1"/>
  <p:tag name="KSO_WM_UNIT_USESOURCEFORMAT_APPLY" val="1"/>
</p:tagLst>
</file>

<file path=ppt/tags/tag23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3243_2*m_h_f*1_1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28.3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可酌情增减文字"/>
  <p:tag name="KSO_WM_UNIT_TEXT_FILL_FORE_SCHEMECOLOR_INDEX" val="1"/>
  <p:tag name="KSO_WM_UNIT_TEXT_FILL_TYPE" val="1"/>
  <p:tag name="KSO_WM_UNIT_USESOURCEFORMAT_APPLY" val="1"/>
</p:tagLst>
</file>

<file path=ppt/tags/tag23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3243_2*m_h_f*1_3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28.3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
  <p:tag name="KSO_WM_UNIT_TEXT_FILL_FORE_SCHEMECOLOR_INDEX" val="1"/>
  <p:tag name="KSO_WM_UNIT_TEXT_FILL_TYPE" val="1"/>
  <p:tag name="KSO_WM_UNIT_USESOURCEFORMAT_APPLY" val="1"/>
</p:tagLst>
</file>

<file path=ppt/tags/tag24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3243_2*m_h_f*1_5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28.3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
  <p:tag name="KSO_WM_UNIT_TEXT_FILL_FORE_SCHEMECOLOR_INDEX" val="1"/>
  <p:tag name="KSO_WM_UNIT_TEXT_FILL_TYPE" val="1"/>
  <p:tag name="KSO_WM_UNIT_USESOURCEFORMAT_APPLY" val="1"/>
</p:tagLst>
</file>

<file path=ppt/tags/tag241.xml><?xml version="1.0" encoding="utf-8"?>
<p:tagLst xmlns:p="http://schemas.openxmlformats.org/presentationml/2006/main">
  <p:tag name="KSO_WM_SLIDE_ID" val="diagram20233243_3"/>
  <p:tag name="KSO_WM_TEMPLATE_SUBCATEGORY" val="0"/>
  <p:tag name="KSO_WM_TEMPLATE_MASTER_TYPE" val="0"/>
  <p:tag name="KSO_WM_TEMPLATE_COLOR_TYPE" val="0"/>
  <p:tag name="KSO_WM_SLIDE_ITEM_CNT" val="6"/>
  <p:tag name="KSO_WM_SLIDE_INDEX" val="3"/>
  <p:tag name="KSO_WM_TAG_VERSION" val="3.0"/>
  <p:tag name="KSO_WM_BEAUTIFY_FLAG" val="#wm#"/>
  <p:tag name="KSO_WM_TEMPLATE_CATEGORY" val="diagram"/>
  <p:tag name="KSO_WM_TEMPLATE_INDEX" val="20233243"/>
  <p:tag name="KSO_WM_SLIDE_TYPE" val="text"/>
  <p:tag name="KSO_WM_SLIDE_SUBTYPE" val="diag"/>
  <p:tag name="KSO_WM_SLIDE_SIZE" val="899.093*360.637"/>
  <p:tag name="KSO_WM_SLIDE_POSITION" val="0.05*121.363"/>
  <p:tag name="KSO_WM_SLIDE_LAYOUT" val="a_m"/>
  <p:tag name="KSO_WM_SLIDE_LAYOUT_CNT" val="1_1"/>
  <p:tag name="KSO_WM_SPECIAL_SOURCE" val="bdnull"/>
  <p:tag name="KSO_WM_DIAGRAM_GROUP_CODE" val="m1-1"/>
  <p:tag name="KSO_WM_SLIDE_DIAGTYPE" val="m"/>
</p:tagLst>
</file>

<file path=ppt/tags/tag24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5196_1*a*1"/>
  <p:tag name="KSO_WM_TEMPLATE_CATEGORY" val="custom"/>
  <p:tag name="KSO_WM_TEMPLATE_INDEX" val="20235196"/>
  <p:tag name="KSO_WM_UNIT_LAYERLEVEL" val="1"/>
  <p:tag name="KSO_WM_TAG_VERSION" val="3.0"/>
  <p:tag name="KSO_WM_BEAUTIFY_FLAG" val="#wm#"/>
  <p:tag name="KSO_WM_UNIT_PRESET_TEXT" val="单击此处&#10;添加标题内容"/>
  <p:tag name="KSO_WM_UNIT_TEXT_TYPE"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196_1*i*3"/>
  <p:tag name="KSO_WM_TEMPLATE_CATEGORY" val="custom"/>
  <p:tag name="KSO_WM_TEMPLATE_INDEX" val="20235196"/>
  <p:tag name="KSO_WM_UNIT_LAYERLEVEL" val="1"/>
  <p:tag name="KSO_WM_TAG_VERSION" val="3.0"/>
  <p:tag name="KSO_WM_BEAUTIFY_FLAG" val="#wm#"/>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196_1*i*2"/>
  <p:tag name="KSO_WM_TEMPLATE_CATEGORY" val="custom"/>
  <p:tag name="KSO_WM_TEMPLATE_INDEX" val="20235196"/>
  <p:tag name="KSO_WM_UNIT_LAYERLEVEL" val="1"/>
  <p:tag name="KSO_WM_TAG_VERSION" val="3.0"/>
  <p:tag name="KSO_WM_BEAUTIFY_FLAG" val="#wm#"/>
</p:tagLst>
</file>

<file path=ppt/tags/tag24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5196_1*i*1"/>
  <p:tag name="KSO_WM_TEMPLATE_CATEGORY" val="custom"/>
  <p:tag name="KSO_WM_TEMPLATE_INDEX" val="20235196"/>
  <p:tag name="KSO_WM_UNIT_LAYERLEVEL" val="1"/>
  <p:tag name="KSO_WM_TAG_VERSION" val="3.0"/>
  <p:tag name="KSO_WM_UNIT_PIC_EFFECT" val="1"/>
  <p:tag name="PICID" val="{8db2ea61-2bfb-474d-858c-15c518a3f1bf}"/>
  <p:tag name="KSO_WM_UNIT_PLACING_PICTURE_USER_VIEWPORT" val="{&quot;height&quot;:9508,&quot;width&quot;:12351}"/>
</p:tagLst>
</file>

<file path=ppt/tags/tag246.xml><?xml version="1.0" encoding="utf-8"?>
<p:tagLst xmlns:p="http://schemas.openxmlformats.org/presentationml/2006/main">
  <p:tag name="KSO_WM_SLIDE_ID" val="custom2023519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196"/>
  <p:tag name="KSO_WM_SLIDE_TYPE" val="text"/>
  <p:tag name="KSO_WM_SLIDE_SUBTYPE" val="picTxt"/>
  <p:tag name="KSO_WM_SLIDE_SIZE" val="960*495"/>
  <p:tag name="KSO_WM_SLIDE_POSITION" val="0*44"/>
  <p:tag name="KSO_WM_SLIDE_LAYOUT" val="a_d"/>
  <p:tag name="KSO_WM_SLIDE_LAYOUT_CNT" val="1_1"/>
  <p:tag name="KSO_WM_SPECIAL_SOURCE" val="bdnull"/>
</p:tagLst>
</file>

<file path=ppt/tags/tag24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320_3*a*1"/>
  <p:tag name="KSO_WM_TEMPLATE_CATEGORY" val="diagram"/>
  <p:tag name="KSO_WM_TEMPLATE_INDEX" val="20230320"/>
  <p:tag name="KSO_WM_UNIT_LAYERLEVEL" val="1"/>
  <p:tag name="KSO_WM_TAG_VERSION" val="3.0"/>
  <p:tag name="KSO_WM_BEAUTIFY_FLAG" val="#wm#"/>
  <p:tag name="KSO_WM_DIAGRAM_GROUP_CODE" val="q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25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25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252.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25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25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1*l_h_f*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506.8100787401574,&quot;left&quot;:28.8,&quot;top&quot;:15.863858267716523,&quot;width&quot;:912.3}"/>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25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1*l_h_f*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506.8100787401574,&quot;left&quot;:28.8,&quot;top&quot;:15.863858267716523,&quot;width&quot;:912.3}"/>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USESOURCEFORMAT_APPLY"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46_1*l_h_i*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506.8100787401574,&quot;left&quot;:28.8,&quot;top&quot;:15.863858267716523,&quot;width&quot;:912.3}"/>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46_1*l_h_i*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506.8100787401574,&quot;left&quot;:28.8,&quot;top&quot;:15.863858267716523,&quot;width&quot;:912.3}"/>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258.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25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438_3*a*1"/>
  <p:tag name="KSO_WM_TEMPLATE_CATEGORY" val="diagram"/>
  <p:tag name="KSO_WM_TEMPLATE_INDEX" val="20231438"/>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1"/>
</p:tagLst>
</file>

<file path=ppt/tags/tag26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790_1*l_h_i*1_1_1"/>
  <p:tag name="KSO_WM_TEMPLATE_CATEGORY" val="diagram"/>
  <p:tag name="KSO_WM_TEMPLATE_INDEX" val="20231790"/>
  <p:tag name="KSO_WM_UNIT_LAYERLEVEL" val="1_1_1"/>
  <p:tag name="KSO_WM_TAG_VERSION" val="3.0"/>
  <p:tag name="KSO_WM_DIAGRAM_MAX_ITEMCNT" val="6"/>
  <p:tag name="KSO_WM_DIAGRAM_MIN_ITEMCNT" val="2"/>
  <p:tag name="KSO_WM_DIAGRAM_VIRTUALLY_FRAME" val="{&quot;height&quot;:422.1055905511812,&quot;left&quot;:30.35,&quot;top&quot;:99.34425196850393,&quot;width&quot;:912.05}"/>
  <p:tag name="KSO_WM_DIAGRAM_COLOR_MATCH_VALUE" val="{&quot;shape&quot;:{&quot;fill&quot;:{&quot;solid&quot;:{&quot;brightness&quot;:0.800000011920929,&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8"/>
  <p:tag name="KSO_WM_DIAGRAM_USE_COLOR_VALUE" val="{&quot;color_scheme&quot;:1,&quot;color_type&quot;:1,&quot;theme_color_indexes&quot;:[5,6,5,6,5,6]}"/>
</p:tagLst>
</file>

<file path=ppt/tags/tag26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790"/>
  <p:tag name="KSO_WM_UNIT_LAYERLEVEL" val="1_1_1"/>
  <p:tag name="KSO_WM_TAG_VERSION" val="3.0"/>
  <p:tag name="KSO_WM_UNIT_VALUE" val="10"/>
  <p:tag name="KSO_WM_UNIT_TYPE" val="l_h_a"/>
  <p:tag name="KSO_WM_UNIT_ID" val="diagram20231790_1*l_h_a*1_1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22.1055905511812,&quot;left&quot;:30.35,&quot;top&quot;:99.34425196850393,&quot;width&quot;:912.0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2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90_1*l_h_f*1_1_1"/>
  <p:tag name="KSO_WM_TEMPLATE_CATEGORY" val="diagram"/>
  <p:tag name="KSO_WM_TEMPLATE_INDEX" val="2023179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22.1055905511812,&quot;left&quot;:30.35,&quot;top&quot;:99.34425196850393,&quot;width&quot;:912.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内容，文字是您思想的提炼，请尽量言简意赅的阐述观点,单击输入你的项正文，文字是您思想的提炼，请言简意赅的阐述观点，单击此处输入你的项正文内容"/>
  <p:tag name="KSO_WM_UNIT_TEXT_FILL_FORE_SCHEMECOLOR_INDEX" val="1"/>
  <p:tag name="KSO_WM_UNIT_TEXT_FILL_TYPE" val="1"/>
  <p:tag name="KSO_WM_DIAGRAM_USE_COLOR_VALUE" val="{&quot;color_scheme&quot;:1,&quot;color_type&quot;:1,&quot;theme_color_indexes&quot;:[5,6,5,6,5,6]}"/>
</p:tagLst>
</file>

<file path=ppt/tags/tag26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790_1*l_h_i*1_2_1"/>
  <p:tag name="KSO_WM_TEMPLATE_CATEGORY" val="diagram"/>
  <p:tag name="KSO_WM_TEMPLATE_INDEX" val="20231790"/>
  <p:tag name="KSO_WM_UNIT_LAYERLEVEL" val="1_1_1"/>
  <p:tag name="KSO_WM_TAG_VERSION" val="3.0"/>
  <p:tag name="KSO_WM_DIAGRAM_MAX_ITEMCNT" val="6"/>
  <p:tag name="KSO_WM_DIAGRAM_MIN_ITEMCNT" val="2"/>
  <p:tag name="KSO_WM_DIAGRAM_VIRTUALLY_FRAME" val="{&quot;height&quot;:422.1055905511812,&quot;left&quot;:30.35,&quot;top&quot;:99.34425196850393,&quot;width&quot;:912.05}"/>
  <p:tag name="KSO_WM_DIAGRAM_COLOR_MATCH_VALUE" val="{&quot;shape&quot;:{&quot;fill&quot;:{&quot;solid&quot;:{&quot;brightness&quot;:0.800000011920929,&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8"/>
  <p:tag name="KSO_WM_DIAGRAM_USE_COLOR_VALUE" val="{&quot;color_scheme&quot;:1,&quot;color_type&quot;:1,&quot;theme_color_indexes&quot;:[5,6,5,6,5,6]}"/>
</p:tagLst>
</file>

<file path=ppt/tags/tag2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90_1*l_h_f*1_2_1"/>
  <p:tag name="KSO_WM_TEMPLATE_CATEGORY" val="diagram"/>
  <p:tag name="KSO_WM_TEMPLATE_INDEX" val="2023179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22.1055905511812,&quot;left&quot;:30.35,&quot;top&quot;:99.34425196850393,&quot;width&quot;:912.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请尽量言简意赅的阐述观点,单击输入你的项正文，文字是您思想的提炼，请言简意赅的阐述观点，单击此处输入你的项正文"/>
  <p:tag name="KSO_WM_UNIT_TEXT_FILL_FORE_SCHEMECOLOR_INDEX" val="1"/>
  <p:tag name="KSO_WM_UNIT_TEXT_FILL_TYPE" val="1"/>
  <p:tag name="KSO_WM_DIAGRAM_USE_COLOR_VALUE" val="{&quot;color_scheme&quot;:1,&quot;color_type&quot;:1,&quot;theme_color_indexes&quot;:[5,6,5,6,5,6]}"/>
</p:tagLst>
</file>

<file path=ppt/tags/tag265.xml><?xml version="1.0" encoding="utf-8"?>
<p:tagLst xmlns:p="http://schemas.openxmlformats.org/presentationml/2006/main">
  <p:tag name="KSO_WM_SLIDE_ID" val="diagram20231438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438"/>
  <p:tag name="KSO_WM_SLIDE_TYPE" val="text"/>
  <p:tag name="KSO_WM_SLIDE_SUBTYPE" val="diag"/>
  <p:tag name="KSO_WM_SLIDE_SIZE" val="851*330.078"/>
  <p:tag name="KSO_WM_SLIDE_POSITION" val="54.4*127.212"/>
  <p:tag name="KSO_WM_SLIDE_LAYOUT" val="a_l"/>
  <p:tag name="KSO_WM_SLIDE_LAYOUT_CNT" val="1_1"/>
  <p:tag name="KSO_WM_SPECIAL_SOURCE" val="bdnull"/>
  <p:tag name="KSO_WM_DIAGRAM_GROUP_CODE" val="l1-1"/>
  <p:tag name="KSO_WM_SLIDE_DIAGTYPE" val="l"/>
  <p:tag name="resource_record_key" val="{&quot;65&quot;:[20235919],&quot;70&quot;:[3321973]}"/>
</p:tagLst>
</file>

<file path=ppt/tags/tag26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26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270.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271.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UNIT_TYPE" val="a"/>
  <p:tag name="KSO_WM_UNIT_INDEX" val="1"/>
  <p:tag name="KSO_WM_UNIT_ID" val="custom20238440_1*a*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大标题内容"/>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0_1*i*1"/>
  <p:tag name="KSO_WM_UNIT_LAYERLEVEL" val="1"/>
  <p:tag name="KSO_WM_TAG_VERSION" val="3.0"/>
  <p:tag name="KSO_WM_BEAUTIFY_FLAG" val="#wm#"/>
  <p:tag name="KSO_WM_UNIT_TYPE" val="i"/>
  <p:tag name="KSO_WM_UNIT_INDEX" val="1"/>
  <p:tag name="KSO_WM_SLIDE_BACKGROUND_TYPE" val="bottomTop"/>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custom"/>
  <p:tag name="KSO_WM_TEMPLATE_INDEX" val="20238440"/>
  <p:tag name="KSO_WM_TEMPLATE_ASSEMBLE_XID" val="637600a50c9383becde15bb6"/>
  <p:tag name="KSO_WM_TEMPLATE_ASSEMBLE_GROUPID" val="637600a50c9383becde15bb6"/>
</p:tagLst>
</file>

<file path=ppt/tags/tag273.xml><?xml version="1.0" encoding="utf-8"?>
<p:tagLst xmlns:p="http://schemas.openxmlformats.org/presentationml/2006/main">
  <p:tag name="KSO_WM_UNIT_BLOCK" val="0"/>
  <p:tag name="KSO_WM_UNIT_HIGHLIGHT" val="0"/>
  <p:tag name="KSO_WM_UNIT_COMPATIBLE" val="0"/>
  <p:tag name="KSO_WM_UNIT_DIAGRAM_ISNUMVISUAL" val="0"/>
  <p:tag name="KSO_WM_UNIT_DIAGRAM_ISREFERUNIT" val="0"/>
  <p:tag name="KSO_WM_UNIT_TYPE" val="i"/>
  <p:tag name="KSO_WM_UNIT_INDEX" val="2"/>
  <p:tag name="KSO_WM_UNIT_ID" val="custom20238440_1*i*2"/>
  <p:tag name="KSO_WM_TEMPLATE_CATEGORY" val="custom"/>
  <p:tag name="KSO_WM_TEMPLATE_INDEX" val="20238440"/>
  <p:tag name="KSO_WM_UNIT_LAYERLEVEL" val="1"/>
  <p:tag name="KSO_WM_TAG_VERSION" val="3.0"/>
  <p:tag name="KSO_WM_BEAUTIFY_FLAG" val="#wm#"/>
  <p:tag name="KSO_WM_CHIP_GROUPID" val="5eda18a25860357932c55e72"/>
  <p:tag name="KSO_WM_UNIT_SM_LIMIT_TYPE" val="2"/>
  <p:tag name="KSO_WM_UNIT_DECORATE_INFO" val="{&quot;DecorateInfoH&quot;:{&quot;IsAbs&quot;:false},&quot;DecorateInfoW&quot;:{&quot;IsAbs&quot;:false},&quot;DecorateInfoX&quot;:{&quot;IsAbs&quot;:false,&quot;Pos&quot;:1},&quot;DecorateInfoY&quot;:{&quot;IsAbs&quot;:false,&quot;Pos&quot;:1},&quot;ReferentInfo&quot;:{&quot;Id&quot;:&quot;72e7dc758fee4e6db4f5488c2d49ac62&quot;,&quot;X&quot;:{&quot;Pos&quot;:1},&quot;Y&quot;:{&quot;Pos&quot;:1}},&quot;whChangeMode&quot;:0}"/>
  <p:tag name="KSO_WM_UNIT_DEC_AREA_ID" val="0a8fc41e3c7145f98573150470e3ff5e"/>
  <p:tag name="KSO_WM_CHIP_XID" val="5eda18ef5860357932c55e83"/>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VALUE" val="864"/>
  <p:tag name="KSO_WM_TEMPLATE_ASSEMBLE_XID" val="637600a50c9383becde15bb6"/>
  <p:tag name="KSO_WM_TEMPLATE_ASSEMBLE_GROUPID" val="637600a50c9383becde15bb6"/>
</p:tagLst>
</file>

<file path=ppt/tags/tag27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0_1*f*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275.xml><?xml version="1.0" encoding="utf-8"?>
<p:tagLst xmlns:p="http://schemas.openxmlformats.org/presentationml/2006/main">
  <p:tag name="KSO_WM_BEAUTIFY_FLAG" val="#wm#"/>
  <p:tag name="KSO_WM_TEMPLATE_CATEGORY" val="custom"/>
  <p:tag name="KSO_WM_TEMPLATE_INDEX" val="20238440"/>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LAYOUT_INFO" val="{&quot;backgroundInfo&quot;:[{&quot;bottom&quot;:0,&quot;bottomAbs&quot;:false,&quot;left&quot;:0,&quot;leftAbs&quot;:false,&quot;right&quot;:0,&quot;rightAbs&quot;:false,&quot;top&quot;:0.44444444799999999,&quot;topAbs&quot;:false,&quot;type&quot;:&quot;bottomTop&quot;},{&quot;bottom&quot;:0,&quot;bottomAbs&quot;:false,&quot;left&quot;:0,&quot;leftAbs&quot;:false,&quot;right&quot;:0,&quot;rightAbs&quot;:false,&quot;top&quot;:0,&quot;topAbs&quot;:false,&quot;type&quot;:&quot;general&quot;}],&quot;id&quot;:&quot;2022-11-17T17:36:38&quot;,&quot;maxSize&quot;:{&quot;size1&quot;:26.699999999999999},&quot;minSize&quot;:{&quot;size1&quot;:20},&quot;normalSize&quot;:{&quot;size1&quot;:20},&quot;subLayout&quot;:[{&quot;id&quot;:&quot;2022-11-17T17:36:38&quot;,&quot;margin&quot;:{&quot;bottom&quot;:0,&quot;left&quot;:1.6929999589920044,&quot;right&quot;:1.6929999589920044,&quot;top&quot;:1.6929999589920044},&quot;type&quot;:0},{&quot;id&quot;:&quot;2022-11-17T17:36:38&quot;,&quot;margin&quot;:{&quot;bottom&quot;:2.5399999618530273,&quot;left&quot;:2.5399999618530273,&quot;right&quot;:2.5399999618530273,&quot;top&quot;:2.1170001029968262},&quot;type&quot;:0}],&quot;type&quot;:0}"/>
  <p:tag name="KSO_WM_SLIDE_BACKGROUND" val="[&quot;bottomTop&quot;,&quot;general&quot;]"/>
  <p:tag name="KSO_WM_SLIDE_RATIO" val="1.777778"/>
  <p:tag name="KSO_WM_SLIDE_ID" val="custom20238440_1"/>
  <p:tag name="KSO_WM_TEMPLATE_SUBCATEGORY" val="0"/>
  <p:tag name="KSO_WM_TEMPLATE_MASTER_TYPE" val="0"/>
  <p:tag name="KSO_WM_TEMPLATE_COLOR_TYPE" val="0"/>
  <p:tag name="KSO_WM_SLIDE_TYPE" val="text"/>
  <p:tag name="KSO_WM_SLIDE_SUBTYPE" val="pureTxt"/>
  <p:tag name="KSO_WM_SLIDE_ITEM_CNT" val="0"/>
  <p:tag name="KSO_WM_SLIDE_INDEX" val="1"/>
  <p:tag name="KSO_WM_SLIDE_SIZE" val="960*512"/>
  <p:tag name="KSO_WM_SLIDE_POSITION" val="0*28"/>
  <p:tag name="KSO_WM_TAG_VERSION" val="3.0"/>
  <p:tag name="KSO_WM_SLIDE_LAYOUT" val="a_f"/>
  <p:tag name="KSO_WM_SLIDE_LAYOUT_CNT" val="1_1"/>
  <p:tag name="KSO_WM_CHIP_FILLPROP" val="[[{&quot;text_align&quot;:&quot;lt&quot;,&quot;text_direction&quot;:&quot;horizontal&quot;,&quot;support_big_font&quot;:false,&quot;picture_toward&quot;:0,&quot;picture_dockside&quot;:[],&quot;fill_id&quot;:&quot;fbc1d1c81b9c4bca8f09873cfc4ac6db&quot;,&quot;fill_align&quot;:&quot;l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quot;text_align&quot;:&quot;ct&quot;,&quot;text_direction&quot;:&quot;horizontal&quot;,&quot;support_big_font&quot;:false,&quot;picture_toward&quot;:0,&quot;picture_dockside&quot;:[],&quot;fill_id&quot;:&quot;fbc1d1c81b9c4bca8f09873cfc4ac6db&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
  <p:tag name="KSO_WM_CHIP_GROUPID" val="5eda18a25860357932c55e72"/>
  <p:tag name="KSO_WM_CHIP_XID" val="5eda18ef5860357932c55e83"/>
  <p:tag name="KSO_WM_CHIP_DECFILLPROP" val="[]"/>
  <p:tag name="KSO_WM_SLIDE_BK_DARK_LIGHT" val="2"/>
  <p:tag name="KSO_WM_SLIDE_BACKGROUND_TYPE" val="bottomTop"/>
  <p:tag name="KSO_WM_SLIDE_SUPPORT_FEATURE_TYPE" val="0"/>
  <p:tag name="KSO_WM_TEMPLATE_ASSEMBLE_XID" val="637600a50c9383becde15bb6"/>
  <p:tag name="KSO_WM_TEMPLATE_ASSEMBLE_GROUPID" val="637600a50c9383becde15bb6"/>
</p:tagLst>
</file>

<file path=ppt/tags/tag27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136_1*a*1"/>
  <p:tag name="KSO_WM_TEMPLATE_CATEGORY" val="custom"/>
  <p:tag name="KSO_WM_TEMPLATE_INDEX" val="20235136"/>
  <p:tag name="KSO_WM_UNIT_LAYERLEVEL" val="1"/>
  <p:tag name="KSO_WM_TAG_VERSION" val="3.0"/>
  <p:tag name="KSO_WM_BEAUTIFY_FLAG" val="#wm#"/>
  <p:tag name="KSO_WM_UNIT_VALUE" val="29"/>
  <p:tag name="KSO_WM_UNIT_PRESET_TEXT" val="单击此处添加标题"/>
  <p:tag name="KSO_WM_UNIT_TEXT_TYPE" val="1"/>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1"/>
  <p:tag name="KSO_WM_TEMPLATE_CATEGORY" val="custom"/>
  <p:tag name="KSO_WM_TEMPLATE_INDEX" val="20235136"/>
  <p:tag name="KSO_WM_UNIT_LAYERLEVEL" val="1"/>
  <p:tag name="KSO_WM_TAG_VERSION" val="3.0"/>
  <p:tag name="KSO_WM_BEAUTIFY_FLAG" val="#wm#"/>
  <p:tag name="KSO_WM_UNIT_TYPE" val="i"/>
  <p:tag name="KSO_WM_UNIT_INDEX" val="1"/>
</p:tagLst>
</file>

<file path=ppt/tags/tag27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c_a"/>
  <p:tag name="KSO_WM_UNIT_INDEX" val="1_1"/>
  <p:tag name="KSO_WM_UNIT_ID" val="custom20235136_1*c_a*1_1"/>
  <p:tag name="KSO_WM_TEMPLATE_CATEGORY" val="custom"/>
  <p:tag name="KSO_WM_TEMPLATE_INDEX" val="20235136"/>
  <p:tag name="KSO_WM_UNIT_LAYERLEVEL" val="1_1"/>
  <p:tag name="KSO_WM_TAG_VERSION" val="3.0"/>
  <p:tag name="KSO_WM_BEAUTIFY_FLAG" val="#wm#"/>
  <p:tag name="KSO_WM_UNIT_VALUE" val="76"/>
  <p:tag name="KSO_WM_UNIT_PRESET_TEXT" val="单击此处添加标题内容"/>
  <p:tag name="KSO_WM_UNIT_TEXT_TYPE" val="1"/>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2"/>
  <p:tag name="KSO_WM_TEMPLATE_CATEGORY" val="custom"/>
  <p:tag name="KSO_WM_TEMPLATE_INDEX" val="20235136"/>
  <p:tag name="KSO_WM_UNIT_LAYERLEVEL" val="1"/>
  <p:tag name="KSO_WM_TAG_VERSION" val="3.0"/>
  <p:tag name="KSO_WM_BEAUTIFY_FLAG" val="#wm#"/>
  <p:tag name="KSO_WM_UNIT_TYPE" val="i"/>
  <p:tag name="KSO_WM_UNIT_INDEX" val="2"/>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3"/>
  <p:tag name="KSO_WM_TEMPLATE_CATEGORY" val="custom"/>
  <p:tag name="KSO_WM_TEMPLATE_INDEX" val="20235136"/>
  <p:tag name="KSO_WM_UNIT_LAYERLEVEL" val="1"/>
  <p:tag name="KSO_WM_TAG_VERSION" val="3.0"/>
  <p:tag name="KSO_WM_BEAUTIFY_FLAG" val="#wm#"/>
  <p:tag name="KSO_WM_UNIT_TYPE" val="i"/>
  <p:tag name="KSO_WM_UNIT_INDEX" val="3"/>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4"/>
  <p:tag name="KSO_WM_TEMPLATE_CATEGORY" val="custom"/>
  <p:tag name="KSO_WM_TEMPLATE_INDEX" val="20235136"/>
  <p:tag name="KSO_WM_UNIT_LAYERLEVEL" val="1"/>
  <p:tag name="KSO_WM_TAG_VERSION" val="3.0"/>
  <p:tag name="KSO_WM_BEAUTIFY_FLAG" val="#wm#"/>
  <p:tag name="KSO_WM_UNIT_TYPE" val="i"/>
  <p:tag name="KSO_WM_UNIT_INDEX" val="4"/>
</p:tagLst>
</file>

<file path=ppt/tags/tag282.xml><?xml version="1.0" encoding="utf-8"?>
<p:tagLst xmlns:p="http://schemas.openxmlformats.org/presentationml/2006/main">
  <p:tag name="KSO_WM_UNIT_SUBTYPE" val="a"/>
  <p:tag name="KSO_WM_UNIT_TEXT_LAYER_COUNT" val="1"/>
  <p:tag name="KSO_WM_UNIT_NOCLEAR" val="0"/>
  <p:tag name="KSO_WM_UNIT_VALUE" val="344"/>
  <p:tag name="KSO_WM_UNIT_HIGHLIGHT" val="0"/>
  <p:tag name="KSO_WM_UNIT_COMPATIBLE" val="0"/>
  <p:tag name="KSO_WM_UNIT_DIAGRAM_ISNUMVISUAL" val="0"/>
  <p:tag name="KSO_WM_UNIT_DIAGRAM_ISREFERUNIT" val="0"/>
  <p:tag name="KSO_WM_UNIT_TYPE" val="c_f"/>
  <p:tag name="KSO_WM_UNIT_INDEX" val="1_1"/>
  <p:tag name="KSO_WM_UNIT_ID" val="custom20235136_1*c_f*1_1"/>
  <p:tag name="KSO_WM_TEMPLATE_CATEGORY" val="custom"/>
  <p:tag name="KSO_WM_TEMPLATE_INDEX" val="20235136"/>
  <p:tag name="KSO_WM_UNIT_LAYERLEVEL" val="1_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单击此处添加文本具体内容，简明扼要地阐述您的观点。根据需要可酌情增减文字"/>
  <p:tag name="KSO_WM_UNIT_TEXT_TYPE" val="1"/>
</p:tagLst>
</file>

<file path=ppt/tags/tag283.xml><?xml version="1.0" encoding="utf-8"?>
<p:tagLst xmlns:p="http://schemas.openxmlformats.org/presentationml/2006/main">
  <p:tag name="KSO_WM_SLIDE_ID" val="custom2023513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136"/>
  <p:tag name="KSO_WM_SLIDE_LAYOUT" val="a_c"/>
  <p:tag name="KSO_WM_SLIDE_LAYOUT_CNT" val="1_1"/>
  <p:tag name="KSO_WM_SLIDE_TYPE" val="text"/>
  <p:tag name="KSO_WM_SLIDE_SUBTYPE" val="picTxt"/>
  <p:tag name="KSO_WM_SLIDE_SIZE" val="792.3*271.3"/>
  <p:tag name="KSO_WM_SLIDE_POSITION" val="85.8*192.25"/>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1"/>
  <p:tag name="KSO_WM_TEMPLATE_CATEGORY" val="custom"/>
  <p:tag name="KSO_WM_TEMPLATE_INDEX" val="20235136"/>
  <p:tag name="KSO_WM_UNIT_LAYERLEVEL" val="1"/>
  <p:tag name="KSO_WM_TAG_VERSION" val="3.0"/>
  <p:tag name="KSO_WM_BEAUTIFY_FLAG" val="#wm#"/>
  <p:tag name="KSO_WM_UNIT_TYPE" val="i"/>
  <p:tag name="KSO_WM_UNIT_INDEX" val="1"/>
</p:tagLst>
</file>

<file path=ppt/tags/tag28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c_a"/>
  <p:tag name="KSO_WM_UNIT_INDEX" val="1_1"/>
  <p:tag name="KSO_WM_UNIT_ID" val="custom20235136_1*c_a*1_1"/>
  <p:tag name="KSO_WM_TEMPLATE_CATEGORY" val="custom"/>
  <p:tag name="KSO_WM_TEMPLATE_INDEX" val="20235136"/>
  <p:tag name="KSO_WM_UNIT_LAYERLEVEL" val="1_1"/>
  <p:tag name="KSO_WM_TAG_VERSION" val="3.0"/>
  <p:tag name="KSO_WM_BEAUTIFY_FLAG" val="#wm#"/>
  <p:tag name="KSO_WM_UNIT_VALUE" val="76"/>
  <p:tag name="KSO_WM_UNIT_PRESET_TEXT" val="单击此处添加标题内容"/>
  <p:tag name="KSO_WM_UNIT_TEXT_TYPE" val="1"/>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2"/>
  <p:tag name="KSO_WM_TEMPLATE_CATEGORY" val="custom"/>
  <p:tag name="KSO_WM_TEMPLATE_INDEX" val="20235136"/>
  <p:tag name="KSO_WM_UNIT_LAYERLEVEL" val="1"/>
  <p:tag name="KSO_WM_TAG_VERSION" val="3.0"/>
  <p:tag name="KSO_WM_BEAUTIFY_FLAG" val="#wm#"/>
  <p:tag name="KSO_WM_UNIT_TYPE" val="i"/>
  <p:tag name="KSO_WM_UNIT_INDEX" val="2"/>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3"/>
  <p:tag name="KSO_WM_TEMPLATE_CATEGORY" val="custom"/>
  <p:tag name="KSO_WM_TEMPLATE_INDEX" val="20235136"/>
  <p:tag name="KSO_WM_UNIT_LAYERLEVEL" val="1"/>
  <p:tag name="KSO_WM_TAG_VERSION" val="3.0"/>
  <p:tag name="KSO_WM_BEAUTIFY_FLAG" val="#wm#"/>
  <p:tag name="KSO_WM_UNIT_TYPE" val="i"/>
  <p:tag name="KSO_WM_UNIT_INDEX" val="3"/>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4"/>
  <p:tag name="KSO_WM_TEMPLATE_CATEGORY" val="custom"/>
  <p:tag name="KSO_WM_TEMPLATE_INDEX" val="20235136"/>
  <p:tag name="KSO_WM_UNIT_LAYERLEVEL" val="1"/>
  <p:tag name="KSO_WM_TAG_VERSION" val="3.0"/>
  <p:tag name="KSO_WM_BEAUTIFY_FLAG" val="#wm#"/>
  <p:tag name="KSO_WM_UNIT_TYPE" val="i"/>
  <p:tag name="KSO_WM_UNIT_INDEX" val="4"/>
</p:tagLst>
</file>

<file path=ppt/tags/tag289.xml><?xml version="1.0" encoding="utf-8"?>
<p:tagLst xmlns:p="http://schemas.openxmlformats.org/presentationml/2006/main">
  <p:tag name="KSO_WM_UNIT_SUBTYPE" val="a"/>
  <p:tag name="KSO_WM_UNIT_TEXT_LAYER_COUNT" val="1"/>
  <p:tag name="KSO_WM_UNIT_NOCLEAR" val="0"/>
  <p:tag name="KSO_WM_UNIT_VALUE" val="344"/>
  <p:tag name="KSO_WM_UNIT_HIGHLIGHT" val="0"/>
  <p:tag name="KSO_WM_UNIT_COMPATIBLE" val="0"/>
  <p:tag name="KSO_WM_UNIT_DIAGRAM_ISNUMVISUAL" val="0"/>
  <p:tag name="KSO_WM_UNIT_DIAGRAM_ISREFERUNIT" val="0"/>
  <p:tag name="KSO_WM_UNIT_TYPE" val="c_f"/>
  <p:tag name="KSO_WM_UNIT_INDEX" val="1_1"/>
  <p:tag name="KSO_WM_UNIT_ID" val="custom20235136_1*c_f*1_1"/>
  <p:tag name="KSO_WM_TEMPLATE_CATEGORY" val="custom"/>
  <p:tag name="KSO_WM_TEMPLATE_INDEX" val="20235136"/>
  <p:tag name="KSO_WM_UNIT_LAYERLEVEL" val="1_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单击此处添加文本具体内容，简明扼要地阐述您的观点。根据需要可酌情增减文字"/>
  <p:tag name="KSO_WM_UNIT_TEXT_TYPE" val="1"/>
</p:tagLst>
</file>

<file path=ppt/tags/tag290.xml><?xml version="1.0" encoding="utf-8"?>
<p:tagLst xmlns:p="http://schemas.openxmlformats.org/presentationml/2006/main">
  <p:tag name="KSO_WM_SLIDE_ID" val="custom2023513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136"/>
  <p:tag name="KSO_WM_SLIDE_LAYOUT" val="a_c"/>
  <p:tag name="KSO_WM_SLIDE_LAYOUT_CNT" val="1_1"/>
  <p:tag name="KSO_WM_SLIDE_TYPE" val="text"/>
  <p:tag name="KSO_WM_SLIDE_SUBTYPE" val="picTxt"/>
  <p:tag name="KSO_WM_SLIDE_SIZE" val="792.3*271.3"/>
  <p:tag name="KSO_WM_SLIDE_POSITION" val="85.8*192.25"/>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3*a*1"/>
  <p:tag name="KSO_WM_TEMPLATE_CATEGORY" val="diagram"/>
  <p:tag name="KSO_WM_TEMPLATE_INDEX" val="20235142"/>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9_2*l_h_i*1_2_2"/>
  <p:tag name="KSO_WM_TEMPLATE_CATEGORY" val="diagram"/>
  <p:tag name="KSO_WM_TEMPLATE_INDEX" val="20235249"/>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UNIT_FILL_TYPE" val="3"/>
  <p:tag name="KSO_WM_DIAGRAM_MAX_ITEMCNT" val="6"/>
  <p:tag name="KSO_WM_DIAGRAM_MIN_ITEMCNT" val="2"/>
  <p:tag name="KSO_WM_DIAGRAM_VIRTUALLY_FRAME" val="{&quot;height&quot;:433.75,&quot;left&quot;:37.55,&quot;top&quot;:86.85,&quot;width&quot;:906.75}"/>
  <p:tag name="KSO_WM_DIAGRAM_COLOR_MATCH_VALUE" val="{&quot;shape&quot;:{&quot;fill&quot;:{&quot;gradient&quot;:[{&quot;brightness&quot;:0.9800000190734863,&quot;colorType&quot;:1,&quot;foreColorIndex&quot;:5,&quot;pos&quot;:0,&quot;transparency&quot;:0},{&quot;brightness&quot;:0.699999988079071,&quot;colorType&quot;:1,&quot;foreColorIndex&quot;:5,&quot;pos&quot;:0.7400000095367432,&quot;transparency&quot;:0},{&quot;brightness&quot;:0.6000000238418579,&quot;colorType&quot;:1,&quot;foreColorIndex&quot;:5,&quot;pos&quot;:0.8299999833106995,&quot;transparency&quot;:0},{&quot;brightness&quot;:0.5,&quot;colorType&quot;:1,&quot;foreColorIndex&quot;:5,&quot;pos&quot;:1,&quot;transparency&quot;:0}],&quot;type&quot;:3},&quot;glow&quot;:{&quot;colorType&quot;:0},&quot;line&quot;:{&quot;solidLine&quot;:{&quot;brightness&quot;:0,&quot;colorType&quot;:2,&quot;rgb&quot;:&quot;#fefefe&quot;,&quot;transparency&quot;:0},&quot;type&quot;:1},&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9_2*l_h_i*1_1_2"/>
  <p:tag name="KSO_WM_TEMPLATE_CATEGORY" val="diagram"/>
  <p:tag name="KSO_WM_TEMPLATE_INDEX" val="20235249"/>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UNIT_FILL_TYPE" val="3"/>
  <p:tag name="KSO_WM_DIAGRAM_MAX_ITEMCNT" val="6"/>
  <p:tag name="KSO_WM_DIAGRAM_MIN_ITEMCNT" val="2"/>
  <p:tag name="KSO_WM_DIAGRAM_VIRTUALLY_FRAME" val="{&quot;height&quot;:433.75,&quot;left&quot;:37.55,&quot;top&quot;:86.85,&quot;width&quot;:906.75}"/>
  <p:tag name="KSO_WM_DIAGRAM_COLOR_MATCH_VALUE" val="{&quot;shape&quot;:{&quot;fill&quot;:{&quot;gradient&quot;:[{&quot;brightness&quot;:0.550000011920929,&quot;colorType&quot;:1,&quot;foreColorIndex&quot;:5,&quot;pos&quot;:0,&quot;transparency&quot;:0},{&quot;brightness&quot;:0,&quot;colorType&quot;:1,&quot;foreColorIndex&quot;:5,&quot;pos&quot;:0.7400000095367432,&quot;transparency&quot;:0},{&quot;brightness&quot;:-0.10000000149011612,&quot;colorType&quot;:1,&quot;foreColorIndex&quot;:5,&quot;pos&quot;:0.8299999833106995,&quot;transparency&quot;:0},{&quot;brightness&quot;:-0.10000000149011612,&quot;colorType&quot;:1,&quot;foreColorIndex&quot;:5,&quot;pos&quot;:1,&quot;transparency&quot;:0}],&quot;type&quot;:3},&quot;glow&quot;:{&quot;colorType&quot;:0},&quot;line&quot;:{&quot;solidLine&quot;:{&quot;brightness&quot;:0,&quot;colorType&quot;:2,&quot;rgb&quot;:&quot;#fefefe&quot;,&quot;transparency&quot;:0},&quot;type&quot;:1},&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94.xml><?xml version="1.0" encoding="utf-8"?>
<p:tagLst xmlns:p="http://schemas.openxmlformats.org/presentationml/2006/main">
  <p:tag name="KSO_WM_DIAGRAM_VIRTUALLY_FRAME" val="{&quot;height&quot;:433.75,&quot;left&quot;:37.55,&quot;top&quot;:86.85,&quot;width&quot;:906.75}"/>
  <p:tag name="KSO_WM_UNIT_HIGHLIGHT" val="0"/>
  <p:tag name="KSO_WM_UNIT_COMPATIBLE" val="0"/>
  <p:tag name="KSO_WM_UNIT_DIAGRAM_ISNUMVISUAL" val="0"/>
  <p:tag name="KSO_WM_UNIT_DIAGRAM_ISREFERUNIT" val="0"/>
  <p:tag name="KSO_WM_UNIT_ID" val="diagram20235249_2*l_h_f*1_1_1"/>
  <p:tag name="KSO_WM_TEMPLATE_CATEGORY" val="diagram"/>
  <p:tag name="KSO_WM_TEMPLATE_INDEX" val="20235249"/>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TEXT_TYPE" val="1"/>
  <p:tag name="KSO_WM_UNIT_PRESET_TEXT" val="单击此处输入您的项正文文字是您思想的提炼，请尽量言简意赅的阐述观点单击此处输入您的项正文文字是您思想。"/>
  <p:tag name="KSO_WM_DIAGRAM_MAX_ITEMCNT" val="6"/>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efefe&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95.xml><?xml version="1.0" encoding="utf-8"?>
<p:tagLst xmlns:p="http://schemas.openxmlformats.org/presentationml/2006/main">
  <p:tag name="KSO_WM_DIAGRAM_VIRTUALLY_FRAME" val="{&quot;height&quot;:433.75,&quot;left&quot;:37.55,&quot;top&quot;:86.85,&quot;width&quot;:906.75}"/>
  <p:tag name="KSO_WM_UNIT_HIGHLIGHT" val="0"/>
  <p:tag name="KSO_WM_UNIT_COMPATIBLE" val="0"/>
  <p:tag name="KSO_WM_UNIT_DIAGRAM_ISNUMVISUAL" val="0"/>
  <p:tag name="KSO_WM_UNIT_DIAGRAM_ISREFERUNIT" val="0"/>
  <p:tag name="KSO_WM_UNIT_ID" val="diagram20235249_2*l_h_f*1_2_1"/>
  <p:tag name="KSO_WM_TEMPLATE_CATEGORY" val="diagram"/>
  <p:tag name="KSO_WM_TEMPLATE_INDEX" val="20235249"/>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TEXT_TYPE" val="1"/>
  <p:tag name="KSO_WM_UNIT_PRESET_TEXT" val="单击此处输入正文内容，文字是您思想的提炼，请尽量言简意赅的阐述观点，单击此处输入您的智能图形正文"/>
  <p:tag name="KSO_WM_UNIT_TEXT_FILL_FORE_SCHEMECOLOR_INDEX" val="1"/>
  <p:tag name="KSO_WM_UNIT_TEXT_FILL_TYPE" val="1"/>
  <p:tag name="KSO_WM_DIAGRAM_MAX_ITEMCNT" val="6"/>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96.xml><?xml version="1.0" encoding="utf-8"?>
<p:tagLst xmlns:p="http://schemas.openxmlformats.org/presentationml/2006/main">
  <p:tag name="KSO_WM_SLIDE_ID" val="diagram2023514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42"/>
  <p:tag name="KSO_WM_SLIDE_TYPE" val="text"/>
  <p:tag name="KSO_WM_SLIDE_SUBTYPE" val="diag"/>
  <p:tag name="KSO_WM_SLIDE_SIZE" val="860.25*373.2"/>
  <p:tag name="KSO_WM_SLIDE_POSITION" val="50.9*118.55"/>
  <p:tag name="KSO_WM_DIAGRAM_GROUP_CODE" val="l1-1"/>
  <p:tag name="KSO_WM_SLIDE_DIAGTYPE" val="l"/>
  <p:tag name="KSO_WM_SLIDE_LAYOUT" val="a_l"/>
  <p:tag name="KSO_WM_SLIDE_LAYOUT_CNT" val="1_1"/>
  <p:tag name="resource_record_key" val="{&quot;65&quot;:[20235919],&quot;70&quot;:[3402979]}"/>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3*a*1"/>
  <p:tag name="KSO_WM_TEMPLATE_CATEGORY" val="diagram"/>
  <p:tag name="KSO_WM_TEMPLATE_INDEX" val="20235142"/>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9_2*l_h_i*1_1_2"/>
  <p:tag name="KSO_WM_TEMPLATE_CATEGORY" val="diagram"/>
  <p:tag name="KSO_WM_TEMPLATE_INDEX" val="20235249"/>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UNIT_FILL_TYPE" val="3"/>
  <p:tag name="KSO_WM_DIAGRAM_MAX_ITEMCNT" val="6"/>
  <p:tag name="KSO_WM_DIAGRAM_MIN_ITEMCNT" val="2"/>
  <p:tag name="KSO_WM_DIAGRAM_VIRTUALLY_FRAME" val="{&quot;height&quot;:442.8,&quot;left&quot;:37.55,&quot;top&quot;:86.85,&quot;width&quot;:906.75}"/>
  <p:tag name="KSO_WM_DIAGRAM_COLOR_MATCH_VALUE" val="{&quot;shape&quot;:{&quot;fill&quot;:{&quot;gradient&quot;:[{&quot;brightness&quot;:0.550000011920929,&quot;colorType&quot;:1,&quot;foreColorIndex&quot;:5,&quot;pos&quot;:0,&quot;transparency&quot;:0},{&quot;brightness&quot;:0,&quot;colorType&quot;:1,&quot;foreColorIndex&quot;:5,&quot;pos&quot;:0.7400000095367432,&quot;transparency&quot;:0},{&quot;brightness&quot;:-0.10000000149011612,&quot;colorType&quot;:1,&quot;foreColorIndex&quot;:5,&quot;pos&quot;:0.8299999833106995,&quot;transparency&quot;:0},{&quot;brightness&quot;:-0.10000000149011612,&quot;colorType&quot;:1,&quot;foreColorIndex&quot;:5,&quot;pos&quot;:1,&quot;transparency&quot;:0}],&quot;type&quot;:3},&quot;glow&quot;:{&quot;colorType&quot;:0},&quot;line&quot;:{&quot;solidLine&quot;:{&quot;brightness&quot;:0,&quot;colorType&quot;:2,&quot;rgb&quot;:&quot;#fefefe&quot;,&quot;transparency&quot;:0},&quot;type&quot;:1},&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99.xml><?xml version="1.0" encoding="utf-8"?>
<p:tagLst xmlns:p="http://schemas.openxmlformats.org/presentationml/2006/main">
  <p:tag name="KSO_WM_DIAGRAM_VIRTUALLY_FRAME" val="{&quot;height&quot;:442.8,&quot;left&quot;:37.55,&quot;top&quot;:86.85,&quot;width&quot;:906.75}"/>
  <p:tag name="KSO_WM_UNIT_HIGHLIGHT" val="0"/>
  <p:tag name="KSO_WM_UNIT_COMPATIBLE" val="0"/>
  <p:tag name="KSO_WM_UNIT_DIAGRAM_ISNUMVISUAL" val="0"/>
  <p:tag name="KSO_WM_UNIT_DIAGRAM_ISREFERUNIT" val="0"/>
  <p:tag name="KSO_WM_UNIT_ID" val="diagram20235249_2*l_h_f*1_1_1"/>
  <p:tag name="KSO_WM_TEMPLATE_CATEGORY" val="diagram"/>
  <p:tag name="KSO_WM_TEMPLATE_INDEX" val="20235249"/>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TEXT_TYPE" val="1"/>
  <p:tag name="KSO_WM_UNIT_PRESET_TEXT" val="单击此处输入您的项正文文字是您思想的提炼，请尽量言简意赅的阐述观点单击此处输入您的项正文文字是您思想。"/>
  <p:tag name="KSO_WM_DIAGRAM_MAX_ITEMCNT" val="6"/>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efefe&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00.xml><?xml version="1.0" encoding="utf-8"?>
<p:tagLst xmlns:p="http://schemas.openxmlformats.org/presentationml/2006/main">
  <p:tag name="KSO_WM_SLIDE_ID" val="diagram2023514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42"/>
  <p:tag name="KSO_WM_SLIDE_TYPE" val="text"/>
  <p:tag name="KSO_WM_SLIDE_SUBTYPE" val="diag"/>
  <p:tag name="KSO_WM_SLIDE_SIZE" val="860.25*373.2"/>
  <p:tag name="KSO_WM_SLIDE_POSITION" val="50.9*118.55"/>
  <p:tag name="KSO_WM_DIAGRAM_GROUP_CODE" val="l1-1"/>
  <p:tag name="KSO_WM_SLIDE_DIAGTYPE" val="l"/>
  <p:tag name="KSO_WM_SLIDE_LAYOUT" val="a_l"/>
  <p:tag name="KSO_WM_SLIDE_LAYOUT_CNT" val="1_1"/>
  <p:tag name="resource_record_key" val="{&quot;65&quot;:[20235919],&quot;70&quot;:[3402979]}"/>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9_2*l_h_i*1_2_2"/>
  <p:tag name="KSO_WM_TEMPLATE_CATEGORY" val="diagram"/>
  <p:tag name="KSO_WM_TEMPLATE_INDEX" val="20235249"/>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UNIT_FILL_TYPE" val="3"/>
  <p:tag name="KSO_WM_DIAGRAM_MAX_ITEMCNT" val="6"/>
  <p:tag name="KSO_WM_DIAGRAM_MIN_ITEMCNT" val="2"/>
  <p:tag name="KSO_WM_DIAGRAM_VIRTUALLY_FRAME" val="{&quot;height&quot;:433.75,&quot;left&quot;:32.7,&quot;top&quot;:52.25,&quot;width&quot;:906.75}"/>
  <p:tag name="KSO_WM_DIAGRAM_COLOR_MATCH_VALUE" val="{&quot;shape&quot;:{&quot;fill&quot;:{&quot;gradient&quot;:[{&quot;brightness&quot;:0.9800000190734863,&quot;colorType&quot;:1,&quot;foreColorIndex&quot;:5,&quot;pos&quot;:0,&quot;transparency&quot;:0},{&quot;brightness&quot;:0.699999988079071,&quot;colorType&quot;:1,&quot;foreColorIndex&quot;:5,&quot;pos&quot;:0.7400000095367432,&quot;transparency&quot;:0},{&quot;brightness&quot;:0.6000000238418579,&quot;colorType&quot;:1,&quot;foreColorIndex&quot;:5,&quot;pos&quot;:0.8299999833106995,&quot;transparency&quot;:0},{&quot;brightness&quot;:0.5,&quot;colorType&quot;:1,&quot;foreColorIndex&quot;:5,&quot;pos&quot;:1,&quot;transparency&quot;:0}],&quot;type&quot;:3},&quot;glow&quot;:{&quot;colorType&quot;:0},&quot;line&quot;:{&quot;solidLine&quot;:{&quot;brightness&quot;:0,&quot;colorType&quot;:2,&quot;rgb&quot;:&quot;#fefefe&quot;,&quot;transparency&quot;:0},&quot;type&quot;:1},&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49_2*l_h_i*1_1_2"/>
  <p:tag name="KSO_WM_TEMPLATE_CATEGORY" val="diagram"/>
  <p:tag name="KSO_WM_TEMPLATE_INDEX" val="20235249"/>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UNIT_FILL_TYPE" val="3"/>
  <p:tag name="KSO_WM_DIAGRAM_MAX_ITEMCNT" val="6"/>
  <p:tag name="KSO_WM_DIAGRAM_MIN_ITEMCNT" val="2"/>
  <p:tag name="KSO_WM_DIAGRAM_VIRTUALLY_FRAME" val="{&quot;height&quot;:433.75,&quot;left&quot;:32.7,&quot;top&quot;:52.25,&quot;width&quot;:906.75}"/>
  <p:tag name="KSO_WM_DIAGRAM_COLOR_MATCH_VALUE" val="{&quot;shape&quot;:{&quot;fill&quot;:{&quot;gradient&quot;:[{&quot;brightness&quot;:0.550000011920929,&quot;colorType&quot;:1,&quot;foreColorIndex&quot;:5,&quot;pos&quot;:0,&quot;transparency&quot;:0},{&quot;brightness&quot;:0,&quot;colorType&quot;:1,&quot;foreColorIndex&quot;:5,&quot;pos&quot;:0.7400000095367432,&quot;transparency&quot;:0},{&quot;brightness&quot;:-0.10000000149011612,&quot;colorType&quot;:1,&quot;foreColorIndex&quot;:5,&quot;pos&quot;:0.8299999833106995,&quot;transparency&quot;:0},{&quot;brightness&quot;:-0.10000000149011612,&quot;colorType&quot;:1,&quot;foreColorIndex&quot;:5,&quot;pos&quot;:1,&quot;transparency&quot;:0}],&quot;type&quot;:3},&quot;glow&quot;:{&quot;colorType&quot;:0},&quot;line&quot;:{&quot;solidLine&quot;:{&quot;brightness&quot;:0,&quot;colorType&quot;:2,&quot;rgb&quot;:&quot;#fefefe&quot;,&quot;transparency&quot;:0},&quot;type&quot;:1},&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03.xml><?xml version="1.0" encoding="utf-8"?>
<p:tagLst xmlns:p="http://schemas.openxmlformats.org/presentationml/2006/main">
  <p:tag name="KSO_WM_DIAGRAM_VIRTUALLY_FRAME" val="{&quot;height&quot;:433.75,&quot;left&quot;:32.7,&quot;top&quot;:52.25,&quot;width&quot;:906.75}"/>
  <p:tag name="KSO_WM_UNIT_HIGHLIGHT" val="0"/>
  <p:tag name="KSO_WM_UNIT_COMPATIBLE" val="0"/>
  <p:tag name="KSO_WM_UNIT_DIAGRAM_ISNUMVISUAL" val="0"/>
  <p:tag name="KSO_WM_UNIT_DIAGRAM_ISREFERUNIT" val="0"/>
  <p:tag name="KSO_WM_UNIT_ID" val="diagram20235249_2*l_h_f*1_1_1"/>
  <p:tag name="KSO_WM_TEMPLATE_CATEGORY" val="diagram"/>
  <p:tag name="KSO_WM_TEMPLATE_INDEX" val="20235249"/>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TEXT_TYPE" val="1"/>
  <p:tag name="KSO_WM_UNIT_PRESET_TEXT" val="单击此处输入您的项正文文字是您思想的提炼，请尽量言简意赅的阐述观点单击此处输入您的项正文文字是您思想。"/>
  <p:tag name="KSO_WM_DIAGRAM_MAX_ITEMCNT" val="6"/>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efefe&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04.xml><?xml version="1.0" encoding="utf-8"?>
<p:tagLst xmlns:p="http://schemas.openxmlformats.org/presentationml/2006/main">
  <p:tag name="KSO_WM_DIAGRAM_VIRTUALLY_FRAME" val="{&quot;height&quot;:433.75,&quot;left&quot;:32.7,&quot;top&quot;:52.25,&quot;width&quot;:906.75}"/>
  <p:tag name="KSO_WM_UNIT_HIGHLIGHT" val="0"/>
  <p:tag name="KSO_WM_UNIT_COMPATIBLE" val="0"/>
  <p:tag name="KSO_WM_UNIT_DIAGRAM_ISNUMVISUAL" val="0"/>
  <p:tag name="KSO_WM_UNIT_DIAGRAM_ISREFERUNIT" val="0"/>
  <p:tag name="KSO_WM_UNIT_ID" val="diagram20235249_2*l_h_f*1_2_1"/>
  <p:tag name="KSO_WM_TEMPLATE_CATEGORY" val="diagram"/>
  <p:tag name="KSO_WM_TEMPLATE_INDEX" val="20235249"/>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TEXT_TYPE" val="1"/>
  <p:tag name="KSO_WM_UNIT_PRESET_TEXT" val="单击此处输入正文内容，文字是您思想的提炼，请尽量言简意赅的阐述观点，单击此处输入您的智能图形正文"/>
  <p:tag name="KSO_WM_UNIT_TEXT_FILL_FORE_SCHEMECOLOR_INDEX" val="1"/>
  <p:tag name="KSO_WM_UNIT_TEXT_FILL_TYPE" val="1"/>
  <p:tag name="KSO_WM_DIAGRAM_MAX_ITEMCNT" val="6"/>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05.xml><?xml version="1.0" encoding="utf-8"?>
<p:tagLst xmlns:p="http://schemas.openxmlformats.org/presentationml/2006/main">
  <p:tag name="KSO_WM_SLIDE_ID" val="diagram2023514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42"/>
  <p:tag name="KSO_WM_SLIDE_TYPE" val="text"/>
  <p:tag name="KSO_WM_SLIDE_SUBTYPE" val="diag"/>
  <p:tag name="KSO_WM_SLIDE_SIZE" val="860.25*373.2"/>
  <p:tag name="KSO_WM_SLIDE_POSITION" val="50.9*118.55"/>
  <p:tag name="KSO_WM_DIAGRAM_GROUP_CODE" val="l1-1"/>
  <p:tag name="KSO_WM_SLIDE_DIAGTYPE" val="l"/>
  <p:tag name="KSO_WM_SLIDE_LAYOUT" val="a_l"/>
  <p:tag name="KSO_WM_SLIDE_LAYOUT_CNT" val="1_1"/>
  <p:tag name="resource_record_key" val="{&quot;65&quot;:[20235919],&quot;70&quot;:[3402979]}"/>
</p:tagLst>
</file>

<file path=ppt/tags/tag30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5147_1*a*1"/>
  <p:tag name="KSO_WM_TEMPLATE_CATEGORY" val="custom"/>
  <p:tag name="KSO_WM_TEMPLATE_INDEX" val="20235147"/>
  <p:tag name="KSO_WM_UNIT_LAYERLEVEL" val="1"/>
  <p:tag name="KSO_WM_TAG_VERSION" val="3.0"/>
  <p:tag name="KSO_WM_BEAUTIFY_FLAG" val="#wm#"/>
  <p:tag name="KSO_WM_UNIT_VALUE" val="29"/>
  <p:tag name="KSO_WM_UNIT_TEXT_TYPE" val="1"/>
  <p:tag name="KSO_WM_UNIT_PRESET_TEXT" val="单击此处添加标题"/>
  <p:tag name="KSO_WM_UNIT_TEXT_FILL_FORE_SCHEMECOLOR_INDEX" val="15"/>
  <p:tag name="KSO_WM_UNIT_TEXT_FILL_TYPE" val="1"/>
  <p:tag name="KSO_WM_UNIT_USESOURCEFORMAT_APPLY" val="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1"/>
  <p:tag name="KSO_WM_TEMPLATE_CATEGORY" val="custom"/>
  <p:tag name="KSO_WM_TEMPLATE_INDEX" val="20235147"/>
  <p:tag name="KSO_WM_UNIT_LAYERLEVEL" val="1"/>
  <p:tag name="KSO_WM_TAG_VERSION" val="3.0"/>
  <p:tag name="KSO_WM_BEAUTIFY_FLAG" val="#wm#"/>
  <p:tag name="KSO_WM_UNIT_TYPE" val="i"/>
  <p:tag name="KSO_WM_UNIT_INDEX" val="1"/>
  <p:tag name="KSO_WM_UNIT_FILL_FORE_SCHEMECOLOR_INDEX" val="5"/>
  <p:tag name="KSO_WM_UNIT_TEXT_FILL_FORE_SCHEMECOLOR_INDEX" val="13"/>
  <p:tag name="KSO_WM_UNIT_TEXT_FILL_TYPE" val="1"/>
  <p:tag name="KSO_WM_UNIT_USESOURCEFORMAT_APPLY"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2"/>
  <p:tag name="KSO_WM_TEMPLATE_CATEGORY" val="custom"/>
  <p:tag name="KSO_WM_TEMPLATE_INDEX" val="20235147"/>
  <p:tag name="KSO_WM_UNIT_LAYERLEVEL" val="1"/>
  <p:tag name="KSO_WM_TAG_VERSION" val="3.0"/>
  <p:tag name="KSO_WM_BEAUTIFY_FLAG" val="#wm#"/>
  <p:tag name="KSO_WM_UNIT_TYPE" val="i"/>
  <p:tag name="KSO_WM_UNIT_INDEX" val="2"/>
  <p:tag name="KSO_WM_UNIT_FILL_FORE_SCHEMECOLOR_INDEX" val="5"/>
  <p:tag name="KSO_WM_UNIT_TEXT_FILL_FORE_SCHEMECOLOR_INDEX" val="13"/>
  <p:tag name="KSO_WM_UNIT_TEXT_FILL_TYPE" val="1"/>
  <p:tag name="KSO_WM_UNIT_USESOURCEFORMAT_APPLY" val="1"/>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3"/>
  <p:tag name="KSO_WM_TEMPLATE_CATEGORY" val="custom"/>
  <p:tag name="KSO_WM_TEMPLATE_INDEX" val="20235147"/>
  <p:tag name="KSO_WM_UNIT_LAYERLEVEL" val="1"/>
  <p:tag name="KSO_WM_TAG_VERSION" val="3.0"/>
  <p:tag name="KSO_WM_BEAUTIFY_FLAG" val="#wm#"/>
  <p:tag name="KSO_WM_UNIT_TYPE" val="i"/>
  <p:tag name="KSO_WM_UNIT_INDEX" val="3"/>
  <p:tag name="KSO_WM_UNIT_FILL_FORE_SCHEMECOLOR_INDEX" val="5"/>
  <p:tag name="KSO_WM_UNIT_TEXT_FILL_FORE_SCHEMECOLOR_INDEX" val="13"/>
  <p:tag name="KSO_WM_UNIT_TEXT_FILL_TYPE" val="1"/>
  <p:tag name="KSO_WM_UNIT_USESOURCEFORMAT_APPLY" val="1"/>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4"/>
  <p:tag name="KSO_WM_TEMPLATE_CATEGORY" val="custom"/>
  <p:tag name="KSO_WM_TEMPLATE_INDEX" val="20235147"/>
  <p:tag name="KSO_WM_UNIT_LAYERLEVEL" val="1"/>
  <p:tag name="KSO_WM_TAG_VERSION" val="3.0"/>
  <p:tag name="KSO_WM_BEAUTIFY_FLAG" val="#wm#"/>
  <p:tag name="KSO_WM_UNIT_TYPE" val="i"/>
  <p:tag name="KSO_WM_UNIT_INDEX" val="4"/>
  <p:tag name="KSO_WM_UNIT_FILL_FORE_SCHEMECOLOR_INDEX" val="5"/>
  <p:tag name="KSO_WM_UNIT_TEXT_FILL_FORE_SCHEMECOLOR_INDEX" val="13"/>
  <p:tag name="KSO_WM_UNIT_TEXT_FILL_TYPE" val="1"/>
  <p:tag name="KSO_WM_UNIT_USESOURCEFORMAT_APPLY" val="1"/>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5"/>
  <p:tag name="KSO_WM_TEMPLATE_CATEGORY" val="custom"/>
  <p:tag name="KSO_WM_TEMPLATE_INDEX" val="20235147"/>
  <p:tag name="KSO_WM_UNIT_LAYERLEVEL" val="1"/>
  <p:tag name="KSO_WM_TAG_VERSION" val="3.0"/>
  <p:tag name="KSO_WM_BEAUTIFY_FLAG" val="#wm#"/>
  <p:tag name="KSO_WM_UNIT_TYPE" val="i"/>
  <p:tag name="KSO_WM_UNIT_INDEX" val="5"/>
  <p:tag name="KSO_WM_UNIT_FILL_FORE_SCHEMECOLOR_INDEX" val="5"/>
  <p:tag name="KSO_WM_UNIT_TEXT_FILL_FORE_SCHEMECOLOR_INDEX" val="13"/>
  <p:tag name="KSO_WM_UNIT_TEXT_FILL_TYPE" val="1"/>
  <p:tag name="KSO_WM_UNIT_USESOURCEFORMAT_APPLY" val="1"/>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6"/>
  <p:tag name="KSO_WM_TEMPLATE_CATEGORY" val="custom"/>
  <p:tag name="KSO_WM_TEMPLATE_INDEX" val="20235147"/>
  <p:tag name="KSO_WM_UNIT_LAYERLEVEL" val="1"/>
  <p:tag name="KSO_WM_TAG_VERSION" val="3.0"/>
  <p:tag name="KSO_WM_BEAUTIFY_FLAG" val="#wm#"/>
  <p:tag name="KSO_WM_UNIT_TYPE" val="i"/>
  <p:tag name="KSO_WM_UNIT_INDEX" val="6"/>
  <p:tag name="KSO_WM_UNIT_FILL_FORE_SCHEMECOLOR_INDEX" val="5"/>
  <p:tag name="KSO_WM_UNIT_TEXT_FILL_FORE_SCHEMECOLOR_INDEX" val="13"/>
  <p:tag name="KSO_WM_UNIT_TEXT_FILL_TYPE" val="1"/>
  <p:tag name="KSO_WM_UNIT_USESOURCEFORMAT_APPLY" val="1"/>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7"/>
  <p:tag name="KSO_WM_TEMPLATE_CATEGORY" val="custom"/>
  <p:tag name="KSO_WM_TEMPLATE_INDEX" val="20235147"/>
  <p:tag name="KSO_WM_UNIT_LAYERLEVEL" val="1"/>
  <p:tag name="KSO_WM_TAG_VERSION" val="3.0"/>
  <p:tag name="KSO_WM_BEAUTIFY_FLAG" val="#wm#"/>
  <p:tag name="KSO_WM_UNIT_TYPE" val="i"/>
  <p:tag name="KSO_WM_UNIT_INDEX" val="7"/>
  <p:tag name="KSO_WM_UNIT_FILL_FORE_SCHEMECOLOR_INDEX" val="5"/>
  <p:tag name="KSO_WM_UNIT_TEXT_FILL_FORE_SCHEMECOLOR_INDEX" val="13"/>
  <p:tag name="KSO_WM_UNIT_TEXT_FILL_TYPE" val="1"/>
  <p:tag name="KSO_WM_UNIT_USESOURCEFORMAT_APPLY" val="1"/>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8"/>
  <p:tag name="KSO_WM_TEMPLATE_CATEGORY" val="custom"/>
  <p:tag name="KSO_WM_TEMPLATE_INDEX" val="20235147"/>
  <p:tag name="KSO_WM_UNIT_LAYERLEVEL" val="1"/>
  <p:tag name="KSO_WM_TAG_VERSION" val="3.0"/>
  <p:tag name="KSO_WM_BEAUTIFY_FLAG" val="#wm#"/>
  <p:tag name="KSO_WM_UNIT_TYPE" val="i"/>
  <p:tag name="KSO_WM_UNIT_INDEX" val="8"/>
  <p:tag name="KSO_WM_UNIT_FILL_FORE_SCHEMECOLOR_INDEX" val="5"/>
  <p:tag name="KSO_WM_UNIT_TEXT_FILL_FORE_SCHEMECOLOR_INDEX" val="13"/>
  <p:tag name="KSO_WM_UNIT_TEXT_FILL_TYPE" val="1"/>
  <p:tag name="KSO_WM_UNIT_USESOURCEFORMAT_APPLY" val="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9"/>
  <p:tag name="KSO_WM_TEMPLATE_CATEGORY" val="custom"/>
  <p:tag name="KSO_WM_TEMPLATE_INDEX" val="20235147"/>
  <p:tag name="KSO_WM_UNIT_LAYERLEVEL" val="1"/>
  <p:tag name="KSO_WM_TAG_VERSION" val="3.0"/>
  <p:tag name="KSO_WM_BEAUTIFY_FLAG" val="#wm#"/>
  <p:tag name="KSO_WM_UNIT_TYPE" val="i"/>
  <p:tag name="KSO_WM_UNIT_INDEX" val="9"/>
  <p:tag name="KSO_WM_UNIT_TEXT_FILL_FORE_SCHEMECOLOR_INDEX" val="13"/>
  <p:tag name="KSO_WM_UNIT_TEXT_FILL_TYPE" val="1"/>
  <p:tag name="KSO_WM_UNIT_USESOURCEFORMAT_APPLY" val="1"/>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10"/>
  <p:tag name="KSO_WM_TEMPLATE_CATEGORY" val="custom"/>
  <p:tag name="KSO_WM_TEMPLATE_INDEX" val="20235147"/>
  <p:tag name="KSO_WM_UNIT_LAYERLEVEL" val="1"/>
  <p:tag name="KSO_WM_TAG_VERSION" val="3.0"/>
  <p:tag name="KSO_WM_BEAUTIFY_FLAG" val="#wm#"/>
  <p:tag name="KSO_WM_UNIT_TYPE" val="i"/>
  <p:tag name="KSO_WM_UNIT_INDEX" val="10"/>
  <p:tag name="KSO_WM_UNIT_FILL_FORE_SCHEMECOLOR_INDEX" val="5"/>
  <p:tag name="KSO_WM_UNIT_TEXT_FILL_FORE_SCHEMECOLOR_INDEX" val="13"/>
  <p:tag name="KSO_WM_UNIT_TEXT_FILL_TYPE" val="1"/>
  <p:tag name="KSO_WM_UNIT_USESOURCEFORMAT_APPLY" val="1"/>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11"/>
  <p:tag name="KSO_WM_TEMPLATE_CATEGORY" val="custom"/>
  <p:tag name="KSO_WM_TEMPLATE_INDEX" val="20235147"/>
  <p:tag name="KSO_WM_UNIT_LAYERLEVEL" val="1"/>
  <p:tag name="KSO_WM_TAG_VERSION" val="3.0"/>
  <p:tag name="KSO_WM_BEAUTIFY_FLAG" val="#wm#"/>
  <p:tag name="KSO_WM_UNIT_TYPE" val="i"/>
  <p:tag name="KSO_WM_UNIT_INDEX" val="11"/>
  <p:tag name="KSO_WM_UNIT_FILL_FORE_SCHEMECOLOR_INDEX" val="7"/>
  <p:tag name="KSO_WM_UNIT_FILL_TYPE" val="1"/>
  <p:tag name="KSO_WM_UNIT_TEXT_FILL_FORE_SCHEMECOLOR_INDEX" val="13"/>
  <p:tag name="KSO_WM_UNIT_TEXT_FILL_TYPE" val="1"/>
  <p:tag name="KSO_WM_UNIT_USESOURCEFORMAT_APPLY"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12"/>
  <p:tag name="KSO_WM_TEMPLATE_CATEGORY" val="custom"/>
  <p:tag name="KSO_WM_TEMPLATE_INDEX" val="20235147"/>
  <p:tag name="KSO_WM_UNIT_LAYERLEVEL" val="1"/>
  <p:tag name="KSO_WM_TAG_VERSION" val="3.0"/>
  <p:tag name="KSO_WM_BEAUTIFY_FLAG" val="#wm#"/>
  <p:tag name="KSO_WM_UNIT_TYPE" val="i"/>
  <p:tag name="KSO_WM_UNIT_INDEX" val="12"/>
  <p:tag name="KSO_WM_UNIT_FILL_FORE_SCHEMECOLOR_INDEX" val="8"/>
  <p:tag name="KSO_WM_UNIT_FILL_TYPE" val="1"/>
  <p:tag name="KSO_WM_UNIT_TEXT_FILL_FORE_SCHEMECOLOR_INDEX" val="13"/>
  <p:tag name="KSO_WM_UNIT_TEXT_FILL_TYPE" val="1"/>
  <p:tag name="KSO_WM_UNIT_USESOURCEFORMAT_APPLY" val="1"/>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13"/>
  <p:tag name="KSO_WM_TEMPLATE_CATEGORY" val="custom"/>
  <p:tag name="KSO_WM_TEMPLATE_INDEX" val="20235147"/>
  <p:tag name="KSO_WM_UNIT_LAYERLEVEL" val="1"/>
  <p:tag name="KSO_WM_TAG_VERSION" val="3.0"/>
  <p:tag name="KSO_WM_BEAUTIFY_FLAG" val="#wm#"/>
  <p:tag name="KSO_WM_UNIT_TYPE" val="i"/>
  <p:tag name="KSO_WM_UNIT_INDEX" val="13"/>
  <p:tag name="KSO_WM_UNIT_FILL_FORE_SCHEMECOLOR_INDEX" val="6"/>
  <p:tag name="KSO_WM_UNIT_TEXT_FILL_FORE_SCHEMECOLOR_INDEX" val="13"/>
  <p:tag name="KSO_WM_UNIT_TEXT_FILL_TYPE" val="1"/>
  <p:tag name="KSO_WM_UNIT_USESOURCEFORMAT_APPLY" val="1"/>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47_1*i*14"/>
  <p:tag name="KSO_WM_TEMPLATE_CATEGORY" val="custom"/>
  <p:tag name="KSO_WM_TEMPLATE_INDEX" val="20235147"/>
  <p:tag name="KSO_WM_UNIT_LAYERLEVEL" val="1"/>
  <p:tag name="KSO_WM_TAG_VERSION" val="3.0"/>
  <p:tag name="KSO_WM_BEAUTIFY_FLAG" val="#wm#"/>
  <p:tag name="KSO_WM_UNIT_TYPE" val="i"/>
  <p:tag name="KSO_WM_UNIT_INDEX" val="14"/>
  <p:tag name="KSO_WM_UNIT_FILL_FORE_SCHEMECOLOR_INDEX" val="5"/>
  <p:tag name="KSO_WM_UNIT_TEXT_FILL_FORE_SCHEMECOLOR_INDEX" val="13"/>
  <p:tag name="KSO_WM_UNIT_TEXT_FILL_TYPE" val="1"/>
  <p:tag name="KSO_WM_UNIT_USESOURCEFORMAT_APPLY" val="1"/>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61_1*l_i*1_1"/>
  <p:tag name="KSO_WM_TEMPLATE_CATEGORY" val="diagram"/>
  <p:tag name="KSO_WM_TEMPLATE_INDEX" val="20235661"/>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DIAGRAM_MAX_ITEMCNT" val="4"/>
  <p:tag name="KSO_WM_DIAGRAM_MIN_ITEMCNT" val="2"/>
  <p:tag name="KSO_WM_DIAGRAM_VIRTUALLY_FRAME" val="{&quot;height&quot;:421.34464566929137,&quot;left&quot;:13.568031496062986,&quot;top&quot;:106.85535433070865,&quot;width&quot;:939.4819685039371}"/>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61_1*l_h_f*1_1_1"/>
  <p:tag name="KSO_WM_TEMPLATE_CATEGORY" val="diagram"/>
  <p:tag name="KSO_WM_TEMPLATE_INDEX" val="20235661"/>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VALUE" val="115"/>
  <p:tag name="KSO_WM_UNIT_PRESET_TEXT" val="单击添加正文，文字是您思想的提炼，为了最终演示发布的良好效果。根据需要可酌情增减文字，以便观者准确理解您所传达的信息。"/>
  <p:tag name="KSO_WM_UNIT_LINE_FORE_SCHEMECOLOR_INDEX" val="5"/>
  <p:tag name="KSO_WM_UNIT_TEXT_TYPE" val="1"/>
  <p:tag name="KSO_WM_DIAGRAM_MAX_ITEMCNT" val="4"/>
  <p:tag name="KSO_WM_DIAGRAM_MIN_ITEMCNT" val="2"/>
  <p:tag name="KSO_WM_DIAGRAM_VIRTUALLY_FRAME" val="{&quot;height&quot;:421.34464566929137,&quot;left&quot;:13.568031496062986,&quot;top&quot;:106.85535433070865,&quot;width&quot;:939.4819685039371}"/>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61_1*l_h_f*1_2_1"/>
  <p:tag name="KSO_WM_TEMPLATE_CATEGORY" val="diagram"/>
  <p:tag name="KSO_WM_TEMPLATE_INDEX" val="20235661"/>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VALUE" val="100"/>
  <p:tag name="KSO_WM_UNIT_PRESET_TEXT" val="单击添加正文，文字是您思想的提炼，为了最终演示发布的良好效果。根据需要可酌情增减文字，以便观者准确理解您所传达的信息。"/>
  <p:tag name="KSO_WM_UNIT_LINE_FORE_SCHEMECOLOR_INDEX" val="5"/>
  <p:tag name="KSO_WM_UNIT_TEXT_TYPE" val="1"/>
  <p:tag name="KSO_WM_DIAGRAM_MAX_ITEMCNT" val="4"/>
  <p:tag name="KSO_WM_DIAGRAM_MIN_ITEMCNT" val="2"/>
  <p:tag name="KSO_WM_DIAGRAM_VIRTUALLY_FRAME" val="{&quot;height&quot;:421.34464566929137,&quot;left&quot;:13.568031496062986,&quot;top&quot;:106.85535433070865,&quot;width&quot;:939.4819685039371}"/>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5661_1*l_h_i*1_1_1"/>
  <p:tag name="KSO_WM_TEMPLATE_CATEGORY" val="diagram"/>
  <p:tag name="KSO_WM_TEMPLATE_INDEX" val="20235661"/>
  <p:tag name="KSO_WM_UNIT_LAYERLEVEL" val="1_1_1"/>
  <p:tag name="KSO_WM_TAG_VERSION" val="3.0"/>
  <p:tag name="KSO_WM_DIAGRAM_MAX_ITEMCNT" val="4"/>
  <p:tag name="KSO_WM_DIAGRAM_MIN_ITEMCNT" val="2"/>
  <p:tag name="KSO_WM_DIAGRAM_VIRTUALLY_FRAME" val="{&quot;height&quot;:421.34464566929137,&quot;left&quot;:13.568031496062986,&quot;top&quot;:106.85535433070865,&quot;width&quot;:939.481968503937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25.xml><?xml version="1.0" encoding="utf-8"?>
<p:tagLst xmlns:p="http://schemas.openxmlformats.org/presentationml/2006/main">
  <p:tag name="KSO_WM_UNIT_VALUE" val="68*63"/>
  <p:tag name="KSO_WM_UNIT_HIGHLIGHT" val="0"/>
  <p:tag name="KSO_WM_UNIT_COMPATIBLE" val="0"/>
  <p:tag name="KSO_WM_UNIT_DIAGRAM_ISNUMVISUAL" val="0"/>
  <p:tag name="KSO_WM_UNIT_DIAGRAM_ISREFERUNIT" val="0"/>
  <p:tag name="KSO_WM_UNIT_TYPE" val="l_h_x"/>
  <p:tag name="KSO_WM_UNIT_INDEX" val="1_1_1"/>
  <p:tag name="KSO_WM_UNIT_ID" val="diagram20235661_1*l_h_x*1_1_1"/>
  <p:tag name="KSO_WM_TEMPLATE_CATEGORY" val="diagram"/>
  <p:tag name="KSO_WM_TEMPLATE_INDEX" val="20235661"/>
  <p:tag name="KSO_WM_UNIT_LAYERLEVEL" val="1_1_1"/>
  <p:tag name="KSO_WM_TAG_VERSION" val="3.0"/>
  <p:tag name="KSO_WM_DIAGRAM_MAX_ITEMCNT" val="4"/>
  <p:tag name="KSO_WM_DIAGRAM_MIN_ITEMCNT" val="2"/>
  <p:tag name="KSO_WM_DIAGRAM_VIRTUALLY_FRAME" val="{&quot;height&quot;:421.34464566929137,&quot;left&quot;:13.568031496062986,&quot;top&quot;:106.85535433070865,&quot;width&quot;:939.481968503937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l1-1"/>
  <p:tag name="KSO_WM_DIAGRAM_VERSION" val="3"/>
  <p:tag name="KSO_WM_DIAGRAM_COLOR_TRICK" val="1"/>
  <p:tag name="KSO_WM_DIAGRAM_COLOR_TEXT_CAN_REMOVE" val="n"/>
  <p:tag name="MH_SHAPE_GUID" val="28"/>
  <p:tag name="KSO_WM_DIAGRAM_USE_COLOR_VALUE" val="{&quot;color_scheme&quot;:1,&quot;color_type&quot;:1,&quot;theme_color_indexes&quot;:[5,6,5,6,5,6]}"/>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35661_1*l_h_i*1_2_1"/>
  <p:tag name="KSO_WM_TEMPLATE_CATEGORY" val="diagram"/>
  <p:tag name="KSO_WM_TEMPLATE_INDEX" val="20235661"/>
  <p:tag name="KSO_WM_UNIT_LAYERLEVEL" val="1_1_1"/>
  <p:tag name="KSO_WM_TAG_VERSION" val="3.0"/>
  <p:tag name="KSO_WM_DIAGRAM_MAX_ITEMCNT" val="4"/>
  <p:tag name="KSO_WM_DIAGRAM_MIN_ITEMCNT" val="2"/>
  <p:tag name="KSO_WM_DIAGRAM_VIRTUALLY_FRAME" val="{&quot;height&quot;:421.34464566929137,&quot;left&quot;:13.568031496062986,&quot;top&quot;:106.85535433070865,&quot;width&quot;:939.481968503937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327.xml><?xml version="1.0" encoding="utf-8"?>
<p:tagLst xmlns:p="http://schemas.openxmlformats.org/presentationml/2006/main">
  <p:tag name="KSO_WM_UNIT_VALUE" val="67*67"/>
  <p:tag name="KSO_WM_UNIT_HIGHLIGHT" val="0"/>
  <p:tag name="KSO_WM_UNIT_COMPATIBLE" val="0"/>
  <p:tag name="KSO_WM_UNIT_DIAGRAM_ISNUMVISUAL" val="0"/>
  <p:tag name="KSO_WM_UNIT_DIAGRAM_ISREFERUNIT" val="0"/>
  <p:tag name="KSO_WM_UNIT_TYPE" val="l_h_x"/>
  <p:tag name="KSO_WM_UNIT_INDEX" val="1_2_1"/>
  <p:tag name="KSO_WM_UNIT_ID" val="diagram20235661_1*l_h_x*1_2_1"/>
  <p:tag name="KSO_WM_TEMPLATE_CATEGORY" val="diagram"/>
  <p:tag name="KSO_WM_TEMPLATE_INDEX" val="20235661"/>
  <p:tag name="KSO_WM_UNIT_LAYERLEVEL" val="1_1_1"/>
  <p:tag name="KSO_WM_TAG_VERSION" val="3.0"/>
  <p:tag name="KSO_WM_DIAGRAM_MAX_ITEMCNT" val="4"/>
  <p:tag name="KSO_WM_DIAGRAM_MIN_ITEMCNT" val="2"/>
  <p:tag name="KSO_WM_DIAGRAM_VIRTUALLY_FRAME" val="{&quot;height&quot;:421.34464566929137,&quot;left&quot;:13.568031496062986,&quot;top&quot;:106.85535433070865,&quot;width&quot;:939.481968503937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GROUP_CODE" val="l1-1"/>
  <p:tag name="KSO_WM_DIAGRAM_VERSION" val="3"/>
  <p:tag name="KSO_WM_DIAGRAM_COLOR_TRICK" val="1"/>
  <p:tag name="KSO_WM_DIAGRAM_COLOR_TEXT_CAN_REMOVE" val="n"/>
  <p:tag name="MH_SHAPE_GUID" val="33"/>
  <p:tag name="KSO_WM_DIAGRAM_USE_COLOR_VALUE" val="{&quot;color_scheme&quot;:1,&quot;color_type&quot;:1,&quot;theme_color_indexes&quot;:[5,6,5,6,5,6]}"/>
</p:tagLst>
</file>

<file path=ppt/tags/tag328.xml><?xml version="1.0" encoding="utf-8"?>
<p:tagLst xmlns:p="http://schemas.openxmlformats.org/presentationml/2006/main">
  <p:tag name="KSO_WM_SLIDE_ID" val="custom20235147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5147"/>
  <p:tag name="KSO_WM_SLIDE_TYPE" val="text"/>
  <p:tag name="KSO_WM_SLIDE_SUBTYPE" val="picTxt"/>
  <p:tag name="KSO_WM_SLIDE_SIZE" val="552.3*313.9"/>
  <p:tag name="KSO_WM_SLIDE_POSITION" val="48.05*178.8"/>
  <p:tag name="KSO_WM_SLIDE_LAYOUT" val="a_f_l"/>
  <p:tag name="KSO_WM_SLIDE_LAYOUT_CNT" val="1_1_1"/>
  <p:tag name="KSO_WM_SPECIAL_SOURCE" val="bdnull"/>
  <p:tag name="KSO_WM_DIAGRAM_GROUP_CODE" val="l1-1"/>
  <p:tag name="KSO_WM_SLIDE_DIAGTYPE" val="l"/>
  <p:tag name="resource_record_key" val="{&quot;65&quot;:[20235919],&quot;70&quot;:[3322067,3405959]}"/>
</p:tagLst>
</file>

<file path=ppt/tags/tag32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4_1*i*2"/>
  <p:tag name="KSO_WM_TEMPLATE_CATEGORY" val="custom"/>
  <p:tag name="KSO_WM_TEMPLATE_INDEX" val="20233374"/>
  <p:tag name="KSO_WM_UNIT_LAYERLEVEL" val="1"/>
  <p:tag name="KSO_WM_TAG_VERSION" val="3.0"/>
  <p:tag name="KSO_WM_BEAUTIFY_FLAG" val="#wm#"/>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4_1*i*3"/>
  <p:tag name="KSO_WM_TEMPLATE_CATEGORY" val="custom"/>
  <p:tag name="KSO_WM_TEMPLATE_INDEX" val="20233374"/>
  <p:tag name="KSO_WM_UNIT_LAYERLEVEL" val="1"/>
  <p:tag name="KSO_WM_TAG_VERSION" val="3.0"/>
  <p:tag name="KSO_WM_BEAUTIFY_FLAG" val="#wm#"/>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4_1*i*4"/>
  <p:tag name="KSO_WM_TEMPLATE_CATEGORY" val="custom"/>
  <p:tag name="KSO_WM_TEMPLATE_INDEX" val="20233374"/>
  <p:tag name="KSO_WM_UNIT_LAYERLEVEL" val="1"/>
  <p:tag name="KSO_WM_TAG_VERSION" val="3.0"/>
  <p:tag name="KSO_WM_BEAUTIFY_FLAG" val="#wm#"/>
</p:tagLst>
</file>

<file path=ppt/tags/tag33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3374_1*f*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335.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3374"/>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33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0320_3*a*1"/>
  <p:tag name="KSO_WM_TEMPLATE_CATEGORY" val="diagram"/>
  <p:tag name="KSO_WM_TEMPLATE_INDEX" val="20230320"/>
  <p:tag name="KSO_WM_UNIT_LAYERLEVEL" val="1"/>
  <p:tag name="KSO_WM_TAG_VERSION" val="3.0"/>
  <p:tag name="KSO_WM_BEAUTIFY_FLAG" val="#wm#"/>
  <p:tag name="KSO_WM_DIAGRAM_GROUP_CODE" val="q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337.xml><?xml version="1.0" encoding="utf-8"?>
<p:tagLst xmlns:p="http://schemas.openxmlformats.org/presentationml/2006/main">
  <p:tag name="TABLE_ENDDRAG_ORIGIN_RECT" val="853*435"/>
  <p:tag name="TABLE_ENDDRAG_RECT" val="89*90*853*435"/>
</p:tagLst>
</file>

<file path=ppt/tags/tag33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43_3*a*1"/>
  <p:tag name="KSO_WM_TEMPLATE_CATEGORY" val="diagram"/>
  <p:tag name="KSO_WM_TEMPLATE_INDEX" val="20233243"/>
  <p:tag name="KSO_WM_UNIT_LAYERLEVEL" val="1"/>
  <p:tag name="KSO_WM_TAG_VERSION" val="3.0"/>
  <p:tag name="KSO_WM_BEAUTIFY_FLAG" val="#wm#"/>
  <p:tag name="KSO_WM_DIAGRAM_GROUP_CODE" val="m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1"/>
  <p:tag name="KSO_WM_TEMPLATE_CATEGORY" val="diagram"/>
  <p:tag name="KSO_WM_TEMPLATE_INDEX" val="20233243"/>
  <p:tag name="KSO_WM_UNIT_LAYERLEVEL" val="1_1"/>
  <p:tag name="KSO_WM_TAG_VERSION" val="3.0"/>
  <p:tag name="KSO_WM_UNIT_TYPE" val="m_i"/>
  <p:tag name="KSO_WM_UNIT_INDEX" val="1_1"/>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type&quot;:0},&quot;glow&quot;:{&quot;colorType&quot;:0},&quot;line&quot;:{&quot;solidLine&quot;:{&quot;brightness&quot;:0,&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1_1"/>
  <p:tag name="KSO_WM_TEMPLATE_CATEGORY" val="diagram"/>
  <p:tag name="KSO_WM_TEMPLATE_INDEX" val="20233243"/>
  <p:tag name="KSO_WM_UNIT_LAYERLEVEL" val="1_1_1"/>
  <p:tag name="KSO_WM_TAG_VERSION" val="3.0"/>
  <p:tag name="KSO_WM_UNIT_TYPE" val="m_h_i"/>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2_1"/>
  <p:tag name="KSO_WM_TEMPLATE_CATEGORY" val="diagram"/>
  <p:tag name="KSO_WM_TEMPLATE_INDEX" val="20233243"/>
  <p:tag name="KSO_WM_UNIT_LAYERLEVEL" val="1_1_1"/>
  <p:tag name="KSO_WM_TAG_VERSION" val="3.0"/>
  <p:tag name="KSO_WM_UNIT_TYPE" val="m_h_i"/>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4_1"/>
  <p:tag name="KSO_WM_TEMPLATE_CATEGORY" val="diagram"/>
  <p:tag name="KSO_WM_TEMPLATE_INDEX" val="20233243"/>
  <p:tag name="KSO_WM_UNIT_LAYERLEVEL" val="1_1_1"/>
  <p:tag name="KSO_WM_TAG_VERSION" val="3.0"/>
  <p:tag name="KSO_WM_UNIT_TYPE" val="m_h_i"/>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5_1"/>
  <p:tag name="KSO_WM_TEMPLATE_CATEGORY" val="diagram"/>
  <p:tag name="KSO_WM_TEMPLATE_INDEX" val="20233243"/>
  <p:tag name="KSO_WM_UNIT_LAYERLEVEL" val="1_1_1"/>
  <p:tag name="KSO_WM_TAG_VERSION" val="3.0"/>
  <p:tag name="KSO_WM_UNIT_TYPE" val="m_h_i"/>
  <p:tag name="KSO_WM_UNIT_INDEX" val="1_5_1"/>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3_1"/>
  <p:tag name="KSO_WM_TEMPLATE_CATEGORY" val="diagram"/>
  <p:tag name="KSO_WM_TEMPLATE_INDEX" val="20233243"/>
  <p:tag name="KSO_WM_UNIT_LAYERLEVEL" val="1_1_1"/>
  <p:tag name="KSO_WM_TAG_VERSION" val="3.0"/>
  <p:tag name="KSO_WM_UNIT_TYPE" val="m_h_i"/>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2"/>
  <p:tag name="KSO_WM_TEMPLATE_CATEGORY" val="diagram"/>
  <p:tag name="KSO_WM_TEMPLATE_INDEX" val="20233243"/>
  <p:tag name="KSO_WM_UNIT_LAYERLEVEL" val="1_1"/>
  <p:tag name="KSO_WM_TAG_VERSION" val="3.0"/>
  <p:tag name="KSO_WM_UNIT_TYPE" val="m_i"/>
  <p:tag name="KSO_WM_UNIT_INDEX" val="1_2"/>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3"/>
  <p:tag name="KSO_WM_TEMPLATE_CATEGORY" val="diagram"/>
  <p:tag name="KSO_WM_TEMPLATE_INDEX" val="20233243"/>
  <p:tag name="KSO_WM_UNIT_LAYERLEVEL" val="1_1"/>
  <p:tag name="KSO_WM_TAG_VERSION" val="3.0"/>
  <p:tag name="KSO_WM_UNIT_TYPE" val="m_i"/>
  <p:tag name="KSO_WM_UNIT_INDEX" val="1_3"/>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1_1"/>
  <p:tag name="KSO_WM_TEMPLATE_CATEGORY" val="diagram"/>
  <p:tag name="KSO_WM_TEMPLATE_INDEX" val="20233243"/>
  <p:tag name="KSO_WM_UNIT_LAYERLEVEL" val="1_1_1"/>
  <p:tag name="KSO_WM_TAG_VERSION" val="3.0"/>
  <p:tag name="KSO_WM_UNIT_VALUE" val="60*60"/>
  <p:tag name="KSO_WM_UNIT_TYPE" val="m_h_x"/>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4"/>
  <p:tag name="KSO_WM_TEMPLATE_CATEGORY" val="diagram"/>
  <p:tag name="KSO_WM_TEMPLATE_INDEX" val="20233243"/>
  <p:tag name="KSO_WM_UNIT_LAYERLEVEL" val="1_1"/>
  <p:tag name="KSO_WM_TAG_VERSION" val="3.0"/>
  <p:tag name="KSO_WM_UNIT_TYPE" val="m_i"/>
  <p:tag name="KSO_WM_UNIT_INDEX" val="1_4"/>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3_1"/>
  <p:tag name="KSO_WM_TEMPLATE_CATEGORY" val="diagram"/>
  <p:tag name="KSO_WM_TEMPLATE_INDEX" val="20233243"/>
  <p:tag name="KSO_WM_UNIT_LAYERLEVEL" val="1_1_1"/>
  <p:tag name="KSO_WM_TAG_VERSION" val="3.0"/>
  <p:tag name="KSO_WM_UNIT_VALUE" val="60*60"/>
  <p:tag name="KSO_WM_UNIT_TYPE" val="m_h_x"/>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2_1"/>
  <p:tag name="KSO_WM_TEMPLATE_CATEGORY" val="diagram"/>
  <p:tag name="KSO_WM_TEMPLATE_INDEX" val="20233243"/>
  <p:tag name="KSO_WM_UNIT_LAYERLEVEL" val="1_1_1"/>
  <p:tag name="KSO_WM_TAG_VERSION" val="3.0"/>
  <p:tag name="KSO_WM_UNIT_VALUE" val="60*60"/>
  <p:tag name="KSO_WM_UNIT_TYPE" val="m_h_x"/>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4_1"/>
  <p:tag name="KSO_WM_TEMPLATE_CATEGORY" val="diagram"/>
  <p:tag name="KSO_WM_TEMPLATE_INDEX" val="20233243"/>
  <p:tag name="KSO_WM_UNIT_LAYERLEVEL" val="1_1_1"/>
  <p:tag name="KSO_WM_TAG_VERSION" val="3.0"/>
  <p:tag name="KSO_WM_UNIT_VALUE" val="60*60"/>
  <p:tag name="KSO_WM_UNIT_TYPE" val="m_h_x"/>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5_1"/>
  <p:tag name="KSO_WM_TEMPLATE_CATEGORY" val="diagram"/>
  <p:tag name="KSO_WM_TEMPLATE_INDEX" val="20233243"/>
  <p:tag name="KSO_WM_UNIT_LAYERLEVEL" val="1_1_1"/>
  <p:tag name="KSO_WM_TAG_VERSION" val="3.0"/>
  <p:tag name="KSO_WM_UNIT_VALUE" val="60*60"/>
  <p:tag name="KSO_WM_UNIT_TYPE" val="m_h_x"/>
  <p:tag name="KSO_WM_UNIT_INDEX" val="1_5_1"/>
  <p:tag name="KSO_WM_DIAGRAM_VERSION" val="3"/>
  <p:tag name="KSO_WM_DIAGRAM_COLOR_TRICK" val="1"/>
  <p:tag name="KSO_WM_DIAGRAM_COLOR_TEXT_CAN_REMOVE" val="n"/>
  <p:tag name="KSO_WM_DIAGRAM_MAX_ITEMCNT" val="6"/>
  <p:tag name="KSO_WM_DIAGRAM_MIN_ITEMCNT" val="4"/>
  <p:tag name="KSO_WM_DIAGRAM_VIRTUALLY_FRAME" val="{&quot;height&quot;:447.2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3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3243_2*m_h_f*1_4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47.2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1"/>
</p:tagLst>
</file>

<file path=ppt/tags/tag35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3243_2*m_h_f*1_2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47.2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需要可酌情增减文字"/>
  <p:tag name="KSO_WM_UNIT_TEXT_FILL_FORE_SCHEMECOLOR_INDEX" val="1"/>
  <p:tag name="KSO_WM_UNIT_TEXT_FILL_TYPE" val="1"/>
  <p:tag name="KSO_WM_UNIT_USESOURCEFORMAT_APPLY" val="1"/>
</p:tagLst>
</file>

<file path=ppt/tags/tag35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3243_2*m_h_f*1_1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47.2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可酌情增减文字"/>
  <p:tag name="KSO_WM_UNIT_TEXT_FILL_FORE_SCHEMECOLOR_INDEX" val="1"/>
  <p:tag name="KSO_WM_UNIT_TEXT_FILL_TYPE" val="1"/>
  <p:tag name="KSO_WM_UNIT_USESOURCEFORMAT_APPLY" val="1"/>
</p:tagLst>
</file>

<file path=ppt/tags/tag35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3243_2*m_h_f*1_3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47.2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
  <p:tag name="KSO_WM_UNIT_TEXT_FILL_FORE_SCHEMECOLOR_INDEX" val="1"/>
  <p:tag name="KSO_WM_UNIT_TEXT_FILL_TYPE" val="1"/>
  <p:tag name="KSO_WM_UNIT_USESOURCEFORMAT_APPLY" val="1"/>
</p:tagLst>
</file>

<file path=ppt/tags/tag35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3243_2*m_h_f*1_5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47.2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
  <p:tag name="KSO_WM_UNIT_TEXT_FILL_FORE_SCHEMECOLOR_INDEX" val="1"/>
  <p:tag name="KSO_WM_UNIT_TEXT_FILL_TYPE" val="1"/>
  <p:tag name="KSO_WM_UNIT_USESOURCEFORMAT_APPLY" val="1"/>
</p:tagLst>
</file>

<file path=ppt/tags/tag358.xml><?xml version="1.0" encoding="utf-8"?>
<p:tagLst xmlns:p="http://schemas.openxmlformats.org/presentationml/2006/main">
  <p:tag name="KSO_WM_SLIDE_ID" val="diagram20233243_3"/>
  <p:tag name="KSO_WM_TEMPLATE_SUBCATEGORY" val="0"/>
  <p:tag name="KSO_WM_TEMPLATE_MASTER_TYPE" val="0"/>
  <p:tag name="KSO_WM_TEMPLATE_COLOR_TYPE" val="0"/>
  <p:tag name="KSO_WM_SLIDE_ITEM_CNT" val="6"/>
  <p:tag name="KSO_WM_SLIDE_INDEX" val="3"/>
  <p:tag name="KSO_WM_TAG_VERSION" val="3.0"/>
  <p:tag name="KSO_WM_BEAUTIFY_FLAG" val="#wm#"/>
  <p:tag name="KSO_WM_TEMPLATE_CATEGORY" val="diagram"/>
  <p:tag name="KSO_WM_TEMPLATE_INDEX" val="20233243"/>
  <p:tag name="KSO_WM_SLIDE_TYPE" val="text"/>
  <p:tag name="KSO_WM_SLIDE_SUBTYPE" val="diag"/>
  <p:tag name="KSO_WM_SLIDE_SIZE" val="899.093*360.637"/>
  <p:tag name="KSO_WM_SLIDE_POSITION" val="0.05*121.363"/>
  <p:tag name="KSO_WM_SLIDE_LAYOUT" val="a_m"/>
  <p:tag name="KSO_WM_SLIDE_LAYOUT_CNT" val="1_1"/>
  <p:tag name="KSO_WM_SPECIAL_SOURCE" val="bdnull"/>
  <p:tag name="KSO_WM_DIAGRAM_GROUP_CODE" val="m1-1"/>
  <p:tag name="KSO_WM_SLIDE_DIAGTYPE" val="m"/>
</p:tagLst>
</file>

<file path=ppt/tags/tag35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36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363.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36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36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368.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36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37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1*l_h_f*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506.8100787401574,&quot;left&quot;:28.8,&quot;top&quot;:15.863858267716523,&quot;width&quot;:931.2}"/>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37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1*l_h_f*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506.8100787401574,&quot;left&quot;:28.8,&quot;top&quot;:15.863858267716523,&quot;width&quot;:931.2}"/>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USESOURCEFORMAT_APPLY" val="1"/>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46_1*l_h_i*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506.8100787401574,&quot;left&quot;:28.8,&quot;top&quot;:15.863858267716523,&quot;width&quot;:931.2}"/>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46_1*l_h_i*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506.8100787401574,&quot;left&quot;:28.8,&quot;top&quot;:15.863858267716523,&quot;width&quot;:931.2}"/>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37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375.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376.xml><?xml version="1.0" encoding="utf-8"?>
<p:tagLst xmlns:p="http://schemas.openxmlformats.org/presentationml/2006/main">
  <p:tag name="commondata" val="eyJoZGlkIjoiMjdiZDFkNTE0YTA0ZWE5ODJkZTc5M2M2Mzc1NzZiMmEifQ=="/>
  <p:tag name="resource_record_key" val="{&quot;29&quot;:[50000076],&quot;65&quot;:[20235919],&quot;70&quot;:[3317787,3317791,3314400,3312142,3315859,3325517,3322067,3333622,3429240,3402979,3429080,3314064,3405959,3333605,3312215,3333429,3333495,3405961,3429230,3321644,3428599,3403040,3333620,3322017,332197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2024.3.8【NO.09】-几何简约风主题模板">
      <a:dk1>
        <a:srgbClr val="333333"/>
      </a:dk1>
      <a:lt1>
        <a:sysClr val="window" lastClr="FFFFFF"/>
      </a:lt1>
      <a:dk2>
        <a:srgbClr val="001A3A"/>
      </a:dk2>
      <a:lt2>
        <a:srgbClr val="F7FAFF"/>
      </a:lt2>
      <a:accent1>
        <a:srgbClr val="016EFF"/>
      </a:accent1>
      <a:accent2>
        <a:srgbClr val="624AF0"/>
      </a:accent2>
      <a:accent3>
        <a:srgbClr val="9618F4"/>
      </a:accent3>
      <a:accent4>
        <a:srgbClr val="F7219B"/>
      </a:accent4>
      <a:accent5>
        <a:srgbClr val="F02836"/>
      </a:accent5>
      <a:accent6>
        <a:srgbClr val="EE672A"/>
      </a:accent6>
      <a:hlink>
        <a:srgbClr val="0026E5"/>
      </a:hlink>
      <a:folHlink>
        <a:srgbClr val="7E1FAD"/>
      </a:folHlink>
    </a:clrScheme>
    <a:fontScheme name="qmj">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buClrTx/>
          <a:buSzTx/>
          <a:buFontTx/>
          <a:defRPr>
            <a:solidFill>
              <a:schemeClr val="lt1"/>
            </a:solidFill>
            <a:sym typeface="+mn-ea"/>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rmAutofit/>
      </a:bodyPr>
      <a:lstStyle>
        <a:defPPr algn="l">
          <a:lnSpc>
            <a:spcPct val="140000"/>
          </a:lnSpc>
          <a:defRPr sz="20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6024</Words>
  <Application>WPS 演示</Application>
  <PresentationFormat>宽屏</PresentationFormat>
  <Paragraphs>297</Paragraphs>
  <Slides>31</Slides>
  <Notes>0</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31</vt:i4>
      </vt:variant>
    </vt:vector>
  </HeadingPairs>
  <TitlesOfParts>
    <vt:vector size="47" baseType="lpstr">
      <vt:lpstr>Arial</vt:lpstr>
      <vt:lpstr>宋体</vt:lpstr>
      <vt:lpstr>Wingdings</vt:lpstr>
      <vt:lpstr>江城圆体 400W</vt:lpstr>
      <vt:lpstr>微软雅黑</vt:lpstr>
      <vt:lpstr>Wingdings</vt:lpstr>
      <vt:lpstr>Arial Unicode MS</vt:lpstr>
      <vt:lpstr>Calibri</vt:lpstr>
      <vt:lpstr>汉仪粗圆简</vt:lpstr>
      <vt:lpstr>黑体</vt:lpstr>
      <vt:lpstr>汉仪尚巍手书W</vt:lpstr>
      <vt:lpstr>汉仪雅酷黑简</vt:lpstr>
      <vt:lpstr>Calibri</vt:lpstr>
      <vt:lpstr>Office 主题</vt:lpstr>
      <vt:lpstr>1_Office 主题</vt:lpstr>
      <vt:lpstr>Office 主题​​</vt:lpstr>
      <vt:lpstr>第三节   国家主席</vt:lpstr>
      <vt:lpstr>本节思考</vt:lpstr>
      <vt:lpstr>一、国家主席制度的产生和发展</vt:lpstr>
      <vt:lpstr>二、国家主席的产生方式</vt:lpstr>
      <vt:lpstr>三、国家主席的任期规定</vt:lpstr>
      <vt:lpstr>四、国家主席的职权（根据全国人大及其常委会的决定）</vt:lpstr>
      <vt:lpstr>第四节   国务院</vt:lpstr>
      <vt:lpstr>二、国务院的组成和任期、领导体制、会议制度</vt:lpstr>
      <vt:lpstr>三、国务院的职权</vt:lpstr>
      <vt:lpstr>03行政管理权</vt:lpstr>
      <vt:lpstr>PowerPoint 演示文稿</vt:lpstr>
      <vt:lpstr>小练：关于人权的内涵与分类，下列表述中哪些是正确的？</vt:lpstr>
      <vt:lpstr>四、国务院的机构设置</vt:lpstr>
      <vt:lpstr>PowerPoint 演示文稿</vt:lpstr>
      <vt:lpstr>      立法指导原则的概念和内容</vt:lpstr>
      <vt:lpstr>二、中央军事委员会的组成和任期</vt:lpstr>
      <vt:lpstr>（一）选举权和被选举权</vt:lpstr>
      <vt:lpstr>分析提示</vt:lpstr>
      <vt:lpstr>第六节 地方各级人民代表大会和地方各级人民政府</vt:lpstr>
      <vt:lpstr>二、权利</vt:lpstr>
      <vt:lpstr>PowerPoint 演示文稿</vt:lpstr>
      <vt:lpstr>三、民主立法</vt:lpstr>
      <vt:lpstr>（三）主要职权（以县级以上为例）</vt:lpstr>
      <vt:lpstr>二、地方各级人民代表大会</vt:lpstr>
      <vt:lpstr>四、依法立法</vt:lpstr>
      <vt:lpstr>答案与解析2</vt:lpstr>
      <vt:lpstr>PowerPoint 演示文稿</vt:lpstr>
      <vt:lpstr>小练：关于人权的内涵与分类，下列表述中哪些是正确的？</vt:lpstr>
      <vt:lpstr>参考答案</vt:lpstr>
      <vt:lpstr>第四节   国务院</vt:lpstr>
      <vt:lpstr>二、民族自治地方的自治机关的组成（宪法第112条）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公安法制基础</dc:title>
  <dc:creator>user</dc:creator>
  <cp:lastModifiedBy>蓝色的”记忆</cp:lastModifiedBy>
  <cp:revision>309</cp:revision>
  <dcterms:created xsi:type="dcterms:W3CDTF">2018-10-23T01:46:00Z</dcterms:created>
  <dcterms:modified xsi:type="dcterms:W3CDTF">2025-11-13T11:42:20Z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105DD1DD5E7445848B7B358F5F439FD1_13</vt:lpwstr>
  </property>
  <property fmtid="{D5CDD505-2E9C-101B-9397-08002B2CF9AE}" pid="3" name="KSOProductBuildVer">
    <vt:lpwstr>2052-12.1.0.23542</vt:lpwstr>
  </property>
</Properties>
</file>